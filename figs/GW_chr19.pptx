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My R Plot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270000" y="2023189"/>
              <a:ext cx="6604000" cy="1430742"/>
            </a:xfrm>
            <a:custGeom>
              <a:avLst/>
              <a:pathLst>
                <a:path w="6604000" h="1430742">
                  <a:moveTo>
                    <a:pt x="0" y="1362662"/>
                  </a:moveTo>
                  <a:lnTo>
                    <a:pt x="660" y="1325528"/>
                  </a:lnTo>
                  <a:lnTo>
                    <a:pt x="1321" y="1293050"/>
                  </a:lnTo>
                  <a:lnTo>
                    <a:pt x="1981" y="1306360"/>
                  </a:lnTo>
                  <a:lnTo>
                    <a:pt x="2642" y="1306360"/>
                  </a:lnTo>
                  <a:lnTo>
                    <a:pt x="3302" y="1306360"/>
                  </a:lnTo>
                  <a:lnTo>
                    <a:pt x="3963" y="1340666"/>
                  </a:lnTo>
                  <a:lnTo>
                    <a:pt x="4623" y="1359685"/>
                  </a:lnTo>
                  <a:lnTo>
                    <a:pt x="5284" y="1325528"/>
                  </a:lnTo>
                  <a:lnTo>
                    <a:pt x="5944" y="1325528"/>
                  </a:lnTo>
                  <a:lnTo>
                    <a:pt x="6605" y="1343431"/>
                  </a:lnTo>
                  <a:lnTo>
                    <a:pt x="7265" y="1343431"/>
                  </a:lnTo>
                  <a:lnTo>
                    <a:pt x="7926" y="1325528"/>
                  </a:lnTo>
                  <a:lnTo>
                    <a:pt x="8586" y="1325528"/>
                  </a:lnTo>
                  <a:lnTo>
                    <a:pt x="9247" y="1325528"/>
                  </a:lnTo>
                  <a:lnTo>
                    <a:pt x="9907" y="1325528"/>
                  </a:lnTo>
                  <a:lnTo>
                    <a:pt x="10568" y="1325528"/>
                  </a:lnTo>
                  <a:lnTo>
                    <a:pt x="11229" y="1362662"/>
                  </a:lnTo>
                  <a:lnTo>
                    <a:pt x="11889" y="1406010"/>
                  </a:lnTo>
                  <a:lnTo>
                    <a:pt x="12550" y="1430742"/>
                  </a:lnTo>
                  <a:lnTo>
                    <a:pt x="13210" y="1430742"/>
                  </a:lnTo>
                  <a:lnTo>
                    <a:pt x="13871" y="1430742"/>
                  </a:lnTo>
                  <a:lnTo>
                    <a:pt x="14531" y="1430742"/>
                  </a:lnTo>
                  <a:lnTo>
                    <a:pt x="15192" y="1430742"/>
                  </a:lnTo>
                  <a:lnTo>
                    <a:pt x="15852" y="1430742"/>
                  </a:lnTo>
                  <a:lnTo>
                    <a:pt x="16513" y="1430742"/>
                  </a:lnTo>
                  <a:lnTo>
                    <a:pt x="17173" y="1430742"/>
                  </a:lnTo>
                  <a:lnTo>
                    <a:pt x="17834" y="1430742"/>
                  </a:lnTo>
                  <a:lnTo>
                    <a:pt x="18494" y="1430742"/>
                  </a:lnTo>
                  <a:lnTo>
                    <a:pt x="19155" y="1430742"/>
                  </a:lnTo>
                  <a:lnTo>
                    <a:pt x="19815" y="1430742"/>
                  </a:lnTo>
                  <a:lnTo>
                    <a:pt x="20476" y="1406010"/>
                  </a:lnTo>
                  <a:lnTo>
                    <a:pt x="21137" y="1362662"/>
                  </a:lnTo>
                  <a:lnTo>
                    <a:pt x="21797" y="1343431"/>
                  </a:lnTo>
                  <a:lnTo>
                    <a:pt x="22458" y="1343431"/>
                  </a:lnTo>
                  <a:lnTo>
                    <a:pt x="23118" y="1343431"/>
                  </a:lnTo>
                  <a:lnTo>
                    <a:pt x="23779" y="1362662"/>
                  </a:lnTo>
                  <a:lnTo>
                    <a:pt x="24439" y="1406010"/>
                  </a:lnTo>
                  <a:lnTo>
                    <a:pt x="25100" y="1430742"/>
                  </a:lnTo>
                  <a:lnTo>
                    <a:pt x="25760" y="1430742"/>
                  </a:lnTo>
                  <a:lnTo>
                    <a:pt x="26421" y="1430742"/>
                  </a:lnTo>
                  <a:lnTo>
                    <a:pt x="27081" y="1430742"/>
                  </a:lnTo>
                  <a:lnTo>
                    <a:pt x="27742" y="1430742"/>
                  </a:lnTo>
                  <a:lnTo>
                    <a:pt x="28402" y="1430742"/>
                  </a:lnTo>
                  <a:lnTo>
                    <a:pt x="29063" y="1430742"/>
                  </a:lnTo>
                  <a:lnTo>
                    <a:pt x="29723" y="1430742"/>
                  </a:lnTo>
                  <a:lnTo>
                    <a:pt x="30384" y="1430742"/>
                  </a:lnTo>
                  <a:lnTo>
                    <a:pt x="31045" y="1430742"/>
                  </a:lnTo>
                  <a:lnTo>
                    <a:pt x="31705" y="1430742"/>
                  </a:lnTo>
                  <a:lnTo>
                    <a:pt x="32366" y="1430742"/>
                  </a:lnTo>
                  <a:lnTo>
                    <a:pt x="33026" y="1430742"/>
                  </a:lnTo>
                  <a:lnTo>
                    <a:pt x="33687" y="1430742"/>
                  </a:lnTo>
                  <a:lnTo>
                    <a:pt x="34347" y="1430742"/>
                  </a:lnTo>
                  <a:lnTo>
                    <a:pt x="35008" y="1430742"/>
                  </a:lnTo>
                  <a:lnTo>
                    <a:pt x="35668" y="1399028"/>
                  </a:lnTo>
                  <a:lnTo>
                    <a:pt x="36329" y="1320390"/>
                  </a:lnTo>
                  <a:lnTo>
                    <a:pt x="36989" y="1191422"/>
                  </a:lnTo>
                  <a:lnTo>
                    <a:pt x="37650" y="1096200"/>
                  </a:lnTo>
                  <a:lnTo>
                    <a:pt x="38310" y="1033060"/>
                  </a:lnTo>
                  <a:lnTo>
                    <a:pt x="38971" y="1023703"/>
                  </a:lnTo>
                  <a:lnTo>
                    <a:pt x="39631" y="1029167"/>
                  </a:lnTo>
                  <a:lnTo>
                    <a:pt x="40292" y="1076588"/>
                  </a:lnTo>
                  <a:lnTo>
                    <a:pt x="40952" y="1145664"/>
                  </a:lnTo>
                  <a:lnTo>
                    <a:pt x="41613" y="1226737"/>
                  </a:lnTo>
                  <a:lnTo>
                    <a:pt x="42274" y="1238836"/>
                  </a:lnTo>
                  <a:lnTo>
                    <a:pt x="42934" y="1264872"/>
                  </a:lnTo>
                  <a:lnTo>
                    <a:pt x="43595" y="1293814"/>
                  </a:lnTo>
                  <a:lnTo>
                    <a:pt x="44255" y="1326395"/>
                  </a:lnTo>
                  <a:lnTo>
                    <a:pt x="44916" y="1362662"/>
                  </a:lnTo>
                  <a:lnTo>
                    <a:pt x="45576" y="1406010"/>
                  </a:lnTo>
                  <a:lnTo>
                    <a:pt x="46237" y="1430742"/>
                  </a:lnTo>
                  <a:lnTo>
                    <a:pt x="46897" y="1430742"/>
                  </a:lnTo>
                  <a:lnTo>
                    <a:pt x="47558" y="1430742"/>
                  </a:lnTo>
                  <a:lnTo>
                    <a:pt x="48218" y="1430742"/>
                  </a:lnTo>
                  <a:lnTo>
                    <a:pt x="48879" y="1430742"/>
                  </a:lnTo>
                  <a:lnTo>
                    <a:pt x="49539" y="1430742"/>
                  </a:lnTo>
                  <a:lnTo>
                    <a:pt x="50200" y="1430742"/>
                  </a:lnTo>
                  <a:lnTo>
                    <a:pt x="50860" y="1430742"/>
                  </a:lnTo>
                  <a:lnTo>
                    <a:pt x="51521" y="1430742"/>
                  </a:lnTo>
                  <a:lnTo>
                    <a:pt x="52182" y="1430742"/>
                  </a:lnTo>
                  <a:lnTo>
                    <a:pt x="52842" y="1430742"/>
                  </a:lnTo>
                  <a:lnTo>
                    <a:pt x="53503" y="1430742"/>
                  </a:lnTo>
                  <a:lnTo>
                    <a:pt x="54163" y="1430742"/>
                  </a:lnTo>
                  <a:lnTo>
                    <a:pt x="54824" y="1430742"/>
                  </a:lnTo>
                  <a:lnTo>
                    <a:pt x="55484" y="1430742"/>
                  </a:lnTo>
                  <a:lnTo>
                    <a:pt x="56145" y="1430742"/>
                  </a:lnTo>
                  <a:lnTo>
                    <a:pt x="56805" y="1430742"/>
                  </a:lnTo>
                  <a:lnTo>
                    <a:pt x="57466" y="1430742"/>
                  </a:lnTo>
                  <a:lnTo>
                    <a:pt x="58126" y="1430742"/>
                  </a:lnTo>
                  <a:lnTo>
                    <a:pt x="58787" y="1430742"/>
                  </a:lnTo>
                  <a:lnTo>
                    <a:pt x="59447" y="1430742"/>
                  </a:lnTo>
                  <a:lnTo>
                    <a:pt x="60108" y="1406010"/>
                  </a:lnTo>
                  <a:lnTo>
                    <a:pt x="60768" y="1343431"/>
                  </a:lnTo>
                  <a:lnTo>
                    <a:pt x="61429" y="1278218"/>
                  </a:lnTo>
                  <a:lnTo>
                    <a:pt x="62090" y="1214611"/>
                  </a:lnTo>
                  <a:lnTo>
                    <a:pt x="62750" y="1173004"/>
                  </a:lnTo>
                  <a:lnTo>
                    <a:pt x="63411" y="1154461"/>
                  </a:lnTo>
                  <a:lnTo>
                    <a:pt x="64071" y="1173004"/>
                  </a:lnTo>
                  <a:lnTo>
                    <a:pt x="64732" y="1214611"/>
                  </a:lnTo>
                  <a:lnTo>
                    <a:pt x="65392" y="1278218"/>
                  </a:lnTo>
                  <a:lnTo>
                    <a:pt x="66053" y="1343431"/>
                  </a:lnTo>
                  <a:lnTo>
                    <a:pt x="66713" y="1406010"/>
                  </a:lnTo>
                  <a:lnTo>
                    <a:pt x="67374" y="1430742"/>
                  </a:lnTo>
                  <a:lnTo>
                    <a:pt x="68034" y="1430742"/>
                  </a:lnTo>
                  <a:lnTo>
                    <a:pt x="68695" y="1430742"/>
                  </a:lnTo>
                  <a:lnTo>
                    <a:pt x="69355" y="1430742"/>
                  </a:lnTo>
                  <a:lnTo>
                    <a:pt x="70016" y="1430742"/>
                  </a:lnTo>
                  <a:lnTo>
                    <a:pt x="70676" y="1430742"/>
                  </a:lnTo>
                  <a:lnTo>
                    <a:pt x="71337" y="1430742"/>
                  </a:lnTo>
                  <a:lnTo>
                    <a:pt x="71997" y="1406010"/>
                  </a:lnTo>
                  <a:lnTo>
                    <a:pt x="72658" y="1362662"/>
                  </a:lnTo>
                  <a:lnTo>
                    <a:pt x="73319" y="1329012"/>
                  </a:lnTo>
                  <a:lnTo>
                    <a:pt x="73979" y="1329012"/>
                  </a:lnTo>
                  <a:lnTo>
                    <a:pt x="74640" y="1329012"/>
                  </a:lnTo>
                  <a:lnTo>
                    <a:pt x="75300" y="1347165"/>
                  </a:lnTo>
                  <a:lnTo>
                    <a:pt x="75961" y="1387793"/>
                  </a:lnTo>
                  <a:lnTo>
                    <a:pt x="76621" y="1430742"/>
                  </a:lnTo>
                  <a:lnTo>
                    <a:pt x="77282" y="1411976"/>
                  </a:lnTo>
                  <a:lnTo>
                    <a:pt x="77942" y="1388895"/>
                  </a:lnTo>
                  <a:lnTo>
                    <a:pt x="78603" y="1312868"/>
                  </a:lnTo>
                  <a:lnTo>
                    <a:pt x="79263" y="1229112"/>
                  </a:lnTo>
                  <a:lnTo>
                    <a:pt x="79924" y="1186314"/>
                  </a:lnTo>
                  <a:lnTo>
                    <a:pt x="80584" y="1137156"/>
                  </a:lnTo>
                  <a:lnTo>
                    <a:pt x="81245" y="1091244"/>
                  </a:lnTo>
                  <a:lnTo>
                    <a:pt x="81905" y="1076588"/>
                  </a:lnTo>
                  <a:lnTo>
                    <a:pt x="82566" y="1090194"/>
                  </a:lnTo>
                  <a:lnTo>
                    <a:pt x="83227" y="1111285"/>
                  </a:lnTo>
                  <a:lnTo>
                    <a:pt x="83887" y="1153123"/>
                  </a:lnTo>
                  <a:lnTo>
                    <a:pt x="84548" y="1191422"/>
                  </a:lnTo>
                  <a:lnTo>
                    <a:pt x="85208" y="1192975"/>
                  </a:lnTo>
                  <a:lnTo>
                    <a:pt x="85869" y="1123302"/>
                  </a:lnTo>
                  <a:lnTo>
                    <a:pt x="86529" y="1027516"/>
                  </a:lnTo>
                  <a:lnTo>
                    <a:pt x="87190" y="920843"/>
                  </a:lnTo>
                  <a:lnTo>
                    <a:pt x="87850" y="856723"/>
                  </a:lnTo>
                  <a:lnTo>
                    <a:pt x="88511" y="824194"/>
                  </a:lnTo>
                  <a:lnTo>
                    <a:pt x="89171" y="822571"/>
                  </a:lnTo>
                  <a:lnTo>
                    <a:pt x="89832" y="807220"/>
                  </a:lnTo>
                  <a:lnTo>
                    <a:pt x="90492" y="817882"/>
                  </a:lnTo>
                  <a:lnTo>
                    <a:pt x="91153" y="830151"/>
                  </a:lnTo>
                  <a:lnTo>
                    <a:pt x="91813" y="834547"/>
                  </a:lnTo>
                  <a:lnTo>
                    <a:pt x="92474" y="838092"/>
                  </a:lnTo>
                  <a:lnTo>
                    <a:pt x="93135" y="872685"/>
                  </a:lnTo>
                  <a:lnTo>
                    <a:pt x="93795" y="907206"/>
                  </a:lnTo>
                  <a:lnTo>
                    <a:pt x="94456" y="948648"/>
                  </a:lnTo>
                  <a:lnTo>
                    <a:pt x="95116" y="980938"/>
                  </a:lnTo>
                  <a:lnTo>
                    <a:pt x="95777" y="999956"/>
                  </a:lnTo>
                  <a:lnTo>
                    <a:pt x="96437" y="1018618"/>
                  </a:lnTo>
                  <a:lnTo>
                    <a:pt x="97098" y="1045987"/>
                  </a:lnTo>
                  <a:lnTo>
                    <a:pt x="97758" y="1064290"/>
                  </a:lnTo>
                  <a:lnTo>
                    <a:pt x="98419" y="1105293"/>
                  </a:lnTo>
                  <a:lnTo>
                    <a:pt x="99079" y="1145232"/>
                  </a:lnTo>
                  <a:lnTo>
                    <a:pt x="99740" y="1192975"/>
                  </a:lnTo>
                  <a:lnTo>
                    <a:pt x="100400" y="1250878"/>
                  </a:lnTo>
                  <a:lnTo>
                    <a:pt x="101061" y="1308781"/>
                  </a:lnTo>
                  <a:lnTo>
                    <a:pt x="101721" y="1362662"/>
                  </a:lnTo>
                  <a:lnTo>
                    <a:pt x="102382" y="1406010"/>
                  </a:lnTo>
                  <a:lnTo>
                    <a:pt x="103043" y="1430742"/>
                  </a:lnTo>
                  <a:lnTo>
                    <a:pt x="103703" y="1430742"/>
                  </a:lnTo>
                  <a:lnTo>
                    <a:pt x="104364" y="1430742"/>
                  </a:lnTo>
                  <a:lnTo>
                    <a:pt x="105024" y="1430742"/>
                  </a:lnTo>
                  <a:lnTo>
                    <a:pt x="105685" y="1430742"/>
                  </a:lnTo>
                  <a:lnTo>
                    <a:pt x="106345" y="1430742"/>
                  </a:lnTo>
                  <a:lnTo>
                    <a:pt x="107006" y="1430742"/>
                  </a:lnTo>
                  <a:lnTo>
                    <a:pt x="107666" y="1430742"/>
                  </a:lnTo>
                  <a:lnTo>
                    <a:pt x="108327" y="1430742"/>
                  </a:lnTo>
                  <a:lnTo>
                    <a:pt x="108987" y="1430742"/>
                  </a:lnTo>
                  <a:lnTo>
                    <a:pt x="109648" y="1406010"/>
                  </a:lnTo>
                  <a:lnTo>
                    <a:pt x="110308" y="1362662"/>
                  </a:lnTo>
                  <a:lnTo>
                    <a:pt x="110969" y="1308781"/>
                  </a:lnTo>
                  <a:lnTo>
                    <a:pt x="111629" y="1251528"/>
                  </a:lnTo>
                  <a:lnTo>
                    <a:pt x="112290" y="1215176"/>
                  </a:lnTo>
                  <a:lnTo>
                    <a:pt x="112950" y="1193494"/>
                  </a:lnTo>
                  <a:lnTo>
                    <a:pt x="113611" y="1204109"/>
                  </a:lnTo>
                  <a:lnTo>
                    <a:pt x="114272" y="1238836"/>
                  </a:lnTo>
                  <a:lnTo>
                    <a:pt x="114932" y="1293050"/>
                  </a:lnTo>
                  <a:lnTo>
                    <a:pt x="115593" y="1343431"/>
                  </a:lnTo>
                  <a:lnTo>
                    <a:pt x="116253" y="1406010"/>
                  </a:lnTo>
                  <a:lnTo>
                    <a:pt x="116914" y="1430742"/>
                  </a:lnTo>
                  <a:lnTo>
                    <a:pt x="117574" y="1406010"/>
                  </a:lnTo>
                  <a:lnTo>
                    <a:pt x="118235" y="1383432"/>
                  </a:lnTo>
                  <a:lnTo>
                    <a:pt x="118895" y="1371803"/>
                  </a:lnTo>
                  <a:lnTo>
                    <a:pt x="119556" y="1351909"/>
                  </a:lnTo>
                  <a:lnTo>
                    <a:pt x="120216" y="1316184"/>
                  </a:lnTo>
                  <a:lnTo>
                    <a:pt x="120877" y="1284788"/>
                  </a:lnTo>
                  <a:lnTo>
                    <a:pt x="121537" y="1219164"/>
                  </a:lnTo>
                  <a:lnTo>
                    <a:pt x="122198" y="1124097"/>
                  </a:lnTo>
                  <a:lnTo>
                    <a:pt x="122858" y="1037014"/>
                  </a:lnTo>
                  <a:lnTo>
                    <a:pt x="123519" y="948243"/>
                  </a:lnTo>
                  <a:lnTo>
                    <a:pt x="124180" y="874352"/>
                  </a:lnTo>
                  <a:lnTo>
                    <a:pt x="124840" y="824571"/>
                  </a:lnTo>
                  <a:lnTo>
                    <a:pt x="125501" y="783247"/>
                  </a:lnTo>
                  <a:lnTo>
                    <a:pt x="126161" y="760125"/>
                  </a:lnTo>
                  <a:lnTo>
                    <a:pt x="126822" y="748076"/>
                  </a:lnTo>
                  <a:lnTo>
                    <a:pt x="127482" y="734691"/>
                  </a:lnTo>
                  <a:lnTo>
                    <a:pt x="128143" y="724596"/>
                  </a:lnTo>
                  <a:lnTo>
                    <a:pt x="128803" y="733982"/>
                  </a:lnTo>
                  <a:lnTo>
                    <a:pt x="129464" y="752981"/>
                  </a:lnTo>
                  <a:lnTo>
                    <a:pt x="130124" y="790077"/>
                  </a:lnTo>
                  <a:lnTo>
                    <a:pt x="130785" y="861742"/>
                  </a:lnTo>
                  <a:lnTo>
                    <a:pt x="131445" y="950272"/>
                  </a:lnTo>
                  <a:lnTo>
                    <a:pt x="132106" y="1036445"/>
                  </a:lnTo>
                  <a:lnTo>
                    <a:pt x="132766" y="1107524"/>
                  </a:lnTo>
                  <a:lnTo>
                    <a:pt x="133427" y="1134242"/>
                  </a:lnTo>
                  <a:lnTo>
                    <a:pt x="134088" y="1134242"/>
                  </a:lnTo>
                  <a:lnTo>
                    <a:pt x="134748" y="1158974"/>
                  </a:lnTo>
                  <a:lnTo>
                    <a:pt x="135409" y="1209031"/>
                  </a:lnTo>
                  <a:lnTo>
                    <a:pt x="136069" y="1257448"/>
                  </a:lnTo>
                  <a:lnTo>
                    <a:pt x="136730" y="1340666"/>
                  </a:lnTo>
                  <a:lnTo>
                    <a:pt x="137390" y="1359685"/>
                  </a:lnTo>
                  <a:lnTo>
                    <a:pt x="138051" y="1343431"/>
                  </a:lnTo>
                  <a:lnTo>
                    <a:pt x="138711" y="1325528"/>
                  </a:lnTo>
                  <a:lnTo>
                    <a:pt x="139372" y="1325528"/>
                  </a:lnTo>
                  <a:lnTo>
                    <a:pt x="140032" y="1325528"/>
                  </a:lnTo>
                  <a:lnTo>
                    <a:pt x="140693" y="1343431"/>
                  </a:lnTo>
                  <a:lnTo>
                    <a:pt x="141353" y="1276780"/>
                  </a:lnTo>
                  <a:lnTo>
                    <a:pt x="142014" y="1191939"/>
                  </a:lnTo>
                  <a:lnTo>
                    <a:pt x="142674" y="1144801"/>
                  </a:lnTo>
                  <a:lnTo>
                    <a:pt x="143335" y="1120147"/>
                  </a:lnTo>
                  <a:lnTo>
                    <a:pt x="143995" y="1083642"/>
                  </a:lnTo>
                  <a:lnTo>
                    <a:pt x="144656" y="1058353"/>
                  </a:lnTo>
                  <a:lnTo>
                    <a:pt x="145317" y="1046282"/>
                  </a:lnTo>
                  <a:lnTo>
                    <a:pt x="145977" y="1034747"/>
                  </a:lnTo>
                  <a:lnTo>
                    <a:pt x="146638" y="1000203"/>
                  </a:lnTo>
                  <a:lnTo>
                    <a:pt x="147298" y="981167"/>
                  </a:lnTo>
                  <a:lnTo>
                    <a:pt x="147959" y="988615"/>
                  </a:lnTo>
                  <a:lnTo>
                    <a:pt x="148619" y="1008227"/>
                  </a:lnTo>
                  <a:lnTo>
                    <a:pt x="149280" y="1023433"/>
                  </a:lnTo>
                  <a:lnTo>
                    <a:pt x="149940" y="1067790"/>
                  </a:lnTo>
                  <a:lnTo>
                    <a:pt x="150601" y="1124894"/>
                  </a:lnTo>
                  <a:lnTo>
                    <a:pt x="151261" y="1172045"/>
                  </a:lnTo>
                  <a:lnTo>
                    <a:pt x="151922" y="1224969"/>
                  </a:lnTo>
                  <a:lnTo>
                    <a:pt x="152582" y="1254142"/>
                  </a:lnTo>
                  <a:lnTo>
                    <a:pt x="153243" y="1267625"/>
                  </a:lnTo>
                  <a:lnTo>
                    <a:pt x="153903" y="1296894"/>
                  </a:lnTo>
                  <a:lnTo>
                    <a:pt x="154564" y="1348107"/>
                  </a:lnTo>
                  <a:lnTo>
                    <a:pt x="155225" y="1367700"/>
                  </a:lnTo>
                  <a:lnTo>
                    <a:pt x="155885" y="1406010"/>
                  </a:lnTo>
                  <a:lnTo>
                    <a:pt x="156546" y="1406010"/>
                  </a:lnTo>
                  <a:lnTo>
                    <a:pt x="157206" y="1362662"/>
                  </a:lnTo>
                  <a:lnTo>
                    <a:pt x="157867" y="1334326"/>
                  </a:lnTo>
                  <a:lnTo>
                    <a:pt x="158527" y="1317020"/>
                  </a:lnTo>
                  <a:lnTo>
                    <a:pt x="159188" y="1285528"/>
                  </a:lnTo>
                  <a:lnTo>
                    <a:pt x="159848" y="1285528"/>
                  </a:lnTo>
                  <a:lnTo>
                    <a:pt x="160509" y="1300797"/>
                  </a:lnTo>
                  <a:lnTo>
                    <a:pt x="161169" y="1325528"/>
                  </a:lnTo>
                  <a:lnTo>
                    <a:pt x="161830" y="1343431"/>
                  </a:lnTo>
                  <a:lnTo>
                    <a:pt x="162490" y="1343431"/>
                  </a:lnTo>
                  <a:lnTo>
                    <a:pt x="163151" y="1325528"/>
                  </a:lnTo>
                  <a:lnTo>
                    <a:pt x="163811" y="1308781"/>
                  </a:lnTo>
                  <a:lnTo>
                    <a:pt x="164472" y="1308781"/>
                  </a:lnTo>
                  <a:lnTo>
                    <a:pt x="165133" y="1293050"/>
                  </a:lnTo>
                  <a:lnTo>
                    <a:pt x="165793" y="1293050"/>
                  </a:lnTo>
                  <a:lnTo>
                    <a:pt x="166454" y="1308781"/>
                  </a:lnTo>
                  <a:lnTo>
                    <a:pt x="167114" y="1343431"/>
                  </a:lnTo>
                  <a:lnTo>
                    <a:pt x="167775" y="1343431"/>
                  </a:lnTo>
                  <a:lnTo>
                    <a:pt x="168435" y="1325528"/>
                  </a:lnTo>
                  <a:lnTo>
                    <a:pt x="169096" y="1325528"/>
                  </a:lnTo>
                  <a:lnTo>
                    <a:pt x="169756" y="1325528"/>
                  </a:lnTo>
                  <a:lnTo>
                    <a:pt x="170417" y="1325528"/>
                  </a:lnTo>
                  <a:lnTo>
                    <a:pt x="171077" y="1325528"/>
                  </a:lnTo>
                  <a:lnTo>
                    <a:pt x="171738" y="1362662"/>
                  </a:lnTo>
                  <a:lnTo>
                    <a:pt x="172398" y="1406010"/>
                  </a:lnTo>
                  <a:lnTo>
                    <a:pt x="173059" y="1406010"/>
                  </a:lnTo>
                  <a:lnTo>
                    <a:pt x="173719" y="1362662"/>
                  </a:lnTo>
                  <a:lnTo>
                    <a:pt x="174380" y="1308781"/>
                  </a:lnTo>
                  <a:lnTo>
                    <a:pt x="175041" y="1278218"/>
                  </a:lnTo>
                  <a:lnTo>
                    <a:pt x="175701" y="1250878"/>
                  </a:lnTo>
                  <a:lnTo>
                    <a:pt x="176362" y="1226146"/>
                  </a:lnTo>
                  <a:lnTo>
                    <a:pt x="177022" y="1226146"/>
                  </a:lnTo>
                  <a:lnTo>
                    <a:pt x="177683" y="1254800"/>
                  </a:lnTo>
                  <a:lnTo>
                    <a:pt x="178343" y="1282579"/>
                  </a:lnTo>
                  <a:lnTo>
                    <a:pt x="179004" y="1313693"/>
                  </a:lnTo>
                  <a:lnTo>
                    <a:pt x="179664" y="1368720"/>
                  </a:lnTo>
                  <a:lnTo>
                    <a:pt x="180325" y="1413186"/>
                  </a:lnTo>
                  <a:lnTo>
                    <a:pt x="180985" y="1430742"/>
                  </a:lnTo>
                  <a:lnTo>
                    <a:pt x="181646" y="1430742"/>
                  </a:lnTo>
                  <a:lnTo>
                    <a:pt x="182306" y="1430742"/>
                  </a:lnTo>
                  <a:lnTo>
                    <a:pt x="182967" y="1430742"/>
                  </a:lnTo>
                  <a:lnTo>
                    <a:pt x="183627" y="1430742"/>
                  </a:lnTo>
                  <a:lnTo>
                    <a:pt x="184288" y="1430742"/>
                  </a:lnTo>
                  <a:lnTo>
                    <a:pt x="184948" y="1430742"/>
                  </a:lnTo>
                  <a:lnTo>
                    <a:pt x="185609" y="1430742"/>
                  </a:lnTo>
                  <a:lnTo>
                    <a:pt x="186270" y="1430742"/>
                  </a:lnTo>
                  <a:lnTo>
                    <a:pt x="186930" y="1430742"/>
                  </a:lnTo>
                  <a:lnTo>
                    <a:pt x="187591" y="1430742"/>
                  </a:lnTo>
                  <a:lnTo>
                    <a:pt x="188251" y="1430742"/>
                  </a:lnTo>
                  <a:lnTo>
                    <a:pt x="188912" y="1430742"/>
                  </a:lnTo>
                  <a:lnTo>
                    <a:pt x="189572" y="1430742"/>
                  </a:lnTo>
                  <a:lnTo>
                    <a:pt x="190233" y="1430742"/>
                  </a:lnTo>
                  <a:lnTo>
                    <a:pt x="190893" y="1430742"/>
                  </a:lnTo>
                  <a:lnTo>
                    <a:pt x="191554" y="1430742"/>
                  </a:lnTo>
                  <a:lnTo>
                    <a:pt x="192214" y="1430742"/>
                  </a:lnTo>
                  <a:lnTo>
                    <a:pt x="192875" y="1430742"/>
                  </a:lnTo>
                  <a:lnTo>
                    <a:pt x="193535" y="1430742"/>
                  </a:lnTo>
                  <a:lnTo>
                    <a:pt x="194196" y="1430742"/>
                  </a:lnTo>
                  <a:lnTo>
                    <a:pt x="194856" y="1430742"/>
                  </a:lnTo>
                  <a:lnTo>
                    <a:pt x="195517" y="1430742"/>
                  </a:lnTo>
                  <a:lnTo>
                    <a:pt x="196178" y="1430742"/>
                  </a:lnTo>
                  <a:lnTo>
                    <a:pt x="196838" y="1430742"/>
                  </a:lnTo>
                  <a:lnTo>
                    <a:pt x="197499" y="1430742"/>
                  </a:lnTo>
                  <a:lnTo>
                    <a:pt x="198159" y="1430742"/>
                  </a:lnTo>
                  <a:lnTo>
                    <a:pt x="198820" y="1430742"/>
                  </a:lnTo>
                  <a:lnTo>
                    <a:pt x="199480" y="1430742"/>
                  </a:lnTo>
                  <a:lnTo>
                    <a:pt x="200141" y="1430742"/>
                  </a:lnTo>
                  <a:lnTo>
                    <a:pt x="200801" y="1430742"/>
                  </a:lnTo>
                  <a:lnTo>
                    <a:pt x="201462" y="1430742"/>
                  </a:lnTo>
                  <a:lnTo>
                    <a:pt x="202122" y="1430742"/>
                  </a:lnTo>
                  <a:lnTo>
                    <a:pt x="202783" y="1430742"/>
                  </a:lnTo>
                  <a:lnTo>
                    <a:pt x="203443" y="1430742"/>
                  </a:lnTo>
                  <a:lnTo>
                    <a:pt x="204104" y="1406010"/>
                  </a:lnTo>
                  <a:lnTo>
                    <a:pt x="204764" y="1383432"/>
                  </a:lnTo>
                  <a:lnTo>
                    <a:pt x="205425" y="1343431"/>
                  </a:lnTo>
                  <a:lnTo>
                    <a:pt x="206086" y="1325528"/>
                  </a:lnTo>
                  <a:lnTo>
                    <a:pt x="206746" y="1323804"/>
                  </a:lnTo>
                  <a:lnTo>
                    <a:pt x="207407" y="1341584"/>
                  </a:lnTo>
                  <a:lnTo>
                    <a:pt x="208067" y="1360673"/>
                  </a:lnTo>
                  <a:lnTo>
                    <a:pt x="208728" y="1403662"/>
                  </a:lnTo>
                  <a:lnTo>
                    <a:pt x="209388" y="1428160"/>
                  </a:lnTo>
                  <a:lnTo>
                    <a:pt x="210049" y="1430742"/>
                  </a:lnTo>
                  <a:lnTo>
                    <a:pt x="210709" y="1430742"/>
                  </a:lnTo>
                  <a:lnTo>
                    <a:pt x="211370" y="1430742"/>
                  </a:lnTo>
                  <a:lnTo>
                    <a:pt x="212030" y="1430742"/>
                  </a:lnTo>
                  <a:lnTo>
                    <a:pt x="212691" y="1430742"/>
                  </a:lnTo>
                  <a:lnTo>
                    <a:pt x="213351" y="1430742"/>
                  </a:lnTo>
                  <a:lnTo>
                    <a:pt x="214012" y="1430742"/>
                  </a:lnTo>
                  <a:lnTo>
                    <a:pt x="214672" y="1430742"/>
                  </a:lnTo>
                  <a:lnTo>
                    <a:pt x="215333" y="1430742"/>
                  </a:lnTo>
                  <a:lnTo>
                    <a:pt x="215993" y="1430742"/>
                  </a:lnTo>
                  <a:lnTo>
                    <a:pt x="216654" y="1430742"/>
                  </a:lnTo>
                  <a:lnTo>
                    <a:pt x="217315" y="1430742"/>
                  </a:lnTo>
                  <a:lnTo>
                    <a:pt x="217975" y="1383432"/>
                  </a:lnTo>
                  <a:lnTo>
                    <a:pt x="218636" y="1343431"/>
                  </a:lnTo>
                  <a:lnTo>
                    <a:pt x="219296" y="1343431"/>
                  </a:lnTo>
                  <a:lnTo>
                    <a:pt x="219957" y="1343431"/>
                  </a:lnTo>
                  <a:lnTo>
                    <a:pt x="220617" y="1343431"/>
                  </a:lnTo>
                  <a:lnTo>
                    <a:pt x="221278" y="1383432"/>
                  </a:lnTo>
                  <a:lnTo>
                    <a:pt x="221938" y="1430742"/>
                  </a:lnTo>
                  <a:lnTo>
                    <a:pt x="222599" y="1430742"/>
                  </a:lnTo>
                  <a:lnTo>
                    <a:pt x="223259" y="1430742"/>
                  </a:lnTo>
                  <a:lnTo>
                    <a:pt x="223920" y="1430742"/>
                  </a:lnTo>
                  <a:lnTo>
                    <a:pt x="224580" y="1430742"/>
                  </a:lnTo>
                  <a:lnTo>
                    <a:pt x="225241" y="1430742"/>
                  </a:lnTo>
                  <a:lnTo>
                    <a:pt x="225901" y="1430742"/>
                  </a:lnTo>
                  <a:lnTo>
                    <a:pt x="226562" y="1430742"/>
                  </a:lnTo>
                  <a:lnTo>
                    <a:pt x="227223" y="1430742"/>
                  </a:lnTo>
                  <a:lnTo>
                    <a:pt x="227883" y="1430742"/>
                  </a:lnTo>
                  <a:lnTo>
                    <a:pt x="228544" y="1430742"/>
                  </a:lnTo>
                  <a:lnTo>
                    <a:pt x="229204" y="1430742"/>
                  </a:lnTo>
                  <a:lnTo>
                    <a:pt x="229865" y="1430742"/>
                  </a:lnTo>
                  <a:lnTo>
                    <a:pt x="230525" y="1406010"/>
                  </a:lnTo>
                  <a:lnTo>
                    <a:pt x="231186" y="1362662"/>
                  </a:lnTo>
                  <a:lnTo>
                    <a:pt x="231846" y="1325528"/>
                  </a:lnTo>
                  <a:lnTo>
                    <a:pt x="232507" y="1325528"/>
                  </a:lnTo>
                  <a:lnTo>
                    <a:pt x="233167" y="1325528"/>
                  </a:lnTo>
                  <a:lnTo>
                    <a:pt x="233828" y="1343431"/>
                  </a:lnTo>
                  <a:lnTo>
                    <a:pt x="234488" y="1383432"/>
                  </a:lnTo>
                  <a:lnTo>
                    <a:pt x="235149" y="1430742"/>
                  </a:lnTo>
                  <a:lnTo>
                    <a:pt x="235809" y="1430742"/>
                  </a:lnTo>
                  <a:lnTo>
                    <a:pt x="236470" y="1430742"/>
                  </a:lnTo>
                  <a:lnTo>
                    <a:pt x="237131" y="1430742"/>
                  </a:lnTo>
                  <a:lnTo>
                    <a:pt x="237791" y="1430742"/>
                  </a:lnTo>
                  <a:lnTo>
                    <a:pt x="238452" y="1430742"/>
                  </a:lnTo>
                  <a:lnTo>
                    <a:pt x="239112" y="1430742"/>
                  </a:lnTo>
                  <a:lnTo>
                    <a:pt x="239773" y="1406010"/>
                  </a:lnTo>
                  <a:lnTo>
                    <a:pt x="240433" y="1362662"/>
                  </a:lnTo>
                  <a:lnTo>
                    <a:pt x="241094" y="1343431"/>
                  </a:lnTo>
                  <a:lnTo>
                    <a:pt x="241754" y="1343431"/>
                  </a:lnTo>
                  <a:lnTo>
                    <a:pt x="242415" y="1343431"/>
                  </a:lnTo>
                  <a:lnTo>
                    <a:pt x="243075" y="1362662"/>
                  </a:lnTo>
                  <a:lnTo>
                    <a:pt x="243736" y="1406010"/>
                  </a:lnTo>
                  <a:lnTo>
                    <a:pt x="244396" y="1430742"/>
                  </a:lnTo>
                  <a:lnTo>
                    <a:pt x="245057" y="1430742"/>
                  </a:lnTo>
                  <a:lnTo>
                    <a:pt x="245717" y="1430742"/>
                  </a:lnTo>
                  <a:lnTo>
                    <a:pt x="246378" y="1430742"/>
                  </a:lnTo>
                  <a:lnTo>
                    <a:pt x="247039" y="1430742"/>
                  </a:lnTo>
                  <a:lnTo>
                    <a:pt x="247699" y="1430742"/>
                  </a:lnTo>
                  <a:lnTo>
                    <a:pt x="248360" y="1430742"/>
                  </a:lnTo>
                  <a:lnTo>
                    <a:pt x="249020" y="1430742"/>
                  </a:lnTo>
                  <a:lnTo>
                    <a:pt x="249681" y="1430742"/>
                  </a:lnTo>
                  <a:lnTo>
                    <a:pt x="250341" y="1430742"/>
                  </a:lnTo>
                  <a:lnTo>
                    <a:pt x="251002" y="1430742"/>
                  </a:lnTo>
                  <a:lnTo>
                    <a:pt x="251662" y="1430742"/>
                  </a:lnTo>
                  <a:lnTo>
                    <a:pt x="252323" y="1430742"/>
                  </a:lnTo>
                  <a:lnTo>
                    <a:pt x="252983" y="1430742"/>
                  </a:lnTo>
                  <a:lnTo>
                    <a:pt x="253644" y="1430742"/>
                  </a:lnTo>
                  <a:lnTo>
                    <a:pt x="254304" y="1430742"/>
                  </a:lnTo>
                  <a:lnTo>
                    <a:pt x="254965" y="1430742"/>
                  </a:lnTo>
                  <a:lnTo>
                    <a:pt x="255625" y="1430742"/>
                  </a:lnTo>
                  <a:lnTo>
                    <a:pt x="256286" y="1430742"/>
                  </a:lnTo>
                  <a:lnTo>
                    <a:pt x="256946" y="1430742"/>
                  </a:lnTo>
                  <a:lnTo>
                    <a:pt x="257607" y="1406010"/>
                  </a:lnTo>
                  <a:lnTo>
                    <a:pt x="258268" y="1362662"/>
                  </a:lnTo>
                  <a:lnTo>
                    <a:pt x="258928" y="1343431"/>
                  </a:lnTo>
                  <a:lnTo>
                    <a:pt x="259589" y="1325528"/>
                  </a:lnTo>
                  <a:lnTo>
                    <a:pt x="260249" y="1325528"/>
                  </a:lnTo>
                  <a:lnTo>
                    <a:pt x="260910" y="1343431"/>
                  </a:lnTo>
                  <a:lnTo>
                    <a:pt x="261570" y="1383432"/>
                  </a:lnTo>
                  <a:lnTo>
                    <a:pt x="262231" y="1406010"/>
                  </a:lnTo>
                  <a:lnTo>
                    <a:pt x="262891" y="1430742"/>
                  </a:lnTo>
                  <a:lnTo>
                    <a:pt x="263552" y="1430742"/>
                  </a:lnTo>
                  <a:lnTo>
                    <a:pt x="264212" y="1430742"/>
                  </a:lnTo>
                  <a:lnTo>
                    <a:pt x="264873" y="1430742"/>
                  </a:lnTo>
                  <a:lnTo>
                    <a:pt x="265533" y="1430742"/>
                  </a:lnTo>
                  <a:lnTo>
                    <a:pt x="266194" y="1430742"/>
                  </a:lnTo>
                  <a:lnTo>
                    <a:pt x="266854" y="1430742"/>
                  </a:lnTo>
                  <a:lnTo>
                    <a:pt x="267515" y="1430742"/>
                  </a:lnTo>
                  <a:lnTo>
                    <a:pt x="268176" y="1430742"/>
                  </a:lnTo>
                  <a:lnTo>
                    <a:pt x="268836" y="1430742"/>
                  </a:lnTo>
                  <a:lnTo>
                    <a:pt x="269497" y="1430742"/>
                  </a:lnTo>
                  <a:lnTo>
                    <a:pt x="270157" y="1430742"/>
                  </a:lnTo>
                  <a:lnTo>
                    <a:pt x="270818" y="1430742"/>
                  </a:lnTo>
                  <a:lnTo>
                    <a:pt x="271478" y="1430742"/>
                  </a:lnTo>
                  <a:lnTo>
                    <a:pt x="272139" y="1430742"/>
                  </a:lnTo>
                  <a:lnTo>
                    <a:pt x="272799" y="1430742"/>
                  </a:lnTo>
                  <a:lnTo>
                    <a:pt x="273460" y="1430742"/>
                  </a:lnTo>
                  <a:lnTo>
                    <a:pt x="274120" y="1430742"/>
                  </a:lnTo>
                  <a:lnTo>
                    <a:pt x="274781" y="1430742"/>
                  </a:lnTo>
                  <a:lnTo>
                    <a:pt x="275441" y="1430742"/>
                  </a:lnTo>
                  <a:lnTo>
                    <a:pt x="276102" y="1430742"/>
                  </a:lnTo>
                  <a:lnTo>
                    <a:pt x="276762" y="1430742"/>
                  </a:lnTo>
                  <a:lnTo>
                    <a:pt x="277423" y="1430742"/>
                  </a:lnTo>
                  <a:lnTo>
                    <a:pt x="278084" y="1430742"/>
                  </a:lnTo>
                  <a:lnTo>
                    <a:pt x="278744" y="1430742"/>
                  </a:lnTo>
                  <a:lnTo>
                    <a:pt x="279405" y="1430742"/>
                  </a:lnTo>
                  <a:lnTo>
                    <a:pt x="280065" y="1430742"/>
                  </a:lnTo>
                  <a:lnTo>
                    <a:pt x="280726" y="1430742"/>
                  </a:lnTo>
                  <a:lnTo>
                    <a:pt x="281386" y="1430742"/>
                  </a:lnTo>
                  <a:lnTo>
                    <a:pt x="282047" y="1428160"/>
                  </a:lnTo>
                  <a:lnTo>
                    <a:pt x="282707" y="1403662"/>
                  </a:lnTo>
                  <a:lnTo>
                    <a:pt x="283368" y="1381278"/>
                  </a:lnTo>
                  <a:lnTo>
                    <a:pt x="284028" y="1341584"/>
                  </a:lnTo>
                  <a:lnTo>
                    <a:pt x="284689" y="1291528"/>
                  </a:lnTo>
                  <a:lnTo>
                    <a:pt x="285349" y="1278218"/>
                  </a:lnTo>
                  <a:lnTo>
                    <a:pt x="286010" y="1293050"/>
                  </a:lnTo>
                  <a:lnTo>
                    <a:pt x="286670" y="1308781"/>
                  </a:lnTo>
                  <a:lnTo>
                    <a:pt x="287331" y="1343431"/>
                  </a:lnTo>
                  <a:lnTo>
                    <a:pt x="287991" y="1406010"/>
                  </a:lnTo>
                  <a:lnTo>
                    <a:pt x="288652" y="1430742"/>
                  </a:lnTo>
                  <a:lnTo>
                    <a:pt x="289313" y="1430742"/>
                  </a:lnTo>
                  <a:lnTo>
                    <a:pt x="289973" y="1430742"/>
                  </a:lnTo>
                  <a:lnTo>
                    <a:pt x="290634" y="1430742"/>
                  </a:lnTo>
                  <a:lnTo>
                    <a:pt x="291294" y="1430742"/>
                  </a:lnTo>
                  <a:lnTo>
                    <a:pt x="291955" y="1430742"/>
                  </a:lnTo>
                  <a:lnTo>
                    <a:pt x="292615" y="1430742"/>
                  </a:lnTo>
                  <a:lnTo>
                    <a:pt x="293276" y="1430742"/>
                  </a:lnTo>
                  <a:lnTo>
                    <a:pt x="293936" y="1430742"/>
                  </a:lnTo>
                  <a:lnTo>
                    <a:pt x="294597" y="1430742"/>
                  </a:lnTo>
                  <a:lnTo>
                    <a:pt x="295257" y="1430742"/>
                  </a:lnTo>
                  <a:lnTo>
                    <a:pt x="295918" y="1430742"/>
                  </a:lnTo>
                  <a:lnTo>
                    <a:pt x="296578" y="1383432"/>
                  </a:lnTo>
                  <a:lnTo>
                    <a:pt x="297239" y="1343431"/>
                  </a:lnTo>
                  <a:lnTo>
                    <a:pt x="297899" y="1278218"/>
                  </a:lnTo>
                  <a:lnTo>
                    <a:pt x="298560" y="1226146"/>
                  </a:lnTo>
                  <a:lnTo>
                    <a:pt x="299221" y="1198747"/>
                  </a:lnTo>
                  <a:lnTo>
                    <a:pt x="299881" y="1220892"/>
                  </a:lnTo>
                  <a:lnTo>
                    <a:pt x="300542" y="1245104"/>
                  </a:lnTo>
                  <a:lnTo>
                    <a:pt x="301202" y="1301584"/>
                  </a:lnTo>
                  <a:lnTo>
                    <a:pt x="301863" y="1373879"/>
                  </a:lnTo>
                  <a:lnTo>
                    <a:pt x="302523" y="1430742"/>
                  </a:lnTo>
                  <a:lnTo>
                    <a:pt x="303184" y="1430742"/>
                  </a:lnTo>
                  <a:lnTo>
                    <a:pt x="303844" y="1430742"/>
                  </a:lnTo>
                  <a:lnTo>
                    <a:pt x="304505" y="1430742"/>
                  </a:lnTo>
                  <a:lnTo>
                    <a:pt x="305165" y="1430742"/>
                  </a:lnTo>
                  <a:lnTo>
                    <a:pt x="305826" y="1430742"/>
                  </a:lnTo>
                  <a:lnTo>
                    <a:pt x="306486" y="1430742"/>
                  </a:lnTo>
                  <a:lnTo>
                    <a:pt x="307147" y="1430742"/>
                  </a:lnTo>
                  <a:lnTo>
                    <a:pt x="307807" y="1400179"/>
                  </a:lnTo>
                  <a:lnTo>
                    <a:pt x="308468" y="1304758"/>
                  </a:lnTo>
                  <a:lnTo>
                    <a:pt x="309129" y="1235147"/>
                  </a:lnTo>
                  <a:lnTo>
                    <a:pt x="309789" y="1200879"/>
                  </a:lnTo>
                  <a:lnTo>
                    <a:pt x="310450" y="1200879"/>
                  </a:lnTo>
                  <a:lnTo>
                    <a:pt x="311110" y="1214611"/>
                  </a:lnTo>
                  <a:lnTo>
                    <a:pt x="311771" y="1278218"/>
                  </a:lnTo>
                  <a:lnTo>
                    <a:pt x="312431" y="1362662"/>
                  </a:lnTo>
                  <a:lnTo>
                    <a:pt x="313092" y="1430742"/>
                  </a:lnTo>
                  <a:lnTo>
                    <a:pt x="313752" y="1430742"/>
                  </a:lnTo>
                  <a:lnTo>
                    <a:pt x="314413" y="1406010"/>
                  </a:lnTo>
                  <a:lnTo>
                    <a:pt x="315073" y="1362662"/>
                  </a:lnTo>
                  <a:lnTo>
                    <a:pt x="315734" y="1325528"/>
                  </a:lnTo>
                  <a:lnTo>
                    <a:pt x="316394" y="1293050"/>
                  </a:lnTo>
                  <a:lnTo>
                    <a:pt x="317055" y="1265557"/>
                  </a:lnTo>
                  <a:lnTo>
                    <a:pt x="317715" y="1279664"/>
                  </a:lnTo>
                  <a:lnTo>
                    <a:pt x="318376" y="1310408"/>
                  </a:lnTo>
                  <a:lnTo>
                    <a:pt x="319037" y="1345292"/>
                  </a:lnTo>
                  <a:lnTo>
                    <a:pt x="319697" y="1385603"/>
                  </a:lnTo>
                  <a:lnTo>
                    <a:pt x="320358" y="1430742"/>
                  </a:lnTo>
                  <a:lnTo>
                    <a:pt x="321018" y="1430742"/>
                  </a:lnTo>
                  <a:lnTo>
                    <a:pt x="321679" y="1430742"/>
                  </a:lnTo>
                  <a:lnTo>
                    <a:pt x="322339" y="1430742"/>
                  </a:lnTo>
                  <a:lnTo>
                    <a:pt x="323000" y="1430742"/>
                  </a:lnTo>
                  <a:lnTo>
                    <a:pt x="323660" y="1430742"/>
                  </a:lnTo>
                  <a:lnTo>
                    <a:pt x="324321" y="1430742"/>
                  </a:lnTo>
                  <a:lnTo>
                    <a:pt x="324981" y="1430742"/>
                  </a:lnTo>
                  <a:lnTo>
                    <a:pt x="325642" y="1430742"/>
                  </a:lnTo>
                  <a:lnTo>
                    <a:pt x="326302" y="1430742"/>
                  </a:lnTo>
                  <a:lnTo>
                    <a:pt x="326963" y="1430742"/>
                  </a:lnTo>
                  <a:lnTo>
                    <a:pt x="327623" y="1430742"/>
                  </a:lnTo>
                  <a:lnTo>
                    <a:pt x="328284" y="1430742"/>
                  </a:lnTo>
                  <a:lnTo>
                    <a:pt x="328944" y="1430742"/>
                  </a:lnTo>
                  <a:lnTo>
                    <a:pt x="329605" y="1430742"/>
                  </a:lnTo>
                  <a:lnTo>
                    <a:pt x="330266" y="1430742"/>
                  </a:lnTo>
                  <a:lnTo>
                    <a:pt x="330926" y="1430742"/>
                  </a:lnTo>
                  <a:lnTo>
                    <a:pt x="331587" y="1430742"/>
                  </a:lnTo>
                  <a:lnTo>
                    <a:pt x="332247" y="1430742"/>
                  </a:lnTo>
                  <a:lnTo>
                    <a:pt x="332908" y="1430742"/>
                  </a:lnTo>
                  <a:lnTo>
                    <a:pt x="333568" y="1430742"/>
                  </a:lnTo>
                  <a:lnTo>
                    <a:pt x="334229" y="1430742"/>
                  </a:lnTo>
                  <a:lnTo>
                    <a:pt x="334889" y="1430742"/>
                  </a:lnTo>
                  <a:lnTo>
                    <a:pt x="335550" y="1430742"/>
                  </a:lnTo>
                  <a:lnTo>
                    <a:pt x="336210" y="1430742"/>
                  </a:lnTo>
                  <a:lnTo>
                    <a:pt x="336871" y="1430742"/>
                  </a:lnTo>
                  <a:lnTo>
                    <a:pt x="337531" y="1430742"/>
                  </a:lnTo>
                  <a:lnTo>
                    <a:pt x="338192" y="1430742"/>
                  </a:lnTo>
                  <a:lnTo>
                    <a:pt x="338852" y="1430742"/>
                  </a:lnTo>
                  <a:lnTo>
                    <a:pt x="339513" y="1430742"/>
                  </a:lnTo>
                  <a:lnTo>
                    <a:pt x="340174" y="1430742"/>
                  </a:lnTo>
                  <a:lnTo>
                    <a:pt x="340834" y="1430742"/>
                  </a:lnTo>
                  <a:lnTo>
                    <a:pt x="341495" y="1430742"/>
                  </a:lnTo>
                  <a:lnTo>
                    <a:pt x="342155" y="1430742"/>
                  </a:lnTo>
                  <a:lnTo>
                    <a:pt x="342816" y="1430742"/>
                  </a:lnTo>
                  <a:lnTo>
                    <a:pt x="343476" y="1430742"/>
                  </a:lnTo>
                  <a:lnTo>
                    <a:pt x="344137" y="1430742"/>
                  </a:lnTo>
                  <a:lnTo>
                    <a:pt x="344797" y="1430742"/>
                  </a:lnTo>
                  <a:lnTo>
                    <a:pt x="345458" y="1430742"/>
                  </a:lnTo>
                  <a:lnTo>
                    <a:pt x="346118" y="1430742"/>
                  </a:lnTo>
                  <a:lnTo>
                    <a:pt x="346779" y="1430742"/>
                  </a:lnTo>
                  <a:lnTo>
                    <a:pt x="347439" y="1406010"/>
                  </a:lnTo>
                  <a:lnTo>
                    <a:pt x="348100" y="1362662"/>
                  </a:lnTo>
                  <a:lnTo>
                    <a:pt x="348760" y="1325528"/>
                  </a:lnTo>
                  <a:lnTo>
                    <a:pt x="349421" y="1325528"/>
                  </a:lnTo>
                  <a:lnTo>
                    <a:pt x="350082" y="1325528"/>
                  </a:lnTo>
                  <a:lnTo>
                    <a:pt x="350742" y="1343431"/>
                  </a:lnTo>
                  <a:lnTo>
                    <a:pt x="351403" y="1383432"/>
                  </a:lnTo>
                  <a:lnTo>
                    <a:pt x="352063" y="1430742"/>
                  </a:lnTo>
                  <a:lnTo>
                    <a:pt x="352724" y="1430742"/>
                  </a:lnTo>
                  <a:lnTo>
                    <a:pt x="353384" y="1430742"/>
                  </a:lnTo>
                  <a:lnTo>
                    <a:pt x="354045" y="1430742"/>
                  </a:lnTo>
                  <a:lnTo>
                    <a:pt x="354705" y="1430742"/>
                  </a:lnTo>
                  <a:lnTo>
                    <a:pt x="355366" y="1430742"/>
                  </a:lnTo>
                  <a:lnTo>
                    <a:pt x="356026" y="1430742"/>
                  </a:lnTo>
                  <a:lnTo>
                    <a:pt x="356687" y="1430742"/>
                  </a:lnTo>
                  <a:lnTo>
                    <a:pt x="357347" y="1430742"/>
                  </a:lnTo>
                  <a:lnTo>
                    <a:pt x="358008" y="1430742"/>
                  </a:lnTo>
                  <a:lnTo>
                    <a:pt x="358668" y="1430742"/>
                  </a:lnTo>
                  <a:lnTo>
                    <a:pt x="359329" y="1430742"/>
                  </a:lnTo>
                  <a:lnTo>
                    <a:pt x="359989" y="1430742"/>
                  </a:lnTo>
                  <a:lnTo>
                    <a:pt x="360650" y="1406010"/>
                  </a:lnTo>
                  <a:lnTo>
                    <a:pt x="361311" y="1383432"/>
                  </a:lnTo>
                  <a:lnTo>
                    <a:pt x="361971" y="1375972"/>
                  </a:lnTo>
                  <a:lnTo>
                    <a:pt x="362632" y="1355768"/>
                  </a:lnTo>
                  <a:lnTo>
                    <a:pt x="363292" y="1337024"/>
                  </a:lnTo>
                  <a:lnTo>
                    <a:pt x="363953" y="1337024"/>
                  </a:lnTo>
                  <a:lnTo>
                    <a:pt x="364613" y="1355768"/>
                  </a:lnTo>
                  <a:lnTo>
                    <a:pt x="365274" y="1362662"/>
                  </a:lnTo>
                  <a:lnTo>
                    <a:pt x="365934" y="1383432"/>
                  </a:lnTo>
                  <a:lnTo>
                    <a:pt x="366595" y="1406010"/>
                  </a:lnTo>
                  <a:lnTo>
                    <a:pt x="367255" y="1430742"/>
                  </a:lnTo>
                  <a:lnTo>
                    <a:pt x="367916" y="1430742"/>
                  </a:lnTo>
                  <a:lnTo>
                    <a:pt x="368576" y="1430742"/>
                  </a:lnTo>
                  <a:lnTo>
                    <a:pt x="369237" y="1430742"/>
                  </a:lnTo>
                  <a:lnTo>
                    <a:pt x="369897" y="1430742"/>
                  </a:lnTo>
                  <a:lnTo>
                    <a:pt x="370558" y="1406010"/>
                  </a:lnTo>
                  <a:lnTo>
                    <a:pt x="371219" y="1362662"/>
                  </a:lnTo>
                  <a:lnTo>
                    <a:pt x="371879" y="1343431"/>
                  </a:lnTo>
                  <a:lnTo>
                    <a:pt x="372540" y="1325528"/>
                  </a:lnTo>
                  <a:lnTo>
                    <a:pt x="373200" y="1325528"/>
                  </a:lnTo>
                  <a:lnTo>
                    <a:pt x="373861" y="1343431"/>
                  </a:lnTo>
                  <a:lnTo>
                    <a:pt x="374521" y="1383432"/>
                  </a:lnTo>
                  <a:lnTo>
                    <a:pt x="375182" y="1406010"/>
                  </a:lnTo>
                  <a:lnTo>
                    <a:pt x="375842" y="1430742"/>
                  </a:lnTo>
                  <a:lnTo>
                    <a:pt x="376503" y="1430742"/>
                  </a:lnTo>
                  <a:lnTo>
                    <a:pt x="377163" y="1430742"/>
                  </a:lnTo>
                  <a:lnTo>
                    <a:pt x="377824" y="1430742"/>
                  </a:lnTo>
                  <a:lnTo>
                    <a:pt x="378484" y="1430742"/>
                  </a:lnTo>
                  <a:lnTo>
                    <a:pt x="379145" y="1430742"/>
                  </a:lnTo>
                  <a:lnTo>
                    <a:pt x="379805" y="1430742"/>
                  </a:lnTo>
                  <a:lnTo>
                    <a:pt x="380466" y="1430742"/>
                  </a:lnTo>
                  <a:lnTo>
                    <a:pt x="381127" y="1430742"/>
                  </a:lnTo>
                  <a:lnTo>
                    <a:pt x="381787" y="1430742"/>
                  </a:lnTo>
                  <a:lnTo>
                    <a:pt x="382448" y="1430742"/>
                  </a:lnTo>
                  <a:lnTo>
                    <a:pt x="383108" y="1430742"/>
                  </a:lnTo>
                  <a:lnTo>
                    <a:pt x="383769" y="1430742"/>
                  </a:lnTo>
                  <a:lnTo>
                    <a:pt x="384429" y="1430742"/>
                  </a:lnTo>
                  <a:lnTo>
                    <a:pt x="385090" y="1430742"/>
                  </a:lnTo>
                  <a:lnTo>
                    <a:pt x="385750" y="1430742"/>
                  </a:lnTo>
                  <a:lnTo>
                    <a:pt x="386411" y="1430742"/>
                  </a:lnTo>
                  <a:lnTo>
                    <a:pt x="387071" y="1430742"/>
                  </a:lnTo>
                  <a:lnTo>
                    <a:pt x="387732" y="1406010"/>
                  </a:lnTo>
                  <a:lnTo>
                    <a:pt x="388392" y="1362662"/>
                  </a:lnTo>
                  <a:lnTo>
                    <a:pt x="389053" y="1343431"/>
                  </a:lnTo>
                  <a:lnTo>
                    <a:pt x="389713" y="1343431"/>
                  </a:lnTo>
                  <a:lnTo>
                    <a:pt x="390374" y="1343431"/>
                  </a:lnTo>
                  <a:lnTo>
                    <a:pt x="391035" y="1362662"/>
                  </a:lnTo>
                  <a:lnTo>
                    <a:pt x="391695" y="1406010"/>
                  </a:lnTo>
                  <a:lnTo>
                    <a:pt x="392356" y="1430742"/>
                  </a:lnTo>
                  <a:lnTo>
                    <a:pt x="393016" y="1430742"/>
                  </a:lnTo>
                  <a:lnTo>
                    <a:pt x="393677" y="1430742"/>
                  </a:lnTo>
                  <a:lnTo>
                    <a:pt x="394337" y="1430742"/>
                  </a:lnTo>
                  <a:lnTo>
                    <a:pt x="394998" y="1430742"/>
                  </a:lnTo>
                  <a:lnTo>
                    <a:pt x="395658" y="1430742"/>
                  </a:lnTo>
                  <a:lnTo>
                    <a:pt x="396319" y="1430742"/>
                  </a:lnTo>
                  <a:lnTo>
                    <a:pt x="396979" y="1430742"/>
                  </a:lnTo>
                  <a:lnTo>
                    <a:pt x="397640" y="1430742"/>
                  </a:lnTo>
                  <a:lnTo>
                    <a:pt x="398300" y="1430742"/>
                  </a:lnTo>
                  <a:lnTo>
                    <a:pt x="398961" y="1430742"/>
                  </a:lnTo>
                  <a:lnTo>
                    <a:pt x="399621" y="1430742"/>
                  </a:lnTo>
                  <a:lnTo>
                    <a:pt x="400282" y="1430742"/>
                  </a:lnTo>
                  <a:lnTo>
                    <a:pt x="400942" y="1430742"/>
                  </a:lnTo>
                  <a:lnTo>
                    <a:pt x="401603" y="1430742"/>
                  </a:lnTo>
                  <a:lnTo>
                    <a:pt x="402264" y="1430742"/>
                  </a:lnTo>
                  <a:lnTo>
                    <a:pt x="402924" y="1430742"/>
                  </a:lnTo>
                  <a:lnTo>
                    <a:pt x="403585" y="1430742"/>
                  </a:lnTo>
                  <a:lnTo>
                    <a:pt x="404245" y="1430742"/>
                  </a:lnTo>
                  <a:lnTo>
                    <a:pt x="404906" y="1430742"/>
                  </a:lnTo>
                  <a:lnTo>
                    <a:pt x="405566" y="1430742"/>
                  </a:lnTo>
                  <a:lnTo>
                    <a:pt x="406227" y="1430742"/>
                  </a:lnTo>
                  <a:lnTo>
                    <a:pt x="406887" y="1430742"/>
                  </a:lnTo>
                  <a:lnTo>
                    <a:pt x="407548" y="1430742"/>
                  </a:lnTo>
                  <a:lnTo>
                    <a:pt x="408208" y="1430742"/>
                  </a:lnTo>
                  <a:lnTo>
                    <a:pt x="408869" y="1430742"/>
                  </a:lnTo>
                  <a:lnTo>
                    <a:pt x="409529" y="1430742"/>
                  </a:lnTo>
                  <a:lnTo>
                    <a:pt x="410190" y="1430742"/>
                  </a:lnTo>
                  <a:lnTo>
                    <a:pt x="410850" y="1430742"/>
                  </a:lnTo>
                  <a:lnTo>
                    <a:pt x="411511" y="1430742"/>
                  </a:lnTo>
                  <a:lnTo>
                    <a:pt x="412172" y="1430742"/>
                  </a:lnTo>
                  <a:lnTo>
                    <a:pt x="412832" y="1430742"/>
                  </a:lnTo>
                  <a:lnTo>
                    <a:pt x="413493" y="1406010"/>
                  </a:lnTo>
                  <a:lnTo>
                    <a:pt x="414153" y="1362662"/>
                  </a:lnTo>
                  <a:lnTo>
                    <a:pt x="414814" y="1293050"/>
                  </a:lnTo>
                  <a:lnTo>
                    <a:pt x="415474" y="1238218"/>
                  </a:lnTo>
                  <a:lnTo>
                    <a:pt x="416135" y="1226146"/>
                  </a:lnTo>
                  <a:lnTo>
                    <a:pt x="416795" y="1229709"/>
                  </a:lnTo>
                  <a:lnTo>
                    <a:pt x="417456" y="1254800"/>
                  </a:lnTo>
                  <a:lnTo>
                    <a:pt x="418116" y="1313693"/>
                  </a:lnTo>
                  <a:lnTo>
                    <a:pt x="418777" y="1390001"/>
                  </a:lnTo>
                  <a:lnTo>
                    <a:pt x="419437" y="1413186"/>
                  </a:lnTo>
                  <a:lnTo>
                    <a:pt x="420098" y="1430742"/>
                  </a:lnTo>
                  <a:lnTo>
                    <a:pt x="420758" y="1406010"/>
                  </a:lnTo>
                  <a:lnTo>
                    <a:pt x="421419" y="1368720"/>
                  </a:lnTo>
                  <a:lnTo>
                    <a:pt x="422080" y="1330771"/>
                  </a:lnTo>
                  <a:lnTo>
                    <a:pt x="422740" y="1297670"/>
                  </a:lnTo>
                  <a:lnTo>
                    <a:pt x="423401" y="1268318"/>
                  </a:lnTo>
                  <a:lnTo>
                    <a:pt x="424061" y="1231509"/>
                  </a:lnTo>
                  <a:lnTo>
                    <a:pt x="424722" y="1195583"/>
                  </a:lnTo>
                  <a:lnTo>
                    <a:pt x="425382" y="1147836"/>
                  </a:lnTo>
                  <a:lnTo>
                    <a:pt x="426043" y="1122906"/>
                  </a:lnTo>
                  <a:lnTo>
                    <a:pt x="426703" y="1130952"/>
                  </a:lnTo>
                  <a:lnTo>
                    <a:pt x="427364" y="1164496"/>
                  </a:lnTo>
                  <a:lnTo>
                    <a:pt x="428024" y="1214611"/>
                  </a:lnTo>
                  <a:lnTo>
                    <a:pt x="428685" y="1308781"/>
                  </a:lnTo>
                  <a:lnTo>
                    <a:pt x="429345" y="1406010"/>
                  </a:lnTo>
                  <a:lnTo>
                    <a:pt x="430006" y="1430742"/>
                  </a:lnTo>
                  <a:lnTo>
                    <a:pt x="430666" y="1430742"/>
                  </a:lnTo>
                  <a:lnTo>
                    <a:pt x="431327" y="1383432"/>
                  </a:lnTo>
                  <a:lnTo>
                    <a:pt x="431987" y="1325528"/>
                  </a:lnTo>
                  <a:lnTo>
                    <a:pt x="432648" y="1293050"/>
                  </a:lnTo>
                  <a:lnTo>
                    <a:pt x="433309" y="1273221"/>
                  </a:lnTo>
                  <a:lnTo>
                    <a:pt x="433969" y="1273221"/>
                  </a:lnTo>
                  <a:lnTo>
                    <a:pt x="434630" y="1303166"/>
                  </a:lnTo>
                  <a:lnTo>
                    <a:pt x="435290" y="1355768"/>
                  </a:lnTo>
                  <a:lnTo>
                    <a:pt x="435951" y="1397882"/>
                  </a:lnTo>
                  <a:lnTo>
                    <a:pt x="436611" y="1430742"/>
                  </a:lnTo>
                  <a:lnTo>
                    <a:pt x="437272" y="1430742"/>
                  </a:lnTo>
                  <a:lnTo>
                    <a:pt x="437932" y="1430742"/>
                  </a:lnTo>
                  <a:lnTo>
                    <a:pt x="438593" y="1430742"/>
                  </a:lnTo>
                  <a:lnTo>
                    <a:pt x="439253" y="1430742"/>
                  </a:lnTo>
                  <a:lnTo>
                    <a:pt x="439914" y="1430742"/>
                  </a:lnTo>
                  <a:lnTo>
                    <a:pt x="440574" y="1430742"/>
                  </a:lnTo>
                  <a:lnTo>
                    <a:pt x="441235" y="1430742"/>
                  </a:lnTo>
                  <a:lnTo>
                    <a:pt x="441895" y="1430742"/>
                  </a:lnTo>
                  <a:lnTo>
                    <a:pt x="442556" y="1430742"/>
                  </a:lnTo>
                  <a:lnTo>
                    <a:pt x="443217" y="1430742"/>
                  </a:lnTo>
                  <a:lnTo>
                    <a:pt x="443877" y="1430742"/>
                  </a:lnTo>
                  <a:lnTo>
                    <a:pt x="444538" y="1430742"/>
                  </a:lnTo>
                  <a:lnTo>
                    <a:pt x="445198" y="1430742"/>
                  </a:lnTo>
                  <a:lnTo>
                    <a:pt x="445859" y="1430742"/>
                  </a:lnTo>
                  <a:lnTo>
                    <a:pt x="446519" y="1430742"/>
                  </a:lnTo>
                  <a:lnTo>
                    <a:pt x="447180" y="1430742"/>
                  </a:lnTo>
                  <a:lnTo>
                    <a:pt x="447840" y="1430742"/>
                  </a:lnTo>
                  <a:lnTo>
                    <a:pt x="448501" y="1430742"/>
                  </a:lnTo>
                  <a:lnTo>
                    <a:pt x="449161" y="1430742"/>
                  </a:lnTo>
                  <a:lnTo>
                    <a:pt x="449822" y="1430742"/>
                  </a:lnTo>
                  <a:lnTo>
                    <a:pt x="450482" y="1430742"/>
                  </a:lnTo>
                  <a:lnTo>
                    <a:pt x="451143" y="1430742"/>
                  </a:lnTo>
                  <a:lnTo>
                    <a:pt x="451803" y="1430742"/>
                  </a:lnTo>
                  <a:lnTo>
                    <a:pt x="452464" y="1430742"/>
                  </a:lnTo>
                  <a:lnTo>
                    <a:pt x="453125" y="1430742"/>
                  </a:lnTo>
                  <a:lnTo>
                    <a:pt x="453785" y="1406010"/>
                  </a:lnTo>
                  <a:lnTo>
                    <a:pt x="454446" y="1383432"/>
                  </a:lnTo>
                  <a:lnTo>
                    <a:pt x="455106" y="1331655"/>
                  </a:lnTo>
                  <a:lnTo>
                    <a:pt x="455767" y="1283313"/>
                  </a:lnTo>
                  <a:lnTo>
                    <a:pt x="456427" y="1254800"/>
                  </a:lnTo>
                  <a:lnTo>
                    <a:pt x="457088" y="1268318"/>
                  </a:lnTo>
                  <a:lnTo>
                    <a:pt x="457748" y="1282579"/>
                  </a:lnTo>
                  <a:lnTo>
                    <a:pt x="458409" y="1324665"/>
                  </a:lnTo>
                  <a:lnTo>
                    <a:pt x="459069" y="1382353"/>
                  </a:lnTo>
                  <a:lnTo>
                    <a:pt x="459730" y="1430742"/>
                  </a:lnTo>
                  <a:lnTo>
                    <a:pt x="460390" y="1430742"/>
                  </a:lnTo>
                  <a:lnTo>
                    <a:pt x="461051" y="1430742"/>
                  </a:lnTo>
                  <a:lnTo>
                    <a:pt x="461711" y="1430742"/>
                  </a:lnTo>
                  <a:lnTo>
                    <a:pt x="462372" y="1430742"/>
                  </a:lnTo>
                  <a:lnTo>
                    <a:pt x="463033" y="1430742"/>
                  </a:lnTo>
                  <a:lnTo>
                    <a:pt x="463693" y="1430742"/>
                  </a:lnTo>
                  <a:lnTo>
                    <a:pt x="464354" y="1430742"/>
                  </a:lnTo>
                  <a:lnTo>
                    <a:pt x="465014" y="1430742"/>
                  </a:lnTo>
                  <a:lnTo>
                    <a:pt x="465675" y="1430742"/>
                  </a:lnTo>
                  <a:lnTo>
                    <a:pt x="466335" y="1430742"/>
                  </a:lnTo>
                  <a:lnTo>
                    <a:pt x="466996" y="1430742"/>
                  </a:lnTo>
                  <a:lnTo>
                    <a:pt x="467656" y="1406010"/>
                  </a:lnTo>
                  <a:lnTo>
                    <a:pt x="468317" y="1383432"/>
                  </a:lnTo>
                  <a:lnTo>
                    <a:pt x="468977" y="1368720"/>
                  </a:lnTo>
                  <a:lnTo>
                    <a:pt x="469638" y="1349052"/>
                  </a:lnTo>
                  <a:lnTo>
                    <a:pt x="470298" y="1330771"/>
                  </a:lnTo>
                  <a:lnTo>
                    <a:pt x="470959" y="1349052"/>
                  </a:lnTo>
                  <a:lnTo>
                    <a:pt x="471619" y="1368720"/>
                  </a:lnTo>
                  <a:lnTo>
                    <a:pt x="472280" y="1383432"/>
                  </a:lnTo>
                  <a:lnTo>
                    <a:pt x="472940" y="1406010"/>
                  </a:lnTo>
                  <a:lnTo>
                    <a:pt x="473601" y="1430742"/>
                  </a:lnTo>
                  <a:lnTo>
                    <a:pt x="474262" y="1430742"/>
                  </a:lnTo>
                  <a:lnTo>
                    <a:pt x="474922" y="1430742"/>
                  </a:lnTo>
                  <a:lnTo>
                    <a:pt x="475583" y="1430742"/>
                  </a:lnTo>
                  <a:lnTo>
                    <a:pt x="476243" y="1430742"/>
                  </a:lnTo>
                  <a:lnTo>
                    <a:pt x="476904" y="1430742"/>
                  </a:lnTo>
                  <a:lnTo>
                    <a:pt x="477564" y="1430742"/>
                  </a:lnTo>
                  <a:lnTo>
                    <a:pt x="478225" y="1430742"/>
                  </a:lnTo>
                  <a:lnTo>
                    <a:pt x="478885" y="1430742"/>
                  </a:lnTo>
                  <a:lnTo>
                    <a:pt x="479546" y="1406010"/>
                  </a:lnTo>
                  <a:lnTo>
                    <a:pt x="480206" y="1362662"/>
                  </a:lnTo>
                  <a:lnTo>
                    <a:pt x="480867" y="1343431"/>
                  </a:lnTo>
                  <a:lnTo>
                    <a:pt x="481527" y="1343431"/>
                  </a:lnTo>
                  <a:lnTo>
                    <a:pt x="482188" y="1343431"/>
                  </a:lnTo>
                  <a:lnTo>
                    <a:pt x="482848" y="1343431"/>
                  </a:lnTo>
                  <a:lnTo>
                    <a:pt x="483509" y="1343431"/>
                  </a:lnTo>
                  <a:lnTo>
                    <a:pt x="484170" y="1343431"/>
                  </a:lnTo>
                  <a:lnTo>
                    <a:pt x="484830" y="1343431"/>
                  </a:lnTo>
                  <a:lnTo>
                    <a:pt x="485491" y="1325528"/>
                  </a:lnTo>
                  <a:lnTo>
                    <a:pt x="486151" y="1308781"/>
                  </a:lnTo>
                  <a:lnTo>
                    <a:pt x="486812" y="1308781"/>
                  </a:lnTo>
                  <a:lnTo>
                    <a:pt x="487472" y="1316184"/>
                  </a:lnTo>
                  <a:lnTo>
                    <a:pt x="488133" y="1316184"/>
                  </a:lnTo>
                  <a:lnTo>
                    <a:pt x="488793" y="1333432"/>
                  </a:lnTo>
                  <a:lnTo>
                    <a:pt x="489454" y="1351909"/>
                  </a:lnTo>
                  <a:lnTo>
                    <a:pt x="490114" y="1351909"/>
                  </a:lnTo>
                  <a:lnTo>
                    <a:pt x="490775" y="1343431"/>
                  </a:lnTo>
                  <a:lnTo>
                    <a:pt x="491435" y="1325528"/>
                  </a:lnTo>
                  <a:lnTo>
                    <a:pt x="492096" y="1293050"/>
                  </a:lnTo>
                  <a:lnTo>
                    <a:pt x="492756" y="1293050"/>
                  </a:lnTo>
                  <a:lnTo>
                    <a:pt x="493417" y="1308781"/>
                  </a:lnTo>
                  <a:lnTo>
                    <a:pt x="494078" y="1325528"/>
                  </a:lnTo>
                  <a:lnTo>
                    <a:pt x="494738" y="1343431"/>
                  </a:lnTo>
                  <a:lnTo>
                    <a:pt x="495399" y="1383432"/>
                  </a:lnTo>
                  <a:lnTo>
                    <a:pt x="496059" y="1383432"/>
                  </a:lnTo>
                  <a:lnTo>
                    <a:pt x="496720" y="1362662"/>
                  </a:lnTo>
                  <a:lnTo>
                    <a:pt x="497380" y="1318699"/>
                  </a:lnTo>
                  <a:lnTo>
                    <a:pt x="498041" y="1258782"/>
                  </a:lnTo>
                  <a:lnTo>
                    <a:pt x="498701" y="1206285"/>
                  </a:lnTo>
                  <a:lnTo>
                    <a:pt x="499362" y="1195583"/>
                  </a:lnTo>
                  <a:lnTo>
                    <a:pt x="500022" y="1195583"/>
                  </a:lnTo>
                  <a:lnTo>
                    <a:pt x="500683" y="1189367"/>
                  </a:lnTo>
                  <a:lnTo>
                    <a:pt x="501343" y="1210692"/>
                  </a:lnTo>
                  <a:lnTo>
                    <a:pt x="502004" y="1226146"/>
                  </a:lnTo>
                  <a:lnTo>
                    <a:pt x="502664" y="1238218"/>
                  </a:lnTo>
                  <a:lnTo>
                    <a:pt x="503325" y="1250878"/>
                  </a:lnTo>
                  <a:lnTo>
                    <a:pt x="503985" y="1264188"/>
                  </a:lnTo>
                  <a:lnTo>
                    <a:pt x="504646" y="1261471"/>
                  </a:lnTo>
                  <a:lnTo>
                    <a:pt x="505307" y="1290015"/>
                  </a:lnTo>
                  <a:lnTo>
                    <a:pt x="505967" y="1305558"/>
                  </a:lnTo>
                  <a:lnTo>
                    <a:pt x="506628" y="1322091"/>
                  </a:lnTo>
                  <a:lnTo>
                    <a:pt x="507288" y="1358700"/>
                  </a:lnTo>
                  <a:lnTo>
                    <a:pt x="507949" y="1406010"/>
                  </a:lnTo>
                  <a:lnTo>
                    <a:pt x="508609" y="1430742"/>
                  </a:lnTo>
                  <a:lnTo>
                    <a:pt x="509270" y="1430742"/>
                  </a:lnTo>
                  <a:lnTo>
                    <a:pt x="509930" y="1430742"/>
                  </a:lnTo>
                  <a:lnTo>
                    <a:pt x="510591" y="1430742"/>
                  </a:lnTo>
                  <a:lnTo>
                    <a:pt x="511251" y="1430742"/>
                  </a:lnTo>
                  <a:lnTo>
                    <a:pt x="511912" y="1430742"/>
                  </a:lnTo>
                  <a:lnTo>
                    <a:pt x="512572" y="1430742"/>
                  </a:lnTo>
                  <a:lnTo>
                    <a:pt x="513233" y="1430742"/>
                  </a:lnTo>
                  <a:lnTo>
                    <a:pt x="513893" y="1430742"/>
                  </a:lnTo>
                  <a:lnTo>
                    <a:pt x="514554" y="1430742"/>
                  </a:lnTo>
                  <a:lnTo>
                    <a:pt x="515215" y="1430742"/>
                  </a:lnTo>
                  <a:lnTo>
                    <a:pt x="515875" y="1430742"/>
                  </a:lnTo>
                  <a:lnTo>
                    <a:pt x="516536" y="1430742"/>
                  </a:lnTo>
                  <a:lnTo>
                    <a:pt x="517196" y="1430742"/>
                  </a:lnTo>
                  <a:lnTo>
                    <a:pt x="517857" y="1430742"/>
                  </a:lnTo>
                  <a:lnTo>
                    <a:pt x="518517" y="1430742"/>
                  </a:lnTo>
                  <a:lnTo>
                    <a:pt x="519178" y="1430742"/>
                  </a:lnTo>
                  <a:lnTo>
                    <a:pt x="519838" y="1406010"/>
                  </a:lnTo>
                  <a:lnTo>
                    <a:pt x="520499" y="1383432"/>
                  </a:lnTo>
                  <a:lnTo>
                    <a:pt x="521159" y="1343431"/>
                  </a:lnTo>
                  <a:lnTo>
                    <a:pt x="521820" y="1325528"/>
                  </a:lnTo>
                  <a:lnTo>
                    <a:pt x="522480" y="1325528"/>
                  </a:lnTo>
                  <a:lnTo>
                    <a:pt x="523141" y="1343431"/>
                  </a:lnTo>
                  <a:lnTo>
                    <a:pt x="523801" y="1362662"/>
                  </a:lnTo>
                  <a:lnTo>
                    <a:pt x="524462" y="1406010"/>
                  </a:lnTo>
                  <a:lnTo>
                    <a:pt x="525123" y="1430742"/>
                  </a:lnTo>
                  <a:lnTo>
                    <a:pt x="525783" y="1430742"/>
                  </a:lnTo>
                  <a:lnTo>
                    <a:pt x="526444" y="1430742"/>
                  </a:lnTo>
                  <a:lnTo>
                    <a:pt x="527104" y="1401335"/>
                  </a:lnTo>
                  <a:lnTo>
                    <a:pt x="527765" y="1339751"/>
                  </a:lnTo>
                  <a:lnTo>
                    <a:pt x="528425" y="1261471"/>
                  </a:lnTo>
                  <a:lnTo>
                    <a:pt x="529086" y="1183297"/>
                  </a:lnTo>
                  <a:lnTo>
                    <a:pt x="529746" y="1137575"/>
                  </a:lnTo>
                  <a:lnTo>
                    <a:pt x="530407" y="1109774"/>
                  </a:lnTo>
                  <a:lnTo>
                    <a:pt x="531067" y="1109774"/>
                  </a:lnTo>
                  <a:lnTo>
                    <a:pt x="531728" y="1136738"/>
                  </a:lnTo>
                  <a:lnTo>
                    <a:pt x="532388" y="1200344"/>
                  </a:lnTo>
                  <a:lnTo>
                    <a:pt x="533049" y="1260123"/>
                  </a:lnTo>
                  <a:lnTo>
                    <a:pt x="533709" y="1332542"/>
                  </a:lnTo>
                  <a:lnTo>
                    <a:pt x="534370" y="1392229"/>
                  </a:lnTo>
                  <a:lnTo>
                    <a:pt x="535031" y="1430742"/>
                  </a:lnTo>
                  <a:lnTo>
                    <a:pt x="535691" y="1406010"/>
                  </a:lnTo>
                  <a:lnTo>
                    <a:pt x="536352" y="1362662"/>
                  </a:lnTo>
                  <a:lnTo>
                    <a:pt x="537012" y="1325528"/>
                  </a:lnTo>
                  <a:lnTo>
                    <a:pt x="537673" y="1293050"/>
                  </a:lnTo>
                  <a:lnTo>
                    <a:pt x="538333" y="1238218"/>
                  </a:lnTo>
                  <a:lnTo>
                    <a:pt x="538994" y="1211806"/>
                  </a:lnTo>
                  <a:lnTo>
                    <a:pt x="539654" y="1211806"/>
                  </a:lnTo>
                  <a:lnTo>
                    <a:pt x="540315" y="1223214"/>
                  </a:lnTo>
                  <a:lnTo>
                    <a:pt x="540975" y="1247655"/>
                  </a:lnTo>
                  <a:lnTo>
                    <a:pt x="541636" y="1304758"/>
                  </a:lnTo>
                  <a:lnTo>
                    <a:pt x="542296" y="1362662"/>
                  </a:lnTo>
                  <a:lnTo>
                    <a:pt x="542957" y="1383432"/>
                  </a:lnTo>
                  <a:lnTo>
                    <a:pt x="543617" y="1383432"/>
                  </a:lnTo>
                  <a:lnTo>
                    <a:pt x="544278" y="1367700"/>
                  </a:lnTo>
                  <a:lnTo>
                    <a:pt x="544938" y="1348107"/>
                  </a:lnTo>
                  <a:lnTo>
                    <a:pt x="545599" y="1329890"/>
                  </a:lnTo>
                  <a:lnTo>
                    <a:pt x="546260" y="1348107"/>
                  </a:lnTo>
                  <a:lnTo>
                    <a:pt x="546920" y="1367700"/>
                  </a:lnTo>
                  <a:lnTo>
                    <a:pt x="547581" y="1383432"/>
                  </a:lnTo>
                  <a:lnTo>
                    <a:pt x="548241" y="1406010"/>
                  </a:lnTo>
                  <a:lnTo>
                    <a:pt x="548902" y="1430742"/>
                  </a:lnTo>
                  <a:lnTo>
                    <a:pt x="549562" y="1430742"/>
                  </a:lnTo>
                  <a:lnTo>
                    <a:pt x="550223" y="1430742"/>
                  </a:lnTo>
                  <a:lnTo>
                    <a:pt x="550883" y="1430742"/>
                  </a:lnTo>
                  <a:lnTo>
                    <a:pt x="551544" y="1430742"/>
                  </a:lnTo>
                  <a:lnTo>
                    <a:pt x="552204" y="1430742"/>
                  </a:lnTo>
                  <a:lnTo>
                    <a:pt x="552865" y="1430742"/>
                  </a:lnTo>
                  <a:lnTo>
                    <a:pt x="553525" y="1430742"/>
                  </a:lnTo>
                  <a:lnTo>
                    <a:pt x="554186" y="1430742"/>
                  </a:lnTo>
                  <a:lnTo>
                    <a:pt x="554846" y="1430742"/>
                  </a:lnTo>
                  <a:lnTo>
                    <a:pt x="555507" y="1430742"/>
                  </a:lnTo>
                  <a:lnTo>
                    <a:pt x="556168" y="1406010"/>
                  </a:lnTo>
                  <a:lnTo>
                    <a:pt x="556828" y="1383432"/>
                  </a:lnTo>
                  <a:lnTo>
                    <a:pt x="557489" y="1343431"/>
                  </a:lnTo>
                  <a:lnTo>
                    <a:pt x="558149" y="1308781"/>
                  </a:lnTo>
                  <a:lnTo>
                    <a:pt x="558810" y="1278218"/>
                  </a:lnTo>
                  <a:lnTo>
                    <a:pt x="559470" y="1278218"/>
                  </a:lnTo>
                  <a:lnTo>
                    <a:pt x="560131" y="1284788"/>
                  </a:lnTo>
                  <a:lnTo>
                    <a:pt x="560791" y="1316184"/>
                  </a:lnTo>
                  <a:lnTo>
                    <a:pt x="561452" y="1351909"/>
                  </a:lnTo>
                  <a:lnTo>
                    <a:pt x="562112" y="1393350"/>
                  </a:lnTo>
                  <a:lnTo>
                    <a:pt x="562773" y="1416849"/>
                  </a:lnTo>
                  <a:lnTo>
                    <a:pt x="563433" y="1430742"/>
                  </a:lnTo>
                  <a:lnTo>
                    <a:pt x="564094" y="1430742"/>
                  </a:lnTo>
                  <a:lnTo>
                    <a:pt x="564754" y="1430742"/>
                  </a:lnTo>
                  <a:lnTo>
                    <a:pt x="565415" y="1430742"/>
                  </a:lnTo>
                  <a:lnTo>
                    <a:pt x="566076" y="1430742"/>
                  </a:lnTo>
                  <a:lnTo>
                    <a:pt x="566736" y="1430742"/>
                  </a:lnTo>
                  <a:lnTo>
                    <a:pt x="567397" y="1430742"/>
                  </a:lnTo>
                  <a:lnTo>
                    <a:pt x="568057" y="1430742"/>
                  </a:lnTo>
                  <a:lnTo>
                    <a:pt x="568718" y="1430742"/>
                  </a:lnTo>
                  <a:lnTo>
                    <a:pt x="569378" y="1430742"/>
                  </a:lnTo>
                  <a:lnTo>
                    <a:pt x="570039" y="1430742"/>
                  </a:lnTo>
                  <a:lnTo>
                    <a:pt x="570699" y="1430742"/>
                  </a:lnTo>
                  <a:lnTo>
                    <a:pt x="571360" y="1430742"/>
                  </a:lnTo>
                  <a:lnTo>
                    <a:pt x="572020" y="1430742"/>
                  </a:lnTo>
                  <a:lnTo>
                    <a:pt x="572681" y="1430742"/>
                  </a:lnTo>
                  <a:lnTo>
                    <a:pt x="573341" y="1430742"/>
                  </a:lnTo>
                  <a:lnTo>
                    <a:pt x="574002" y="1430742"/>
                  </a:lnTo>
                  <a:lnTo>
                    <a:pt x="574662" y="1430742"/>
                  </a:lnTo>
                  <a:lnTo>
                    <a:pt x="575323" y="1430742"/>
                  </a:lnTo>
                  <a:lnTo>
                    <a:pt x="575983" y="1430742"/>
                  </a:lnTo>
                  <a:lnTo>
                    <a:pt x="576644" y="1430742"/>
                  </a:lnTo>
                  <a:lnTo>
                    <a:pt x="577305" y="1430742"/>
                  </a:lnTo>
                  <a:lnTo>
                    <a:pt x="577965" y="1430742"/>
                  </a:lnTo>
                  <a:lnTo>
                    <a:pt x="578626" y="1430742"/>
                  </a:lnTo>
                  <a:lnTo>
                    <a:pt x="579286" y="1430742"/>
                  </a:lnTo>
                  <a:lnTo>
                    <a:pt x="579947" y="1430742"/>
                  </a:lnTo>
                  <a:lnTo>
                    <a:pt x="580607" y="1430742"/>
                  </a:lnTo>
                  <a:lnTo>
                    <a:pt x="581268" y="1430742"/>
                  </a:lnTo>
                  <a:lnTo>
                    <a:pt x="581928" y="1423072"/>
                  </a:lnTo>
                  <a:lnTo>
                    <a:pt x="582589" y="1377024"/>
                  </a:lnTo>
                  <a:lnTo>
                    <a:pt x="583249" y="1337930"/>
                  </a:lnTo>
                  <a:lnTo>
                    <a:pt x="583910" y="1320390"/>
                  </a:lnTo>
                  <a:lnTo>
                    <a:pt x="584570" y="1320390"/>
                  </a:lnTo>
                  <a:lnTo>
                    <a:pt x="585231" y="1325528"/>
                  </a:lnTo>
                  <a:lnTo>
                    <a:pt x="585891" y="1362662"/>
                  </a:lnTo>
                  <a:lnTo>
                    <a:pt x="586552" y="1406010"/>
                  </a:lnTo>
                  <a:lnTo>
                    <a:pt x="587213" y="1430742"/>
                  </a:lnTo>
                  <a:lnTo>
                    <a:pt x="587873" y="1406010"/>
                  </a:lnTo>
                  <a:lnTo>
                    <a:pt x="588534" y="1383432"/>
                  </a:lnTo>
                  <a:lnTo>
                    <a:pt x="589194" y="1350953"/>
                  </a:lnTo>
                  <a:lnTo>
                    <a:pt x="589855" y="1332542"/>
                  </a:lnTo>
                  <a:lnTo>
                    <a:pt x="590515" y="1332542"/>
                  </a:lnTo>
                  <a:lnTo>
                    <a:pt x="591176" y="1350953"/>
                  </a:lnTo>
                  <a:lnTo>
                    <a:pt x="591836" y="1370771"/>
                  </a:lnTo>
                  <a:lnTo>
                    <a:pt x="592497" y="1406010"/>
                  </a:lnTo>
                  <a:lnTo>
                    <a:pt x="593157" y="1430742"/>
                  </a:lnTo>
                  <a:lnTo>
                    <a:pt x="593818" y="1430742"/>
                  </a:lnTo>
                  <a:lnTo>
                    <a:pt x="594478" y="1430742"/>
                  </a:lnTo>
                  <a:lnTo>
                    <a:pt x="595139" y="1430742"/>
                  </a:lnTo>
                  <a:lnTo>
                    <a:pt x="595799" y="1430742"/>
                  </a:lnTo>
                  <a:lnTo>
                    <a:pt x="596460" y="1430742"/>
                  </a:lnTo>
                  <a:lnTo>
                    <a:pt x="597121" y="1430742"/>
                  </a:lnTo>
                  <a:lnTo>
                    <a:pt x="597781" y="1430742"/>
                  </a:lnTo>
                  <a:lnTo>
                    <a:pt x="598442" y="1430742"/>
                  </a:lnTo>
                  <a:lnTo>
                    <a:pt x="599102" y="1406010"/>
                  </a:lnTo>
                  <a:lnTo>
                    <a:pt x="599763" y="1362662"/>
                  </a:lnTo>
                  <a:lnTo>
                    <a:pt x="600423" y="1325528"/>
                  </a:lnTo>
                  <a:lnTo>
                    <a:pt x="601084" y="1278218"/>
                  </a:lnTo>
                  <a:lnTo>
                    <a:pt x="601744" y="1264188"/>
                  </a:lnTo>
                  <a:lnTo>
                    <a:pt x="602405" y="1264188"/>
                  </a:lnTo>
                  <a:lnTo>
                    <a:pt x="603065" y="1293050"/>
                  </a:lnTo>
                  <a:lnTo>
                    <a:pt x="603726" y="1325528"/>
                  </a:lnTo>
                  <a:lnTo>
                    <a:pt x="604386" y="1374923"/>
                  </a:lnTo>
                  <a:lnTo>
                    <a:pt x="605047" y="1354798"/>
                  </a:lnTo>
                  <a:lnTo>
                    <a:pt x="605707" y="1318699"/>
                  </a:lnTo>
                  <a:lnTo>
                    <a:pt x="606368" y="1287015"/>
                  </a:lnTo>
                  <a:lnTo>
                    <a:pt x="607029" y="1259452"/>
                  </a:lnTo>
                  <a:lnTo>
                    <a:pt x="607689" y="1264872"/>
                  </a:lnTo>
                  <a:lnTo>
                    <a:pt x="608350" y="1293814"/>
                  </a:lnTo>
                  <a:lnTo>
                    <a:pt x="609010" y="1344360"/>
                  </a:lnTo>
                  <a:lnTo>
                    <a:pt x="609671" y="1384515"/>
                  </a:lnTo>
                  <a:lnTo>
                    <a:pt x="610331" y="1430742"/>
                  </a:lnTo>
                  <a:lnTo>
                    <a:pt x="610992" y="1430742"/>
                  </a:lnTo>
                  <a:lnTo>
                    <a:pt x="611652" y="1430742"/>
                  </a:lnTo>
                  <a:lnTo>
                    <a:pt x="612313" y="1430742"/>
                  </a:lnTo>
                  <a:lnTo>
                    <a:pt x="612973" y="1430742"/>
                  </a:lnTo>
                  <a:lnTo>
                    <a:pt x="613634" y="1430742"/>
                  </a:lnTo>
                  <a:lnTo>
                    <a:pt x="614294" y="1430742"/>
                  </a:lnTo>
                  <a:lnTo>
                    <a:pt x="614955" y="1430742"/>
                  </a:lnTo>
                  <a:lnTo>
                    <a:pt x="615615" y="1430742"/>
                  </a:lnTo>
                  <a:lnTo>
                    <a:pt x="616276" y="1406010"/>
                  </a:lnTo>
                  <a:lnTo>
                    <a:pt x="616936" y="1362662"/>
                  </a:lnTo>
                  <a:lnTo>
                    <a:pt x="617597" y="1308781"/>
                  </a:lnTo>
                  <a:lnTo>
                    <a:pt x="618258" y="1293050"/>
                  </a:lnTo>
                  <a:lnTo>
                    <a:pt x="618918" y="1278218"/>
                  </a:lnTo>
                  <a:lnTo>
                    <a:pt x="619579" y="1278218"/>
                  </a:lnTo>
                  <a:lnTo>
                    <a:pt x="620239" y="1308781"/>
                  </a:lnTo>
                  <a:lnTo>
                    <a:pt x="620900" y="1362662"/>
                  </a:lnTo>
                  <a:lnTo>
                    <a:pt x="621560" y="1383432"/>
                  </a:lnTo>
                  <a:lnTo>
                    <a:pt x="622221" y="1406010"/>
                  </a:lnTo>
                  <a:lnTo>
                    <a:pt x="622881" y="1430742"/>
                  </a:lnTo>
                  <a:lnTo>
                    <a:pt x="623542" y="1430742"/>
                  </a:lnTo>
                  <a:lnTo>
                    <a:pt x="624202" y="1430742"/>
                  </a:lnTo>
                  <a:lnTo>
                    <a:pt x="624863" y="1430742"/>
                  </a:lnTo>
                  <a:lnTo>
                    <a:pt x="625523" y="1430742"/>
                  </a:lnTo>
                  <a:lnTo>
                    <a:pt x="626184" y="1430742"/>
                  </a:lnTo>
                  <a:lnTo>
                    <a:pt x="626844" y="1430742"/>
                  </a:lnTo>
                  <a:lnTo>
                    <a:pt x="627505" y="1430742"/>
                  </a:lnTo>
                  <a:lnTo>
                    <a:pt x="628166" y="1430742"/>
                  </a:lnTo>
                  <a:lnTo>
                    <a:pt x="628826" y="1406010"/>
                  </a:lnTo>
                  <a:lnTo>
                    <a:pt x="629487" y="1362662"/>
                  </a:lnTo>
                  <a:lnTo>
                    <a:pt x="630147" y="1343431"/>
                  </a:lnTo>
                  <a:lnTo>
                    <a:pt x="630808" y="1343431"/>
                  </a:lnTo>
                  <a:lnTo>
                    <a:pt x="631468" y="1343431"/>
                  </a:lnTo>
                  <a:lnTo>
                    <a:pt x="632129" y="1362662"/>
                  </a:lnTo>
                  <a:lnTo>
                    <a:pt x="632789" y="1406010"/>
                  </a:lnTo>
                  <a:lnTo>
                    <a:pt x="633450" y="1430742"/>
                  </a:lnTo>
                  <a:lnTo>
                    <a:pt x="634110" y="1430742"/>
                  </a:lnTo>
                  <a:lnTo>
                    <a:pt x="634771" y="1430742"/>
                  </a:lnTo>
                  <a:lnTo>
                    <a:pt x="635431" y="1430742"/>
                  </a:lnTo>
                  <a:lnTo>
                    <a:pt x="636092" y="1430742"/>
                  </a:lnTo>
                  <a:lnTo>
                    <a:pt x="636752" y="1430742"/>
                  </a:lnTo>
                  <a:lnTo>
                    <a:pt x="637413" y="1430742"/>
                  </a:lnTo>
                  <a:lnTo>
                    <a:pt x="638074" y="1430742"/>
                  </a:lnTo>
                  <a:lnTo>
                    <a:pt x="638734" y="1430742"/>
                  </a:lnTo>
                  <a:lnTo>
                    <a:pt x="639395" y="1430742"/>
                  </a:lnTo>
                  <a:lnTo>
                    <a:pt x="640055" y="1430742"/>
                  </a:lnTo>
                  <a:lnTo>
                    <a:pt x="640716" y="1430742"/>
                  </a:lnTo>
                  <a:lnTo>
                    <a:pt x="641376" y="1430742"/>
                  </a:lnTo>
                  <a:lnTo>
                    <a:pt x="642037" y="1430742"/>
                  </a:lnTo>
                  <a:lnTo>
                    <a:pt x="642697" y="1430742"/>
                  </a:lnTo>
                  <a:lnTo>
                    <a:pt x="643358" y="1430742"/>
                  </a:lnTo>
                  <a:lnTo>
                    <a:pt x="644018" y="1430742"/>
                  </a:lnTo>
                  <a:lnTo>
                    <a:pt x="644679" y="1430742"/>
                  </a:lnTo>
                  <a:lnTo>
                    <a:pt x="645339" y="1430742"/>
                  </a:lnTo>
                  <a:lnTo>
                    <a:pt x="646000" y="1430742"/>
                  </a:lnTo>
                  <a:lnTo>
                    <a:pt x="646660" y="1430742"/>
                  </a:lnTo>
                  <a:lnTo>
                    <a:pt x="647321" y="1430742"/>
                  </a:lnTo>
                  <a:lnTo>
                    <a:pt x="647981" y="1430742"/>
                  </a:lnTo>
                  <a:lnTo>
                    <a:pt x="648642" y="1430742"/>
                  </a:lnTo>
                  <a:lnTo>
                    <a:pt x="649303" y="1430742"/>
                  </a:lnTo>
                  <a:lnTo>
                    <a:pt x="649963" y="1430742"/>
                  </a:lnTo>
                  <a:lnTo>
                    <a:pt x="650624" y="1430742"/>
                  </a:lnTo>
                  <a:lnTo>
                    <a:pt x="651284" y="1430742"/>
                  </a:lnTo>
                  <a:lnTo>
                    <a:pt x="651945" y="1421815"/>
                  </a:lnTo>
                  <a:lnTo>
                    <a:pt x="652605" y="1397882"/>
                  </a:lnTo>
                  <a:lnTo>
                    <a:pt x="653266" y="1355768"/>
                  </a:lnTo>
                  <a:lnTo>
                    <a:pt x="653926" y="1337024"/>
                  </a:lnTo>
                  <a:lnTo>
                    <a:pt x="654587" y="1337024"/>
                  </a:lnTo>
                  <a:lnTo>
                    <a:pt x="655247" y="1343431"/>
                  </a:lnTo>
                  <a:lnTo>
                    <a:pt x="655908" y="1362662"/>
                  </a:lnTo>
                  <a:lnTo>
                    <a:pt x="656568" y="1406010"/>
                  </a:lnTo>
                  <a:lnTo>
                    <a:pt x="657229" y="1430742"/>
                  </a:lnTo>
                  <a:lnTo>
                    <a:pt x="657889" y="1430742"/>
                  </a:lnTo>
                  <a:lnTo>
                    <a:pt x="658550" y="1430742"/>
                  </a:lnTo>
                  <a:lnTo>
                    <a:pt x="659211" y="1430742"/>
                  </a:lnTo>
                  <a:lnTo>
                    <a:pt x="659871" y="1430742"/>
                  </a:lnTo>
                  <a:lnTo>
                    <a:pt x="660532" y="1430742"/>
                  </a:lnTo>
                  <a:lnTo>
                    <a:pt x="661192" y="1430742"/>
                  </a:lnTo>
                  <a:lnTo>
                    <a:pt x="661853" y="1430742"/>
                  </a:lnTo>
                  <a:lnTo>
                    <a:pt x="662513" y="1430742"/>
                  </a:lnTo>
                  <a:lnTo>
                    <a:pt x="663174" y="1430742"/>
                  </a:lnTo>
                  <a:lnTo>
                    <a:pt x="663834" y="1430742"/>
                  </a:lnTo>
                  <a:lnTo>
                    <a:pt x="664495" y="1430742"/>
                  </a:lnTo>
                  <a:lnTo>
                    <a:pt x="665155" y="1430742"/>
                  </a:lnTo>
                  <a:lnTo>
                    <a:pt x="665816" y="1430742"/>
                  </a:lnTo>
                  <a:lnTo>
                    <a:pt x="666476" y="1430742"/>
                  </a:lnTo>
                  <a:lnTo>
                    <a:pt x="667137" y="1430742"/>
                  </a:lnTo>
                  <a:lnTo>
                    <a:pt x="667797" y="1430742"/>
                  </a:lnTo>
                  <a:lnTo>
                    <a:pt x="668458" y="1430742"/>
                  </a:lnTo>
                  <a:lnTo>
                    <a:pt x="669119" y="1430742"/>
                  </a:lnTo>
                  <a:lnTo>
                    <a:pt x="669779" y="1430742"/>
                  </a:lnTo>
                  <a:lnTo>
                    <a:pt x="670440" y="1401335"/>
                  </a:lnTo>
                  <a:lnTo>
                    <a:pt x="671100" y="1339751"/>
                  </a:lnTo>
                  <a:lnTo>
                    <a:pt x="671761" y="1290015"/>
                  </a:lnTo>
                  <a:lnTo>
                    <a:pt x="672421" y="1261471"/>
                  </a:lnTo>
                  <a:lnTo>
                    <a:pt x="673082" y="1261471"/>
                  </a:lnTo>
                  <a:lnTo>
                    <a:pt x="673742" y="1278218"/>
                  </a:lnTo>
                  <a:lnTo>
                    <a:pt x="674403" y="1325528"/>
                  </a:lnTo>
                  <a:lnTo>
                    <a:pt x="675063" y="1383432"/>
                  </a:lnTo>
                  <a:lnTo>
                    <a:pt x="675724" y="1430742"/>
                  </a:lnTo>
                  <a:lnTo>
                    <a:pt x="676384" y="1430742"/>
                  </a:lnTo>
                  <a:lnTo>
                    <a:pt x="677045" y="1430742"/>
                  </a:lnTo>
                  <a:lnTo>
                    <a:pt x="677705" y="1430742"/>
                  </a:lnTo>
                  <a:lnTo>
                    <a:pt x="678366" y="1430742"/>
                  </a:lnTo>
                  <a:lnTo>
                    <a:pt x="679027" y="1430742"/>
                  </a:lnTo>
                  <a:lnTo>
                    <a:pt x="679687" y="1430742"/>
                  </a:lnTo>
                  <a:lnTo>
                    <a:pt x="680348" y="1430742"/>
                  </a:lnTo>
                  <a:lnTo>
                    <a:pt x="681008" y="1430742"/>
                  </a:lnTo>
                  <a:lnTo>
                    <a:pt x="681669" y="1430742"/>
                  </a:lnTo>
                  <a:lnTo>
                    <a:pt x="682329" y="1430742"/>
                  </a:lnTo>
                  <a:lnTo>
                    <a:pt x="682990" y="1430742"/>
                  </a:lnTo>
                  <a:lnTo>
                    <a:pt x="683650" y="1430742"/>
                  </a:lnTo>
                  <a:lnTo>
                    <a:pt x="684311" y="1430742"/>
                  </a:lnTo>
                  <a:lnTo>
                    <a:pt x="684971" y="1430742"/>
                  </a:lnTo>
                  <a:lnTo>
                    <a:pt x="685632" y="1430742"/>
                  </a:lnTo>
                  <a:lnTo>
                    <a:pt x="686292" y="1430742"/>
                  </a:lnTo>
                  <a:lnTo>
                    <a:pt x="686953" y="1430742"/>
                  </a:lnTo>
                  <a:lnTo>
                    <a:pt x="687613" y="1430742"/>
                  </a:lnTo>
                  <a:lnTo>
                    <a:pt x="688274" y="1430742"/>
                  </a:lnTo>
                  <a:lnTo>
                    <a:pt x="688934" y="1430742"/>
                  </a:lnTo>
                  <a:lnTo>
                    <a:pt x="689595" y="1430742"/>
                  </a:lnTo>
                  <a:lnTo>
                    <a:pt x="690256" y="1430742"/>
                  </a:lnTo>
                  <a:lnTo>
                    <a:pt x="690916" y="1430742"/>
                  </a:lnTo>
                  <a:lnTo>
                    <a:pt x="691577" y="1430742"/>
                  </a:lnTo>
                  <a:lnTo>
                    <a:pt x="692237" y="1430742"/>
                  </a:lnTo>
                  <a:lnTo>
                    <a:pt x="692898" y="1430742"/>
                  </a:lnTo>
                  <a:lnTo>
                    <a:pt x="693558" y="1430742"/>
                  </a:lnTo>
                  <a:lnTo>
                    <a:pt x="694219" y="1430742"/>
                  </a:lnTo>
                  <a:lnTo>
                    <a:pt x="694879" y="1430742"/>
                  </a:lnTo>
                  <a:lnTo>
                    <a:pt x="695540" y="1430742"/>
                  </a:lnTo>
                  <a:lnTo>
                    <a:pt x="696200" y="1430742"/>
                  </a:lnTo>
                  <a:lnTo>
                    <a:pt x="696861" y="1406010"/>
                  </a:lnTo>
                  <a:lnTo>
                    <a:pt x="697521" y="1383432"/>
                  </a:lnTo>
                  <a:lnTo>
                    <a:pt x="698182" y="1343431"/>
                  </a:lnTo>
                  <a:lnTo>
                    <a:pt x="698842" y="1325528"/>
                  </a:lnTo>
                  <a:lnTo>
                    <a:pt x="699503" y="1308781"/>
                  </a:lnTo>
                  <a:lnTo>
                    <a:pt x="700164" y="1325528"/>
                  </a:lnTo>
                  <a:lnTo>
                    <a:pt x="700824" y="1343431"/>
                  </a:lnTo>
                  <a:lnTo>
                    <a:pt x="701485" y="1383432"/>
                  </a:lnTo>
                  <a:lnTo>
                    <a:pt x="702145" y="1406010"/>
                  </a:lnTo>
                  <a:lnTo>
                    <a:pt x="702806" y="1430742"/>
                  </a:lnTo>
                  <a:lnTo>
                    <a:pt x="703466" y="1430742"/>
                  </a:lnTo>
                  <a:lnTo>
                    <a:pt x="704127" y="1430742"/>
                  </a:lnTo>
                  <a:lnTo>
                    <a:pt x="704787" y="1430742"/>
                  </a:lnTo>
                  <a:lnTo>
                    <a:pt x="705448" y="1430742"/>
                  </a:lnTo>
                  <a:lnTo>
                    <a:pt x="706108" y="1430742"/>
                  </a:lnTo>
                  <a:lnTo>
                    <a:pt x="706769" y="1406010"/>
                  </a:lnTo>
                  <a:lnTo>
                    <a:pt x="707429" y="1364665"/>
                  </a:lnTo>
                  <a:lnTo>
                    <a:pt x="708090" y="1345292"/>
                  </a:lnTo>
                  <a:lnTo>
                    <a:pt x="708750" y="1327264"/>
                  </a:lnTo>
                  <a:lnTo>
                    <a:pt x="709411" y="1327264"/>
                  </a:lnTo>
                  <a:lnTo>
                    <a:pt x="710072" y="1345292"/>
                  </a:lnTo>
                  <a:lnTo>
                    <a:pt x="710732" y="1383432"/>
                  </a:lnTo>
                  <a:lnTo>
                    <a:pt x="711393" y="1406010"/>
                  </a:lnTo>
                  <a:lnTo>
                    <a:pt x="712053" y="1430742"/>
                  </a:lnTo>
                  <a:lnTo>
                    <a:pt x="712714" y="1430742"/>
                  </a:lnTo>
                  <a:lnTo>
                    <a:pt x="713374" y="1430742"/>
                  </a:lnTo>
                  <a:lnTo>
                    <a:pt x="714035" y="1430742"/>
                  </a:lnTo>
                  <a:lnTo>
                    <a:pt x="714695" y="1430742"/>
                  </a:lnTo>
                  <a:lnTo>
                    <a:pt x="715356" y="1430742"/>
                  </a:lnTo>
                  <a:lnTo>
                    <a:pt x="716016" y="1430742"/>
                  </a:lnTo>
                  <a:lnTo>
                    <a:pt x="716677" y="1430742"/>
                  </a:lnTo>
                  <a:lnTo>
                    <a:pt x="717337" y="1430742"/>
                  </a:lnTo>
                  <a:lnTo>
                    <a:pt x="717998" y="1430742"/>
                  </a:lnTo>
                  <a:lnTo>
                    <a:pt x="718658" y="1430742"/>
                  </a:lnTo>
                  <a:lnTo>
                    <a:pt x="719319" y="1430742"/>
                  </a:lnTo>
                  <a:lnTo>
                    <a:pt x="719979" y="1430742"/>
                  </a:lnTo>
                  <a:lnTo>
                    <a:pt x="720640" y="1430742"/>
                  </a:lnTo>
                  <a:lnTo>
                    <a:pt x="721301" y="1430742"/>
                  </a:lnTo>
                  <a:lnTo>
                    <a:pt x="721961" y="1430742"/>
                  </a:lnTo>
                  <a:lnTo>
                    <a:pt x="722622" y="1430742"/>
                  </a:lnTo>
                  <a:lnTo>
                    <a:pt x="723282" y="1430742"/>
                  </a:lnTo>
                  <a:lnTo>
                    <a:pt x="723943" y="1430742"/>
                  </a:lnTo>
                  <a:lnTo>
                    <a:pt x="724603" y="1423072"/>
                  </a:lnTo>
                  <a:lnTo>
                    <a:pt x="725264" y="1397882"/>
                  </a:lnTo>
                  <a:lnTo>
                    <a:pt x="725924" y="1337024"/>
                  </a:lnTo>
                  <a:lnTo>
                    <a:pt x="726585" y="1287762"/>
                  </a:lnTo>
                  <a:lnTo>
                    <a:pt x="727245" y="1273221"/>
                  </a:lnTo>
                  <a:lnTo>
                    <a:pt x="727906" y="1277498"/>
                  </a:lnTo>
                  <a:lnTo>
                    <a:pt x="728566" y="1286270"/>
                  </a:lnTo>
                  <a:lnTo>
                    <a:pt x="729227" y="1305558"/>
                  </a:lnTo>
                  <a:lnTo>
                    <a:pt x="729887" y="1322091"/>
                  </a:lnTo>
                  <a:lnTo>
                    <a:pt x="730548" y="1322091"/>
                  </a:lnTo>
                  <a:lnTo>
                    <a:pt x="731209" y="1322091"/>
                  </a:lnTo>
                  <a:lnTo>
                    <a:pt x="731869" y="1329890"/>
                  </a:lnTo>
                  <a:lnTo>
                    <a:pt x="732530" y="1362662"/>
                  </a:lnTo>
                  <a:lnTo>
                    <a:pt x="733190" y="1406010"/>
                  </a:lnTo>
                  <a:lnTo>
                    <a:pt x="733851" y="1430742"/>
                  </a:lnTo>
                  <a:lnTo>
                    <a:pt x="734511" y="1430742"/>
                  </a:lnTo>
                  <a:lnTo>
                    <a:pt x="735172" y="1430742"/>
                  </a:lnTo>
                  <a:lnTo>
                    <a:pt x="735832" y="1430742"/>
                  </a:lnTo>
                  <a:lnTo>
                    <a:pt x="736493" y="1430742"/>
                  </a:lnTo>
                  <a:lnTo>
                    <a:pt x="737153" y="1430742"/>
                  </a:lnTo>
                  <a:lnTo>
                    <a:pt x="737814" y="1430742"/>
                  </a:lnTo>
                  <a:lnTo>
                    <a:pt x="738474" y="1430742"/>
                  </a:lnTo>
                  <a:lnTo>
                    <a:pt x="739135" y="1430742"/>
                  </a:lnTo>
                  <a:lnTo>
                    <a:pt x="739795" y="1430742"/>
                  </a:lnTo>
                  <a:lnTo>
                    <a:pt x="740456" y="1430742"/>
                  </a:lnTo>
                  <a:lnTo>
                    <a:pt x="741117" y="1430742"/>
                  </a:lnTo>
                  <a:lnTo>
                    <a:pt x="741777" y="1430742"/>
                  </a:lnTo>
                  <a:lnTo>
                    <a:pt x="742438" y="1430742"/>
                  </a:lnTo>
                  <a:lnTo>
                    <a:pt x="743098" y="1406010"/>
                  </a:lnTo>
                  <a:lnTo>
                    <a:pt x="743759" y="1362662"/>
                  </a:lnTo>
                  <a:lnTo>
                    <a:pt x="744419" y="1343431"/>
                  </a:lnTo>
                  <a:lnTo>
                    <a:pt x="745080" y="1343431"/>
                  </a:lnTo>
                  <a:lnTo>
                    <a:pt x="745740" y="1343431"/>
                  </a:lnTo>
                  <a:lnTo>
                    <a:pt x="746401" y="1362662"/>
                  </a:lnTo>
                  <a:lnTo>
                    <a:pt x="747061" y="1406010"/>
                  </a:lnTo>
                  <a:lnTo>
                    <a:pt x="747722" y="1430742"/>
                  </a:lnTo>
                  <a:lnTo>
                    <a:pt x="748382" y="1430742"/>
                  </a:lnTo>
                  <a:lnTo>
                    <a:pt x="749043" y="1430742"/>
                  </a:lnTo>
                  <a:lnTo>
                    <a:pt x="749703" y="1430742"/>
                  </a:lnTo>
                  <a:lnTo>
                    <a:pt x="750364" y="1430742"/>
                  </a:lnTo>
                  <a:lnTo>
                    <a:pt x="751025" y="1430742"/>
                  </a:lnTo>
                  <a:lnTo>
                    <a:pt x="751685" y="1430742"/>
                  </a:lnTo>
                  <a:lnTo>
                    <a:pt x="752346" y="1406010"/>
                  </a:lnTo>
                  <a:lnTo>
                    <a:pt x="753006" y="1362662"/>
                  </a:lnTo>
                  <a:lnTo>
                    <a:pt x="753667" y="1343431"/>
                  </a:lnTo>
                  <a:lnTo>
                    <a:pt x="754327" y="1343431"/>
                  </a:lnTo>
                  <a:lnTo>
                    <a:pt x="754988" y="1343431"/>
                  </a:lnTo>
                  <a:lnTo>
                    <a:pt x="755648" y="1362662"/>
                  </a:lnTo>
                  <a:lnTo>
                    <a:pt x="756309" y="1406010"/>
                  </a:lnTo>
                  <a:lnTo>
                    <a:pt x="756969" y="1430742"/>
                  </a:lnTo>
                  <a:lnTo>
                    <a:pt x="757630" y="1430742"/>
                  </a:lnTo>
                  <a:lnTo>
                    <a:pt x="758290" y="1430742"/>
                  </a:lnTo>
                  <a:lnTo>
                    <a:pt x="758951" y="1430742"/>
                  </a:lnTo>
                  <a:lnTo>
                    <a:pt x="759611" y="1430742"/>
                  </a:lnTo>
                  <a:lnTo>
                    <a:pt x="760272" y="1430742"/>
                  </a:lnTo>
                  <a:lnTo>
                    <a:pt x="760932" y="1430742"/>
                  </a:lnTo>
                  <a:lnTo>
                    <a:pt x="761593" y="1430742"/>
                  </a:lnTo>
                  <a:lnTo>
                    <a:pt x="762254" y="1430742"/>
                  </a:lnTo>
                  <a:lnTo>
                    <a:pt x="762914" y="1430742"/>
                  </a:lnTo>
                  <a:lnTo>
                    <a:pt x="763575" y="1430742"/>
                  </a:lnTo>
                  <a:lnTo>
                    <a:pt x="764235" y="1430742"/>
                  </a:lnTo>
                  <a:lnTo>
                    <a:pt x="764896" y="1430742"/>
                  </a:lnTo>
                  <a:lnTo>
                    <a:pt x="765556" y="1430742"/>
                  </a:lnTo>
                  <a:lnTo>
                    <a:pt x="766217" y="1430742"/>
                  </a:lnTo>
                  <a:lnTo>
                    <a:pt x="766877" y="1430742"/>
                  </a:lnTo>
                  <a:lnTo>
                    <a:pt x="767538" y="1430742"/>
                  </a:lnTo>
                  <a:lnTo>
                    <a:pt x="768198" y="1430742"/>
                  </a:lnTo>
                  <a:lnTo>
                    <a:pt x="768859" y="1423072"/>
                  </a:lnTo>
                  <a:lnTo>
                    <a:pt x="769519" y="1399028"/>
                  </a:lnTo>
                  <a:lnTo>
                    <a:pt x="770180" y="1356741"/>
                  </a:lnTo>
                  <a:lnTo>
                    <a:pt x="770840" y="1337930"/>
                  </a:lnTo>
                  <a:lnTo>
                    <a:pt x="771501" y="1337930"/>
                  </a:lnTo>
                  <a:lnTo>
                    <a:pt x="772162" y="1343431"/>
                  </a:lnTo>
                  <a:lnTo>
                    <a:pt x="772822" y="1362662"/>
                  </a:lnTo>
                  <a:lnTo>
                    <a:pt x="773483" y="1406010"/>
                  </a:lnTo>
                  <a:lnTo>
                    <a:pt x="774143" y="1430742"/>
                  </a:lnTo>
                  <a:lnTo>
                    <a:pt x="774804" y="1430742"/>
                  </a:lnTo>
                  <a:lnTo>
                    <a:pt x="775464" y="1430742"/>
                  </a:lnTo>
                  <a:lnTo>
                    <a:pt x="776125" y="1430742"/>
                  </a:lnTo>
                  <a:lnTo>
                    <a:pt x="776785" y="1430742"/>
                  </a:lnTo>
                  <a:lnTo>
                    <a:pt x="777446" y="1430742"/>
                  </a:lnTo>
                  <a:lnTo>
                    <a:pt x="778106" y="1430742"/>
                  </a:lnTo>
                  <a:lnTo>
                    <a:pt x="778767" y="1430742"/>
                  </a:lnTo>
                  <a:lnTo>
                    <a:pt x="779427" y="1430742"/>
                  </a:lnTo>
                  <a:lnTo>
                    <a:pt x="780088" y="1430742"/>
                  </a:lnTo>
                  <a:lnTo>
                    <a:pt x="780748" y="1430742"/>
                  </a:lnTo>
                  <a:lnTo>
                    <a:pt x="781409" y="1430742"/>
                  </a:lnTo>
                  <a:lnTo>
                    <a:pt x="782070" y="1406010"/>
                  </a:lnTo>
                  <a:lnTo>
                    <a:pt x="782730" y="1362662"/>
                  </a:lnTo>
                  <a:lnTo>
                    <a:pt x="783391" y="1343431"/>
                  </a:lnTo>
                  <a:lnTo>
                    <a:pt x="784051" y="1325528"/>
                  </a:lnTo>
                  <a:lnTo>
                    <a:pt x="784712" y="1325528"/>
                  </a:lnTo>
                  <a:lnTo>
                    <a:pt x="785372" y="1343431"/>
                  </a:lnTo>
                  <a:lnTo>
                    <a:pt x="786033" y="1383432"/>
                  </a:lnTo>
                  <a:lnTo>
                    <a:pt x="786693" y="1406010"/>
                  </a:lnTo>
                  <a:lnTo>
                    <a:pt x="787354" y="1430742"/>
                  </a:lnTo>
                  <a:lnTo>
                    <a:pt x="788014" y="1430742"/>
                  </a:lnTo>
                  <a:lnTo>
                    <a:pt x="788675" y="1430742"/>
                  </a:lnTo>
                  <a:lnTo>
                    <a:pt x="789335" y="1430742"/>
                  </a:lnTo>
                  <a:lnTo>
                    <a:pt x="789996" y="1430742"/>
                  </a:lnTo>
                  <a:lnTo>
                    <a:pt x="790656" y="1430742"/>
                  </a:lnTo>
                  <a:lnTo>
                    <a:pt x="791317" y="1430742"/>
                  </a:lnTo>
                  <a:lnTo>
                    <a:pt x="791977" y="1430742"/>
                  </a:lnTo>
                  <a:lnTo>
                    <a:pt x="792638" y="1430742"/>
                  </a:lnTo>
                  <a:lnTo>
                    <a:pt x="793299" y="1430742"/>
                  </a:lnTo>
                  <a:lnTo>
                    <a:pt x="793959" y="1430742"/>
                  </a:lnTo>
                  <a:lnTo>
                    <a:pt x="794620" y="1430742"/>
                  </a:lnTo>
                  <a:lnTo>
                    <a:pt x="795280" y="1430742"/>
                  </a:lnTo>
                  <a:lnTo>
                    <a:pt x="795941" y="1430742"/>
                  </a:lnTo>
                  <a:lnTo>
                    <a:pt x="796601" y="1430742"/>
                  </a:lnTo>
                  <a:lnTo>
                    <a:pt x="797262" y="1430742"/>
                  </a:lnTo>
                  <a:lnTo>
                    <a:pt x="797922" y="1430742"/>
                  </a:lnTo>
                  <a:lnTo>
                    <a:pt x="798583" y="1430742"/>
                  </a:lnTo>
                  <a:lnTo>
                    <a:pt x="799243" y="1430742"/>
                  </a:lnTo>
                  <a:lnTo>
                    <a:pt x="799904" y="1430742"/>
                  </a:lnTo>
                  <a:lnTo>
                    <a:pt x="800564" y="1430742"/>
                  </a:lnTo>
                  <a:lnTo>
                    <a:pt x="801225" y="1430742"/>
                  </a:lnTo>
                  <a:lnTo>
                    <a:pt x="801885" y="1430742"/>
                  </a:lnTo>
                  <a:lnTo>
                    <a:pt x="802546" y="1430742"/>
                  </a:lnTo>
                  <a:lnTo>
                    <a:pt x="803207" y="1430742"/>
                  </a:lnTo>
                  <a:lnTo>
                    <a:pt x="803867" y="1430742"/>
                  </a:lnTo>
                  <a:lnTo>
                    <a:pt x="804528" y="1430742"/>
                  </a:lnTo>
                  <a:lnTo>
                    <a:pt x="805188" y="1430742"/>
                  </a:lnTo>
                  <a:lnTo>
                    <a:pt x="805849" y="1430742"/>
                  </a:lnTo>
                  <a:lnTo>
                    <a:pt x="806509" y="1430742"/>
                  </a:lnTo>
                  <a:lnTo>
                    <a:pt x="807170" y="1430742"/>
                  </a:lnTo>
                  <a:lnTo>
                    <a:pt x="807830" y="1430742"/>
                  </a:lnTo>
                  <a:lnTo>
                    <a:pt x="808491" y="1430742"/>
                  </a:lnTo>
                  <a:lnTo>
                    <a:pt x="809151" y="1430742"/>
                  </a:lnTo>
                  <a:lnTo>
                    <a:pt x="809812" y="1430742"/>
                  </a:lnTo>
                  <a:lnTo>
                    <a:pt x="810472" y="1430742"/>
                  </a:lnTo>
                  <a:lnTo>
                    <a:pt x="811133" y="1430742"/>
                  </a:lnTo>
                  <a:lnTo>
                    <a:pt x="811793" y="1430742"/>
                  </a:lnTo>
                  <a:lnTo>
                    <a:pt x="812454" y="1430742"/>
                  </a:lnTo>
                  <a:lnTo>
                    <a:pt x="813115" y="1397882"/>
                  </a:lnTo>
                  <a:lnTo>
                    <a:pt x="813775" y="1355768"/>
                  </a:lnTo>
                  <a:lnTo>
                    <a:pt x="814436" y="1337024"/>
                  </a:lnTo>
                  <a:lnTo>
                    <a:pt x="815096" y="1337024"/>
                  </a:lnTo>
                  <a:lnTo>
                    <a:pt x="815757" y="1337024"/>
                  </a:lnTo>
                  <a:lnTo>
                    <a:pt x="816417" y="1362662"/>
                  </a:lnTo>
                  <a:lnTo>
                    <a:pt x="817078" y="1406010"/>
                  </a:lnTo>
                  <a:lnTo>
                    <a:pt x="817738" y="1430742"/>
                  </a:lnTo>
                  <a:lnTo>
                    <a:pt x="818399" y="1430742"/>
                  </a:lnTo>
                  <a:lnTo>
                    <a:pt x="819059" y="1430742"/>
                  </a:lnTo>
                  <a:lnTo>
                    <a:pt x="819720" y="1430742"/>
                  </a:lnTo>
                  <a:lnTo>
                    <a:pt x="820380" y="1430742"/>
                  </a:lnTo>
                  <a:lnTo>
                    <a:pt x="821041" y="1430742"/>
                  </a:lnTo>
                  <a:lnTo>
                    <a:pt x="821701" y="1430742"/>
                  </a:lnTo>
                  <a:lnTo>
                    <a:pt x="822362" y="1430742"/>
                  </a:lnTo>
                  <a:lnTo>
                    <a:pt x="823023" y="1430742"/>
                  </a:lnTo>
                  <a:lnTo>
                    <a:pt x="823683" y="1430742"/>
                  </a:lnTo>
                  <a:lnTo>
                    <a:pt x="824344" y="1406010"/>
                  </a:lnTo>
                  <a:lnTo>
                    <a:pt x="825004" y="1362662"/>
                  </a:lnTo>
                  <a:lnTo>
                    <a:pt x="825665" y="1293050"/>
                  </a:lnTo>
                  <a:lnTo>
                    <a:pt x="826325" y="1214611"/>
                  </a:lnTo>
                  <a:lnTo>
                    <a:pt x="826986" y="1163567"/>
                  </a:lnTo>
                  <a:lnTo>
                    <a:pt x="827646" y="1145664"/>
                  </a:lnTo>
                  <a:lnTo>
                    <a:pt x="828307" y="1137156"/>
                  </a:lnTo>
                  <a:lnTo>
                    <a:pt x="828967" y="1129323"/>
                  </a:lnTo>
                  <a:lnTo>
                    <a:pt x="829628" y="1137575"/>
                  </a:lnTo>
                  <a:lnTo>
                    <a:pt x="830288" y="1154909"/>
                  </a:lnTo>
                  <a:lnTo>
                    <a:pt x="830949" y="1164031"/>
                  </a:lnTo>
                  <a:lnTo>
                    <a:pt x="831609" y="1164031"/>
                  </a:lnTo>
                  <a:lnTo>
                    <a:pt x="832270" y="1173004"/>
                  </a:lnTo>
                  <a:lnTo>
                    <a:pt x="832930" y="1192975"/>
                  </a:lnTo>
                  <a:lnTo>
                    <a:pt x="833591" y="1214611"/>
                  </a:lnTo>
                  <a:lnTo>
                    <a:pt x="834252" y="1238218"/>
                  </a:lnTo>
                  <a:lnTo>
                    <a:pt x="834912" y="1278218"/>
                  </a:lnTo>
                  <a:lnTo>
                    <a:pt x="835573" y="1343431"/>
                  </a:lnTo>
                  <a:lnTo>
                    <a:pt x="836233" y="1406010"/>
                  </a:lnTo>
                  <a:lnTo>
                    <a:pt x="836894" y="1430742"/>
                  </a:lnTo>
                  <a:lnTo>
                    <a:pt x="837554" y="1430742"/>
                  </a:lnTo>
                  <a:lnTo>
                    <a:pt x="838215" y="1430742"/>
                  </a:lnTo>
                  <a:lnTo>
                    <a:pt x="838875" y="1430742"/>
                  </a:lnTo>
                  <a:lnTo>
                    <a:pt x="839536" y="1430742"/>
                  </a:lnTo>
                  <a:lnTo>
                    <a:pt x="840196" y="1430742"/>
                  </a:lnTo>
                  <a:lnTo>
                    <a:pt x="840857" y="1430742"/>
                  </a:lnTo>
                  <a:lnTo>
                    <a:pt x="841517" y="1430742"/>
                  </a:lnTo>
                  <a:lnTo>
                    <a:pt x="842178" y="1430742"/>
                  </a:lnTo>
                  <a:lnTo>
                    <a:pt x="842838" y="1430742"/>
                  </a:lnTo>
                  <a:lnTo>
                    <a:pt x="843499" y="1430742"/>
                  </a:lnTo>
                  <a:lnTo>
                    <a:pt x="844160" y="1430742"/>
                  </a:lnTo>
                  <a:lnTo>
                    <a:pt x="844820" y="1430742"/>
                  </a:lnTo>
                  <a:lnTo>
                    <a:pt x="845481" y="1430742"/>
                  </a:lnTo>
                  <a:lnTo>
                    <a:pt x="846141" y="1430742"/>
                  </a:lnTo>
                  <a:lnTo>
                    <a:pt x="846802" y="1430742"/>
                  </a:lnTo>
                  <a:lnTo>
                    <a:pt x="847462" y="1430742"/>
                  </a:lnTo>
                  <a:lnTo>
                    <a:pt x="848123" y="1430742"/>
                  </a:lnTo>
                  <a:lnTo>
                    <a:pt x="848783" y="1430742"/>
                  </a:lnTo>
                  <a:lnTo>
                    <a:pt x="849444" y="1430742"/>
                  </a:lnTo>
                  <a:lnTo>
                    <a:pt x="850104" y="1430742"/>
                  </a:lnTo>
                  <a:lnTo>
                    <a:pt x="850765" y="1430742"/>
                  </a:lnTo>
                  <a:lnTo>
                    <a:pt x="851425" y="1430742"/>
                  </a:lnTo>
                  <a:lnTo>
                    <a:pt x="852086" y="1430742"/>
                  </a:lnTo>
                  <a:lnTo>
                    <a:pt x="852746" y="1430742"/>
                  </a:lnTo>
                  <a:lnTo>
                    <a:pt x="853407" y="1430742"/>
                  </a:lnTo>
                  <a:lnTo>
                    <a:pt x="854068" y="1430742"/>
                  </a:lnTo>
                  <a:lnTo>
                    <a:pt x="854728" y="1430742"/>
                  </a:lnTo>
                  <a:lnTo>
                    <a:pt x="855389" y="1430742"/>
                  </a:lnTo>
                  <a:lnTo>
                    <a:pt x="856049" y="1430742"/>
                  </a:lnTo>
                  <a:lnTo>
                    <a:pt x="856710" y="1430742"/>
                  </a:lnTo>
                  <a:lnTo>
                    <a:pt x="857370" y="1430742"/>
                  </a:lnTo>
                  <a:lnTo>
                    <a:pt x="858031" y="1430742"/>
                  </a:lnTo>
                  <a:lnTo>
                    <a:pt x="858691" y="1430742"/>
                  </a:lnTo>
                  <a:lnTo>
                    <a:pt x="859352" y="1430742"/>
                  </a:lnTo>
                  <a:lnTo>
                    <a:pt x="860012" y="1430742"/>
                  </a:lnTo>
                  <a:lnTo>
                    <a:pt x="860673" y="1406010"/>
                  </a:lnTo>
                  <a:lnTo>
                    <a:pt x="861333" y="1362662"/>
                  </a:lnTo>
                  <a:lnTo>
                    <a:pt x="861994" y="1343431"/>
                  </a:lnTo>
                  <a:lnTo>
                    <a:pt x="862654" y="1308781"/>
                  </a:lnTo>
                  <a:lnTo>
                    <a:pt x="863315" y="1250878"/>
                  </a:lnTo>
                  <a:lnTo>
                    <a:pt x="863975" y="1213486"/>
                  </a:lnTo>
                  <a:lnTo>
                    <a:pt x="864636" y="1213486"/>
                  </a:lnTo>
                  <a:lnTo>
                    <a:pt x="865297" y="1224969"/>
                  </a:lnTo>
                  <a:lnTo>
                    <a:pt x="865957" y="1249584"/>
                  </a:lnTo>
                  <a:lnTo>
                    <a:pt x="866618" y="1307165"/>
                  </a:lnTo>
                  <a:lnTo>
                    <a:pt x="867278" y="1383432"/>
                  </a:lnTo>
                  <a:lnTo>
                    <a:pt x="867939" y="1430742"/>
                  </a:lnTo>
                  <a:lnTo>
                    <a:pt x="868599" y="1430742"/>
                  </a:lnTo>
                  <a:lnTo>
                    <a:pt x="869260" y="1430742"/>
                  </a:lnTo>
                  <a:lnTo>
                    <a:pt x="869920" y="1430742"/>
                  </a:lnTo>
                  <a:lnTo>
                    <a:pt x="870581" y="1430742"/>
                  </a:lnTo>
                  <a:lnTo>
                    <a:pt x="871241" y="1430742"/>
                  </a:lnTo>
                  <a:lnTo>
                    <a:pt x="871902" y="1406010"/>
                  </a:lnTo>
                  <a:lnTo>
                    <a:pt x="872562" y="1362662"/>
                  </a:lnTo>
                  <a:lnTo>
                    <a:pt x="873223" y="1325528"/>
                  </a:lnTo>
                  <a:lnTo>
                    <a:pt x="873883" y="1293814"/>
                  </a:lnTo>
                  <a:lnTo>
                    <a:pt x="874544" y="1264872"/>
                  </a:lnTo>
                  <a:lnTo>
                    <a:pt x="875205" y="1264872"/>
                  </a:lnTo>
                  <a:lnTo>
                    <a:pt x="875865" y="1264872"/>
                  </a:lnTo>
                  <a:lnTo>
                    <a:pt x="876526" y="1238836"/>
                  </a:lnTo>
                  <a:lnTo>
                    <a:pt x="877186" y="1238218"/>
                  </a:lnTo>
                  <a:lnTo>
                    <a:pt x="877847" y="1264188"/>
                  </a:lnTo>
                  <a:lnTo>
                    <a:pt x="878507" y="1278218"/>
                  </a:lnTo>
                  <a:lnTo>
                    <a:pt x="879168" y="1308781"/>
                  </a:lnTo>
                  <a:lnTo>
                    <a:pt x="879828" y="1383432"/>
                  </a:lnTo>
                  <a:lnTo>
                    <a:pt x="880489" y="1430742"/>
                  </a:lnTo>
                  <a:lnTo>
                    <a:pt x="881149" y="1430742"/>
                  </a:lnTo>
                  <a:lnTo>
                    <a:pt x="881810" y="1430742"/>
                  </a:lnTo>
                  <a:lnTo>
                    <a:pt x="882470" y="1430742"/>
                  </a:lnTo>
                  <a:lnTo>
                    <a:pt x="883131" y="1430742"/>
                  </a:lnTo>
                  <a:lnTo>
                    <a:pt x="883791" y="1430742"/>
                  </a:lnTo>
                  <a:lnTo>
                    <a:pt x="884452" y="1430742"/>
                  </a:lnTo>
                  <a:lnTo>
                    <a:pt x="885113" y="1430742"/>
                  </a:lnTo>
                  <a:lnTo>
                    <a:pt x="885773" y="1430742"/>
                  </a:lnTo>
                  <a:lnTo>
                    <a:pt x="886434" y="1406010"/>
                  </a:lnTo>
                  <a:lnTo>
                    <a:pt x="887094" y="1362662"/>
                  </a:lnTo>
                  <a:lnTo>
                    <a:pt x="887755" y="1334326"/>
                  </a:lnTo>
                  <a:lnTo>
                    <a:pt x="888415" y="1300797"/>
                  </a:lnTo>
                  <a:lnTo>
                    <a:pt x="889076" y="1244471"/>
                  </a:lnTo>
                  <a:lnTo>
                    <a:pt x="889736" y="1220315"/>
                  </a:lnTo>
                  <a:lnTo>
                    <a:pt x="890397" y="1211249"/>
                  </a:lnTo>
                  <a:lnTo>
                    <a:pt x="891057" y="1216878"/>
                  </a:lnTo>
                  <a:lnTo>
                    <a:pt x="891718" y="1234537"/>
                  </a:lnTo>
                  <a:lnTo>
                    <a:pt x="892378" y="1273929"/>
                  </a:lnTo>
                  <a:lnTo>
                    <a:pt x="893039" y="1288511"/>
                  </a:lnTo>
                  <a:lnTo>
                    <a:pt x="893699" y="1317020"/>
                  </a:lnTo>
                  <a:lnTo>
                    <a:pt x="894360" y="1334326"/>
                  </a:lnTo>
                  <a:lnTo>
                    <a:pt x="895021" y="1325528"/>
                  </a:lnTo>
                  <a:lnTo>
                    <a:pt x="895681" y="1264188"/>
                  </a:lnTo>
                  <a:lnTo>
                    <a:pt x="896342" y="1202489"/>
                  </a:lnTo>
                  <a:lnTo>
                    <a:pt x="897002" y="1146531"/>
                  </a:lnTo>
                  <a:lnTo>
                    <a:pt x="897663" y="1099437"/>
                  </a:lnTo>
                  <a:lnTo>
                    <a:pt x="898323" y="1085350"/>
                  </a:lnTo>
                  <a:lnTo>
                    <a:pt x="898984" y="1106778"/>
                  </a:lnTo>
                  <a:lnTo>
                    <a:pt x="899644" y="1165894"/>
                  </a:lnTo>
                  <a:lnTo>
                    <a:pt x="900305" y="1238836"/>
                  </a:lnTo>
                  <a:lnTo>
                    <a:pt x="900965" y="1308781"/>
                  </a:lnTo>
                  <a:lnTo>
                    <a:pt x="901626" y="1325528"/>
                  </a:lnTo>
                  <a:lnTo>
                    <a:pt x="902286" y="1343431"/>
                  </a:lnTo>
                  <a:lnTo>
                    <a:pt x="902947" y="1343431"/>
                  </a:lnTo>
                  <a:lnTo>
                    <a:pt x="903607" y="1343431"/>
                  </a:lnTo>
                  <a:lnTo>
                    <a:pt x="904268" y="1362662"/>
                  </a:lnTo>
                  <a:lnTo>
                    <a:pt x="904928" y="1406010"/>
                  </a:lnTo>
                  <a:lnTo>
                    <a:pt x="905589" y="1430742"/>
                  </a:lnTo>
                  <a:lnTo>
                    <a:pt x="906250" y="1430742"/>
                  </a:lnTo>
                  <a:lnTo>
                    <a:pt x="906910" y="1430742"/>
                  </a:lnTo>
                  <a:lnTo>
                    <a:pt x="907571" y="1430742"/>
                  </a:lnTo>
                  <a:lnTo>
                    <a:pt x="908231" y="1430742"/>
                  </a:lnTo>
                  <a:lnTo>
                    <a:pt x="908892" y="1430742"/>
                  </a:lnTo>
                  <a:lnTo>
                    <a:pt x="909552" y="1430742"/>
                  </a:lnTo>
                  <a:lnTo>
                    <a:pt x="910213" y="1430742"/>
                  </a:lnTo>
                  <a:lnTo>
                    <a:pt x="910873" y="1383432"/>
                  </a:lnTo>
                  <a:lnTo>
                    <a:pt x="911534" y="1293050"/>
                  </a:lnTo>
                  <a:lnTo>
                    <a:pt x="912194" y="1216309"/>
                  </a:lnTo>
                  <a:lnTo>
                    <a:pt x="912855" y="1146531"/>
                  </a:lnTo>
                  <a:lnTo>
                    <a:pt x="913515" y="1099076"/>
                  </a:lnTo>
                  <a:lnTo>
                    <a:pt x="914176" y="1099076"/>
                  </a:lnTo>
                  <a:lnTo>
                    <a:pt x="914836" y="1137994"/>
                  </a:lnTo>
                  <a:lnTo>
                    <a:pt x="915497" y="1192456"/>
                  </a:lnTo>
                  <a:lnTo>
                    <a:pt x="916158" y="1278218"/>
                  </a:lnTo>
                  <a:lnTo>
                    <a:pt x="916818" y="1383432"/>
                  </a:lnTo>
                  <a:lnTo>
                    <a:pt x="917479" y="1430742"/>
                  </a:lnTo>
                  <a:lnTo>
                    <a:pt x="918139" y="1430742"/>
                  </a:lnTo>
                  <a:lnTo>
                    <a:pt x="918800" y="1430742"/>
                  </a:lnTo>
                  <a:lnTo>
                    <a:pt x="919460" y="1406010"/>
                  </a:lnTo>
                  <a:lnTo>
                    <a:pt x="920121" y="1362662"/>
                  </a:lnTo>
                  <a:lnTo>
                    <a:pt x="920781" y="1343431"/>
                  </a:lnTo>
                  <a:lnTo>
                    <a:pt x="921442" y="1325528"/>
                  </a:lnTo>
                  <a:lnTo>
                    <a:pt x="922102" y="1324665"/>
                  </a:lnTo>
                  <a:lnTo>
                    <a:pt x="922763" y="1324665"/>
                  </a:lnTo>
                  <a:lnTo>
                    <a:pt x="923423" y="1307972"/>
                  </a:lnTo>
                  <a:lnTo>
                    <a:pt x="924084" y="1277498"/>
                  </a:lnTo>
                  <a:lnTo>
                    <a:pt x="924744" y="1277498"/>
                  </a:lnTo>
                  <a:lnTo>
                    <a:pt x="925405" y="1264188"/>
                  </a:lnTo>
                  <a:lnTo>
                    <a:pt x="926066" y="1238218"/>
                  </a:lnTo>
                  <a:lnTo>
                    <a:pt x="926726" y="1226146"/>
                  </a:lnTo>
                  <a:lnTo>
                    <a:pt x="927387" y="1234537"/>
                  </a:lnTo>
                  <a:lnTo>
                    <a:pt x="928047" y="1222632"/>
                  </a:lnTo>
                  <a:lnTo>
                    <a:pt x="928708" y="1222632"/>
                  </a:lnTo>
                  <a:lnTo>
                    <a:pt x="929368" y="1247015"/>
                  </a:lnTo>
                  <a:lnTo>
                    <a:pt x="930029" y="1288511"/>
                  </a:lnTo>
                  <a:lnTo>
                    <a:pt x="930689" y="1293050"/>
                  </a:lnTo>
                  <a:lnTo>
                    <a:pt x="931350" y="1308781"/>
                  </a:lnTo>
                  <a:lnTo>
                    <a:pt x="932010" y="1318699"/>
                  </a:lnTo>
                  <a:lnTo>
                    <a:pt x="932671" y="1336121"/>
                  </a:lnTo>
                  <a:lnTo>
                    <a:pt x="933331" y="1318699"/>
                  </a:lnTo>
                  <a:lnTo>
                    <a:pt x="933992" y="1318699"/>
                  </a:lnTo>
                  <a:lnTo>
                    <a:pt x="934652" y="1318699"/>
                  </a:lnTo>
                  <a:lnTo>
                    <a:pt x="935313" y="1325528"/>
                  </a:lnTo>
                  <a:lnTo>
                    <a:pt x="935973" y="1325528"/>
                  </a:lnTo>
                  <a:lnTo>
                    <a:pt x="936634" y="1362662"/>
                  </a:lnTo>
                  <a:lnTo>
                    <a:pt x="937295" y="1406010"/>
                  </a:lnTo>
                  <a:lnTo>
                    <a:pt x="937955" y="1430742"/>
                  </a:lnTo>
                  <a:lnTo>
                    <a:pt x="938616" y="1430742"/>
                  </a:lnTo>
                  <a:lnTo>
                    <a:pt x="939276" y="1430742"/>
                  </a:lnTo>
                  <a:lnTo>
                    <a:pt x="939937" y="1430742"/>
                  </a:lnTo>
                  <a:lnTo>
                    <a:pt x="940597" y="1430742"/>
                  </a:lnTo>
                  <a:lnTo>
                    <a:pt x="941258" y="1430742"/>
                  </a:lnTo>
                  <a:lnTo>
                    <a:pt x="941918" y="1430742"/>
                  </a:lnTo>
                  <a:lnTo>
                    <a:pt x="942579" y="1430742"/>
                  </a:lnTo>
                  <a:lnTo>
                    <a:pt x="943239" y="1430742"/>
                  </a:lnTo>
                  <a:lnTo>
                    <a:pt x="943900" y="1430742"/>
                  </a:lnTo>
                  <a:lnTo>
                    <a:pt x="944560" y="1430742"/>
                  </a:lnTo>
                  <a:lnTo>
                    <a:pt x="945221" y="1430742"/>
                  </a:lnTo>
                  <a:lnTo>
                    <a:pt x="945881" y="1430742"/>
                  </a:lnTo>
                  <a:lnTo>
                    <a:pt x="946542" y="1430742"/>
                  </a:lnTo>
                  <a:lnTo>
                    <a:pt x="947203" y="1430742"/>
                  </a:lnTo>
                  <a:lnTo>
                    <a:pt x="947863" y="1430742"/>
                  </a:lnTo>
                  <a:lnTo>
                    <a:pt x="948524" y="1430742"/>
                  </a:lnTo>
                  <a:lnTo>
                    <a:pt x="949184" y="1430742"/>
                  </a:lnTo>
                  <a:lnTo>
                    <a:pt x="949845" y="1430742"/>
                  </a:lnTo>
                  <a:lnTo>
                    <a:pt x="950505" y="1430742"/>
                  </a:lnTo>
                  <a:lnTo>
                    <a:pt x="951166" y="1430742"/>
                  </a:lnTo>
                  <a:lnTo>
                    <a:pt x="951826" y="1430742"/>
                  </a:lnTo>
                  <a:lnTo>
                    <a:pt x="952487" y="1430742"/>
                  </a:lnTo>
                  <a:lnTo>
                    <a:pt x="953147" y="1430742"/>
                  </a:lnTo>
                  <a:lnTo>
                    <a:pt x="953808" y="1430742"/>
                  </a:lnTo>
                  <a:lnTo>
                    <a:pt x="954468" y="1430742"/>
                  </a:lnTo>
                  <a:lnTo>
                    <a:pt x="955129" y="1430742"/>
                  </a:lnTo>
                  <a:lnTo>
                    <a:pt x="955789" y="1406010"/>
                  </a:lnTo>
                  <a:lnTo>
                    <a:pt x="956450" y="1383432"/>
                  </a:lnTo>
                  <a:lnTo>
                    <a:pt x="957111" y="1343431"/>
                  </a:lnTo>
                  <a:lnTo>
                    <a:pt x="957771" y="1325528"/>
                  </a:lnTo>
                  <a:lnTo>
                    <a:pt x="958432" y="1325528"/>
                  </a:lnTo>
                  <a:lnTo>
                    <a:pt x="959092" y="1343431"/>
                  </a:lnTo>
                  <a:lnTo>
                    <a:pt x="959753" y="1362662"/>
                  </a:lnTo>
                  <a:lnTo>
                    <a:pt x="960413" y="1406010"/>
                  </a:lnTo>
                  <a:lnTo>
                    <a:pt x="961074" y="1430742"/>
                  </a:lnTo>
                  <a:lnTo>
                    <a:pt x="961734" y="1430742"/>
                  </a:lnTo>
                  <a:lnTo>
                    <a:pt x="962395" y="1430742"/>
                  </a:lnTo>
                  <a:lnTo>
                    <a:pt x="963055" y="1430742"/>
                  </a:lnTo>
                  <a:lnTo>
                    <a:pt x="963716" y="1430742"/>
                  </a:lnTo>
                  <a:lnTo>
                    <a:pt x="964376" y="1430742"/>
                  </a:lnTo>
                  <a:lnTo>
                    <a:pt x="965037" y="1430742"/>
                  </a:lnTo>
                  <a:lnTo>
                    <a:pt x="965697" y="1430742"/>
                  </a:lnTo>
                  <a:lnTo>
                    <a:pt x="966358" y="1430742"/>
                  </a:lnTo>
                  <a:lnTo>
                    <a:pt x="967019" y="1430742"/>
                  </a:lnTo>
                  <a:lnTo>
                    <a:pt x="967679" y="1406010"/>
                  </a:lnTo>
                  <a:lnTo>
                    <a:pt x="968340" y="1383432"/>
                  </a:lnTo>
                  <a:lnTo>
                    <a:pt x="969000" y="1343431"/>
                  </a:lnTo>
                  <a:lnTo>
                    <a:pt x="969661" y="1293050"/>
                  </a:lnTo>
                  <a:lnTo>
                    <a:pt x="970321" y="1264188"/>
                  </a:lnTo>
                  <a:lnTo>
                    <a:pt x="970982" y="1264188"/>
                  </a:lnTo>
                  <a:lnTo>
                    <a:pt x="971642" y="1278218"/>
                  </a:lnTo>
                  <a:lnTo>
                    <a:pt x="972303" y="1308781"/>
                  </a:lnTo>
                  <a:lnTo>
                    <a:pt x="972963" y="1362662"/>
                  </a:lnTo>
                  <a:lnTo>
                    <a:pt x="973624" y="1406010"/>
                  </a:lnTo>
                  <a:lnTo>
                    <a:pt x="974284" y="1430742"/>
                  </a:lnTo>
                  <a:lnTo>
                    <a:pt x="974945" y="1430742"/>
                  </a:lnTo>
                  <a:lnTo>
                    <a:pt x="975605" y="1430742"/>
                  </a:lnTo>
                  <a:lnTo>
                    <a:pt x="976266" y="1406010"/>
                  </a:lnTo>
                  <a:lnTo>
                    <a:pt x="976926" y="1383432"/>
                  </a:lnTo>
                  <a:lnTo>
                    <a:pt x="977587" y="1362662"/>
                  </a:lnTo>
                  <a:lnTo>
                    <a:pt x="978248" y="1343431"/>
                  </a:lnTo>
                  <a:lnTo>
                    <a:pt x="978908" y="1325528"/>
                  </a:lnTo>
                  <a:lnTo>
                    <a:pt x="979569" y="1325528"/>
                  </a:lnTo>
                  <a:lnTo>
                    <a:pt x="980229" y="1308781"/>
                  </a:lnTo>
                  <a:lnTo>
                    <a:pt x="980890" y="1308781"/>
                  </a:lnTo>
                  <a:lnTo>
                    <a:pt x="981550" y="1325528"/>
                  </a:lnTo>
                  <a:lnTo>
                    <a:pt x="982211" y="1343431"/>
                  </a:lnTo>
                  <a:lnTo>
                    <a:pt x="982871" y="1362662"/>
                  </a:lnTo>
                  <a:lnTo>
                    <a:pt x="983532" y="1406010"/>
                  </a:lnTo>
                  <a:lnTo>
                    <a:pt x="984192" y="1430742"/>
                  </a:lnTo>
                  <a:lnTo>
                    <a:pt x="984853" y="1430742"/>
                  </a:lnTo>
                  <a:lnTo>
                    <a:pt x="985513" y="1430742"/>
                  </a:lnTo>
                  <a:lnTo>
                    <a:pt x="986174" y="1430742"/>
                  </a:lnTo>
                  <a:lnTo>
                    <a:pt x="986834" y="1430742"/>
                  </a:lnTo>
                  <a:lnTo>
                    <a:pt x="987495" y="1430742"/>
                  </a:lnTo>
                  <a:lnTo>
                    <a:pt x="988156" y="1430742"/>
                  </a:lnTo>
                  <a:lnTo>
                    <a:pt x="988816" y="1430742"/>
                  </a:lnTo>
                  <a:lnTo>
                    <a:pt x="989477" y="1430742"/>
                  </a:lnTo>
                  <a:lnTo>
                    <a:pt x="990137" y="1430742"/>
                  </a:lnTo>
                  <a:lnTo>
                    <a:pt x="990798" y="1406010"/>
                  </a:lnTo>
                  <a:lnTo>
                    <a:pt x="991458" y="1343431"/>
                  </a:lnTo>
                  <a:lnTo>
                    <a:pt x="992119" y="1278218"/>
                  </a:lnTo>
                  <a:lnTo>
                    <a:pt x="992779" y="1206285"/>
                  </a:lnTo>
                  <a:lnTo>
                    <a:pt x="993440" y="1165894"/>
                  </a:lnTo>
                  <a:lnTo>
                    <a:pt x="994100" y="1147836"/>
                  </a:lnTo>
                  <a:lnTo>
                    <a:pt x="994761" y="1165894"/>
                  </a:lnTo>
                  <a:lnTo>
                    <a:pt x="995421" y="1206285"/>
                  </a:lnTo>
                  <a:lnTo>
                    <a:pt x="996082" y="1250878"/>
                  </a:lnTo>
                  <a:lnTo>
                    <a:pt x="996742" y="1264188"/>
                  </a:lnTo>
                  <a:lnTo>
                    <a:pt x="997403" y="1278218"/>
                  </a:lnTo>
                  <a:lnTo>
                    <a:pt x="998064" y="1264188"/>
                  </a:lnTo>
                  <a:lnTo>
                    <a:pt x="998724" y="1250878"/>
                  </a:lnTo>
                  <a:lnTo>
                    <a:pt x="999385" y="1278218"/>
                  </a:lnTo>
                  <a:lnTo>
                    <a:pt x="1000045" y="1325528"/>
                  </a:lnTo>
                  <a:lnTo>
                    <a:pt x="1000706" y="1362662"/>
                  </a:lnTo>
                  <a:lnTo>
                    <a:pt x="1001366" y="1406010"/>
                  </a:lnTo>
                  <a:lnTo>
                    <a:pt x="1002027" y="1430742"/>
                  </a:lnTo>
                  <a:lnTo>
                    <a:pt x="1002687" y="1430742"/>
                  </a:lnTo>
                  <a:lnTo>
                    <a:pt x="1003348" y="1430742"/>
                  </a:lnTo>
                  <a:lnTo>
                    <a:pt x="1004008" y="1430742"/>
                  </a:lnTo>
                  <a:lnTo>
                    <a:pt x="1004669" y="1430742"/>
                  </a:lnTo>
                  <a:lnTo>
                    <a:pt x="1005329" y="1430742"/>
                  </a:lnTo>
                  <a:lnTo>
                    <a:pt x="1005990" y="1406010"/>
                  </a:lnTo>
                  <a:lnTo>
                    <a:pt x="1006650" y="1383432"/>
                  </a:lnTo>
                  <a:lnTo>
                    <a:pt x="1007311" y="1362662"/>
                  </a:lnTo>
                  <a:lnTo>
                    <a:pt x="1007971" y="1343431"/>
                  </a:lnTo>
                  <a:lnTo>
                    <a:pt x="1008632" y="1325528"/>
                  </a:lnTo>
                  <a:lnTo>
                    <a:pt x="1009293" y="1308781"/>
                  </a:lnTo>
                  <a:lnTo>
                    <a:pt x="1009953" y="1264188"/>
                  </a:lnTo>
                  <a:lnTo>
                    <a:pt x="1010614" y="1238218"/>
                  </a:lnTo>
                  <a:lnTo>
                    <a:pt x="1011274" y="1238836"/>
                  </a:lnTo>
                  <a:lnTo>
                    <a:pt x="1011935" y="1251528"/>
                  </a:lnTo>
                  <a:lnTo>
                    <a:pt x="1012595" y="1278940"/>
                  </a:lnTo>
                  <a:lnTo>
                    <a:pt x="1013256" y="1344360"/>
                  </a:lnTo>
                  <a:lnTo>
                    <a:pt x="1013916" y="1407192"/>
                  </a:lnTo>
                  <a:lnTo>
                    <a:pt x="1014577" y="1430742"/>
                  </a:lnTo>
                  <a:lnTo>
                    <a:pt x="1015237" y="1430742"/>
                  </a:lnTo>
                  <a:lnTo>
                    <a:pt x="1015898" y="1430742"/>
                  </a:lnTo>
                  <a:lnTo>
                    <a:pt x="1016558" y="1430742"/>
                  </a:lnTo>
                  <a:lnTo>
                    <a:pt x="1017219" y="1430742"/>
                  </a:lnTo>
                  <a:lnTo>
                    <a:pt x="1017879" y="1430742"/>
                  </a:lnTo>
                  <a:lnTo>
                    <a:pt x="1018540" y="1430742"/>
                  </a:lnTo>
                  <a:lnTo>
                    <a:pt x="1019201" y="1430742"/>
                  </a:lnTo>
                  <a:lnTo>
                    <a:pt x="1019861" y="1430742"/>
                  </a:lnTo>
                  <a:lnTo>
                    <a:pt x="1020522" y="1430742"/>
                  </a:lnTo>
                  <a:lnTo>
                    <a:pt x="1021182" y="1430742"/>
                  </a:lnTo>
                  <a:lnTo>
                    <a:pt x="1021843" y="1430742"/>
                  </a:lnTo>
                  <a:lnTo>
                    <a:pt x="1022503" y="1430742"/>
                  </a:lnTo>
                  <a:lnTo>
                    <a:pt x="1023164" y="1430742"/>
                  </a:lnTo>
                  <a:lnTo>
                    <a:pt x="1023824" y="1430742"/>
                  </a:lnTo>
                  <a:lnTo>
                    <a:pt x="1024485" y="1430742"/>
                  </a:lnTo>
                  <a:lnTo>
                    <a:pt x="1025145" y="1406010"/>
                  </a:lnTo>
                  <a:lnTo>
                    <a:pt x="1025806" y="1362662"/>
                  </a:lnTo>
                  <a:lnTo>
                    <a:pt x="1026466" y="1325528"/>
                  </a:lnTo>
                  <a:lnTo>
                    <a:pt x="1027127" y="1300011"/>
                  </a:lnTo>
                  <a:lnTo>
                    <a:pt x="1027787" y="1270408"/>
                  </a:lnTo>
                  <a:lnTo>
                    <a:pt x="1028448" y="1256783"/>
                  </a:lnTo>
                  <a:lnTo>
                    <a:pt x="1029109" y="1270408"/>
                  </a:lnTo>
                  <a:lnTo>
                    <a:pt x="1029769" y="1300011"/>
                  </a:lnTo>
                  <a:lnTo>
                    <a:pt x="1030430" y="1325528"/>
                  </a:lnTo>
                  <a:lnTo>
                    <a:pt x="1031090" y="1362662"/>
                  </a:lnTo>
                  <a:lnTo>
                    <a:pt x="1031751" y="1406010"/>
                  </a:lnTo>
                  <a:lnTo>
                    <a:pt x="1032411" y="1430742"/>
                  </a:lnTo>
                  <a:lnTo>
                    <a:pt x="1033072" y="1430742"/>
                  </a:lnTo>
                  <a:lnTo>
                    <a:pt x="1033732" y="1430742"/>
                  </a:lnTo>
                  <a:lnTo>
                    <a:pt x="1034393" y="1430742"/>
                  </a:lnTo>
                  <a:lnTo>
                    <a:pt x="1035053" y="1430742"/>
                  </a:lnTo>
                  <a:lnTo>
                    <a:pt x="1035714" y="1430742"/>
                  </a:lnTo>
                  <a:lnTo>
                    <a:pt x="1036374" y="1430742"/>
                  </a:lnTo>
                  <a:lnTo>
                    <a:pt x="1037035" y="1430742"/>
                  </a:lnTo>
                  <a:lnTo>
                    <a:pt x="1037695" y="1430742"/>
                  </a:lnTo>
                  <a:lnTo>
                    <a:pt x="1038356" y="1430742"/>
                  </a:lnTo>
                  <a:lnTo>
                    <a:pt x="1039017" y="1430742"/>
                  </a:lnTo>
                  <a:lnTo>
                    <a:pt x="1039677" y="1430742"/>
                  </a:lnTo>
                  <a:lnTo>
                    <a:pt x="1040338" y="1430742"/>
                  </a:lnTo>
                  <a:lnTo>
                    <a:pt x="1040998" y="1430742"/>
                  </a:lnTo>
                  <a:lnTo>
                    <a:pt x="1041659" y="1430742"/>
                  </a:lnTo>
                  <a:lnTo>
                    <a:pt x="1042319" y="1430742"/>
                  </a:lnTo>
                  <a:lnTo>
                    <a:pt x="1042980" y="1430742"/>
                  </a:lnTo>
                  <a:lnTo>
                    <a:pt x="1043640" y="1430742"/>
                  </a:lnTo>
                  <a:lnTo>
                    <a:pt x="1044301" y="1430742"/>
                  </a:lnTo>
                  <a:lnTo>
                    <a:pt x="1044961" y="1430742"/>
                  </a:lnTo>
                  <a:lnTo>
                    <a:pt x="1045622" y="1430742"/>
                  </a:lnTo>
                  <a:lnTo>
                    <a:pt x="1046282" y="1430742"/>
                  </a:lnTo>
                  <a:lnTo>
                    <a:pt x="1046943" y="1430742"/>
                  </a:lnTo>
                  <a:lnTo>
                    <a:pt x="1047603" y="1430742"/>
                  </a:lnTo>
                  <a:lnTo>
                    <a:pt x="1048264" y="1430742"/>
                  </a:lnTo>
                  <a:lnTo>
                    <a:pt x="1048924" y="1430742"/>
                  </a:lnTo>
                  <a:lnTo>
                    <a:pt x="1049585" y="1430742"/>
                  </a:lnTo>
                  <a:lnTo>
                    <a:pt x="1050246" y="1430742"/>
                  </a:lnTo>
                  <a:lnTo>
                    <a:pt x="1050906" y="1430742"/>
                  </a:lnTo>
                  <a:lnTo>
                    <a:pt x="1051567" y="1430742"/>
                  </a:lnTo>
                  <a:lnTo>
                    <a:pt x="1052227" y="1430742"/>
                  </a:lnTo>
                  <a:lnTo>
                    <a:pt x="1052888" y="1430742"/>
                  </a:lnTo>
                  <a:lnTo>
                    <a:pt x="1053548" y="1430742"/>
                  </a:lnTo>
                  <a:lnTo>
                    <a:pt x="1054209" y="1430742"/>
                  </a:lnTo>
                  <a:lnTo>
                    <a:pt x="1054869" y="1430742"/>
                  </a:lnTo>
                  <a:lnTo>
                    <a:pt x="1055530" y="1430742"/>
                  </a:lnTo>
                  <a:lnTo>
                    <a:pt x="1056190" y="1430742"/>
                  </a:lnTo>
                  <a:lnTo>
                    <a:pt x="1056851" y="1430742"/>
                  </a:lnTo>
                  <a:lnTo>
                    <a:pt x="1057511" y="1430742"/>
                  </a:lnTo>
                  <a:lnTo>
                    <a:pt x="1058172" y="1430742"/>
                  </a:lnTo>
                  <a:lnTo>
                    <a:pt x="1058832" y="1430742"/>
                  </a:lnTo>
                  <a:lnTo>
                    <a:pt x="1059493" y="1430742"/>
                  </a:lnTo>
                  <a:lnTo>
                    <a:pt x="1060154" y="1430742"/>
                  </a:lnTo>
                  <a:lnTo>
                    <a:pt x="1060814" y="1430742"/>
                  </a:lnTo>
                  <a:lnTo>
                    <a:pt x="1061475" y="1430742"/>
                  </a:lnTo>
                  <a:lnTo>
                    <a:pt x="1062135" y="1430742"/>
                  </a:lnTo>
                  <a:lnTo>
                    <a:pt x="1062796" y="1430742"/>
                  </a:lnTo>
                  <a:lnTo>
                    <a:pt x="1063456" y="1430742"/>
                  </a:lnTo>
                  <a:lnTo>
                    <a:pt x="1064117" y="1430742"/>
                  </a:lnTo>
                  <a:lnTo>
                    <a:pt x="1064777" y="1430742"/>
                  </a:lnTo>
                  <a:lnTo>
                    <a:pt x="1065438" y="1430742"/>
                  </a:lnTo>
                  <a:lnTo>
                    <a:pt x="1066098" y="1430742"/>
                  </a:lnTo>
                  <a:lnTo>
                    <a:pt x="1066759" y="1430742"/>
                  </a:lnTo>
                  <a:lnTo>
                    <a:pt x="1067419" y="1430742"/>
                  </a:lnTo>
                  <a:lnTo>
                    <a:pt x="1068080" y="1430742"/>
                  </a:lnTo>
                  <a:lnTo>
                    <a:pt x="1068740" y="1430742"/>
                  </a:lnTo>
                  <a:lnTo>
                    <a:pt x="1069401" y="1430742"/>
                  </a:lnTo>
                  <a:lnTo>
                    <a:pt x="1070062" y="1430742"/>
                  </a:lnTo>
                  <a:lnTo>
                    <a:pt x="1070722" y="1430742"/>
                  </a:lnTo>
                  <a:lnTo>
                    <a:pt x="1071383" y="1430742"/>
                  </a:lnTo>
                  <a:lnTo>
                    <a:pt x="1072043" y="1430742"/>
                  </a:lnTo>
                  <a:lnTo>
                    <a:pt x="1072704" y="1430742"/>
                  </a:lnTo>
                  <a:lnTo>
                    <a:pt x="1073364" y="1430742"/>
                  </a:lnTo>
                  <a:lnTo>
                    <a:pt x="1074025" y="1430742"/>
                  </a:lnTo>
                  <a:lnTo>
                    <a:pt x="1074685" y="1430742"/>
                  </a:lnTo>
                  <a:lnTo>
                    <a:pt x="1075346" y="1430742"/>
                  </a:lnTo>
                  <a:lnTo>
                    <a:pt x="1076006" y="1430742"/>
                  </a:lnTo>
                  <a:lnTo>
                    <a:pt x="1076667" y="1430742"/>
                  </a:lnTo>
                  <a:lnTo>
                    <a:pt x="1077327" y="1430742"/>
                  </a:lnTo>
                  <a:lnTo>
                    <a:pt x="1077988" y="1430742"/>
                  </a:lnTo>
                  <a:lnTo>
                    <a:pt x="1078648" y="1430742"/>
                  </a:lnTo>
                  <a:lnTo>
                    <a:pt x="1079309" y="1430742"/>
                  </a:lnTo>
                  <a:lnTo>
                    <a:pt x="1079969" y="1430742"/>
                  </a:lnTo>
                  <a:lnTo>
                    <a:pt x="1080630" y="1430742"/>
                  </a:lnTo>
                  <a:lnTo>
                    <a:pt x="1081291" y="1430742"/>
                  </a:lnTo>
                  <a:lnTo>
                    <a:pt x="1081951" y="1430742"/>
                  </a:lnTo>
                  <a:lnTo>
                    <a:pt x="1082612" y="1430742"/>
                  </a:lnTo>
                  <a:lnTo>
                    <a:pt x="1083272" y="1430742"/>
                  </a:lnTo>
                  <a:lnTo>
                    <a:pt x="1083933" y="1406010"/>
                  </a:lnTo>
                  <a:lnTo>
                    <a:pt x="1084593" y="1362662"/>
                  </a:lnTo>
                  <a:lnTo>
                    <a:pt x="1085254" y="1343431"/>
                  </a:lnTo>
                  <a:lnTo>
                    <a:pt x="1085914" y="1325528"/>
                  </a:lnTo>
                  <a:lnTo>
                    <a:pt x="1086575" y="1325528"/>
                  </a:lnTo>
                  <a:lnTo>
                    <a:pt x="1087235" y="1343431"/>
                  </a:lnTo>
                  <a:lnTo>
                    <a:pt x="1087896" y="1383432"/>
                  </a:lnTo>
                  <a:lnTo>
                    <a:pt x="1088556" y="1406010"/>
                  </a:lnTo>
                  <a:lnTo>
                    <a:pt x="1089217" y="1430742"/>
                  </a:lnTo>
                  <a:lnTo>
                    <a:pt x="1089877" y="1406010"/>
                  </a:lnTo>
                  <a:lnTo>
                    <a:pt x="1090538" y="1362662"/>
                  </a:lnTo>
                  <a:lnTo>
                    <a:pt x="1091199" y="1325528"/>
                  </a:lnTo>
                  <a:lnTo>
                    <a:pt x="1091859" y="1325528"/>
                  </a:lnTo>
                  <a:lnTo>
                    <a:pt x="1092520" y="1325528"/>
                  </a:lnTo>
                  <a:lnTo>
                    <a:pt x="1093180" y="1343431"/>
                  </a:lnTo>
                  <a:lnTo>
                    <a:pt x="1093841" y="1383432"/>
                  </a:lnTo>
                  <a:lnTo>
                    <a:pt x="1094501" y="1430742"/>
                  </a:lnTo>
                  <a:lnTo>
                    <a:pt x="1095162" y="1430742"/>
                  </a:lnTo>
                  <a:lnTo>
                    <a:pt x="1095822" y="1430742"/>
                  </a:lnTo>
                  <a:lnTo>
                    <a:pt x="1096483" y="1406010"/>
                  </a:lnTo>
                  <a:lnTo>
                    <a:pt x="1097143" y="1362662"/>
                  </a:lnTo>
                  <a:lnTo>
                    <a:pt x="1097804" y="1325528"/>
                  </a:lnTo>
                  <a:lnTo>
                    <a:pt x="1098464" y="1293050"/>
                  </a:lnTo>
                  <a:lnTo>
                    <a:pt x="1099125" y="1278218"/>
                  </a:lnTo>
                  <a:lnTo>
                    <a:pt x="1099785" y="1293050"/>
                  </a:lnTo>
                  <a:lnTo>
                    <a:pt x="1100446" y="1325528"/>
                  </a:lnTo>
                  <a:lnTo>
                    <a:pt x="1101107" y="1355768"/>
                  </a:lnTo>
                  <a:lnTo>
                    <a:pt x="1101767" y="1375972"/>
                  </a:lnTo>
                  <a:lnTo>
                    <a:pt x="1102428" y="1355768"/>
                  </a:lnTo>
                  <a:lnTo>
                    <a:pt x="1103088" y="1337024"/>
                  </a:lnTo>
                  <a:lnTo>
                    <a:pt x="1103749" y="1290015"/>
                  </a:lnTo>
                  <a:lnTo>
                    <a:pt x="1104409" y="1252832"/>
                  </a:lnTo>
                  <a:lnTo>
                    <a:pt x="1105070" y="1240078"/>
                  </a:lnTo>
                  <a:lnTo>
                    <a:pt x="1105730" y="1250230"/>
                  </a:lnTo>
                  <a:lnTo>
                    <a:pt x="1106391" y="1250230"/>
                  </a:lnTo>
                  <a:lnTo>
                    <a:pt x="1107051" y="1261471"/>
                  </a:lnTo>
                  <a:lnTo>
                    <a:pt x="1107712" y="1275351"/>
                  </a:lnTo>
                  <a:lnTo>
                    <a:pt x="1108372" y="1290015"/>
                  </a:lnTo>
                  <a:lnTo>
                    <a:pt x="1109033" y="1308781"/>
                  </a:lnTo>
                  <a:lnTo>
                    <a:pt x="1109693" y="1325528"/>
                  </a:lnTo>
                  <a:lnTo>
                    <a:pt x="1110354" y="1362662"/>
                  </a:lnTo>
                  <a:lnTo>
                    <a:pt x="1111015" y="1406010"/>
                  </a:lnTo>
                  <a:lnTo>
                    <a:pt x="1111675" y="1430742"/>
                  </a:lnTo>
                  <a:lnTo>
                    <a:pt x="1112336" y="1406010"/>
                  </a:lnTo>
                  <a:lnTo>
                    <a:pt x="1112996" y="1362662"/>
                  </a:lnTo>
                  <a:lnTo>
                    <a:pt x="1113657" y="1343431"/>
                  </a:lnTo>
                  <a:lnTo>
                    <a:pt x="1114317" y="1343431"/>
                  </a:lnTo>
                  <a:lnTo>
                    <a:pt x="1114978" y="1343431"/>
                  </a:lnTo>
                  <a:lnTo>
                    <a:pt x="1115638" y="1362662"/>
                  </a:lnTo>
                  <a:lnTo>
                    <a:pt x="1116299" y="1406010"/>
                  </a:lnTo>
                  <a:lnTo>
                    <a:pt x="1116959" y="1430742"/>
                  </a:lnTo>
                  <a:lnTo>
                    <a:pt x="1117620" y="1430742"/>
                  </a:lnTo>
                  <a:lnTo>
                    <a:pt x="1118280" y="1430742"/>
                  </a:lnTo>
                  <a:lnTo>
                    <a:pt x="1118941" y="1430742"/>
                  </a:lnTo>
                  <a:lnTo>
                    <a:pt x="1119601" y="1430742"/>
                  </a:lnTo>
                  <a:lnTo>
                    <a:pt x="1120262" y="1430742"/>
                  </a:lnTo>
                  <a:lnTo>
                    <a:pt x="1120922" y="1430742"/>
                  </a:lnTo>
                  <a:lnTo>
                    <a:pt x="1121583" y="1430742"/>
                  </a:lnTo>
                  <a:lnTo>
                    <a:pt x="1122244" y="1430742"/>
                  </a:lnTo>
                  <a:lnTo>
                    <a:pt x="1122904" y="1430742"/>
                  </a:lnTo>
                  <a:lnTo>
                    <a:pt x="1123565" y="1430742"/>
                  </a:lnTo>
                  <a:lnTo>
                    <a:pt x="1124225" y="1430742"/>
                  </a:lnTo>
                  <a:lnTo>
                    <a:pt x="1124886" y="1430742"/>
                  </a:lnTo>
                  <a:lnTo>
                    <a:pt x="1125546" y="1430742"/>
                  </a:lnTo>
                  <a:lnTo>
                    <a:pt x="1126207" y="1430742"/>
                  </a:lnTo>
                  <a:lnTo>
                    <a:pt x="1126867" y="1430742"/>
                  </a:lnTo>
                  <a:lnTo>
                    <a:pt x="1127528" y="1430742"/>
                  </a:lnTo>
                  <a:lnTo>
                    <a:pt x="1128188" y="1430742"/>
                  </a:lnTo>
                  <a:lnTo>
                    <a:pt x="1128849" y="1430742"/>
                  </a:lnTo>
                  <a:lnTo>
                    <a:pt x="1129509" y="1430742"/>
                  </a:lnTo>
                  <a:lnTo>
                    <a:pt x="1130170" y="1430742"/>
                  </a:lnTo>
                  <a:lnTo>
                    <a:pt x="1130830" y="1430742"/>
                  </a:lnTo>
                  <a:lnTo>
                    <a:pt x="1131491" y="1430742"/>
                  </a:lnTo>
                  <a:lnTo>
                    <a:pt x="1132152" y="1430742"/>
                  </a:lnTo>
                  <a:lnTo>
                    <a:pt x="1132812" y="1430742"/>
                  </a:lnTo>
                  <a:lnTo>
                    <a:pt x="1133473" y="1430742"/>
                  </a:lnTo>
                  <a:lnTo>
                    <a:pt x="1134133" y="1430742"/>
                  </a:lnTo>
                  <a:lnTo>
                    <a:pt x="1134794" y="1430742"/>
                  </a:lnTo>
                  <a:lnTo>
                    <a:pt x="1135454" y="1430742"/>
                  </a:lnTo>
                  <a:lnTo>
                    <a:pt x="1136115" y="1430742"/>
                  </a:lnTo>
                  <a:lnTo>
                    <a:pt x="1136775" y="1430742"/>
                  </a:lnTo>
                  <a:lnTo>
                    <a:pt x="1137436" y="1430742"/>
                  </a:lnTo>
                  <a:lnTo>
                    <a:pt x="1138096" y="1430742"/>
                  </a:lnTo>
                  <a:lnTo>
                    <a:pt x="1138757" y="1430742"/>
                  </a:lnTo>
                  <a:lnTo>
                    <a:pt x="1139417" y="1430742"/>
                  </a:lnTo>
                  <a:lnTo>
                    <a:pt x="1140078" y="1430742"/>
                  </a:lnTo>
                  <a:lnTo>
                    <a:pt x="1140738" y="1430742"/>
                  </a:lnTo>
                  <a:lnTo>
                    <a:pt x="1141399" y="1430742"/>
                  </a:lnTo>
                  <a:lnTo>
                    <a:pt x="1142060" y="1416849"/>
                  </a:lnTo>
                  <a:lnTo>
                    <a:pt x="1142720" y="1393350"/>
                  </a:lnTo>
                  <a:lnTo>
                    <a:pt x="1143381" y="1351909"/>
                  </a:lnTo>
                  <a:lnTo>
                    <a:pt x="1144041" y="1333432"/>
                  </a:lnTo>
                  <a:lnTo>
                    <a:pt x="1144702" y="1316184"/>
                  </a:lnTo>
                  <a:lnTo>
                    <a:pt x="1145362" y="1325528"/>
                  </a:lnTo>
                  <a:lnTo>
                    <a:pt x="1146023" y="1343431"/>
                  </a:lnTo>
                  <a:lnTo>
                    <a:pt x="1146683" y="1383432"/>
                  </a:lnTo>
                  <a:lnTo>
                    <a:pt x="1147344" y="1406010"/>
                  </a:lnTo>
                  <a:lnTo>
                    <a:pt x="1148004" y="1430742"/>
                  </a:lnTo>
                  <a:lnTo>
                    <a:pt x="1148665" y="1430742"/>
                  </a:lnTo>
                  <a:lnTo>
                    <a:pt x="1149325" y="1430742"/>
                  </a:lnTo>
                  <a:lnTo>
                    <a:pt x="1149986" y="1430742"/>
                  </a:lnTo>
                  <a:lnTo>
                    <a:pt x="1150646" y="1430742"/>
                  </a:lnTo>
                  <a:lnTo>
                    <a:pt x="1151307" y="1430742"/>
                  </a:lnTo>
                  <a:lnTo>
                    <a:pt x="1151967" y="1430742"/>
                  </a:lnTo>
                  <a:lnTo>
                    <a:pt x="1152628" y="1430742"/>
                  </a:lnTo>
                  <a:lnTo>
                    <a:pt x="1153289" y="1430742"/>
                  </a:lnTo>
                  <a:lnTo>
                    <a:pt x="1153949" y="1430742"/>
                  </a:lnTo>
                  <a:lnTo>
                    <a:pt x="1154610" y="1430742"/>
                  </a:lnTo>
                  <a:lnTo>
                    <a:pt x="1155270" y="1406010"/>
                  </a:lnTo>
                  <a:lnTo>
                    <a:pt x="1155931" y="1383432"/>
                  </a:lnTo>
                  <a:lnTo>
                    <a:pt x="1156591" y="1359685"/>
                  </a:lnTo>
                  <a:lnTo>
                    <a:pt x="1157252" y="1340666"/>
                  </a:lnTo>
                  <a:lnTo>
                    <a:pt x="1157912" y="1340666"/>
                  </a:lnTo>
                  <a:lnTo>
                    <a:pt x="1158573" y="1359685"/>
                  </a:lnTo>
                  <a:lnTo>
                    <a:pt x="1159233" y="1380208"/>
                  </a:lnTo>
                  <a:lnTo>
                    <a:pt x="1159894" y="1406010"/>
                  </a:lnTo>
                  <a:lnTo>
                    <a:pt x="1160554" y="1430742"/>
                  </a:lnTo>
                  <a:lnTo>
                    <a:pt x="1161215" y="1430742"/>
                  </a:lnTo>
                  <a:lnTo>
                    <a:pt x="1161875" y="1430742"/>
                  </a:lnTo>
                  <a:lnTo>
                    <a:pt x="1162536" y="1430742"/>
                  </a:lnTo>
                  <a:lnTo>
                    <a:pt x="1163197" y="1430742"/>
                  </a:lnTo>
                  <a:lnTo>
                    <a:pt x="1163857" y="1430742"/>
                  </a:lnTo>
                  <a:lnTo>
                    <a:pt x="1164518" y="1430742"/>
                  </a:lnTo>
                  <a:lnTo>
                    <a:pt x="1165178" y="1430742"/>
                  </a:lnTo>
                  <a:lnTo>
                    <a:pt x="1165839" y="1430742"/>
                  </a:lnTo>
                  <a:lnTo>
                    <a:pt x="1166499" y="1430742"/>
                  </a:lnTo>
                  <a:lnTo>
                    <a:pt x="1167160" y="1406010"/>
                  </a:lnTo>
                  <a:lnTo>
                    <a:pt x="1167820" y="1362662"/>
                  </a:lnTo>
                  <a:lnTo>
                    <a:pt x="1168481" y="1343431"/>
                  </a:lnTo>
                  <a:lnTo>
                    <a:pt x="1169141" y="1325528"/>
                  </a:lnTo>
                  <a:lnTo>
                    <a:pt x="1169802" y="1293050"/>
                  </a:lnTo>
                  <a:lnTo>
                    <a:pt x="1170462" y="1293050"/>
                  </a:lnTo>
                  <a:lnTo>
                    <a:pt x="1171123" y="1325528"/>
                  </a:lnTo>
                  <a:lnTo>
                    <a:pt x="1171783" y="1343431"/>
                  </a:lnTo>
                  <a:lnTo>
                    <a:pt x="1172444" y="1362662"/>
                  </a:lnTo>
                  <a:lnTo>
                    <a:pt x="1173105" y="1406010"/>
                  </a:lnTo>
                  <a:lnTo>
                    <a:pt x="1173765" y="1430742"/>
                  </a:lnTo>
                  <a:lnTo>
                    <a:pt x="1174426" y="1430742"/>
                  </a:lnTo>
                  <a:lnTo>
                    <a:pt x="1175086" y="1430742"/>
                  </a:lnTo>
                  <a:lnTo>
                    <a:pt x="1175747" y="1430742"/>
                  </a:lnTo>
                  <a:lnTo>
                    <a:pt x="1176407" y="1430742"/>
                  </a:lnTo>
                  <a:lnTo>
                    <a:pt x="1177068" y="1406010"/>
                  </a:lnTo>
                  <a:lnTo>
                    <a:pt x="1177728" y="1383432"/>
                  </a:lnTo>
                  <a:lnTo>
                    <a:pt x="1178389" y="1343431"/>
                  </a:lnTo>
                  <a:lnTo>
                    <a:pt x="1179049" y="1325528"/>
                  </a:lnTo>
                  <a:lnTo>
                    <a:pt x="1179710" y="1308781"/>
                  </a:lnTo>
                  <a:lnTo>
                    <a:pt x="1180370" y="1293050"/>
                  </a:lnTo>
                  <a:lnTo>
                    <a:pt x="1181031" y="1293050"/>
                  </a:lnTo>
                  <a:lnTo>
                    <a:pt x="1181691" y="1325528"/>
                  </a:lnTo>
                  <a:lnTo>
                    <a:pt x="1182352" y="1325528"/>
                  </a:lnTo>
                  <a:lnTo>
                    <a:pt x="1183013" y="1308781"/>
                  </a:lnTo>
                  <a:lnTo>
                    <a:pt x="1183673" y="1325528"/>
                  </a:lnTo>
                  <a:lnTo>
                    <a:pt x="1184334" y="1331655"/>
                  </a:lnTo>
                  <a:lnTo>
                    <a:pt x="1184994" y="1331655"/>
                  </a:lnTo>
                  <a:lnTo>
                    <a:pt x="1185655" y="1350001"/>
                  </a:lnTo>
                  <a:lnTo>
                    <a:pt x="1186315" y="1391113"/>
                  </a:lnTo>
                  <a:lnTo>
                    <a:pt x="1186976" y="1414401"/>
                  </a:lnTo>
                  <a:lnTo>
                    <a:pt x="1187636" y="1430742"/>
                  </a:lnTo>
                  <a:lnTo>
                    <a:pt x="1188297" y="1406010"/>
                  </a:lnTo>
                  <a:lnTo>
                    <a:pt x="1188957" y="1362662"/>
                  </a:lnTo>
                  <a:lnTo>
                    <a:pt x="1189618" y="1343431"/>
                  </a:lnTo>
                  <a:lnTo>
                    <a:pt x="1190278" y="1343431"/>
                  </a:lnTo>
                  <a:lnTo>
                    <a:pt x="1190939" y="1343431"/>
                  </a:lnTo>
                  <a:lnTo>
                    <a:pt x="1191599" y="1362662"/>
                  </a:lnTo>
                  <a:lnTo>
                    <a:pt x="1192260" y="1406010"/>
                  </a:lnTo>
                  <a:lnTo>
                    <a:pt x="1192920" y="1366685"/>
                  </a:lnTo>
                  <a:lnTo>
                    <a:pt x="1193581" y="1309594"/>
                  </a:lnTo>
                  <a:lnTo>
                    <a:pt x="1194242" y="1264872"/>
                  </a:lnTo>
                  <a:lnTo>
                    <a:pt x="1194902" y="1226737"/>
                  </a:lnTo>
                  <a:lnTo>
                    <a:pt x="1195563" y="1215176"/>
                  </a:lnTo>
                  <a:lnTo>
                    <a:pt x="1196223" y="1248939"/>
                  </a:lnTo>
                  <a:lnTo>
                    <a:pt x="1196884" y="1293050"/>
                  </a:lnTo>
                  <a:lnTo>
                    <a:pt x="1197544" y="1343431"/>
                  </a:lnTo>
                  <a:lnTo>
                    <a:pt x="1198205" y="1406010"/>
                  </a:lnTo>
                  <a:lnTo>
                    <a:pt x="1198865" y="1430742"/>
                  </a:lnTo>
                  <a:lnTo>
                    <a:pt x="1199526" y="1406010"/>
                  </a:lnTo>
                  <a:lnTo>
                    <a:pt x="1200186" y="1362662"/>
                  </a:lnTo>
                  <a:lnTo>
                    <a:pt x="1200847" y="1327264"/>
                  </a:lnTo>
                  <a:lnTo>
                    <a:pt x="1201507" y="1327264"/>
                  </a:lnTo>
                  <a:lnTo>
                    <a:pt x="1202168" y="1327264"/>
                  </a:lnTo>
                  <a:lnTo>
                    <a:pt x="1202828" y="1345292"/>
                  </a:lnTo>
                  <a:lnTo>
                    <a:pt x="1203489" y="1357719"/>
                  </a:lnTo>
                  <a:lnTo>
                    <a:pt x="1204150" y="1319543"/>
                  </a:lnTo>
                  <a:lnTo>
                    <a:pt x="1204810" y="1259452"/>
                  </a:lnTo>
                  <a:lnTo>
                    <a:pt x="1205471" y="1245104"/>
                  </a:lnTo>
                  <a:lnTo>
                    <a:pt x="1206131" y="1245104"/>
                  </a:lnTo>
                  <a:lnTo>
                    <a:pt x="1206792" y="1262826"/>
                  </a:lnTo>
                  <a:lnTo>
                    <a:pt x="1207452" y="1323804"/>
                  </a:lnTo>
                  <a:lnTo>
                    <a:pt x="1208113" y="1403662"/>
                  </a:lnTo>
                  <a:lnTo>
                    <a:pt x="1208773" y="1430742"/>
                  </a:lnTo>
                  <a:lnTo>
                    <a:pt x="1209434" y="1430742"/>
                  </a:lnTo>
                  <a:lnTo>
                    <a:pt x="1210094" y="1413186"/>
                  </a:lnTo>
                  <a:lnTo>
                    <a:pt x="1210755" y="1368720"/>
                  </a:lnTo>
                  <a:lnTo>
                    <a:pt x="1211415" y="1297670"/>
                  </a:lnTo>
                  <a:lnTo>
                    <a:pt x="1212076" y="1268318"/>
                  </a:lnTo>
                  <a:lnTo>
                    <a:pt x="1212736" y="1268318"/>
                  </a:lnTo>
                  <a:lnTo>
                    <a:pt x="1213397" y="1278218"/>
                  </a:lnTo>
                  <a:lnTo>
                    <a:pt x="1214058" y="1308781"/>
                  </a:lnTo>
                  <a:lnTo>
                    <a:pt x="1214718" y="1383432"/>
                  </a:lnTo>
                  <a:lnTo>
                    <a:pt x="1215379" y="1430742"/>
                  </a:lnTo>
                  <a:lnTo>
                    <a:pt x="1216039" y="1430742"/>
                  </a:lnTo>
                  <a:lnTo>
                    <a:pt x="1216700" y="1406010"/>
                  </a:lnTo>
                  <a:lnTo>
                    <a:pt x="1217360" y="1362662"/>
                  </a:lnTo>
                  <a:lnTo>
                    <a:pt x="1218021" y="1308781"/>
                  </a:lnTo>
                  <a:lnTo>
                    <a:pt x="1218681" y="1278218"/>
                  </a:lnTo>
                  <a:lnTo>
                    <a:pt x="1219342" y="1214611"/>
                  </a:lnTo>
                  <a:lnTo>
                    <a:pt x="1220002" y="1163567"/>
                  </a:lnTo>
                  <a:lnTo>
                    <a:pt x="1220663" y="1113186"/>
                  </a:lnTo>
                  <a:lnTo>
                    <a:pt x="1221323" y="1105664"/>
                  </a:lnTo>
                  <a:lnTo>
                    <a:pt x="1221984" y="1120932"/>
                  </a:lnTo>
                  <a:lnTo>
                    <a:pt x="1222644" y="1163567"/>
                  </a:lnTo>
                  <a:lnTo>
                    <a:pt x="1223305" y="1226146"/>
                  </a:lnTo>
                  <a:lnTo>
                    <a:pt x="1223965" y="1343431"/>
                  </a:lnTo>
                  <a:lnTo>
                    <a:pt x="1224626" y="1430742"/>
                  </a:lnTo>
                  <a:lnTo>
                    <a:pt x="1225287" y="1430742"/>
                  </a:lnTo>
                  <a:lnTo>
                    <a:pt x="1225947" y="1430742"/>
                  </a:lnTo>
                  <a:lnTo>
                    <a:pt x="1226608" y="1430742"/>
                  </a:lnTo>
                  <a:lnTo>
                    <a:pt x="1227268" y="1430742"/>
                  </a:lnTo>
                  <a:lnTo>
                    <a:pt x="1227929" y="1430742"/>
                  </a:lnTo>
                  <a:lnTo>
                    <a:pt x="1228589" y="1430742"/>
                  </a:lnTo>
                  <a:lnTo>
                    <a:pt x="1229250" y="1430742"/>
                  </a:lnTo>
                  <a:lnTo>
                    <a:pt x="1229910" y="1430742"/>
                  </a:lnTo>
                  <a:lnTo>
                    <a:pt x="1230571" y="1430742"/>
                  </a:lnTo>
                  <a:lnTo>
                    <a:pt x="1231231" y="1430742"/>
                  </a:lnTo>
                  <a:lnTo>
                    <a:pt x="1231892" y="1430742"/>
                  </a:lnTo>
                  <a:lnTo>
                    <a:pt x="1232552" y="1430742"/>
                  </a:lnTo>
                  <a:lnTo>
                    <a:pt x="1233213" y="1424335"/>
                  </a:lnTo>
                  <a:lnTo>
                    <a:pt x="1233873" y="1400179"/>
                  </a:lnTo>
                  <a:lnTo>
                    <a:pt x="1234534" y="1378081"/>
                  </a:lnTo>
                  <a:lnTo>
                    <a:pt x="1235195" y="1357719"/>
                  </a:lnTo>
                  <a:lnTo>
                    <a:pt x="1235855" y="1338839"/>
                  </a:lnTo>
                  <a:lnTo>
                    <a:pt x="1236516" y="1343431"/>
                  </a:lnTo>
                  <a:lnTo>
                    <a:pt x="1237176" y="1362662"/>
                  </a:lnTo>
                  <a:lnTo>
                    <a:pt x="1237837" y="1383432"/>
                  </a:lnTo>
                  <a:lnTo>
                    <a:pt x="1238497" y="1406010"/>
                  </a:lnTo>
                  <a:lnTo>
                    <a:pt x="1239158" y="1430742"/>
                  </a:lnTo>
                  <a:lnTo>
                    <a:pt x="1239818" y="1430742"/>
                  </a:lnTo>
                  <a:lnTo>
                    <a:pt x="1240479" y="1430742"/>
                  </a:lnTo>
                  <a:lnTo>
                    <a:pt x="1241139" y="1430742"/>
                  </a:lnTo>
                  <a:lnTo>
                    <a:pt x="1241800" y="1406010"/>
                  </a:lnTo>
                  <a:lnTo>
                    <a:pt x="1242460" y="1362662"/>
                  </a:lnTo>
                  <a:lnTo>
                    <a:pt x="1243121" y="1299229"/>
                  </a:lnTo>
                  <a:lnTo>
                    <a:pt x="1243781" y="1263506"/>
                  </a:lnTo>
                  <a:lnTo>
                    <a:pt x="1244442" y="1263506"/>
                  </a:lnTo>
                  <a:lnTo>
                    <a:pt x="1245103" y="1277498"/>
                  </a:lnTo>
                  <a:lnTo>
                    <a:pt x="1245763" y="1307972"/>
                  </a:lnTo>
                  <a:lnTo>
                    <a:pt x="1246424" y="1373879"/>
                  </a:lnTo>
                  <a:lnTo>
                    <a:pt x="1247084" y="1430742"/>
                  </a:lnTo>
                  <a:lnTo>
                    <a:pt x="1247745" y="1430742"/>
                  </a:lnTo>
                  <a:lnTo>
                    <a:pt x="1248405" y="1430742"/>
                  </a:lnTo>
                  <a:lnTo>
                    <a:pt x="1249066" y="1430742"/>
                  </a:lnTo>
                  <a:lnTo>
                    <a:pt x="1249726" y="1430742"/>
                  </a:lnTo>
                  <a:lnTo>
                    <a:pt x="1250387" y="1430742"/>
                  </a:lnTo>
                  <a:lnTo>
                    <a:pt x="1251047" y="1430742"/>
                  </a:lnTo>
                  <a:lnTo>
                    <a:pt x="1251708" y="1430742"/>
                  </a:lnTo>
                  <a:lnTo>
                    <a:pt x="1252368" y="1430742"/>
                  </a:lnTo>
                  <a:lnTo>
                    <a:pt x="1253029" y="1430742"/>
                  </a:lnTo>
                  <a:lnTo>
                    <a:pt x="1253689" y="1430742"/>
                  </a:lnTo>
                  <a:lnTo>
                    <a:pt x="1254350" y="1430742"/>
                  </a:lnTo>
                  <a:lnTo>
                    <a:pt x="1255011" y="1430742"/>
                  </a:lnTo>
                  <a:lnTo>
                    <a:pt x="1255671" y="1430742"/>
                  </a:lnTo>
                  <a:lnTo>
                    <a:pt x="1256332" y="1430742"/>
                  </a:lnTo>
                  <a:lnTo>
                    <a:pt x="1256992" y="1430742"/>
                  </a:lnTo>
                  <a:lnTo>
                    <a:pt x="1257653" y="1430742"/>
                  </a:lnTo>
                  <a:lnTo>
                    <a:pt x="1258313" y="1430742"/>
                  </a:lnTo>
                  <a:lnTo>
                    <a:pt x="1258974" y="1430742"/>
                  </a:lnTo>
                  <a:lnTo>
                    <a:pt x="1259634" y="1430742"/>
                  </a:lnTo>
                  <a:lnTo>
                    <a:pt x="1260295" y="1430742"/>
                  </a:lnTo>
                  <a:lnTo>
                    <a:pt x="1260955" y="1430742"/>
                  </a:lnTo>
                  <a:lnTo>
                    <a:pt x="1261616" y="1430742"/>
                  </a:lnTo>
                  <a:lnTo>
                    <a:pt x="1262276" y="1406010"/>
                  </a:lnTo>
                  <a:lnTo>
                    <a:pt x="1262937" y="1383432"/>
                  </a:lnTo>
                  <a:lnTo>
                    <a:pt x="1263597" y="1343431"/>
                  </a:lnTo>
                  <a:lnTo>
                    <a:pt x="1264258" y="1325528"/>
                  </a:lnTo>
                  <a:lnTo>
                    <a:pt x="1264918" y="1325528"/>
                  </a:lnTo>
                  <a:lnTo>
                    <a:pt x="1265579" y="1343431"/>
                  </a:lnTo>
                  <a:lnTo>
                    <a:pt x="1266240" y="1362662"/>
                  </a:lnTo>
                  <a:lnTo>
                    <a:pt x="1266900" y="1406010"/>
                  </a:lnTo>
                  <a:lnTo>
                    <a:pt x="1267561" y="1430742"/>
                  </a:lnTo>
                  <a:lnTo>
                    <a:pt x="1268221" y="1430742"/>
                  </a:lnTo>
                  <a:lnTo>
                    <a:pt x="1268882" y="1430742"/>
                  </a:lnTo>
                  <a:lnTo>
                    <a:pt x="1269542" y="1430742"/>
                  </a:lnTo>
                  <a:lnTo>
                    <a:pt x="1270203" y="1406010"/>
                  </a:lnTo>
                  <a:lnTo>
                    <a:pt x="1270863" y="1383432"/>
                  </a:lnTo>
                  <a:lnTo>
                    <a:pt x="1271524" y="1362662"/>
                  </a:lnTo>
                  <a:lnTo>
                    <a:pt x="1272184" y="1343431"/>
                  </a:lnTo>
                  <a:lnTo>
                    <a:pt x="1272845" y="1325528"/>
                  </a:lnTo>
                  <a:lnTo>
                    <a:pt x="1273505" y="1343431"/>
                  </a:lnTo>
                  <a:lnTo>
                    <a:pt x="1274166" y="1362662"/>
                  </a:lnTo>
                  <a:lnTo>
                    <a:pt x="1274826" y="1383432"/>
                  </a:lnTo>
                  <a:lnTo>
                    <a:pt x="1275487" y="1406010"/>
                  </a:lnTo>
                  <a:lnTo>
                    <a:pt x="1276148" y="1406010"/>
                  </a:lnTo>
                  <a:lnTo>
                    <a:pt x="1276808" y="1362662"/>
                  </a:lnTo>
                  <a:lnTo>
                    <a:pt x="1277469" y="1333432"/>
                  </a:lnTo>
                  <a:lnTo>
                    <a:pt x="1278129" y="1333432"/>
                  </a:lnTo>
                  <a:lnTo>
                    <a:pt x="1278790" y="1333432"/>
                  </a:lnTo>
                  <a:lnTo>
                    <a:pt x="1279450" y="1351909"/>
                  </a:lnTo>
                  <a:lnTo>
                    <a:pt x="1280111" y="1393350"/>
                  </a:lnTo>
                  <a:lnTo>
                    <a:pt x="1280771" y="1430742"/>
                  </a:lnTo>
                  <a:lnTo>
                    <a:pt x="1281432" y="1430742"/>
                  </a:lnTo>
                  <a:lnTo>
                    <a:pt x="1282092" y="1430742"/>
                  </a:lnTo>
                  <a:lnTo>
                    <a:pt x="1282753" y="1430742"/>
                  </a:lnTo>
                  <a:lnTo>
                    <a:pt x="1283413" y="1430742"/>
                  </a:lnTo>
                  <a:lnTo>
                    <a:pt x="1284074" y="1430742"/>
                  </a:lnTo>
                  <a:lnTo>
                    <a:pt x="1284734" y="1430742"/>
                  </a:lnTo>
                  <a:lnTo>
                    <a:pt x="1285395" y="1430742"/>
                  </a:lnTo>
                  <a:lnTo>
                    <a:pt x="1286056" y="1430742"/>
                  </a:lnTo>
                  <a:lnTo>
                    <a:pt x="1286716" y="1430742"/>
                  </a:lnTo>
                  <a:lnTo>
                    <a:pt x="1287377" y="1430742"/>
                  </a:lnTo>
                  <a:lnTo>
                    <a:pt x="1288037" y="1406010"/>
                  </a:lnTo>
                  <a:lnTo>
                    <a:pt x="1288698" y="1383432"/>
                  </a:lnTo>
                  <a:lnTo>
                    <a:pt x="1289358" y="1362662"/>
                  </a:lnTo>
                  <a:lnTo>
                    <a:pt x="1290019" y="1325528"/>
                  </a:lnTo>
                  <a:lnTo>
                    <a:pt x="1290679" y="1293050"/>
                  </a:lnTo>
                  <a:lnTo>
                    <a:pt x="1291340" y="1308781"/>
                  </a:lnTo>
                  <a:lnTo>
                    <a:pt x="1292000" y="1308781"/>
                  </a:lnTo>
                  <a:lnTo>
                    <a:pt x="1292661" y="1308781"/>
                  </a:lnTo>
                  <a:lnTo>
                    <a:pt x="1293321" y="1343431"/>
                  </a:lnTo>
                  <a:lnTo>
                    <a:pt x="1293982" y="1383432"/>
                  </a:lnTo>
                  <a:lnTo>
                    <a:pt x="1294642" y="1383432"/>
                  </a:lnTo>
                  <a:lnTo>
                    <a:pt x="1295303" y="1406010"/>
                  </a:lnTo>
                  <a:lnTo>
                    <a:pt x="1295963" y="1430742"/>
                  </a:lnTo>
                  <a:lnTo>
                    <a:pt x="1296624" y="1430742"/>
                  </a:lnTo>
                  <a:lnTo>
                    <a:pt x="1297285" y="1430742"/>
                  </a:lnTo>
                  <a:lnTo>
                    <a:pt x="1297945" y="1430742"/>
                  </a:lnTo>
                  <a:lnTo>
                    <a:pt x="1298606" y="1430742"/>
                  </a:lnTo>
                  <a:lnTo>
                    <a:pt x="1299266" y="1430742"/>
                  </a:lnTo>
                  <a:lnTo>
                    <a:pt x="1299927" y="1430742"/>
                  </a:lnTo>
                  <a:lnTo>
                    <a:pt x="1300587" y="1430742"/>
                  </a:lnTo>
                  <a:lnTo>
                    <a:pt x="1301248" y="1430742"/>
                  </a:lnTo>
                  <a:lnTo>
                    <a:pt x="1301908" y="1430742"/>
                  </a:lnTo>
                  <a:lnTo>
                    <a:pt x="1302569" y="1430742"/>
                  </a:lnTo>
                  <a:lnTo>
                    <a:pt x="1303229" y="1430742"/>
                  </a:lnTo>
                  <a:lnTo>
                    <a:pt x="1303890" y="1430742"/>
                  </a:lnTo>
                  <a:lnTo>
                    <a:pt x="1304550" y="1430742"/>
                  </a:lnTo>
                  <a:lnTo>
                    <a:pt x="1305211" y="1430742"/>
                  </a:lnTo>
                  <a:lnTo>
                    <a:pt x="1305871" y="1430742"/>
                  </a:lnTo>
                  <a:lnTo>
                    <a:pt x="1306532" y="1430742"/>
                  </a:lnTo>
                  <a:lnTo>
                    <a:pt x="1307193" y="1430742"/>
                  </a:lnTo>
                  <a:lnTo>
                    <a:pt x="1307853" y="1430742"/>
                  </a:lnTo>
                  <a:lnTo>
                    <a:pt x="1308514" y="1430742"/>
                  </a:lnTo>
                  <a:lnTo>
                    <a:pt x="1309174" y="1430742"/>
                  </a:lnTo>
                  <a:lnTo>
                    <a:pt x="1309835" y="1430742"/>
                  </a:lnTo>
                  <a:lnTo>
                    <a:pt x="1310495" y="1430742"/>
                  </a:lnTo>
                  <a:lnTo>
                    <a:pt x="1311156" y="1430742"/>
                  </a:lnTo>
                  <a:lnTo>
                    <a:pt x="1311816" y="1430742"/>
                  </a:lnTo>
                  <a:lnTo>
                    <a:pt x="1312477" y="1430742"/>
                  </a:lnTo>
                  <a:lnTo>
                    <a:pt x="1313137" y="1430742"/>
                  </a:lnTo>
                  <a:lnTo>
                    <a:pt x="1313798" y="1430742"/>
                  </a:lnTo>
                  <a:lnTo>
                    <a:pt x="1314458" y="1430742"/>
                  </a:lnTo>
                  <a:lnTo>
                    <a:pt x="1315119" y="1430742"/>
                  </a:lnTo>
                  <a:lnTo>
                    <a:pt x="1315779" y="1430742"/>
                  </a:lnTo>
                  <a:lnTo>
                    <a:pt x="1316440" y="1430742"/>
                  </a:lnTo>
                  <a:lnTo>
                    <a:pt x="1317101" y="1430742"/>
                  </a:lnTo>
                  <a:lnTo>
                    <a:pt x="1317761" y="1430742"/>
                  </a:lnTo>
                  <a:lnTo>
                    <a:pt x="1318422" y="1430742"/>
                  </a:lnTo>
                  <a:lnTo>
                    <a:pt x="1319082" y="1430742"/>
                  </a:lnTo>
                  <a:lnTo>
                    <a:pt x="1319743" y="1430742"/>
                  </a:lnTo>
                  <a:lnTo>
                    <a:pt x="1320403" y="1430742"/>
                  </a:lnTo>
                  <a:lnTo>
                    <a:pt x="1321064" y="1430742"/>
                  </a:lnTo>
                  <a:lnTo>
                    <a:pt x="1321724" y="1430742"/>
                  </a:lnTo>
                  <a:lnTo>
                    <a:pt x="1322385" y="1430742"/>
                  </a:lnTo>
                  <a:lnTo>
                    <a:pt x="1323045" y="1430742"/>
                  </a:lnTo>
                  <a:lnTo>
                    <a:pt x="1323706" y="1430742"/>
                  </a:lnTo>
                  <a:lnTo>
                    <a:pt x="1324366" y="1430742"/>
                  </a:lnTo>
                  <a:lnTo>
                    <a:pt x="1325027" y="1406010"/>
                  </a:lnTo>
                  <a:lnTo>
                    <a:pt x="1325687" y="1383432"/>
                  </a:lnTo>
                  <a:lnTo>
                    <a:pt x="1326348" y="1362662"/>
                  </a:lnTo>
                  <a:lnTo>
                    <a:pt x="1327009" y="1343431"/>
                  </a:lnTo>
                  <a:lnTo>
                    <a:pt x="1327669" y="1325528"/>
                  </a:lnTo>
                  <a:lnTo>
                    <a:pt x="1328330" y="1343431"/>
                  </a:lnTo>
                  <a:lnTo>
                    <a:pt x="1328990" y="1362662"/>
                  </a:lnTo>
                  <a:lnTo>
                    <a:pt x="1329651" y="1383432"/>
                  </a:lnTo>
                  <a:lnTo>
                    <a:pt x="1330311" y="1406010"/>
                  </a:lnTo>
                  <a:lnTo>
                    <a:pt x="1330972" y="1430742"/>
                  </a:lnTo>
                  <a:lnTo>
                    <a:pt x="1331632" y="1430742"/>
                  </a:lnTo>
                  <a:lnTo>
                    <a:pt x="1332293" y="1430742"/>
                  </a:lnTo>
                  <a:lnTo>
                    <a:pt x="1332953" y="1430742"/>
                  </a:lnTo>
                  <a:lnTo>
                    <a:pt x="1333614" y="1430742"/>
                  </a:lnTo>
                  <a:lnTo>
                    <a:pt x="1334274" y="1430742"/>
                  </a:lnTo>
                  <a:lnTo>
                    <a:pt x="1334935" y="1430742"/>
                  </a:lnTo>
                  <a:lnTo>
                    <a:pt x="1335595" y="1430742"/>
                  </a:lnTo>
                  <a:lnTo>
                    <a:pt x="1336256" y="1430742"/>
                  </a:lnTo>
                  <a:lnTo>
                    <a:pt x="1336916" y="1430742"/>
                  </a:lnTo>
                  <a:lnTo>
                    <a:pt x="1337577" y="1430742"/>
                  </a:lnTo>
                  <a:lnTo>
                    <a:pt x="1338238" y="1430742"/>
                  </a:lnTo>
                  <a:lnTo>
                    <a:pt x="1338898" y="1430742"/>
                  </a:lnTo>
                  <a:lnTo>
                    <a:pt x="1339559" y="1430742"/>
                  </a:lnTo>
                  <a:lnTo>
                    <a:pt x="1340219" y="1430742"/>
                  </a:lnTo>
                  <a:lnTo>
                    <a:pt x="1340880" y="1430742"/>
                  </a:lnTo>
                  <a:lnTo>
                    <a:pt x="1341540" y="1430742"/>
                  </a:lnTo>
                  <a:lnTo>
                    <a:pt x="1342201" y="1430742"/>
                  </a:lnTo>
                  <a:lnTo>
                    <a:pt x="1342861" y="1430742"/>
                  </a:lnTo>
                  <a:lnTo>
                    <a:pt x="1343522" y="1430742"/>
                  </a:lnTo>
                  <a:lnTo>
                    <a:pt x="1344182" y="1430742"/>
                  </a:lnTo>
                  <a:lnTo>
                    <a:pt x="1344843" y="1430742"/>
                  </a:lnTo>
                  <a:lnTo>
                    <a:pt x="1345503" y="1406010"/>
                  </a:lnTo>
                  <a:lnTo>
                    <a:pt x="1346164" y="1383432"/>
                  </a:lnTo>
                  <a:lnTo>
                    <a:pt x="1346824" y="1362662"/>
                  </a:lnTo>
                  <a:lnTo>
                    <a:pt x="1347485" y="1343431"/>
                  </a:lnTo>
                  <a:lnTo>
                    <a:pt x="1348146" y="1325528"/>
                  </a:lnTo>
                  <a:lnTo>
                    <a:pt x="1348806" y="1343431"/>
                  </a:lnTo>
                  <a:lnTo>
                    <a:pt x="1349467" y="1362662"/>
                  </a:lnTo>
                  <a:lnTo>
                    <a:pt x="1350127" y="1383432"/>
                  </a:lnTo>
                  <a:lnTo>
                    <a:pt x="1350788" y="1406010"/>
                  </a:lnTo>
                  <a:lnTo>
                    <a:pt x="1351448" y="1430742"/>
                  </a:lnTo>
                  <a:lnTo>
                    <a:pt x="1352109" y="1430742"/>
                  </a:lnTo>
                  <a:lnTo>
                    <a:pt x="1352769" y="1430742"/>
                  </a:lnTo>
                  <a:lnTo>
                    <a:pt x="1353430" y="1430742"/>
                  </a:lnTo>
                  <a:lnTo>
                    <a:pt x="1354090" y="1430742"/>
                  </a:lnTo>
                  <a:lnTo>
                    <a:pt x="1354751" y="1430742"/>
                  </a:lnTo>
                  <a:lnTo>
                    <a:pt x="1355411" y="1430742"/>
                  </a:lnTo>
                  <a:lnTo>
                    <a:pt x="1356072" y="1430742"/>
                  </a:lnTo>
                  <a:lnTo>
                    <a:pt x="1356732" y="1430742"/>
                  </a:lnTo>
                  <a:lnTo>
                    <a:pt x="1357393" y="1430742"/>
                  </a:lnTo>
                  <a:lnTo>
                    <a:pt x="1358054" y="1430742"/>
                  </a:lnTo>
                  <a:lnTo>
                    <a:pt x="1358714" y="1430742"/>
                  </a:lnTo>
                  <a:lnTo>
                    <a:pt x="1359375" y="1430742"/>
                  </a:lnTo>
                  <a:lnTo>
                    <a:pt x="1360035" y="1430742"/>
                  </a:lnTo>
                  <a:lnTo>
                    <a:pt x="1360696" y="1430742"/>
                  </a:lnTo>
                  <a:lnTo>
                    <a:pt x="1361356" y="1430742"/>
                  </a:lnTo>
                  <a:lnTo>
                    <a:pt x="1362017" y="1430742"/>
                  </a:lnTo>
                  <a:lnTo>
                    <a:pt x="1362677" y="1430742"/>
                  </a:lnTo>
                  <a:lnTo>
                    <a:pt x="1363338" y="1430742"/>
                  </a:lnTo>
                  <a:lnTo>
                    <a:pt x="1363998" y="1430742"/>
                  </a:lnTo>
                  <a:lnTo>
                    <a:pt x="1364659" y="1430742"/>
                  </a:lnTo>
                  <a:lnTo>
                    <a:pt x="1365319" y="1430742"/>
                  </a:lnTo>
                  <a:lnTo>
                    <a:pt x="1365980" y="1430742"/>
                  </a:lnTo>
                  <a:lnTo>
                    <a:pt x="1366640" y="1430742"/>
                  </a:lnTo>
                  <a:lnTo>
                    <a:pt x="1367301" y="1430742"/>
                  </a:lnTo>
                  <a:lnTo>
                    <a:pt x="1367961" y="1430742"/>
                  </a:lnTo>
                  <a:lnTo>
                    <a:pt x="1368622" y="1430742"/>
                  </a:lnTo>
                  <a:lnTo>
                    <a:pt x="1369283" y="1430742"/>
                  </a:lnTo>
                  <a:lnTo>
                    <a:pt x="1369943" y="1430742"/>
                  </a:lnTo>
                  <a:lnTo>
                    <a:pt x="1370604" y="1430742"/>
                  </a:lnTo>
                  <a:lnTo>
                    <a:pt x="1371264" y="1430742"/>
                  </a:lnTo>
                  <a:lnTo>
                    <a:pt x="1371925" y="1430742"/>
                  </a:lnTo>
                  <a:lnTo>
                    <a:pt x="1372585" y="1430742"/>
                  </a:lnTo>
                  <a:lnTo>
                    <a:pt x="1373246" y="1430742"/>
                  </a:lnTo>
                  <a:lnTo>
                    <a:pt x="1373906" y="1430742"/>
                  </a:lnTo>
                  <a:lnTo>
                    <a:pt x="1374567" y="1430742"/>
                  </a:lnTo>
                  <a:lnTo>
                    <a:pt x="1375227" y="1430742"/>
                  </a:lnTo>
                  <a:lnTo>
                    <a:pt x="1375888" y="1430742"/>
                  </a:lnTo>
                  <a:lnTo>
                    <a:pt x="1376548" y="1430742"/>
                  </a:lnTo>
                  <a:lnTo>
                    <a:pt x="1377209" y="1430742"/>
                  </a:lnTo>
                  <a:lnTo>
                    <a:pt x="1377869" y="1430742"/>
                  </a:lnTo>
                  <a:lnTo>
                    <a:pt x="1378530" y="1430742"/>
                  </a:lnTo>
                  <a:lnTo>
                    <a:pt x="1379191" y="1430742"/>
                  </a:lnTo>
                  <a:lnTo>
                    <a:pt x="1379851" y="1430742"/>
                  </a:lnTo>
                  <a:lnTo>
                    <a:pt x="1380512" y="1406010"/>
                  </a:lnTo>
                  <a:lnTo>
                    <a:pt x="1381172" y="1383432"/>
                  </a:lnTo>
                  <a:lnTo>
                    <a:pt x="1381833" y="1343431"/>
                  </a:lnTo>
                  <a:lnTo>
                    <a:pt x="1382493" y="1325528"/>
                  </a:lnTo>
                  <a:lnTo>
                    <a:pt x="1383154" y="1325528"/>
                  </a:lnTo>
                  <a:lnTo>
                    <a:pt x="1383814" y="1343431"/>
                  </a:lnTo>
                  <a:lnTo>
                    <a:pt x="1384475" y="1362662"/>
                  </a:lnTo>
                  <a:lnTo>
                    <a:pt x="1385135" y="1406010"/>
                  </a:lnTo>
                  <a:lnTo>
                    <a:pt x="1385796" y="1430742"/>
                  </a:lnTo>
                  <a:lnTo>
                    <a:pt x="1386456" y="1430742"/>
                  </a:lnTo>
                  <a:lnTo>
                    <a:pt x="1387117" y="1406010"/>
                  </a:lnTo>
                  <a:lnTo>
                    <a:pt x="1387777" y="1362662"/>
                  </a:lnTo>
                  <a:lnTo>
                    <a:pt x="1388438" y="1343431"/>
                  </a:lnTo>
                  <a:lnTo>
                    <a:pt x="1389099" y="1325528"/>
                  </a:lnTo>
                  <a:lnTo>
                    <a:pt x="1389759" y="1325528"/>
                  </a:lnTo>
                  <a:lnTo>
                    <a:pt x="1390420" y="1343431"/>
                  </a:lnTo>
                  <a:lnTo>
                    <a:pt x="1391080" y="1362662"/>
                  </a:lnTo>
                  <a:lnTo>
                    <a:pt x="1391741" y="1343431"/>
                  </a:lnTo>
                  <a:lnTo>
                    <a:pt x="1392401" y="1325528"/>
                  </a:lnTo>
                  <a:lnTo>
                    <a:pt x="1393062" y="1317020"/>
                  </a:lnTo>
                  <a:lnTo>
                    <a:pt x="1393722" y="1317020"/>
                  </a:lnTo>
                  <a:lnTo>
                    <a:pt x="1394383" y="1334326"/>
                  </a:lnTo>
                  <a:lnTo>
                    <a:pt x="1395043" y="1372839"/>
                  </a:lnTo>
                  <a:lnTo>
                    <a:pt x="1395704" y="1418082"/>
                  </a:lnTo>
                  <a:lnTo>
                    <a:pt x="1396364" y="1430742"/>
                  </a:lnTo>
                  <a:lnTo>
                    <a:pt x="1397025" y="1430742"/>
                  </a:lnTo>
                  <a:lnTo>
                    <a:pt x="1397685" y="1406010"/>
                  </a:lnTo>
                  <a:lnTo>
                    <a:pt x="1398346" y="1362662"/>
                  </a:lnTo>
                  <a:lnTo>
                    <a:pt x="1399007" y="1343431"/>
                  </a:lnTo>
                  <a:lnTo>
                    <a:pt x="1399667" y="1343431"/>
                  </a:lnTo>
                  <a:lnTo>
                    <a:pt x="1400328" y="1343431"/>
                  </a:lnTo>
                  <a:lnTo>
                    <a:pt x="1400988" y="1362662"/>
                  </a:lnTo>
                  <a:lnTo>
                    <a:pt x="1401649" y="1406010"/>
                  </a:lnTo>
                  <a:lnTo>
                    <a:pt x="1402309" y="1430742"/>
                  </a:lnTo>
                  <a:lnTo>
                    <a:pt x="1402970" y="1430742"/>
                  </a:lnTo>
                  <a:lnTo>
                    <a:pt x="1403630" y="1430742"/>
                  </a:lnTo>
                  <a:lnTo>
                    <a:pt x="1404291" y="1430742"/>
                  </a:lnTo>
                  <a:lnTo>
                    <a:pt x="1404951" y="1430742"/>
                  </a:lnTo>
                  <a:lnTo>
                    <a:pt x="1405612" y="1430742"/>
                  </a:lnTo>
                  <a:lnTo>
                    <a:pt x="1406272" y="1430742"/>
                  </a:lnTo>
                  <a:lnTo>
                    <a:pt x="1406933" y="1430742"/>
                  </a:lnTo>
                  <a:lnTo>
                    <a:pt x="1407593" y="1430742"/>
                  </a:lnTo>
                  <a:lnTo>
                    <a:pt x="1408254" y="1430742"/>
                  </a:lnTo>
                  <a:lnTo>
                    <a:pt x="1408914" y="1430742"/>
                  </a:lnTo>
                  <a:lnTo>
                    <a:pt x="1409575" y="1430742"/>
                  </a:lnTo>
                  <a:lnTo>
                    <a:pt x="1410236" y="1430742"/>
                  </a:lnTo>
                  <a:lnTo>
                    <a:pt x="1410896" y="1430742"/>
                  </a:lnTo>
                  <a:lnTo>
                    <a:pt x="1411557" y="1430742"/>
                  </a:lnTo>
                  <a:lnTo>
                    <a:pt x="1412217" y="1430742"/>
                  </a:lnTo>
                  <a:lnTo>
                    <a:pt x="1412878" y="1430742"/>
                  </a:lnTo>
                  <a:lnTo>
                    <a:pt x="1413538" y="1430742"/>
                  </a:lnTo>
                  <a:lnTo>
                    <a:pt x="1414199" y="1430742"/>
                  </a:lnTo>
                  <a:lnTo>
                    <a:pt x="1414859" y="1430742"/>
                  </a:lnTo>
                  <a:lnTo>
                    <a:pt x="1415520" y="1430742"/>
                  </a:lnTo>
                  <a:lnTo>
                    <a:pt x="1416180" y="1430742"/>
                  </a:lnTo>
                  <a:lnTo>
                    <a:pt x="1416841" y="1430742"/>
                  </a:lnTo>
                  <a:lnTo>
                    <a:pt x="1417501" y="1430742"/>
                  </a:lnTo>
                  <a:lnTo>
                    <a:pt x="1418162" y="1430742"/>
                  </a:lnTo>
                  <a:lnTo>
                    <a:pt x="1418822" y="1430742"/>
                  </a:lnTo>
                  <a:lnTo>
                    <a:pt x="1419483" y="1430742"/>
                  </a:lnTo>
                  <a:lnTo>
                    <a:pt x="1420144" y="1430742"/>
                  </a:lnTo>
                  <a:lnTo>
                    <a:pt x="1420804" y="1430742"/>
                  </a:lnTo>
                  <a:lnTo>
                    <a:pt x="1421465" y="1430742"/>
                  </a:lnTo>
                  <a:lnTo>
                    <a:pt x="1422125" y="1430742"/>
                  </a:lnTo>
                  <a:lnTo>
                    <a:pt x="1422786" y="1430742"/>
                  </a:lnTo>
                  <a:lnTo>
                    <a:pt x="1423446" y="1430742"/>
                  </a:lnTo>
                  <a:lnTo>
                    <a:pt x="1424107" y="1430742"/>
                  </a:lnTo>
                  <a:lnTo>
                    <a:pt x="1424767" y="1430742"/>
                  </a:lnTo>
                  <a:lnTo>
                    <a:pt x="1425428" y="1430742"/>
                  </a:lnTo>
                  <a:lnTo>
                    <a:pt x="1426088" y="1430742"/>
                  </a:lnTo>
                  <a:lnTo>
                    <a:pt x="1426749" y="1430742"/>
                  </a:lnTo>
                  <a:lnTo>
                    <a:pt x="1427409" y="1430742"/>
                  </a:lnTo>
                  <a:lnTo>
                    <a:pt x="1428070" y="1430742"/>
                  </a:lnTo>
                  <a:lnTo>
                    <a:pt x="1428730" y="1430742"/>
                  </a:lnTo>
                  <a:lnTo>
                    <a:pt x="1429391" y="1430742"/>
                  </a:lnTo>
                  <a:lnTo>
                    <a:pt x="1430052" y="1430742"/>
                  </a:lnTo>
                  <a:lnTo>
                    <a:pt x="1430712" y="1430742"/>
                  </a:lnTo>
                  <a:lnTo>
                    <a:pt x="1431373" y="1430742"/>
                  </a:lnTo>
                  <a:lnTo>
                    <a:pt x="1432033" y="1430742"/>
                  </a:lnTo>
                  <a:lnTo>
                    <a:pt x="1432694" y="1430742"/>
                  </a:lnTo>
                  <a:lnTo>
                    <a:pt x="1433354" y="1430742"/>
                  </a:lnTo>
                  <a:lnTo>
                    <a:pt x="1434015" y="1430742"/>
                  </a:lnTo>
                  <a:lnTo>
                    <a:pt x="1434675" y="1430742"/>
                  </a:lnTo>
                  <a:lnTo>
                    <a:pt x="1435336" y="1430742"/>
                  </a:lnTo>
                  <a:lnTo>
                    <a:pt x="1435996" y="1430742"/>
                  </a:lnTo>
                  <a:lnTo>
                    <a:pt x="1436657" y="1430742"/>
                  </a:lnTo>
                  <a:lnTo>
                    <a:pt x="1437317" y="1406010"/>
                  </a:lnTo>
                  <a:lnTo>
                    <a:pt x="1437978" y="1362662"/>
                  </a:lnTo>
                  <a:lnTo>
                    <a:pt x="1438638" y="1343431"/>
                  </a:lnTo>
                  <a:lnTo>
                    <a:pt x="1439299" y="1343431"/>
                  </a:lnTo>
                  <a:lnTo>
                    <a:pt x="1439959" y="1343431"/>
                  </a:lnTo>
                  <a:lnTo>
                    <a:pt x="1440620" y="1362662"/>
                  </a:lnTo>
                  <a:lnTo>
                    <a:pt x="1441281" y="1406010"/>
                  </a:lnTo>
                  <a:lnTo>
                    <a:pt x="1441941" y="1383432"/>
                  </a:lnTo>
                  <a:lnTo>
                    <a:pt x="1442602" y="1325528"/>
                  </a:lnTo>
                  <a:lnTo>
                    <a:pt x="1443262" y="1278218"/>
                  </a:lnTo>
                  <a:lnTo>
                    <a:pt x="1443923" y="1264188"/>
                  </a:lnTo>
                  <a:lnTo>
                    <a:pt x="1444583" y="1264188"/>
                  </a:lnTo>
                  <a:lnTo>
                    <a:pt x="1445244" y="1293050"/>
                  </a:lnTo>
                  <a:lnTo>
                    <a:pt x="1445904" y="1343431"/>
                  </a:lnTo>
                  <a:lnTo>
                    <a:pt x="1446565" y="1406010"/>
                  </a:lnTo>
                  <a:lnTo>
                    <a:pt x="1447225" y="1430742"/>
                  </a:lnTo>
                  <a:lnTo>
                    <a:pt x="1447886" y="1430742"/>
                  </a:lnTo>
                  <a:lnTo>
                    <a:pt x="1448546" y="1430742"/>
                  </a:lnTo>
                  <a:lnTo>
                    <a:pt x="1449207" y="1406010"/>
                  </a:lnTo>
                  <a:lnTo>
                    <a:pt x="1449867" y="1383432"/>
                  </a:lnTo>
                  <a:lnTo>
                    <a:pt x="1450528" y="1343431"/>
                  </a:lnTo>
                  <a:lnTo>
                    <a:pt x="1451189" y="1325528"/>
                  </a:lnTo>
                  <a:lnTo>
                    <a:pt x="1451849" y="1308781"/>
                  </a:lnTo>
                  <a:lnTo>
                    <a:pt x="1452510" y="1325528"/>
                  </a:lnTo>
                  <a:lnTo>
                    <a:pt x="1453170" y="1343431"/>
                  </a:lnTo>
                  <a:lnTo>
                    <a:pt x="1453831" y="1383432"/>
                  </a:lnTo>
                  <a:lnTo>
                    <a:pt x="1454491" y="1406010"/>
                  </a:lnTo>
                  <a:lnTo>
                    <a:pt x="1455152" y="1430742"/>
                  </a:lnTo>
                  <a:lnTo>
                    <a:pt x="1455812" y="1430742"/>
                  </a:lnTo>
                  <a:lnTo>
                    <a:pt x="1456473" y="1430742"/>
                  </a:lnTo>
                  <a:lnTo>
                    <a:pt x="1457133" y="1430742"/>
                  </a:lnTo>
                  <a:lnTo>
                    <a:pt x="1457794" y="1430742"/>
                  </a:lnTo>
                  <a:lnTo>
                    <a:pt x="1458454" y="1430742"/>
                  </a:lnTo>
                  <a:lnTo>
                    <a:pt x="1459115" y="1430742"/>
                  </a:lnTo>
                  <a:lnTo>
                    <a:pt x="1459775" y="1430742"/>
                  </a:lnTo>
                  <a:lnTo>
                    <a:pt x="1460436" y="1430742"/>
                  </a:lnTo>
                  <a:lnTo>
                    <a:pt x="1461097" y="1430742"/>
                  </a:lnTo>
                  <a:lnTo>
                    <a:pt x="1461757" y="1430742"/>
                  </a:lnTo>
                  <a:lnTo>
                    <a:pt x="1462418" y="1430742"/>
                  </a:lnTo>
                  <a:lnTo>
                    <a:pt x="1463078" y="1430742"/>
                  </a:lnTo>
                  <a:lnTo>
                    <a:pt x="1463739" y="1430742"/>
                  </a:lnTo>
                  <a:lnTo>
                    <a:pt x="1464399" y="1430742"/>
                  </a:lnTo>
                  <a:lnTo>
                    <a:pt x="1465060" y="1430742"/>
                  </a:lnTo>
                  <a:lnTo>
                    <a:pt x="1465720" y="1430742"/>
                  </a:lnTo>
                  <a:lnTo>
                    <a:pt x="1466381" y="1430742"/>
                  </a:lnTo>
                  <a:lnTo>
                    <a:pt x="1467041" y="1430742"/>
                  </a:lnTo>
                  <a:lnTo>
                    <a:pt x="1467702" y="1430742"/>
                  </a:lnTo>
                  <a:lnTo>
                    <a:pt x="1468362" y="1430742"/>
                  </a:lnTo>
                  <a:lnTo>
                    <a:pt x="1469023" y="1430742"/>
                  </a:lnTo>
                  <a:lnTo>
                    <a:pt x="1469683" y="1430742"/>
                  </a:lnTo>
                  <a:lnTo>
                    <a:pt x="1470344" y="1430742"/>
                  </a:lnTo>
                  <a:lnTo>
                    <a:pt x="1471005" y="1430742"/>
                  </a:lnTo>
                  <a:lnTo>
                    <a:pt x="1471665" y="1430742"/>
                  </a:lnTo>
                  <a:lnTo>
                    <a:pt x="1472326" y="1430742"/>
                  </a:lnTo>
                  <a:lnTo>
                    <a:pt x="1472986" y="1430742"/>
                  </a:lnTo>
                  <a:lnTo>
                    <a:pt x="1473647" y="1430742"/>
                  </a:lnTo>
                  <a:lnTo>
                    <a:pt x="1474307" y="1430742"/>
                  </a:lnTo>
                  <a:lnTo>
                    <a:pt x="1474968" y="1430742"/>
                  </a:lnTo>
                  <a:lnTo>
                    <a:pt x="1475628" y="1430742"/>
                  </a:lnTo>
                  <a:lnTo>
                    <a:pt x="1476289" y="1430742"/>
                  </a:lnTo>
                  <a:lnTo>
                    <a:pt x="1476949" y="1430742"/>
                  </a:lnTo>
                  <a:lnTo>
                    <a:pt x="1477610" y="1430742"/>
                  </a:lnTo>
                  <a:lnTo>
                    <a:pt x="1478270" y="1430742"/>
                  </a:lnTo>
                  <a:lnTo>
                    <a:pt x="1478931" y="1430742"/>
                  </a:lnTo>
                  <a:lnTo>
                    <a:pt x="1479591" y="1430742"/>
                  </a:lnTo>
                  <a:lnTo>
                    <a:pt x="1480252" y="1430742"/>
                  </a:lnTo>
                  <a:lnTo>
                    <a:pt x="1480912" y="1430742"/>
                  </a:lnTo>
                  <a:lnTo>
                    <a:pt x="1481573" y="1430742"/>
                  </a:lnTo>
                  <a:lnTo>
                    <a:pt x="1482234" y="1430742"/>
                  </a:lnTo>
                  <a:lnTo>
                    <a:pt x="1482894" y="1430742"/>
                  </a:lnTo>
                  <a:lnTo>
                    <a:pt x="1483555" y="1430742"/>
                  </a:lnTo>
                  <a:lnTo>
                    <a:pt x="1484215" y="1430742"/>
                  </a:lnTo>
                  <a:lnTo>
                    <a:pt x="1484876" y="1430742"/>
                  </a:lnTo>
                  <a:lnTo>
                    <a:pt x="1485536" y="1430742"/>
                  </a:lnTo>
                  <a:lnTo>
                    <a:pt x="1486197" y="1430742"/>
                  </a:lnTo>
                  <a:lnTo>
                    <a:pt x="1486857" y="1406010"/>
                  </a:lnTo>
                  <a:lnTo>
                    <a:pt x="1487518" y="1383432"/>
                  </a:lnTo>
                  <a:lnTo>
                    <a:pt x="1488178" y="1362662"/>
                  </a:lnTo>
                  <a:lnTo>
                    <a:pt x="1488839" y="1343431"/>
                  </a:lnTo>
                  <a:lnTo>
                    <a:pt x="1489499" y="1333432"/>
                  </a:lnTo>
                  <a:lnTo>
                    <a:pt x="1490160" y="1351909"/>
                  </a:lnTo>
                  <a:lnTo>
                    <a:pt x="1490820" y="1371803"/>
                  </a:lnTo>
                  <a:lnTo>
                    <a:pt x="1491481" y="1393350"/>
                  </a:lnTo>
                  <a:lnTo>
                    <a:pt x="1492142" y="1416849"/>
                  </a:lnTo>
                  <a:lnTo>
                    <a:pt x="1492802" y="1430742"/>
                  </a:lnTo>
                  <a:lnTo>
                    <a:pt x="1493463" y="1430742"/>
                  </a:lnTo>
                  <a:lnTo>
                    <a:pt x="1494123" y="1430742"/>
                  </a:lnTo>
                  <a:lnTo>
                    <a:pt x="1494784" y="1430742"/>
                  </a:lnTo>
                  <a:lnTo>
                    <a:pt x="1495444" y="1430742"/>
                  </a:lnTo>
                  <a:lnTo>
                    <a:pt x="1496105" y="1430742"/>
                  </a:lnTo>
                  <a:lnTo>
                    <a:pt x="1496765" y="1430742"/>
                  </a:lnTo>
                  <a:lnTo>
                    <a:pt x="1497426" y="1430742"/>
                  </a:lnTo>
                  <a:lnTo>
                    <a:pt x="1498086" y="1430742"/>
                  </a:lnTo>
                  <a:lnTo>
                    <a:pt x="1498747" y="1430742"/>
                  </a:lnTo>
                  <a:lnTo>
                    <a:pt x="1499407" y="1430742"/>
                  </a:lnTo>
                  <a:lnTo>
                    <a:pt x="1500068" y="1430742"/>
                  </a:lnTo>
                  <a:lnTo>
                    <a:pt x="1500728" y="1430742"/>
                  </a:lnTo>
                  <a:lnTo>
                    <a:pt x="1501389" y="1430742"/>
                  </a:lnTo>
                  <a:lnTo>
                    <a:pt x="1502050" y="1430742"/>
                  </a:lnTo>
                  <a:lnTo>
                    <a:pt x="1502710" y="1430742"/>
                  </a:lnTo>
                  <a:lnTo>
                    <a:pt x="1503371" y="1430742"/>
                  </a:lnTo>
                  <a:lnTo>
                    <a:pt x="1504031" y="1430742"/>
                  </a:lnTo>
                  <a:lnTo>
                    <a:pt x="1504692" y="1430742"/>
                  </a:lnTo>
                  <a:lnTo>
                    <a:pt x="1505352" y="1430742"/>
                  </a:lnTo>
                  <a:lnTo>
                    <a:pt x="1506013" y="1383432"/>
                  </a:lnTo>
                  <a:lnTo>
                    <a:pt x="1506673" y="1343431"/>
                  </a:lnTo>
                  <a:lnTo>
                    <a:pt x="1507334" y="1293050"/>
                  </a:lnTo>
                  <a:lnTo>
                    <a:pt x="1507994" y="1278218"/>
                  </a:lnTo>
                  <a:lnTo>
                    <a:pt x="1508655" y="1278218"/>
                  </a:lnTo>
                  <a:lnTo>
                    <a:pt x="1509315" y="1293050"/>
                  </a:lnTo>
                  <a:lnTo>
                    <a:pt x="1509976" y="1308781"/>
                  </a:lnTo>
                  <a:lnTo>
                    <a:pt x="1510636" y="1343431"/>
                  </a:lnTo>
                  <a:lnTo>
                    <a:pt x="1511297" y="1343431"/>
                  </a:lnTo>
                  <a:lnTo>
                    <a:pt x="1511957" y="1308781"/>
                  </a:lnTo>
                  <a:lnTo>
                    <a:pt x="1512618" y="1308781"/>
                  </a:lnTo>
                  <a:lnTo>
                    <a:pt x="1513279" y="1308781"/>
                  </a:lnTo>
                  <a:lnTo>
                    <a:pt x="1513939" y="1325528"/>
                  </a:lnTo>
                  <a:lnTo>
                    <a:pt x="1514600" y="1343431"/>
                  </a:lnTo>
                  <a:lnTo>
                    <a:pt x="1515260" y="1383432"/>
                  </a:lnTo>
                  <a:lnTo>
                    <a:pt x="1515921" y="1406010"/>
                  </a:lnTo>
                  <a:lnTo>
                    <a:pt x="1516581" y="1430742"/>
                  </a:lnTo>
                  <a:lnTo>
                    <a:pt x="1517242" y="1430742"/>
                  </a:lnTo>
                  <a:lnTo>
                    <a:pt x="1517902" y="1430742"/>
                  </a:lnTo>
                  <a:lnTo>
                    <a:pt x="1518563" y="1430742"/>
                  </a:lnTo>
                  <a:lnTo>
                    <a:pt x="1519223" y="1430742"/>
                  </a:lnTo>
                  <a:lnTo>
                    <a:pt x="1519884" y="1430742"/>
                  </a:lnTo>
                  <a:lnTo>
                    <a:pt x="1520544" y="1430742"/>
                  </a:lnTo>
                  <a:lnTo>
                    <a:pt x="1521205" y="1430742"/>
                  </a:lnTo>
                  <a:lnTo>
                    <a:pt x="1521865" y="1430742"/>
                  </a:lnTo>
                  <a:lnTo>
                    <a:pt x="1522526" y="1430742"/>
                  </a:lnTo>
                  <a:lnTo>
                    <a:pt x="1523187" y="1430742"/>
                  </a:lnTo>
                  <a:lnTo>
                    <a:pt x="1523847" y="1430742"/>
                  </a:lnTo>
                  <a:lnTo>
                    <a:pt x="1524508" y="1430742"/>
                  </a:lnTo>
                  <a:lnTo>
                    <a:pt x="1525168" y="1430742"/>
                  </a:lnTo>
                  <a:lnTo>
                    <a:pt x="1525829" y="1430742"/>
                  </a:lnTo>
                  <a:lnTo>
                    <a:pt x="1526489" y="1430742"/>
                  </a:lnTo>
                  <a:lnTo>
                    <a:pt x="1527150" y="1430742"/>
                  </a:lnTo>
                  <a:lnTo>
                    <a:pt x="1527810" y="1430742"/>
                  </a:lnTo>
                  <a:lnTo>
                    <a:pt x="1528471" y="1430742"/>
                  </a:lnTo>
                  <a:lnTo>
                    <a:pt x="1529131" y="1430742"/>
                  </a:lnTo>
                  <a:lnTo>
                    <a:pt x="1529792" y="1430742"/>
                  </a:lnTo>
                  <a:lnTo>
                    <a:pt x="1530452" y="1430742"/>
                  </a:lnTo>
                  <a:lnTo>
                    <a:pt x="1531113" y="1430742"/>
                  </a:lnTo>
                  <a:lnTo>
                    <a:pt x="1531773" y="1430742"/>
                  </a:lnTo>
                  <a:lnTo>
                    <a:pt x="1532434" y="1430742"/>
                  </a:lnTo>
                  <a:lnTo>
                    <a:pt x="1533095" y="1430742"/>
                  </a:lnTo>
                  <a:lnTo>
                    <a:pt x="1533755" y="1430742"/>
                  </a:lnTo>
                  <a:lnTo>
                    <a:pt x="1534416" y="1430742"/>
                  </a:lnTo>
                  <a:lnTo>
                    <a:pt x="1535076" y="1430742"/>
                  </a:lnTo>
                  <a:lnTo>
                    <a:pt x="1535737" y="1430742"/>
                  </a:lnTo>
                  <a:lnTo>
                    <a:pt x="1536397" y="1430742"/>
                  </a:lnTo>
                  <a:lnTo>
                    <a:pt x="1537058" y="1430742"/>
                  </a:lnTo>
                  <a:lnTo>
                    <a:pt x="1537718" y="1430742"/>
                  </a:lnTo>
                  <a:lnTo>
                    <a:pt x="1538379" y="1430742"/>
                  </a:lnTo>
                  <a:lnTo>
                    <a:pt x="1539039" y="1430742"/>
                  </a:lnTo>
                  <a:lnTo>
                    <a:pt x="1539700" y="1430742"/>
                  </a:lnTo>
                  <a:lnTo>
                    <a:pt x="1540360" y="1430742"/>
                  </a:lnTo>
                  <a:lnTo>
                    <a:pt x="1541021" y="1430742"/>
                  </a:lnTo>
                  <a:lnTo>
                    <a:pt x="1541681" y="1430742"/>
                  </a:lnTo>
                  <a:lnTo>
                    <a:pt x="1542342" y="1430742"/>
                  </a:lnTo>
                  <a:lnTo>
                    <a:pt x="1543003" y="1430742"/>
                  </a:lnTo>
                  <a:lnTo>
                    <a:pt x="1543663" y="1430742"/>
                  </a:lnTo>
                  <a:lnTo>
                    <a:pt x="1544324" y="1430742"/>
                  </a:lnTo>
                  <a:lnTo>
                    <a:pt x="1544984" y="1430742"/>
                  </a:lnTo>
                  <a:lnTo>
                    <a:pt x="1545645" y="1430742"/>
                  </a:lnTo>
                  <a:lnTo>
                    <a:pt x="1546305" y="1430742"/>
                  </a:lnTo>
                  <a:lnTo>
                    <a:pt x="1546966" y="1430742"/>
                  </a:lnTo>
                  <a:lnTo>
                    <a:pt x="1547626" y="1430742"/>
                  </a:lnTo>
                  <a:lnTo>
                    <a:pt x="1548287" y="1430742"/>
                  </a:lnTo>
                  <a:lnTo>
                    <a:pt x="1548947" y="1430742"/>
                  </a:lnTo>
                  <a:lnTo>
                    <a:pt x="1549608" y="1430742"/>
                  </a:lnTo>
                  <a:lnTo>
                    <a:pt x="1550268" y="1430742"/>
                  </a:lnTo>
                  <a:lnTo>
                    <a:pt x="1550929" y="1430742"/>
                  </a:lnTo>
                  <a:lnTo>
                    <a:pt x="1551589" y="1430742"/>
                  </a:lnTo>
                  <a:lnTo>
                    <a:pt x="1552250" y="1430742"/>
                  </a:lnTo>
                  <a:lnTo>
                    <a:pt x="1552910" y="1430742"/>
                  </a:lnTo>
                  <a:lnTo>
                    <a:pt x="1553571" y="1430742"/>
                  </a:lnTo>
                  <a:lnTo>
                    <a:pt x="1554232" y="1420565"/>
                  </a:lnTo>
                  <a:lnTo>
                    <a:pt x="1554892" y="1391113"/>
                  </a:lnTo>
                  <a:lnTo>
                    <a:pt x="1555553" y="1350001"/>
                  </a:lnTo>
                  <a:lnTo>
                    <a:pt x="1556213" y="1331655"/>
                  </a:lnTo>
                  <a:lnTo>
                    <a:pt x="1556874" y="1331655"/>
                  </a:lnTo>
                  <a:lnTo>
                    <a:pt x="1557534" y="1338839"/>
                  </a:lnTo>
                  <a:lnTo>
                    <a:pt x="1558195" y="1362662"/>
                  </a:lnTo>
                  <a:lnTo>
                    <a:pt x="1558855" y="1406010"/>
                  </a:lnTo>
                  <a:lnTo>
                    <a:pt x="1559516" y="1430742"/>
                  </a:lnTo>
                  <a:lnTo>
                    <a:pt x="1560176" y="1430742"/>
                  </a:lnTo>
                  <a:lnTo>
                    <a:pt x="1560837" y="1430742"/>
                  </a:lnTo>
                  <a:lnTo>
                    <a:pt x="1561497" y="1430742"/>
                  </a:lnTo>
                  <a:lnTo>
                    <a:pt x="1562158" y="1383432"/>
                  </a:lnTo>
                  <a:lnTo>
                    <a:pt x="1562818" y="1343431"/>
                  </a:lnTo>
                  <a:lnTo>
                    <a:pt x="1563479" y="1325528"/>
                  </a:lnTo>
                  <a:lnTo>
                    <a:pt x="1564140" y="1325528"/>
                  </a:lnTo>
                  <a:lnTo>
                    <a:pt x="1564800" y="1325528"/>
                  </a:lnTo>
                  <a:lnTo>
                    <a:pt x="1565461" y="1362662"/>
                  </a:lnTo>
                  <a:lnTo>
                    <a:pt x="1566121" y="1406010"/>
                  </a:lnTo>
                  <a:lnTo>
                    <a:pt x="1566782" y="1430742"/>
                  </a:lnTo>
                  <a:lnTo>
                    <a:pt x="1567442" y="1430742"/>
                  </a:lnTo>
                  <a:lnTo>
                    <a:pt x="1568103" y="1430742"/>
                  </a:lnTo>
                  <a:lnTo>
                    <a:pt x="1568763" y="1430742"/>
                  </a:lnTo>
                  <a:lnTo>
                    <a:pt x="1569424" y="1430742"/>
                  </a:lnTo>
                  <a:lnTo>
                    <a:pt x="1570084" y="1430742"/>
                  </a:lnTo>
                  <a:lnTo>
                    <a:pt x="1570745" y="1430742"/>
                  </a:lnTo>
                  <a:lnTo>
                    <a:pt x="1571405" y="1406010"/>
                  </a:lnTo>
                  <a:lnTo>
                    <a:pt x="1572066" y="1362662"/>
                  </a:lnTo>
                  <a:lnTo>
                    <a:pt x="1572726" y="1343431"/>
                  </a:lnTo>
                  <a:lnTo>
                    <a:pt x="1573387" y="1343431"/>
                  </a:lnTo>
                  <a:lnTo>
                    <a:pt x="1574048" y="1343431"/>
                  </a:lnTo>
                  <a:lnTo>
                    <a:pt x="1574708" y="1362662"/>
                  </a:lnTo>
                  <a:lnTo>
                    <a:pt x="1575369" y="1406010"/>
                  </a:lnTo>
                  <a:lnTo>
                    <a:pt x="1576029" y="1430742"/>
                  </a:lnTo>
                  <a:lnTo>
                    <a:pt x="1576690" y="1430742"/>
                  </a:lnTo>
                  <a:lnTo>
                    <a:pt x="1577350" y="1430742"/>
                  </a:lnTo>
                  <a:lnTo>
                    <a:pt x="1578011" y="1430742"/>
                  </a:lnTo>
                  <a:lnTo>
                    <a:pt x="1578671" y="1430742"/>
                  </a:lnTo>
                  <a:lnTo>
                    <a:pt x="1579332" y="1430742"/>
                  </a:lnTo>
                  <a:lnTo>
                    <a:pt x="1579992" y="1430742"/>
                  </a:lnTo>
                  <a:lnTo>
                    <a:pt x="1580653" y="1430742"/>
                  </a:lnTo>
                  <a:lnTo>
                    <a:pt x="1581313" y="1406010"/>
                  </a:lnTo>
                  <a:lnTo>
                    <a:pt x="1581974" y="1362662"/>
                  </a:lnTo>
                  <a:lnTo>
                    <a:pt x="1582634" y="1343431"/>
                  </a:lnTo>
                  <a:lnTo>
                    <a:pt x="1583295" y="1343431"/>
                  </a:lnTo>
                  <a:lnTo>
                    <a:pt x="1583955" y="1325528"/>
                  </a:lnTo>
                  <a:lnTo>
                    <a:pt x="1584616" y="1308781"/>
                  </a:lnTo>
                  <a:lnTo>
                    <a:pt x="1585277" y="1308781"/>
                  </a:lnTo>
                  <a:lnTo>
                    <a:pt x="1585937" y="1325528"/>
                  </a:lnTo>
                  <a:lnTo>
                    <a:pt x="1586598" y="1325528"/>
                  </a:lnTo>
                  <a:lnTo>
                    <a:pt x="1587258" y="1343431"/>
                  </a:lnTo>
                  <a:lnTo>
                    <a:pt x="1587919" y="1383432"/>
                  </a:lnTo>
                  <a:lnTo>
                    <a:pt x="1588579" y="1430742"/>
                  </a:lnTo>
                  <a:lnTo>
                    <a:pt x="1589240" y="1430742"/>
                  </a:lnTo>
                  <a:lnTo>
                    <a:pt x="1589900" y="1430742"/>
                  </a:lnTo>
                  <a:lnTo>
                    <a:pt x="1590561" y="1430742"/>
                  </a:lnTo>
                  <a:lnTo>
                    <a:pt x="1591221" y="1430742"/>
                  </a:lnTo>
                  <a:lnTo>
                    <a:pt x="1591882" y="1430742"/>
                  </a:lnTo>
                  <a:lnTo>
                    <a:pt x="1592542" y="1430742"/>
                  </a:lnTo>
                  <a:lnTo>
                    <a:pt x="1593203" y="1430742"/>
                  </a:lnTo>
                  <a:lnTo>
                    <a:pt x="1593863" y="1430742"/>
                  </a:lnTo>
                  <a:lnTo>
                    <a:pt x="1594524" y="1430742"/>
                  </a:lnTo>
                  <a:lnTo>
                    <a:pt x="1595185" y="1430742"/>
                  </a:lnTo>
                  <a:lnTo>
                    <a:pt x="1595845" y="1430742"/>
                  </a:lnTo>
                  <a:lnTo>
                    <a:pt x="1596506" y="1430742"/>
                  </a:lnTo>
                  <a:lnTo>
                    <a:pt x="1597166" y="1430742"/>
                  </a:lnTo>
                  <a:lnTo>
                    <a:pt x="1597827" y="1430742"/>
                  </a:lnTo>
                  <a:lnTo>
                    <a:pt x="1598487" y="1383432"/>
                  </a:lnTo>
                  <a:lnTo>
                    <a:pt x="1599148" y="1343431"/>
                  </a:lnTo>
                  <a:lnTo>
                    <a:pt x="1599808" y="1325528"/>
                  </a:lnTo>
                  <a:lnTo>
                    <a:pt x="1600469" y="1325528"/>
                  </a:lnTo>
                  <a:lnTo>
                    <a:pt x="1601129" y="1325528"/>
                  </a:lnTo>
                  <a:lnTo>
                    <a:pt x="1601790" y="1362662"/>
                  </a:lnTo>
                  <a:lnTo>
                    <a:pt x="1602450" y="1406010"/>
                  </a:lnTo>
                  <a:lnTo>
                    <a:pt x="1603111" y="1430742"/>
                  </a:lnTo>
                  <a:lnTo>
                    <a:pt x="1603771" y="1430742"/>
                  </a:lnTo>
                  <a:lnTo>
                    <a:pt x="1604432" y="1430742"/>
                  </a:lnTo>
                  <a:lnTo>
                    <a:pt x="1605093" y="1430742"/>
                  </a:lnTo>
                  <a:lnTo>
                    <a:pt x="1605753" y="1430742"/>
                  </a:lnTo>
                  <a:lnTo>
                    <a:pt x="1606414" y="1430742"/>
                  </a:lnTo>
                  <a:lnTo>
                    <a:pt x="1607074" y="1430742"/>
                  </a:lnTo>
                  <a:lnTo>
                    <a:pt x="1607735" y="1430742"/>
                  </a:lnTo>
                  <a:lnTo>
                    <a:pt x="1608395" y="1430742"/>
                  </a:lnTo>
                  <a:lnTo>
                    <a:pt x="1609056" y="1430742"/>
                  </a:lnTo>
                  <a:lnTo>
                    <a:pt x="1609716" y="1430742"/>
                  </a:lnTo>
                  <a:lnTo>
                    <a:pt x="1610377" y="1430742"/>
                  </a:lnTo>
                  <a:lnTo>
                    <a:pt x="1611037" y="1430742"/>
                  </a:lnTo>
                  <a:lnTo>
                    <a:pt x="1611698" y="1430742"/>
                  </a:lnTo>
                  <a:lnTo>
                    <a:pt x="1612358" y="1430742"/>
                  </a:lnTo>
                  <a:lnTo>
                    <a:pt x="1613019" y="1430742"/>
                  </a:lnTo>
                  <a:lnTo>
                    <a:pt x="1613679" y="1430742"/>
                  </a:lnTo>
                  <a:lnTo>
                    <a:pt x="1614340" y="1430742"/>
                  </a:lnTo>
                  <a:lnTo>
                    <a:pt x="1615001" y="1430742"/>
                  </a:lnTo>
                  <a:lnTo>
                    <a:pt x="1615661" y="1430742"/>
                  </a:lnTo>
                  <a:lnTo>
                    <a:pt x="1616322" y="1430742"/>
                  </a:lnTo>
                  <a:lnTo>
                    <a:pt x="1616982" y="1430742"/>
                  </a:lnTo>
                  <a:lnTo>
                    <a:pt x="1617643" y="1430742"/>
                  </a:lnTo>
                  <a:lnTo>
                    <a:pt x="1618303" y="1430742"/>
                  </a:lnTo>
                  <a:lnTo>
                    <a:pt x="1618964" y="1430742"/>
                  </a:lnTo>
                  <a:lnTo>
                    <a:pt x="1619624" y="1430742"/>
                  </a:lnTo>
                  <a:lnTo>
                    <a:pt x="1620285" y="1430742"/>
                  </a:lnTo>
                  <a:lnTo>
                    <a:pt x="1620945" y="1430742"/>
                  </a:lnTo>
                  <a:lnTo>
                    <a:pt x="1621606" y="1430742"/>
                  </a:lnTo>
                  <a:lnTo>
                    <a:pt x="1622266" y="1430742"/>
                  </a:lnTo>
                  <a:lnTo>
                    <a:pt x="1622927" y="1430742"/>
                  </a:lnTo>
                  <a:lnTo>
                    <a:pt x="1623587" y="1430742"/>
                  </a:lnTo>
                  <a:lnTo>
                    <a:pt x="1624248" y="1430742"/>
                  </a:lnTo>
                  <a:lnTo>
                    <a:pt x="1624908" y="1430742"/>
                  </a:lnTo>
                  <a:lnTo>
                    <a:pt x="1625569" y="1430742"/>
                  </a:lnTo>
                  <a:lnTo>
                    <a:pt x="1626230" y="1430742"/>
                  </a:lnTo>
                  <a:lnTo>
                    <a:pt x="1626890" y="1430742"/>
                  </a:lnTo>
                  <a:lnTo>
                    <a:pt x="1627551" y="1430742"/>
                  </a:lnTo>
                  <a:lnTo>
                    <a:pt x="1628211" y="1430742"/>
                  </a:lnTo>
                  <a:lnTo>
                    <a:pt x="1628872" y="1430742"/>
                  </a:lnTo>
                  <a:lnTo>
                    <a:pt x="1629532" y="1430742"/>
                  </a:lnTo>
                  <a:lnTo>
                    <a:pt x="1630193" y="1430742"/>
                  </a:lnTo>
                  <a:lnTo>
                    <a:pt x="1630853" y="1406010"/>
                  </a:lnTo>
                  <a:lnTo>
                    <a:pt x="1631514" y="1343431"/>
                  </a:lnTo>
                  <a:lnTo>
                    <a:pt x="1632174" y="1250878"/>
                  </a:lnTo>
                  <a:lnTo>
                    <a:pt x="1632835" y="1182797"/>
                  </a:lnTo>
                  <a:lnTo>
                    <a:pt x="1633495" y="1145232"/>
                  </a:lnTo>
                  <a:lnTo>
                    <a:pt x="1634156" y="1112805"/>
                  </a:lnTo>
                  <a:lnTo>
                    <a:pt x="1634816" y="1112805"/>
                  </a:lnTo>
                  <a:lnTo>
                    <a:pt x="1635477" y="1154014"/>
                  </a:lnTo>
                  <a:lnTo>
                    <a:pt x="1636138" y="1214048"/>
                  </a:lnTo>
                  <a:lnTo>
                    <a:pt x="1636798" y="1264188"/>
                  </a:lnTo>
                  <a:lnTo>
                    <a:pt x="1637459" y="1343431"/>
                  </a:lnTo>
                  <a:lnTo>
                    <a:pt x="1638119" y="1406010"/>
                  </a:lnTo>
                  <a:lnTo>
                    <a:pt x="1638780" y="1430742"/>
                  </a:lnTo>
                  <a:lnTo>
                    <a:pt x="1639440" y="1430742"/>
                  </a:lnTo>
                  <a:lnTo>
                    <a:pt x="1640101" y="1430742"/>
                  </a:lnTo>
                  <a:lnTo>
                    <a:pt x="1640761" y="1430742"/>
                  </a:lnTo>
                  <a:lnTo>
                    <a:pt x="1641422" y="1430742"/>
                  </a:lnTo>
                  <a:lnTo>
                    <a:pt x="1642082" y="1430742"/>
                  </a:lnTo>
                  <a:lnTo>
                    <a:pt x="1642743" y="1430742"/>
                  </a:lnTo>
                  <a:lnTo>
                    <a:pt x="1643403" y="1430742"/>
                  </a:lnTo>
                  <a:lnTo>
                    <a:pt x="1644064" y="1430742"/>
                  </a:lnTo>
                  <a:lnTo>
                    <a:pt x="1644724" y="1430742"/>
                  </a:lnTo>
                  <a:lnTo>
                    <a:pt x="1645385" y="1430742"/>
                  </a:lnTo>
                  <a:lnTo>
                    <a:pt x="1646046" y="1430742"/>
                  </a:lnTo>
                  <a:lnTo>
                    <a:pt x="1646706" y="1430742"/>
                  </a:lnTo>
                  <a:lnTo>
                    <a:pt x="1647367" y="1430742"/>
                  </a:lnTo>
                  <a:lnTo>
                    <a:pt x="1648027" y="1406010"/>
                  </a:lnTo>
                  <a:lnTo>
                    <a:pt x="1648688" y="1362662"/>
                  </a:lnTo>
                  <a:lnTo>
                    <a:pt x="1649348" y="1343431"/>
                  </a:lnTo>
                  <a:lnTo>
                    <a:pt x="1650009" y="1308781"/>
                  </a:lnTo>
                  <a:lnTo>
                    <a:pt x="1650669" y="1250878"/>
                  </a:lnTo>
                  <a:lnTo>
                    <a:pt x="1651330" y="1218590"/>
                  </a:lnTo>
                  <a:lnTo>
                    <a:pt x="1651990" y="1207380"/>
                  </a:lnTo>
                  <a:lnTo>
                    <a:pt x="1652651" y="1187328"/>
                  </a:lnTo>
                  <a:lnTo>
                    <a:pt x="1653311" y="1197688"/>
                  </a:lnTo>
                  <a:lnTo>
                    <a:pt x="1653972" y="1243838"/>
                  </a:lnTo>
                  <a:lnTo>
                    <a:pt x="1654632" y="1294581"/>
                  </a:lnTo>
                  <a:lnTo>
                    <a:pt x="1655293" y="1345291"/>
                  </a:lnTo>
                  <a:lnTo>
                    <a:pt x="1655953" y="1406010"/>
                  </a:lnTo>
                  <a:lnTo>
                    <a:pt x="1656614" y="1430742"/>
                  </a:lnTo>
                  <a:lnTo>
                    <a:pt x="1657275" y="1430742"/>
                  </a:lnTo>
                  <a:lnTo>
                    <a:pt x="1657935" y="1430742"/>
                  </a:lnTo>
                  <a:lnTo>
                    <a:pt x="1658596" y="1430742"/>
                  </a:lnTo>
                  <a:lnTo>
                    <a:pt x="1659256" y="1430742"/>
                  </a:lnTo>
                  <a:lnTo>
                    <a:pt x="1659917" y="1430742"/>
                  </a:lnTo>
                  <a:lnTo>
                    <a:pt x="1660577" y="1430742"/>
                  </a:lnTo>
                  <a:lnTo>
                    <a:pt x="1661238" y="1430742"/>
                  </a:lnTo>
                  <a:lnTo>
                    <a:pt x="1661898" y="1430742"/>
                  </a:lnTo>
                  <a:lnTo>
                    <a:pt x="1662559" y="1430742"/>
                  </a:lnTo>
                  <a:lnTo>
                    <a:pt x="1663219" y="1430742"/>
                  </a:lnTo>
                  <a:lnTo>
                    <a:pt x="1663880" y="1430742"/>
                  </a:lnTo>
                  <a:lnTo>
                    <a:pt x="1664540" y="1430742"/>
                  </a:lnTo>
                  <a:lnTo>
                    <a:pt x="1665201" y="1430742"/>
                  </a:lnTo>
                  <a:lnTo>
                    <a:pt x="1665861" y="1430742"/>
                  </a:lnTo>
                  <a:lnTo>
                    <a:pt x="1666522" y="1430742"/>
                  </a:lnTo>
                  <a:lnTo>
                    <a:pt x="1667183" y="1430742"/>
                  </a:lnTo>
                  <a:lnTo>
                    <a:pt x="1667843" y="1430742"/>
                  </a:lnTo>
                  <a:lnTo>
                    <a:pt x="1668504" y="1430742"/>
                  </a:lnTo>
                  <a:lnTo>
                    <a:pt x="1669164" y="1430742"/>
                  </a:lnTo>
                  <a:lnTo>
                    <a:pt x="1669825" y="1430742"/>
                  </a:lnTo>
                  <a:lnTo>
                    <a:pt x="1670485" y="1430742"/>
                  </a:lnTo>
                  <a:lnTo>
                    <a:pt x="1671146" y="1430742"/>
                  </a:lnTo>
                  <a:lnTo>
                    <a:pt x="1671806" y="1430742"/>
                  </a:lnTo>
                  <a:lnTo>
                    <a:pt x="1672467" y="1430742"/>
                  </a:lnTo>
                  <a:lnTo>
                    <a:pt x="1673127" y="1430742"/>
                  </a:lnTo>
                  <a:lnTo>
                    <a:pt x="1673788" y="1430742"/>
                  </a:lnTo>
                  <a:lnTo>
                    <a:pt x="1674448" y="1430742"/>
                  </a:lnTo>
                  <a:lnTo>
                    <a:pt x="1675109" y="1430742"/>
                  </a:lnTo>
                  <a:lnTo>
                    <a:pt x="1675769" y="1430742"/>
                  </a:lnTo>
                  <a:lnTo>
                    <a:pt x="1676430" y="1430742"/>
                  </a:lnTo>
                  <a:lnTo>
                    <a:pt x="1677091" y="1430742"/>
                  </a:lnTo>
                  <a:lnTo>
                    <a:pt x="1677751" y="1406010"/>
                  </a:lnTo>
                  <a:lnTo>
                    <a:pt x="1678412" y="1381278"/>
                  </a:lnTo>
                  <a:lnTo>
                    <a:pt x="1679072" y="1360673"/>
                  </a:lnTo>
                  <a:lnTo>
                    <a:pt x="1679733" y="1341584"/>
                  </a:lnTo>
                  <a:lnTo>
                    <a:pt x="1680393" y="1341584"/>
                  </a:lnTo>
                  <a:lnTo>
                    <a:pt x="1681054" y="1360673"/>
                  </a:lnTo>
                  <a:lnTo>
                    <a:pt x="1681714" y="1383432"/>
                  </a:lnTo>
                  <a:lnTo>
                    <a:pt x="1682375" y="1406010"/>
                  </a:lnTo>
                  <a:lnTo>
                    <a:pt x="1683035" y="1430742"/>
                  </a:lnTo>
                  <a:lnTo>
                    <a:pt x="1683696" y="1430742"/>
                  </a:lnTo>
                  <a:lnTo>
                    <a:pt x="1684356" y="1430742"/>
                  </a:lnTo>
                  <a:lnTo>
                    <a:pt x="1685017" y="1430742"/>
                  </a:lnTo>
                  <a:lnTo>
                    <a:pt x="1685677" y="1430742"/>
                  </a:lnTo>
                  <a:lnTo>
                    <a:pt x="1686338" y="1430742"/>
                  </a:lnTo>
                  <a:lnTo>
                    <a:pt x="1686998" y="1430742"/>
                  </a:lnTo>
                  <a:lnTo>
                    <a:pt x="1687659" y="1430742"/>
                  </a:lnTo>
                  <a:lnTo>
                    <a:pt x="1688320" y="1430742"/>
                  </a:lnTo>
                  <a:lnTo>
                    <a:pt x="1688980" y="1430742"/>
                  </a:lnTo>
                  <a:lnTo>
                    <a:pt x="1689641" y="1430742"/>
                  </a:lnTo>
                  <a:lnTo>
                    <a:pt x="1690301" y="1430742"/>
                  </a:lnTo>
                  <a:lnTo>
                    <a:pt x="1690962" y="1430742"/>
                  </a:lnTo>
                  <a:lnTo>
                    <a:pt x="1691622" y="1430742"/>
                  </a:lnTo>
                  <a:lnTo>
                    <a:pt x="1692283" y="1430742"/>
                  </a:lnTo>
                  <a:lnTo>
                    <a:pt x="1692943" y="1430742"/>
                  </a:lnTo>
                  <a:lnTo>
                    <a:pt x="1693604" y="1430742"/>
                  </a:lnTo>
                  <a:lnTo>
                    <a:pt x="1694264" y="1430742"/>
                  </a:lnTo>
                  <a:lnTo>
                    <a:pt x="1694925" y="1430742"/>
                  </a:lnTo>
                  <a:lnTo>
                    <a:pt x="1695585" y="1430742"/>
                  </a:lnTo>
                  <a:lnTo>
                    <a:pt x="1696246" y="1430742"/>
                  </a:lnTo>
                  <a:lnTo>
                    <a:pt x="1696906" y="1430742"/>
                  </a:lnTo>
                  <a:lnTo>
                    <a:pt x="1697567" y="1430742"/>
                  </a:lnTo>
                  <a:lnTo>
                    <a:pt x="1698228" y="1430742"/>
                  </a:lnTo>
                  <a:lnTo>
                    <a:pt x="1698888" y="1430742"/>
                  </a:lnTo>
                  <a:lnTo>
                    <a:pt x="1699549" y="1430742"/>
                  </a:lnTo>
                  <a:lnTo>
                    <a:pt x="1700209" y="1430742"/>
                  </a:lnTo>
                  <a:lnTo>
                    <a:pt x="1700870" y="1430742"/>
                  </a:lnTo>
                  <a:lnTo>
                    <a:pt x="1701530" y="1430742"/>
                  </a:lnTo>
                  <a:lnTo>
                    <a:pt x="1702191" y="1430742"/>
                  </a:lnTo>
                  <a:lnTo>
                    <a:pt x="1702851" y="1430742"/>
                  </a:lnTo>
                  <a:lnTo>
                    <a:pt x="1703512" y="1430742"/>
                  </a:lnTo>
                  <a:lnTo>
                    <a:pt x="1704172" y="1430742"/>
                  </a:lnTo>
                  <a:lnTo>
                    <a:pt x="1704833" y="1430742"/>
                  </a:lnTo>
                  <a:lnTo>
                    <a:pt x="1705493" y="1430742"/>
                  </a:lnTo>
                  <a:lnTo>
                    <a:pt x="1706154" y="1430742"/>
                  </a:lnTo>
                  <a:lnTo>
                    <a:pt x="1706814" y="1430742"/>
                  </a:lnTo>
                  <a:lnTo>
                    <a:pt x="1707475" y="1430742"/>
                  </a:lnTo>
                  <a:lnTo>
                    <a:pt x="1708136" y="1406010"/>
                  </a:lnTo>
                  <a:lnTo>
                    <a:pt x="1708796" y="1383432"/>
                  </a:lnTo>
                  <a:lnTo>
                    <a:pt x="1709457" y="1362662"/>
                  </a:lnTo>
                  <a:lnTo>
                    <a:pt x="1710117" y="1308781"/>
                  </a:lnTo>
                  <a:lnTo>
                    <a:pt x="1710778" y="1264188"/>
                  </a:lnTo>
                  <a:lnTo>
                    <a:pt x="1711438" y="1264188"/>
                  </a:lnTo>
                  <a:lnTo>
                    <a:pt x="1712099" y="1278218"/>
                  </a:lnTo>
                  <a:lnTo>
                    <a:pt x="1712759" y="1293050"/>
                  </a:lnTo>
                  <a:lnTo>
                    <a:pt x="1713420" y="1343431"/>
                  </a:lnTo>
                  <a:lnTo>
                    <a:pt x="1714080" y="1406010"/>
                  </a:lnTo>
                  <a:lnTo>
                    <a:pt x="1714741" y="1430742"/>
                  </a:lnTo>
                  <a:lnTo>
                    <a:pt x="1715401" y="1430742"/>
                  </a:lnTo>
                  <a:lnTo>
                    <a:pt x="1716062" y="1430742"/>
                  </a:lnTo>
                  <a:lnTo>
                    <a:pt x="1716722" y="1430742"/>
                  </a:lnTo>
                  <a:lnTo>
                    <a:pt x="1717383" y="1430742"/>
                  </a:lnTo>
                  <a:lnTo>
                    <a:pt x="1718044" y="1430742"/>
                  </a:lnTo>
                  <a:lnTo>
                    <a:pt x="1718704" y="1430742"/>
                  </a:lnTo>
                  <a:lnTo>
                    <a:pt x="1719365" y="1430742"/>
                  </a:lnTo>
                  <a:lnTo>
                    <a:pt x="1720025" y="1430742"/>
                  </a:lnTo>
                  <a:lnTo>
                    <a:pt x="1720686" y="1430742"/>
                  </a:lnTo>
                  <a:lnTo>
                    <a:pt x="1721346" y="1430742"/>
                  </a:lnTo>
                  <a:lnTo>
                    <a:pt x="1722007" y="1406010"/>
                  </a:lnTo>
                  <a:lnTo>
                    <a:pt x="1722667" y="1362662"/>
                  </a:lnTo>
                  <a:lnTo>
                    <a:pt x="1723328" y="1343431"/>
                  </a:lnTo>
                  <a:lnTo>
                    <a:pt x="1723988" y="1343431"/>
                  </a:lnTo>
                  <a:lnTo>
                    <a:pt x="1724649" y="1343431"/>
                  </a:lnTo>
                  <a:lnTo>
                    <a:pt x="1725309" y="1343431"/>
                  </a:lnTo>
                  <a:lnTo>
                    <a:pt x="1725970" y="1343431"/>
                  </a:lnTo>
                  <a:lnTo>
                    <a:pt x="1726630" y="1343431"/>
                  </a:lnTo>
                  <a:lnTo>
                    <a:pt x="1727291" y="1325528"/>
                  </a:lnTo>
                  <a:lnTo>
                    <a:pt x="1727951" y="1308781"/>
                  </a:lnTo>
                  <a:lnTo>
                    <a:pt x="1728612" y="1293050"/>
                  </a:lnTo>
                  <a:lnTo>
                    <a:pt x="1729273" y="1274639"/>
                  </a:lnTo>
                  <a:lnTo>
                    <a:pt x="1729933" y="1223214"/>
                  </a:lnTo>
                  <a:lnTo>
                    <a:pt x="1730594" y="1190393"/>
                  </a:lnTo>
                  <a:lnTo>
                    <a:pt x="1731254" y="1152234"/>
                  </a:lnTo>
                  <a:lnTo>
                    <a:pt x="1731915" y="1152234"/>
                  </a:lnTo>
                  <a:lnTo>
                    <a:pt x="1732575" y="1137156"/>
                  </a:lnTo>
                  <a:lnTo>
                    <a:pt x="1733236" y="1152234"/>
                  </a:lnTo>
                  <a:lnTo>
                    <a:pt x="1733896" y="1154014"/>
                  </a:lnTo>
                  <a:lnTo>
                    <a:pt x="1734557" y="1113186"/>
                  </a:lnTo>
                  <a:lnTo>
                    <a:pt x="1735217" y="1046577"/>
                  </a:lnTo>
                  <a:lnTo>
                    <a:pt x="1735878" y="981856"/>
                  </a:lnTo>
                  <a:lnTo>
                    <a:pt x="1736538" y="918130"/>
                  </a:lnTo>
                  <a:lnTo>
                    <a:pt x="1737199" y="872534"/>
                  </a:lnTo>
                  <a:lnTo>
                    <a:pt x="1737859" y="844923"/>
                  </a:lnTo>
                  <a:lnTo>
                    <a:pt x="1738520" y="829255"/>
                  </a:lnTo>
                  <a:lnTo>
                    <a:pt x="1739181" y="816662"/>
                  </a:lnTo>
                  <a:lnTo>
                    <a:pt x="1739841" y="816418"/>
                  </a:lnTo>
                  <a:lnTo>
                    <a:pt x="1740502" y="815447"/>
                  </a:lnTo>
                  <a:lnTo>
                    <a:pt x="1741162" y="813998"/>
                  </a:lnTo>
                  <a:lnTo>
                    <a:pt x="1741823" y="816175"/>
                  </a:lnTo>
                  <a:lnTo>
                    <a:pt x="1742483" y="843030"/>
                  </a:lnTo>
                  <a:lnTo>
                    <a:pt x="1743144" y="871179"/>
                  </a:lnTo>
                  <a:lnTo>
                    <a:pt x="1743804" y="914555"/>
                  </a:lnTo>
                  <a:lnTo>
                    <a:pt x="1744465" y="981626"/>
                  </a:lnTo>
                  <a:lnTo>
                    <a:pt x="1745125" y="1068111"/>
                  </a:lnTo>
                  <a:lnTo>
                    <a:pt x="1745786" y="1153568"/>
                  </a:lnTo>
                  <a:lnTo>
                    <a:pt x="1746446" y="1215176"/>
                  </a:lnTo>
                  <a:lnTo>
                    <a:pt x="1747107" y="1201414"/>
                  </a:lnTo>
                  <a:lnTo>
                    <a:pt x="1747767" y="1176390"/>
                  </a:lnTo>
                  <a:lnTo>
                    <a:pt x="1748428" y="1143940"/>
                  </a:lnTo>
                  <a:lnTo>
                    <a:pt x="1749089" y="1140950"/>
                  </a:lnTo>
                  <a:lnTo>
                    <a:pt x="1749749" y="1167771"/>
                  </a:lnTo>
                  <a:lnTo>
                    <a:pt x="1750410" y="1219739"/>
                  </a:lnTo>
                  <a:lnTo>
                    <a:pt x="1751070" y="1270408"/>
                  </a:lnTo>
                  <a:lnTo>
                    <a:pt x="1751731" y="1317858"/>
                  </a:lnTo>
                  <a:lnTo>
                    <a:pt x="1752391" y="1317858"/>
                  </a:lnTo>
                  <a:lnTo>
                    <a:pt x="1753052" y="1271811"/>
                  </a:lnTo>
                  <a:lnTo>
                    <a:pt x="1753712" y="1258114"/>
                  </a:lnTo>
                  <a:lnTo>
                    <a:pt x="1754373" y="1245104"/>
                  </a:lnTo>
                  <a:lnTo>
                    <a:pt x="1755033" y="1250878"/>
                  </a:lnTo>
                  <a:lnTo>
                    <a:pt x="1755694" y="1250878"/>
                  </a:lnTo>
                  <a:lnTo>
                    <a:pt x="1756354" y="1238218"/>
                  </a:lnTo>
                  <a:lnTo>
                    <a:pt x="1757015" y="1207380"/>
                  </a:lnTo>
                  <a:lnTo>
                    <a:pt x="1757675" y="1157612"/>
                  </a:lnTo>
                  <a:lnTo>
                    <a:pt x="1758336" y="1100889"/>
                  </a:lnTo>
                  <a:lnTo>
                    <a:pt x="1758996" y="1056813"/>
                  </a:lnTo>
                  <a:lnTo>
                    <a:pt x="1759657" y="1023974"/>
                  </a:lnTo>
                  <a:lnTo>
                    <a:pt x="1760318" y="1004686"/>
                  </a:lnTo>
                  <a:lnTo>
                    <a:pt x="1760978" y="1004686"/>
                  </a:lnTo>
                  <a:lnTo>
                    <a:pt x="1761639" y="1025603"/>
                  </a:lnTo>
                  <a:lnTo>
                    <a:pt x="1762299" y="1058045"/>
                  </a:lnTo>
                  <a:lnTo>
                    <a:pt x="1762960" y="1095843"/>
                  </a:lnTo>
                  <a:lnTo>
                    <a:pt x="1763620" y="1128917"/>
                  </a:lnTo>
                  <a:lnTo>
                    <a:pt x="1764281" y="1190393"/>
                  </a:lnTo>
                  <a:lnTo>
                    <a:pt x="1764941" y="1230308"/>
                  </a:lnTo>
                  <a:lnTo>
                    <a:pt x="1765602" y="1255459"/>
                  </a:lnTo>
                  <a:lnTo>
                    <a:pt x="1766262" y="1314521"/>
                  </a:lnTo>
                  <a:lnTo>
                    <a:pt x="1766923" y="1369744"/>
                  </a:lnTo>
                  <a:lnTo>
                    <a:pt x="1767583" y="1354798"/>
                  </a:lnTo>
                  <a:lnTo>
                    <a:pt x="1768244" y="1325528"/>
                  </a:lnTo>
                  <a:lnTo>
                    <a:pt x="1768904" y="1325528"/>
                  </a:lnTo>
                  <a:lnTo>
                    <a:pt x="1769565" y="1325528"/>
                  </a:lnTo>
                  <a:lnTo>
                    <a:pt x="1770226" y="1301584"/>
                  </a:lnTo>
                  <a:lnTo>
                    <a:pt x="1770886" y="1232716"/>
                  </a:lnTo>
                  <a:lnTo>
                    <a:pt x="1771547" y="1168715"/>
                  </a:lnTo>
                  <a:lnTo>
                    <a:pt x="1772207" y="1105664"/>
                  </a:lnTo>
                  <a:lnTo>
                    <a:pt x="1772868" y="1054368"/>
                  </a:lnTo>
                  <a:lnTo>
                    <a:pt x="1773528" y="1051043"/>
                  </a:lnTo>
                  <a:lnTo>
                    <a:pt x="1774189" y="1076256"/>
                  </a:lnTo>
                  <a:lnTo>
                    <a:pt x="1774849" y="1125694"/>
                  </a:lnTo>
                  <a:lnTo>
                    <a:pt x="1775510" y="1184299"/>
                  </a:lnTo>
                  <a:lnTo>
                    <a:pt x="1776170" y="1261471"/>
                  </a:lnTo>
                  <a:lnTo>
                    <a:pt x="1776831" y="1305558"/>
                  </a:lnTo>
                  <a:lnTo>
                    <a:pt x="1777491" y="1358700"/>
                  </a:lnTo>
                  <a:lnTo>
                    <a:pt x="1778152" y="1383432"/>
                  </a:lnTo>
                  <a:lnTo>
                    <a:pt x="1778812" y="1406010"/>
                  </a:lnTo>
                  <a:lnTo>
                    <a:pt x="1779473" y="1430742"/>
                  </a:lnTo>
                  <a:lnTo>
                    <a:pt x="1780134" y="1406010"/>
                  </a:lnTo>
                  <a:lnTo>
                    <a:pt x="1780794" y="1383432"/>
                  </a:lnTo>
                  <a:lnTo>
                    <a:pt x="1781455" y="1362662"/>
                  </a:lnTo>
                  <a:lnTo>
                    <a:pt x="1782115" y="1343431"/>
                  </a:lnTo>
                  <a:lnTo>
                    <a:pt x="1782776" y="1325528"/>
                  </a:lnTo>
                  <a:lnTo>
                    <a:pt x="1783436" y="1329890"/>
                  </a:lnTo>
                  <a:lnTo>
                    <a:pt x="1784097" y="1348107"/>
                  </a:lnTo>
                  <a:lnTo>
                    <a:pt x="1784757" y="1348107"/>
                  </a:lnTo>
                  <a:lnTo>
                    <a:pt x="1785418" y="1329890"/>
                  </a:lnTo>
                  <a:lnTo>
                    <a:pt x="1786078" y="1312868"/>
                  </a:lnTo>
                  <a:lnTo>
                    <a:pt x="1786739" y="1325528"/>
                  </a:lnTo>
                  <a:lnTo>
                    <a:pt x="1787399" y="1325528"/>
                  </a:lnTo>
                  <a:lnTo>
                    <a:pt x="1788060" y="1343431"/>
                  </a:lnTo>
                  <a:lnTo>
                    <a:pt x="1788720" y="1383432"/>
                  </a:lnTo>
                  <a:lnTo>
                    <a:pt x="1789381" y="1406010"/>
                  </a:lnTo>
                  <a:lnTo>
                    <a:pt x="1790042" y="1383432"/>
                  </a:lnTo>
                  <a:lnTo>
                    <a:pt x="1790702" y="1343431"/>
                  </a:lnTo>
                  <a:lnTo>
                    <a:pt x="1791363" y="1325528"/>
                  </a:lnTo>
                  <a:lnTo>
                    <a:pt x="1792023" y="1281847"/>
                  </a:lnTo>
                  <a:lnTo>
                    <a:pt x="1792684" y="1241325"/>
                  </a:lnTo>
                  <a:lnTo>
                    <a:pt x="1793344" y="1206285"/>
                  </a:lnTo>
                  <a:lnTo>
                    <a:pt x="1794005" y="1195583"/>
                  </a:lnTo>
                  <a:lnTo>
                    <a:pt x="1794665" y="1189879"/>
                  </a:lnTo>
                  <a:lnTo>
                    <a:pt x="1795326" y="1197688"/>
                  </a:lnTo>
                  <a:lnTo>
                    <a:pt x="1795986" y="1231509"/>
                  </a:lnTo>
                  <a:lnTo>
                    <a:pt x="1796647" y="1284788"/>
                  </a:lnTo>
                  <a:lnTo>
                    <a:pt x="1797307" y="1333432"/>
                  </a:lnTo>
                  <a:lnTo>
                    <a:pt x="1797968" y="1362662"/>
                  </a:lnTo>
                  <a:lnTo>
                    <a:pt x="1798628" y="1406010"/>
                  </a:lnTo>
                  <a:lnTo>
                    <a:pt x="1799289" y="1430742"/>
                  </a:lnTo>
                  <a:lnTo>
                    <a:pt x="1799949" y="1430742"/>
                  </a:lnTo>
                  <a:lnTo>
                    <a:pt x="1800610" y="1430742"/>
                  </a:lnTo>
                  <a:lnTo>
                    <a:pt x="1801271" y="1430742"/>
                  </a:lnTo>
                  <a:lnTo>
                    <a:pt x="1801931" y="1430742"/>
                  </a:lnTo>
                  <a:lnTo>
                    <a:pt x="1802592" y="1430742"/>
                  </a:lnTo>
                  <a:lnTo>
                    <a:pt x="1803252" y="1430742"/>
                  </a:lnTo>
                  <a:lnTo>
                    <a:pt x="1803913" y="1430742"/>
                  </a:lnTo>
                  <a:lnTo>
                    <a:pt x="1804573" y="1430742"/>
                  </a:lnTo>
                  <a:lnTo>
                    <a:pt x="1805234" y="1408380"/>
                  </a:lnTo>
                  <a:lnTo>
                    <a:pt x="1805894" y="1364665"/>
                  </a:lnTo>
                  <a:lnTo>
                    <a:pt x="1806555" y="1327264"/>
                  </a:lnTo>
                  <a:lnTo>
                    <a:pt x="1807215" y="1310408"/>
                  </a:lnTo>
                  <a:lnTo>
                    <a:pt x="1807876" y="1310408"/>
                  </a:lnTo>
                  <a:lnTo>
                    <a:pt x="1808536" y="1325528"/>
                  </a:lnTo>
                  <a:lnTo>
                    <a:pt x="1809197" y="1362662"/>
                  </a:lnTo>
                  <a:lnTo>
                    <a:pt x="1809857" y="1406010"/>
                  </a:lnTo>
                  <a:lnTo>
                    <a:pt x="1810518" y="1430742"/>
                  </a:lnTo>
                  <a:lnTo>
                    <a:pt x="1811179" y="1430742"/>
                  </a:lnTo>
                  <a:lnTo>
                    <a:pt x="1811839" y="1430742"/>
                  </a:lnTo>
                  <a:lnTo>
                    <a:pt x="1812500" y="1406010"/>
                  </a:lnTo>
                  <a:lnTo>
                    <a:pt x="1813160" y="1383432"/>
                  </a:lnTo>
                  <a:lnTo>
                    <a:pt x="1813821" y="1362662"/>
                  </a:lnTo>
                  <a:lnTo>
                    <a:pt x="1814481" y="1343431"/>
                  </a:lnTo>
                  <a:lnTo>
                    <a:pt x="1815142" y="1325528"/>
                  </a:lnTo>
                  <a:lnTo>
                    <a:pt x="1815802" y="1343431"/>
                  </a:lnTo>
                  <a:lnTo>
                    <a:pt x="1816463" y="1362662"/>
                  </a:lnTo>
                  <a:lnTo>
                    <a:pt x="1817123" y="1383432"/>
                  </a:lnTo>
                  <a:lnTo>
                    <a:pt x="1817784" y="1406010"/>
                  </a:lnTo>
                  <a:lnTo>
                    <a:pt x="1818444" y="1430742"/>
                  </a:lnTo>
                  <a:lnTo>
                    <a:pt x="1819105" y="1430742"/>
                  </a:lnTo>
                  <a:lnTo>
                    <a:pt x="1819765" y="1430742"/>
                  </a:lnTo>
                  <a:lnTo>
                    <a:pt x="1820426" y="1430742"/>
                  </a:lnTo>
                  <a:lnTo>
                    <a:pt x="1821087" y="1430742"/>
                  </a:lnTo>
                  <a:lnTo>
                    <a:pt x="1821747" y="1430742"/>
                  </a:lnTo>
                  <a:lnTo>
                    <a:pt x="1822408" y="1430742"/>
                  </a:lnTo>
                  <a:lnTo>
                    <a:pt x="1823068" y="1430742"/>
                  </a:lnTo>
                  <a:lnTo>
                    <a:pt x="1823729" y="1430742"/>
                  </a:lnTo>
                  <a:lnTo>
                    <a:pt x="1824389" y="1430742"/>
                  </a:lnTo>
                  <a:lnTo>
                    <a:pt x="1825050" y="1430742"/>
                  </a:lnTo>
                  <a:lnTo>
                    <a:pt x="1825710" y="1406010"/>
                  </a:lnTo>
                  <a:lnTo>
                    <a:pt x="1826371" y="1374923"/>
                  </a:lnTo>
                  <a:lnTo>
                    <a:pt x="1827031" y="1336121"/>
                  </a:lnTo>
                  <a:lnTo>
                    <a:pt x="1827692" y="1318699"/>
                  </a:lnTo>
                  <a:lnTo>
                    <a:pt x="1828352" y="1318699"/>
                  </a:lnTo>
                  <a:lnTo>
                    <a:pt x="1829013" y="1336121"/>
                  </a:lnTo>
                  <a:lnTo>
                    <a:pt x="1829673" y="1362662"/>
                  </a:lnTo>
                  <a:lnTo>
                    <a:pt x="1830334" y="1406010"/>
                  </a:lnTo>
                  <a:lnTo>
                    <a:pt x="1830994" y="1430742"/>
                  </a:lnTo>
                  <a:lnTo>
                    <a:pt x="1831655" y="1430742"/>
                  </a:lnTo>
                  <a:lnTo>
                    <a:pt x="1832316" y="1408380"/>
                  </a:lnTo>
                  <a:lnTo>
                    <a:pt x="1832976" y="1345292"/>
                  </a:lnTo>
                  <a:lnTo>
                    <a:pt x="1833637" y="1279664"/>
                  </a:lnTo>
                  <a:lnTo>
                    <a:pt x="1834297" y="1227328"/>
                  </a:lnTo>
                  <a:lnTo>
                    <a:pt x="1834958" y="1183797"/>
                  </a:lnTo>
                  <a:lnTo>
                    <a:pt x="1835618" y="1163567"/>
                  </a:lnTo>
                  <a:lnTo>
                    <a:pt x="1836279" y="1182797"/>
                  </a:lnTo>
                  <a:lnTo>
                    <a:pt x="1836939" y="1226146"/>
                  </a:lnTo>
                  <a:lnTo>
                    <a:pt x="1837600" y="1278218"/>
                  </a:lnTo>
                  <a:lnTo>
                    <a:pt x="1838260" y="1334326"/>
                  </a:lnTo>
                  <a:lnTo>
                    <a:pt x="1838921" y="1372839"/>
                  </a:lnTo>
                  <a:lnTo>
                    <a:pt x="1839581" y="1352868"/>
                  </a:lnTo>
                  <a:lnTo>
                    <a:pt x="1840242" y="1317020"/>
                  </a:lnTo>
                  <a:lnTo>
                    <a:pt x="1840902" y="1285528"/>
                  </a:lnTo>
                  <a:lnTo>
                    <a:pt x="1841563" y="1267625"/>
                  </a:lnTo>
                  <a:lnTo>
                    <a:pt x="1842224" y="1281847"/>
                  </a:lnTo>
                  <a:lnTo>
                    <a:pt x="1842884" y="1312868"/>
                  </a:lnTo>
                  <a:lnTo>
                    <a:pt x="1843545" y="1348107"/>
                  </a:lnTo>
                  <a:lnTo>
                    <a:pt x="1844205" y="1388895"/>
                  </a:lnTo>
                  <a:lnTo>
                    <a:pt x="1844866" y="1430742"/>
                  </a:lnTo>
                  <a:lnTo>
                    <a:pt x="1845526" y="1430742"/>
                  </a:lnTo>
                  <a:lnTo>
                    <a:pt x="1846187" y="1430742"/>
                  </a:lnTo>
                  <a:lnTo>
                    <a:pt x="1846847" y="1430742"/>
                  </a:lnTo>
                  <a:lnTo>
                    <a:pt x="1847508" y="1406010"/>
                  </a:lnTo>
                  <a:lnTo>
                    <a:pt x="1848168" y="1362662"/>
                  </a:lnTo>
                  <a:lnTo>
                    <a:pt x="1848829" y="1343431"/>
                  </a:lnTo>
                  <a:lnTo>
                    <a:pt x="1849489" y="1343431"/>
                  </a:lnTo>
                  <a:lnTo>
                    <a:pt x="1850150" y="1325528"/>
                  </a:lnTo>
                  <a:lnTo>
                    <a:pt x="1850810" y="1308781"/>
                  </a:lnTo>
                  <a:lnTo>
                    <a:pt x="1851471" y="1325528"/>
                  </a:lnTo>
                  <a:lnTo>
                    <a:pt x="1852132" y="1337930"/>
                  </a:lnTo>
                  <a:lnTo>
                    <a:pt x="1852792" y="1337930"/>
                  </a:lnTo>
                  <a:lnTo>
                    <a:pt x="1853453" y="1356741"/>
                  </a:lnTo>
                  <a:lnTo>
                    <a:pt x="1854113" y="1399028"/>
                  </a:lnTo>
                  <a:lnTo>
                    <a:pt x="1854774" y="1423072"/>
                  </a:lnTo>
                  <a:lnTo>
                    <a:pt x="1855434" y="1430742"/>
                  </a:lnTo>
                  <a:lnTo>
                    <a:pt x="1856095" y="1430742"/>
                  </a:lnTo>
                  <a:lnTo>
                    <a:pt x="1856755" y="1430742"/>
                  </a:lnTo>
                  <a:lnTo>
                    <a:pt x="1857416" y="1430742"/>
                  </a:lnTo>
                  <a:lnTo>
                    <a:pt x="1858076" y="1430742"/>
                  </a:lnTo>
                  <a:lnTo>
                    <a:pt x="1858737" y="1418082"/>
                  </a:lnTo>
                  <a:lnTo>
                    <a:pt x="1859397" y="1394476"/>
                  </a:lnTo>
                  <a:lnTo>
                    <a:pt x="1860058" y="1352868"/>
                  </a:lnTo>
                  <a:lnTo>
                    <a:pt x="1860718" y="1334326"/>
                  </a:lnTo>
                  <a:lnTo>
                    <a:pt x="1861379" y="1334326"/>
                  </a:lnTo>
                  <a:lnTo>
                    <a:pt x="1862040" y="1343431"/>
                  </a:lnTo>
                  <a:lnTo>
                    <a:pt x="1862700" y="1362662"/>
                  </a:lnTo>
                  <a:lnTo>
                    <a:pt x="1863361" y="1406010"/>
                  </a:lnTo>
                  <a:lnTo>
                    <a:pt x="1864021" y="1430742"/>
                  </a:lnTo>
                  <a:lnTo>
                    <a:pt x="1864682" y="1430742"/>
                  </a:lnTo>
                  <a:lnTo>
                    <a:pt x="1865342" y="1430742"/>
                  </a:lnTo>
                  <a:lnTo>
                    <a:pt x="1866003" y="1430742"/>
                  </a:lnTo>
                  <a:lnTo>
                    <a:pt x="1866663" y="1386696"/>
                  </a:lnTo>
                  <a:lnTo>
                    <a:pt x="1867324" y="1346227"/>
                  </a:lnTo>
                  <a:lnTo>
                    <a:pt x="1867984" y="1328136"/>
                  </a:lnTo>
                  <a:lnTo>
                    <a:pt x="1868645" y="1328136"/>
                  </a:lnTo>
                  <a:lnTo>
                    <a:pt x="1869305" y="1328136"/>
                  </a:lnTo>
                  <a:lnTo>
                    <a:pt x="1869966" y="1343431"/>
                  </a:lnTo>
                  <a:lnTo>
                    <a:pt x="1870626" y="1343431"/>
                  </a:lnTo>
                  <a:lnTo>
                    <a:pt x="1871287" y="1325528"/>
                  </a:lnTo>
                  <a:lnTo>
                    <a:pt x="1871947" y="1309594"/>
                  </a:lnTo>
                  <a:lnTo>
                    <a:pt x="1872608" y="1309594"/>
                  </a:lnTo>
                  <a:lnTo>
                    <a:pt x="1873269" y="1326395"/>
                  </a:lnTo>
                  <a:lnTo>
                    <a:pt x="1873929" y="1363662"/>
                  </a:lnTo>
                  <a:lnTo>
                    <a:pt x="1874590" y="1407192"/>
                  </a:lnTo>
                  <a:lnTo>
                    <a:pt x="1875250" y="1430742"/>
                  </a:lnTo>
                  <a:lnTo>
                    <a:pt x="1875911" y="1430742"/>
                  </a:lnTo>
                  <a:lnTo>
                    <a:pt x="1876571" y="1430742"/>
                  </a:lnTo>
                  <a:lnTo>
                    <a:pt x="1877232" y="1430742"/>
                  </a:lnTo>
                  <a:lnTo>
                    <a:pt x="1877892" y="1406010"/>
                  </a:lnTo>
                  <a:lnTo>
                    <a:pt x="1878553" y="1362662"/>
                  </a:lnTo>
                  <a:lnTo>
                    <a:pt x="1879213" y="1325528"/>
                  </a:lnTo>
                  <a:lnTo>
                    <a:pt x="1879874" y="1308781"/>
                  </a:lnTo>
                  <a:lnTo>
                    <a:pt x="1880534" y="1308781"/>
                  </a:lnTo>
                  <a:lnTo>
                    <a:pt x="1881195" y="1325528"/>
                  </a:lnTo>
                  <a:lnTo>
                    <a:pt x="1881855" y="1343431"/>
                  </a:lnTo>
                  <a:lnTo>
                    <a:pt x="1882516" y="1343431"/>
                  </a:lnTo>
                  <a:lnTo>
                    <a:pt x="1883177" y="1343431"/>
                  </a:lnTo>
                  <a:lnTo>
                    <a:pt x="1883837" y="1343431"/>
                  </a:lnTo>
                  <a:lnTo>
                    <a:pt x="1884498" y="1343431"/>
                  </a:lnTo>
                  <a:lnTo>
                    <a:pt x="1885158" y="1362662"/>
                  </a:lnTo>
                  <a:lnTo>
                    <a:pt x="1885819" y="1406010"/>
                  </a:lnTo>
                  <a:lnTo>
                    <a:pt x="1886479" y="1430742"/>
                  </a:lnTo>
                  <a:lnTo>
                    <a:pt x="1887140" y="1430742"/>
                  </a:lnTo>
                  <a:lnTo>
                    <a:pt x="1887800" y="1430742"/>
                  </a:lnTo>
                  <a:lnTo>
                    <a:pt x="1888461" y="1430742"/>
                  </a:lnTo>
                  <a:lnTo>
                    <a:pt x="1889121" y="1430742"/>
                  </a:lnTo>
                  <a:lnTo>
                    <a:pt x="1889782" y="1430742"/>
                  </a:lnTo>
                  <a:lnTo>
                    <a:pt x="1890442" y="1430742"/>
                  </a:lnTo>
                  <a:lnTo>
                    <a:pt x="1891103" y="1430742"/>
                  </a:lnTo>
                  <a:lnTo>
                    <a:pt x="1891763" y="1430742"/>
                  </a:lnTo>
                  <a:lnTo>
                    <a:pt x="1892424" y="1430742"/>
                  </a:lnTo>
                  <a:lnTo>
                    <a:pt x="1893085" y="1383432"/>
                  </a:lnTo>
                  <a:lnTo>
                    <a:pt x="1893745" y="1297670"/>
                  </a:lnTo>
                  <a:lnTo>
                    <a:pt x="1894406" y="1157160"/>
                  </a:lnTo>
                  <a:lnTo>
                    <a:pt x="1895066" y="1060214"/>
                  </a:lnTo>
                  <a:lnTo>
                    <a:pt x="1895727" y="970822"/>
                  </a:lnTo>
                  <a:lnTo>
                    <a:pt x="1896387" y="876642"/>
                  </a:lnTo>
                  <a:lnTo>
                    <a:pt x="1897048" y="788435"/>
                  </a:lnTo>
                  <a:lnTo>
                    <a:pt x="1897708" y="733628"/>
                  </a:lnTo>
                  <a:lnTo>
                    <a:pt x="1898369" y="696702"/>
                  </a:lnTo>
                  <a:lnTo>
                    <a:pt x="1899029" y="675442"/>
                  </a:lnTo>
                  <a:lnTo>
                    <a:pt x="1899690" y="683330"/>
                  </a:lnTo>
                  <a:lnTo>
                    <a:pt x="1900350" y="720783"/>
                  </a:lnTo>
                  <a:lnTo>
                    <a:pt x="1901011" y="778896"/>
                  </a:lnTo>
                  <a:lnTo>
                    <a:pt x="1901671" y="850686"/>
                  </a:lnTo>
                  <a:lnTo>
                    <a:pt x="1902332" y="937166"/>
                  </a:lnTo>
                  <a:lnTo>
                    <a:pt x="1902992" y="1004184"/>
                  </a:lnTo>
                  <a:lnTo>
                    <a:pt x="1903653" y="1014411"/>
                  </a:lnTo>
                  <a:lnTo>
                    <a:pt x="1904314" y="969503"/>
                  </a:lnTo>
                  <a:lnTo>
                    <a:pt x="1904974" y="853757"/>
                  </a:lnTo>
                  <a:lnTo>
                    <a:pt x="1905635" y="741798"/>
                  </a:lnTo>
                  <a:lnTo>
                    <a:pt x="1906295" y="640845"/>
                  </a:lnTo>
                  <a:lnTo>
                    <a:pt x="1906956" y="556072"/>
                  </a:lnTo>
                  <a:lnTo>
                    <a:pt x="1907616" y="481121"/>
                  </a:lnTo>
                  <a:lnTo>
                    <a:pt x="1908277" y="443590"/>
                  </a:lnTo>
                  <a:lnTo>
                    <a:pt x="1908937" y="435621"/>
                  </a:lnTo>
                  <a:lnTo>
                    <a:pt x="1909598" y="454360"/>
                  </a:lnTo>
                  <a:lnTo>
                    <a:pt x="1910258" y="495967"/>
                  </a:lnTo>
                  <a:lnTo>
                    <a:pt x="1910919" y="578262"/>
                  </a:lnTo>
                  <a:lnTo>
                    <a:pt x="1911579" y="678926"/>
                  </a:lnTo>
                  <a:lnTo>
                    <a:pt x="1912240" y="746864"/>
                  </a:lnTo>
                  <a:lnTo>
                    <a:pt x="1912900" y="756528"/>
                  </a:lnTo>
                  <a:lnTo>
                    <a:pt x="1913561" y="739800"/>
                  </a:lnTo>
                  <a:lnTo>
                    <a:pt x="1914222" y="713403"/>
                  </a:lnTo>
                  <a:lnTo>
                    <a:pt x="1914882" y="691465"/>
                  </a:lnTo>
                  <a:lnTo>
                    <a:pt x="1915543" y="697777"/>
                  </a:lnTo>
                  <a:lnTo>
                    <a:pt x="1916203" y="730728"/>
                  </a:lnTo>
                  <a:lnTo>
                    <a:pt x="1916864" y="773585"/>
                  </a:lnTo>
                  <a:lnTo>
                    <a:pt x="1917524" y="818126"/>
                  </a:lnTo>
                  <a:lnTo>
                    <a:pt x="1918185" y="873593"/>
                  </a:lnTo>
                  <a:lnTo>
                    <a:pt x="1918845" y="931231"/>
                  </a:lnTo>
                  <a:lnTo>
                    <a:pt x="1919506" y="986733"/>
                  </a:lnTo>
                  <a:lnTo>
                    <a:pt x="1920166" y="1042186"/>
                  </a:lnTo>
                  <a:lnTo>
                    <a:pt x="1920827" y="1061461"/>
                  </a:lnTo>
                  <a:lnTo>
                    <a:pt x="1921487" y="1029443"/>
                  </a:lnTo>
                  <a:lnTo>
                    <a:pt x="1922148" y="966016"/>
                  </a:lnTo>
                  <a:lnTo>
                    <a:pt x="1922808" y="911555"/>
                  </a:lnTo>
                  <a:lnTo>
                    <a:pt x="1923469" y="881753"/>
                  </a:lnTo>
                  <a:lnTo>
                    <a:pt x="1924130" y="878026"/>
                  </a:lnTo>
                  <a:lnTo>
                    <a:pt x="1924790" y="893758"/>
                  </a:lnTo>
                  <a:lnTo>
                    <a:pt x="1925451" y="925985"/>
                  </a:lnTo>
                  <a:lnTo>
                    <a:pt x="1926111" y="943636"/>
                  </a:lnTo>
                  <a:lnTo>
                    <a:pt x="1926772" y="937554"/>
                  </a:lnTo>
                  <a:lnTo>
                    <a:pt x="1927432" y="924875"/>
                  </a:lnTo>
                  <a:lnTo>
                    <a:pt x="1928093" y="923218"/>
                  </a:lnTo>
                  <a:lnTo>
                    <a:pt x="1928753" y="922302"/>
                  </a:lnTo>
                  <a:lnTo>
                    <a:pt x="1929414" y="906001"/>
                  </a:lnTo>
                  <a:lnTo>
                    <a:pt x="1930074" y="904460"/>
                  </a:lnTo>
                  <a:lnTo>
                    <a:pt x="1930735" y="917770"/>
                  </a:lnTo>
                  <a:lnTo>
                    <a:pt x="1931395" y="912786"/>
                  </a:lnTo>
                  <a:lnTo>
                    <a:pt x="1932056" y="906173"/>
                  </a:lnTo>
                  <a:lnTo>
                    <a:pt x="1932716" y="951088"/>
                  </a:lnTo>
                  <a:lnTo>
                    <a:pt x="1933377" y="1013890"/>
                  </a:lnTo>
                  <a:lnTo>
                    <a:pt x="1934038" y="1041317"/>
                  </a:lnTo>
                  <a:lnTo>
                    <a:pt x="1934698" y="1067790"/>
                  </a:lnTo>
                  <a:lnTo>
                    <a:pt x="1935359" y="1094065"/>
                  </a:lnTo>
                  <a:lnTo>
                    <a:pt x="1936019" y="1087070"/>
                  </a:lnTo>
                  <a:lnTo>
                    <a:pt x="1936680" y="1082622"/>
                  </a:lnTo>
                  <a:lnTo>
                    <a:pt x="1937340" y="1105293"/>
                  </a:lnTo>
                  <a:lnTo>
                    <a:pt x="1938001" y="1137156"/>
                  </a:lnTo>
                  <a:lnTo>
                    <a:pt x="1938661" y="1203568"/>
                  </a:lnTo>
                  <a:lnTo>
                    <a:pt x="1939322" y="1264188"/>
                  </a:lnTo>
                  <a:lnTo>
                    <a:pt x="1939982" y="1278218"/>
                  </a:lnTo>
                  <a:lnTo>
                    <a:pt x="1940643" y="1278218"/>
                  </a:lnTo>
                  <a:lnTo>
                    <a:pt x="1941303" y="1264188"/>
                  </a:lnTo>
                  <a:lnTo>
                    <a:pt x="1941964" y="1264188"/>
                  </a:lnTo>
                  <a:lnTo>
                    <a:pt x="1942624" y="1293050"/>
                  </a:lnTo>
                  <a:lnTo>
                    <a:pt x="1943285" y="1343431"/>
                  </a:lnTo>
                  <a:lnTo>
                    <a:pt x="1943945" y="1362662"/>
                  </a:lnTo>
                  <a:lnTo>
                    <a:pt x="1944606" y="1362662"/>
                  </a:lnTo>
                  <a:lnTo>
                    <a:pt x="1945267" y="1293050"/>
                  </a:lnTo>
                  <a:lnTo>
                    <a:pt x="1945927" y="1238218"/>
                  </a:lnTo>
                  <a:lnTo>
                    <a:pt x="1946588" y="1214611"/>
                  </a:lnTo>
                  <a:lnTo>
                    <a:pt x="1947248" y="1214611"/>
                  </a:lnTo>
                  <a:lnTo>
                    <a:pt x="1947909" y="1226146"/>
                  </a:lnTo>
                  <a:lnTo>
                    <a:pt x="1948569" y="1264188"/>
                  </a:lnTo>
                  <a:lnTo>
                    <a:pt x="1949230" y="1293050"/>
                  </a:lnTo>
                  <a:lnTo>
                    <a:pt x="1949890" y="1325528"/>
                  </a:lnTo>
                  <a:lnTo>
                    <a:pt x="1950551" y="1308781"/>
                  </a:lnTo>
                  <a:lnTo>
                    <a:pt x="1951211" y="1293050"/>
                  </a:lnTo>
                  <a:lnTo>
                    <a:pt x="1951872" y="1278218"/>
                  </a:lnTo>
                  <a:lnTo>
                    <a:pt x="1952532" y="1264188"/>
                  </a:lnTo>
                  <a:lnTo>
                    <a:pt x="1953193" y="1226146"/>
                  </a:lnTo>
                  <a:lnTo>
                    <a:pt x="1953853" y="1226146"/>
                  </a:lnTo>
                  <a:lnTo>
                    <a:pt x="1954514" y="1226146"/>
                  </a:lnTo>
                  <a:lnTo>
                    <a:pt x="1955175" y="1226146"/>
                  </a:lnTo>
                  <a:lnTo>
                    <a:pt x="1955835" y="1226146"/>
                  </a:lnTo>
                  <a:lnTo>
                    <a:pt x="1956496" y="1238218"/>
                  </a:lnTo>
                  <a:lnTo>
                    <a:pt x="1957156" y="1250878"/>
                  </a:lnTo>
                  <a:lnTo>
                    <a:pt x="1957817" y="1278218"/>
                  </a:lnTo>
                  <a:lnTo>
                    <a:pt x="1958477" y="1325528"/>
                  </a:lnTo>
                  <a:lnTo>
                    <a:pt x="1959138" y="1383432"/>
                  </a:lnTo>
                  <a:lnTo>
                    <a:pt x="1959798" y="1430742"/>
                  </a:lnTo>
                  <a:lnTo>
                    <a:pt x="1960459" y="1430742"/>
                  </a:lnTo>
                  <a:lnTo>
                    <a:pt x="1961119" y="1430742"/>
                  </a:lnTo>
                  <a:lnTo>
                    <a:pt x="1961780" y="1430742"/>
                  </a:lnTo>
                  <a:lnTo>
                    <a:pt x="1962440" y="1406010"/>
                  </a:lnTo>
                  <a:lnTo>
                    <a:pt x="1963101" y="1327264"/>
                  </a:lnTo>
                  <a:lnTo>
                    <a:pt x="1963761" y="1249584"/>
                  </a:lnTo>
                  <a:lnTo>
                    <a:pt x="1964422" y="1181801"/>
                  </a:lnTo>
                  <a:lnTo>
                    <a:pt x="1965083" y="1153568"/>
                  </a:lnTo>
                  <a:lnTo>
                    <a:pt x="1965743" y="1153568"/>
                  </a:lnTo>
                  <a:lnTo>
                    <a:pt x="1966404" y="1180809"/>
                  </a:lnTo>
                  <a:lnTo>
                    <a:pt x="1967064" y="1206832"/>
                  </a:lnTo>
                  <a:lnTo>
                    <a:pt x="1967725" y="1229709"/>
                  </a:lnTo>
                  <a:lnTo>
                    <a:pt x="1968385" y="1196107"/>
                  </a:lnTo>
                  <a:lnTo>
                    <a:pt x="1969046" y="1174934"/>
                  </a:lnTo>
                  <a:lnTo>
                    <a:pt x="1969706" y="1163104"/>
                  </a:lnTo>
                  <a:lnTo>
                    <a:pt x="1970367" y="1142654"/>
                  </a:lnTo>
                  <a:lnTo>
                    <a:pt x="1971027" y="1126095"/>
                  </a:lnTo>
                  <a:lnTo>
                    <a:pt x="1971688" y="1134242"/>
                  </a:lnTo>
                  <a:lnTo>
                    <a:pt x="1972348" y="1103817"/>
                  </a:lnTo>
                  <a:lnTo>
                    <a:pt x="1973009" y="1100889"/>
                  </a:lnTo>
                  <a:lnTo>
                    <a:pt x="1973669" y="1140102"/>
                  </a:lnTo>
                  <a:lnTo>
                    <a:pt x="1974330" y="1196633"/>
                  </a:lnTo>
                  <a:lnTo>
                    <a:pt x="1974990" y="1255459"/>
                  </a:lnTo>
                  <a:lnTo>
                    <a:pt x="1975651" y="1331655"/>
                  </a:lnTo>
                  <a:lnTo>
                    <a:pt x="1976312" y="1325528"/>
                  </a:lnTo>
                  <a:lnTo>
                    <a:pt x="1976972" y="1278218"/>
                  </a:lnTo>
                  <a:lnTo>
                    <a:pt x="1977633" y="1250878"/>
                  </a:lnTo>
                  <a:lnTo>
                    <a:pt x="1978293" y="1250878"/>
                  </a:lnTo>
                  <a:lnTo>
                    <a:pt x="1978954" y="1278218"/>
                  </a:lnTo>
                  <a:lnTo>
                    <a:pt x="1979614" y="1325528"/>
                  </a:lnTo>
                  <a:lnTo>
                    <a:pt x="1980275" y="1362662"/>
                  </a:lnTo>
                  <a:lnTo>
                    <a:pt x="1980935" y="1362662"/>
                  </a:lnTo>
                  <a:lnTo>
                    <a:pt x="1981596" y="1332542"/>
                  </a:lnTo>
                  <a:lnTo>
                    <a:pt x="1982256" y="1299229"/>
                  </a:lnTo>
                  <a:lnTo>
                    <a:pt x="1982917" y="1284049"/>
                  </a:lnTo>
                  <a:lnTo>
                    <a:pt x="1983577" y="1284049"/>
                  </a:lnTo>
                  <a:lnTo>
                    <a:pt x="1984238" y="1299229"/>
                  </a:lnTo>
                  <a:lnTo>
                    <a:pt x="1984898" y="1313693"/>
                  </a:lnTo>
                  <a:lnTo>
                    <a:pt x="1985559" y="1349052"/>
                  </a:lnTo>
                  <a:lnTo>
                    <a:pt x="1986220" y="1368720"/>
                  </a:lnTo>
                  <a:lnTo>
                    <a:pt x="1986880" y="1390001"/>
                  </a:lnTo>
                  <a:lnTo>
                    <a:pt x="1987541" y="1413186"/>
                  </a:lnTo>
                  <a:lnTo>
                    <a:pt x="1988201" y="1430742"/>
                  </a:lnTo>
                  <a:lnTo>
                    <a:pt x="1988862" y="1430742"/>
                  </a:lnTo>
                  <a:lnTo>
                    <a:pt x="1989522" y="1430742"/>
                  </a:lnTo>
                  <a:lnTo>
                    <a:pt x="1990183" y="1430742"/>
                  </a:lnTo>
                  <a:lnTo>
                    <a:pt x="1990843" y="1406010"/>
                  </a:lnTo>
                  <a:lnTo>
                    <a:pt x="1991504" y="1362662"/>
                  </a:lnTo>
                  <a:lnTo>
                    <a:pt x="1992164" y="1325528"/>
                  </a:lnTo>
                  <a:lnTo>
                    <a:pt x="1992825" y="1308781"/>
                  </a:lnTo>
                  <a:lnTo>
                    <a:pt x="1993485" y="1308781"/>
                  </a:lnTo>
                  <a:lnTo>
                    <a:pt x="1994146" y="1325528"/>
                  </a:lnTo>
                  <a:lnTo>
                    <a:pt x="1994806" y="1362662"/>
                  </a:lnTo>
                  <a:lnTo>
                    <a:pt x="1995467" y="1406010"/>
                  </a:lnTo>
                  <a:lnTo>
                    <a:pt x="1996128" y="1430742"/>
                  </a:lnTo>
                  <a:lnTo>
                    <a:pt x="1996788" y="1406010"/>
                  </a:lnTo>
                  <a:lnTo>
                    <a:pt x="1997449" y="1383432"/>
                  </a:lnTo>
                  <a:lnTo>
                    <a:pt x="1998109" y="1383432"/>
                  </a:lnTo>
                  <a:lnTo>
                    <a:pt x="1998770" y="1362662"/>
                  </a:lnTo>
                  <a:lnTo>
                    <a:pt x="1999430" y="1325528"/>
                  </a:lnTo>
                  <a:lnTo>
                    <a:pt x="2000091" y="1298448"/>
                  </a:lnTo>
                  <a:lnTo>
                    <a:pt x="2000751" y="1263506"/>
                  </a:lnTo>
                  <a:lnTo>
                    <a:pt x="2001412" y="1192456"/>
                  </a:lnTo>
                  <a:lnTo>
                    <a:pt x="2002072" y="1145232"/>
                  </a:lnTo>
                  <a:lnTo>
                    <a:pt x="2002733" y="1145232"/>
                  </a:lnTo>
                  <a:lnTo>
                    <a:pt x="2003393" y="1159886"/>
                  </a:lnTo>
                  <a:lnTo>
                    <a:pt x="2004054" y="1192975"/>
                  </a:lnTo>
                  <a:lnTo>
                    <a:pt x="2004714" y="1264188"/>
                  </a:lnTo>
                  <a:lnTo>
                    <a:pt x="2005375" y="1343431"/>
                  </a:lnTo>
                  <a:lnTo>
                    <a:pt x="2006036" y="1343431"/>
                  </a:lnTo>
                  <a:lnTo>
                    <a:pt x="2006696" y="1325528"/>
                  </a:lnTo>
                  <a:lnTo>
                    <a:pt x="2007357" y="1308781"/>
                  </a:lnTo>
                  <a:lnTo>
                    <a:pt x="2008017" y="1308781"/>
                  </a:lnTo>
                  <a:lnTo>
                    <a:pt x="2008678" y="1325528"/>
                  </a:lnTo>
                  <a:lnTo>
                    <a:pt x="2009338" y="1362662"/>
                  </a:lnTo>
                  <a:lnTo>
                    <a:pt x="2009999" y="1406010"/>
                  </a:lnTo>
                  <a:lnTo>
                    <a:pt x="2010659" y="1430742"/>
                  </a:lnTo>
                  <a:lnTo>
                    <a:pt x="2011320" y="1430742"/>
                  </a:lnTo>
                  <a:lnTo>
                    <a:pt x="2011980" y="1430742"/>
                  </a:lnTo>
                  <a:lnTo>
                    <a:pt x="2012641" y="1430742"/>
                  </a:lnTo>
                  <a:lnTo>
                    <a:pt x="2013301" y="1430742"/>
                  </a:lnTo>
                  <a:lnTo>
                    <a:pt x="2013962" y="1430742"/>
                  </a:lnTo>
                  <a:lnTo>
                    <a:pt x="2014622" y="1430742"/>
                  </a:lnTo>
                  <a:lnTo>
                    <a:pt x="2015283" y="1430742"/>
                  </a:lnTo>
                  <a:lnTo>
                    <a:pt x="2015943" y="1406010"/>
                  </a:lnTo>
                  <a:lnTo>
                    <a:pt x="2016604" y="1383432"/>
                  </a:lnTo>
                  <a:lnTo>
                    <a:pt x="2017265" y="1362662"/>
                  </a:lnTo>
                  <a:lnTo>
                    <a:pt x="2017925" y="1343431"/>
                  </a:lnTo>
                  <a:lnTo>
                    <a:pt x="2018586" y="1325528"/>
                  </a:lnTo>
                  <a:lnTo>
                    <a:pt x="2019246" y="1343431"/>
                  </a:lnTo>
                  <a:lnTo>
                    <a:pt x="2019907" y="1362662"/>
                  </a:lnTo>
                  <a:lnTo>
                    <a:pt x="2020567" y="1362662"/>
                  </a:lnTo>
                  <a:lnTo>
                    <a:pt x="2021228" y="1362662"/>
                  </a:lnTo>
                  <a:lnTo>
                    <a:pt x="2021888" y="1344360"/>
                  </a:lnTo>
                  <a:lnTo>
                    <a:pt x="2022549" y="1293814"/>
                  </a:lnTo>
                  <a:lnTo>
                    <a:pt x="2023209" y="1264872"/>
                  </a:lnTo>
                  <a:lnTo>
                    <a:pt x="2023870" y="1264872"/>
                  </a:lnTo>
                  <a:lnTo>
                    <a:pt x="2024530" y="1278940"/>
                  </a:lnTo>
                  <a:lnTo>
                    <a:pt x="2025191" y="1308781"/>
                  </a:lnTo>
                  <a:lnTo>
                    <a:pt x="2025851" y="1362662"/>
                  </a:lnTo>
                  <a:lnTo>
                    <a:pt x="2026512" y="1406010"/>
                  </a:lnTo>
                  <a:lnTo>
                    <a:pt x="2027173" y="1406010"/>
                  </a:lnTo>
                  <a:lnTo>
                    <a:pt x="2027833" y="1362662"/>
                  </a:lnTo>
                  <a:lnTo>
                    <a:pt x="2028494" y="1343431"/>
                  </a:lnTo>
                  <a:lnTo>
                    <a:pt x="2029154" y="1343431"/>
                  </a:lnTo>
                  <a:lnTo>
                    <a:pt x="2029815" y="1343431"/>
                  </a:lnTo>
                  <a:lnTo>
                    <a:pt x="2030475" y="1362662"/>
                  </a:lnTo>
                  <a:lnTo>
                    <a:pt x="2031136" y="1406010"/>
                  </a:lnTo>
                  <a:lnTo>
                    <a:pt x="2031796" y="1430742"/>
                  </a:lnTo>
                  <a:lnTo>
                    <a:pt x="2032457" y="1430742"/>
                  </a:lnTo>
                  <a:lnTo>
                    <a:pt x="2033117" y="1430742"/>
                  </a:lnTo>
                  <a:lnTo>
                    <a:pt x="2033778" y="1430742"/>
                  </a:lnTo>
                  <a:lnTo>
                    <a:pt x="2034438" y="1430742"/>
                  </a:lnTo>
                  <a:lnTo>
                    <a:pt x="2035099" y="1430742"/>
                  </a:lnTo>
                  <a:lnTo>
                    <a:pt x="2035759" y="1430742"/>
                  </a:lnTo>
                  <a:lnTo>
                    <a:pt x="2036420" y="1430742"/>
                  </a:lnTo>
                  <a:lnTo>
                    <a:pt x="2037081" y="1430742"/>
                  </a:lnTo>
                  <a:lnTo>
                    <a:pt x="2037741" y="1430742"/>
                  </a:lnTo>
                  <a:lnTo>
                    <a:pt x="2038402" y="1430742"/>
                  </a:lnTo>
                  <a:lnTo>
                    <a:pt x="2039062" y="1430742"/>
                  </a:lnTo>
                  <a:lnTo>
                    <a:pt x="2039723" y="1430742"/>
                  </a:lnTo>
                  <a:lnTo>
                    <a:pt x="2040383" y="1430742"/>
                  </a:lnTo>
                  <a:lnTo>
                    <a:pt x="2041044" y="1430742"/>
                  </a:lnTo>
                  <a:lnTo>
                    <a:pt x="2041704" y="1430742"/>
                  </a:lnTo>
                  <a:lnTo>
                    <a:pt x="2042365" y="1430742"/>
                  </a:lnTo>
                  <a:lnTo>
                    <a:pt x="2043025" y="1430742"/>
                  </a:lnTo>
                  <a:lnTo>
                    <a:pt x="2043686" y="1430742"/>
                  </a:lnTo>
                  <a:lnTo>
                    <a:pt x="2044346" y="1430742"/>
                  </a:lnTo>
                  <a:lnTo>
                    <a:pt x="2045007" y="1430742"/>
                  </a:lnTo>
                  <a:lnTo>
                    <a:pt x="2045667" y="1406010"/>
                  </a:lnTo>
                  <a:lnTo>
                    <a:pt x="2046328" y="1383432"/>
                  </a:lnTo>
                  <a:lnTo>
                    <a:pt x="2046988" y="1343431"/>
                  </a:lnTo>
                  <a:lnTo>
                    <a:pt x="2047649" y="1325528"/>
                  </a:lnTo>
                  <a:lnTo>
                    <a:pt x="2048310" y="1308781"/>
                  </a:lnTo>
                  <a:lnTo>
                    <a:pt x="2048970" y="1308781"/>
                  </a:lnTo>
                  <a:lnTo>
                    <a:pt x="2049631" y="1308781"/>
                  </a:lnTo>
                  <a:lnTo>
                    <a:pt x="2050291" y="1325528"/>
                  </a:lnTo>
                  <a:lnTo>
                    <a:pt x="2050952" y="1325528"/>
                  </a:lnTo>
                  <a:lnTo>
                    <a:pt x="2051612" y="1325528"/>
                  </a:lnTo>
                  <a:lnTo>
                    <a:pt x="2052273" y="1343431"/>
                  </a:lnTo>
                  <a:lnTo>
                    <a:pt x="2052933" y="1362662"/>
                  </a:lnTo>
                  <a:lnTo>
                    <a:pt x="2053594" y="1383432"/>
                  </a:lnTo>
                  <a:lnTo>
                    <a:pt x="2054254" y="1406010"/>
                  </a:lnTo>
                  <a:lnTo>
                    <a:pt x="2054915" y="1430742"/>
                  </a:lnTo>
                  <a:lnTo>
                    <a:pt x="2055575" y="1430742"/>
                  </a:lnTo>
                  <a:lnTo>
                    <a:pt x="2056236" y="1430742"/>
                  </a:lnTo>
                  <a:lnTo>
                    <a:pt x="2056896" y="1430742"/>
                  </a:lnTo>
                  <a:lnTo>
                    <a:pt x="2057557" y="1430742"/>
                  </a:lnTo>
                  <a:lnTo>
                    <a:pt x="2058218" y="1430742"/>
                  </a:lnTo>
                  <a:lnTo>
                    <a:pt x="2058878" y="1430742"/>
                  </a:lnTo>
                  <a:lnTo>
                    <a:pt x="2059539" y="1430742"/>
                  </a:lnTo>
                  <a:lnTo>
                    <a:pt x="2060199" y="1430742"/>
                  </a:lnTo>
                  <a:lnTo>
                    <a:pt x="2060860" y="1430742"/>
                  </a:lnTo>
                  <a:lnTo>
                    <a:pt x="2061520" y="1430742"/>
                  </a:lnTo>
                  <a:lnTo>
                    <a:pt x="2062181" y="1430742"/>
                  </a:lnTo>
                  <a:lnTo>
                    <a:pt x="2062841" y="1430742"/>
                  </a:lnTo>
                  <a:lnTo>
                    <a:pt x="2063502" y="1406010"/>
                  </a:lnTo>
                  <a:lnTo>
                    <a:pt x="2064162" y="1383432"/>
                  </a:lnTo>
                  <a:lnTo>
                    <a:pt x="2064823" y="1382353"/>
                  </a:lnTo>
                  <a:lnTo>
                    <a:pt x="2065483" y="1324665"/>
                  </a:lnTo>
                  <a:lnTo>
                    <a:pt x="2066144" y="1277498"/>
                  </a:lnTo>
                  <a:lnTo>
                    <a:pt x="2066804" y="1292288"/>
                  </a:lnTo>
                  <a:lnTo>
                    <a:pt x="2067465" y="1307972"/>
                  </a:lnTo>
                  <a:lnTo>
                    <a:pt x="2068126" y="1308781"/>
                  </a:lnTo>
                  <a:lnTo>
                    <a:pt x="2068786" y="1362662"/>
                  </a:lnTo>
                  <a:lnTo>
                    <a:pt x="2069447" y="1430742"/>
                  </a:lnTo>
                  <a:lnTo>
                    <a:pt x="2070107" y="1430742"/>
                  </a:lnTo>
                  <a:lnTo>
                    <a:pt x="2070768" y="1430742"/>
                  </a:lnTo>
                  <a:lnTo>
                    <a:pt x="2071428" y="1430742"/>
                  </a:lnTo>
                  <a:lnTo>
                    <a:pt x="2072089" y="1430742"/>
                  </a:lnTo>
                  <a:lnTo>
                    <a:pt x="2072749" y="1430742"/>
                  </a:lnTo>
                  <a:lnTo>
                    <a:pt x="2073410" y="1430742"/>
                  </a:lnTo>
                  <a:lnTo>
                    <a:pt x="2074070" y="1430742"/>
                  </a:lnTo>
                  <a:lnTo>
                    <a:pt x="2074731" y="1430742"/>
                  </a:lnTo>
                  <a:lnTo>
                    <a:pt x="2075391" y="1430742"/>
                  </a:lnTo>
                  <a:lnTo>
                    <a:pt x="2076052" y="1406010"/>
                  </a:lnTo>
                  <a:lnTo>
                    <a:pt x="2076712" y="1362662"/>
                  </a:lnTo>
                  <a:lnTo>
                    <a:pt x="2077373" y="1342506"/>
                  </a:lnTo>
                  <a:lnTo>
                    <a:pt x="2078034" y="1342506"/>
                  </a:lnTo>
                  <a:lnTo>
                    <a:pt x="2078694" y="1342506"/>
                  </a:lnTo>
                  <a:lnTo>
                    <a:pt x="2079355" y="1361665"/>
                  </a:lnTo>
                  <a:lnTo>
                    <a:pt x="2080015" y="1404833"/>
                  </a:lnTo>
                  <a:lnTo>
                    <a:pt x="2080676" y="1430742"/>
                  </a:lnTo>
                  <a:lnTo>
                    <a:pt x="2081336" y="1430742"/>
                  </a:lnTo>
                  <a:lnTo>
                    <a:pt x="2081997" y="1430742"/>
                  </a:lnTo>
                  <a:lnTo>
                    <a:pt x="2082657" y="1430742"/>
                  </a:lnTo>
                  <a:lnTo>
                    <a:pt x="2083318" y="1430742"/>
                  </a:lnTo>
                  <a:lnTo>
                    <a:pt x="2083978" y="1430742"/>
                  </a:lnTo>
                  <a:lnTo>
                    <a:pt x="2084639" y="1430742"/>
                  </a:lnTo>
                  <a:lnTo>
                    <a:pt x="2085299" y="1430742"/>
                  </a:lnTo>
                  <a:lnTo>
                    <a:pt x="2085960" y="1430742"/>
                  </a:lnTo>
                  <a:lnTo>
                    <a:pt x="2086620" y="1430742"/>
                  </a:lnTo>
                  <a:lnTo>
                    <a:pt x="2087281" y="1430742"/>
                  </a:lnTo>
                  <a:lnTo>
                    <a:pt x="2087941" y="1430742"/>
                  </a:lnTo>
                  <a:lnTo>
                    <a:pt x="2088602" y="1430742"/>
                  </a:lnTo>
                  <a:lnTo>
                    <a:pt x="2089263" y="1430742"/>
                  </a:lnTo>
                  <a:lnTo>
                    <a:pt x="2089923" y="1430742"/>
                  </a:lnTo>
                  <a:lnTo>
                    <a:pt x="2090584" y="1430742"/>
                  </a:lnTo>
                  <a:lnTo>
                    <a:pt x="2091244" y="1430742"/>
                  </a:lnTo>
                  <a:lnTo>
                    <a:pt x="2091905" y="1430742"/>
                  </a:lnTo>
                  <a:lnTo>
                    <a:pt x="2092565" y="1430742"/>
                  </a:lnTo>
                  <a:lnTo>
                    <a:pt x="2093226" y="1430742"/>
                  </a:lnTo>
                  <a:lnTo>
                    <a:pt x="2093886" y="1430742"/>
                  </a:lnTo>
                  <a:lnTo>
                    <a:pt x="2094547" y="1430742"/>
                  </a:lnTo>
                  <a:lnTo>
                    <a:pt x="2095207" y="1430742"/>
                  </a:lnTo>
                  <a:lnTo>
                    <a:pt x="2095868" y="1430742"/>
                  </a:lnTo>
                  <a:lnTo>
                    <a:pt x="2096528" y="1430742"/>
                  </a:lnTo>
                  <a:lnTo>
                    <a:pt x="2097189" y="1430742"/>
                  </a:lnTo>
                  <a:lnTo>
                    <a:pt x="2097849" y="1430742"/>
                  </a:lnTo>
                  <a:lnTo>
                    <a:pt x="2098510" y="1430742"/>
                  </a:lnTo>
                  <a:lnTo>
                    <a:pt x="2099171" y="1383432"/>
                  </a:lnTo>
                  <a:lnTo>
                    <a:pt x="2099831" y="1343431"/>
                  </a:lnTo>
                  <a:lnTo>
                    <a:pt x="2100492" y="1325528"/>
                  </a:lnTo>
                  <a:lnTo>
                    <a:pt x="2101152" y="1325528"/>
                  </a:lnTo>
                  <a:lnTo>
                    <a:pt x="2101813" y="1325528"/>
                  </a:lnTo>
                  <a:lnTo>
                    <a:pt x="2102473" y="1362662"/>
                  </a:lnTo>
                  <a:lnTo>
                    <a:pt x="2103134" y="1406010"/>
                  </a:lnTo>
                  <a:lnTo>
                    <a:pt x="2103794" y="1430742"/>
                  </a:lnTo>
                  <a:lnTo>
                    <a:pt x="2104455" y="1430742"/>
                  </a:lnTo>
                  <a:lnTo>
                    <a:pt x="2105115" y="1430742"/>
                  </a:lnTo>
                  <a:lnTo>
                    <a:pt x="2105776" y="1430742"/>
                  </a:lnTo>
                  <a:lnTo>
                    <a:pt x="2106436" y="1406010"/>
                  </a:lnTo>
                  <a:lnTo>
                    <a:pt x="2107097" y="1380208"/>
                  </a:lnTo>
                  <a:lnTo>
                    <a:pt x="2107757" y="1322946"/>
                  </a:lnTo>
                  <a:lnTo>
                    <a:pt x="2108418" y="1276065"/>
                  </a:lnTo>
                  <a:lnTo>
                    <a:pt x="2109079" y="1262148"/>
                  </a:lnTo>
                  <a:lnTo>
                    <a:pt x="2109739" y="1276065"/>
                  </a:lnTo>
                  <a:lnTo>
                    <a:pt x="2110400" y="1293050"/>
                  </a:lnTo>
                  <a:lnTo>
                    <a:pt x="2111060" y="1343431"/>
                  </a:lnTo>
                  <a:lnTo>
                    <a:pt x="2111721" y="1406010"/>
                  </a:lnTo>
                  <a:lnTo>
                    <a:pt x="2112381" y="1430742"/>
                  </a:lnTo>
                  <a:lnTo>
                    <a:pt x="2113042" y="1430742"/>
                  </a:lnTo>
                  <a:lnTo>
                    <a:pt x="2113702" y="1430742"/>
                  </a:lnTo>
                  <a:lnTo>
                    <a:pt x="2114363" y="1430742"/>
                  </a:lnTo>
                  <a:lnTo>
                    <a:pt x="2115023" y="1430742"/>
                  </a:lnTo>
                  <a:lnTo>
                    <a:pt x="2115684" y="1430742"/>
                  </a:lnTo>
                  <a:lnTo>
                    <a:pt x="2116344" y="1430742"/>
                  </a:lnTo>
                  <a:lnTo>
                    <a:pt x="2117005" y="1430742"/>
                  </a:lnTo>
                  <a:lnTo>
                    <a:pt x="2117665" y="1430742"/>
                  </a:lnTo>
                  <a:lnTo>
                    <a:pt x="2118326" y="1430742"/>
                  </a:lnTo>
                  <a:lnTo>
                    <a:pt x="2118986" y="1430742"/>
                  </a:lnTo>
                  <a:lnTo>
                    <a:pt x="2119647" y="1430742"/>
                  </a:lnTo>
                  <a:lnTo>
                    <a:pt x="2120308" y="1430742"/>
                  </a:lnTo>
                  <a:lnTo>
                    <a:pt x="2120968" y="1430742"/>
                  </a:lnTo>
                  <a:lnTo>
                    <a:pt x="2121629" y="1430742"/>
                  </a:lnTo>
                  <a:lnTo>
                    <a:pt x="2122289" y="1421815"/>
                  </a:lnTo>
                  <a:lnTo>
                    <a:pt x="2122950" y="1397882"/>
                  </a:lnTo>
                  <a:lnTo>
                    <a:pt x="2123610" y="1337024"/>
                  </a:lnTo>
                  <a:lnTo>
                    <a:pt x="2124271" y="1303166"/>
                  </a:lnTo>
                  <a:lnTo>
                    <a:pt x="2124931" y="1271108"/>
                  </a:lnTo>
                  <a:lnTo>
                    <a:pt x="2125592" y="1236371"/>
                  </a:lnTo>
                  <a:lnTo>
                    <a:pt x="2126252" y="1224383"/>
                  </a:lnTo>
                  <a:lnTo>
                    <a:pt x="2126913" y="1226146"/>
                  </a:lnTo>
                  <a:lnTo>
                    <a:pt x="2127573" y="1214611"/>
                  </a:lnTo>
                  <a:lnTo>
                    <a:pt x="2128234" y="1201951"/>
                  </a:lnTo>
                  <a:lnTo>
                    <a:pt x="2128894" y="1212925"/>
                  </a:lnTo>
                  <a:lnTo>
                    <a:pt x="2129555" y="1224383"/>
                  </a:lnTo>
                  <a:lnTo>
                    <a:pt x="2130216" y="1222632"/>
                  </a:lnTo>
                  <a:lnTo>
                    <a:pt x="2130876" y="1200344"/>
                  </a:lnTo>
                  <a:lnTo>
                    <a:pt x="2131537" y="1192975"/>
                  </a:lnTo>
                  <a:lnTo>
                    <a:pt x="2132197" y="1192975"/>
                  </a:lnTo>
                  <a:lnTo>
                    <a:pt x="2132858" y="1182797"/>
                  </a:lnTo>
                  <a:lnTo>
                    <a:pt x="2133518" y="1192975"/>
                  </a:lnTo>
                  <a:lnTo>
                    <a:pt x="2134179" y="1214611"/>
                  </a:lnTo>
                  <a:lnTo>
                    <a:pt x="2134839" y="1238218"/>
                  </a:lnTo>
                  <a:lnTo>
                    <a:pt x="2135500" y="1250878"/>
                  </a:lnTo>
                  <a:lnTo>
                    <a:pt x="2136160" y="1278218"/>
                  </a:lnTo>
                  <a:lnTo>
                    <a:pt x="2136821" y="1293050"/>
                  </a:lnTo>
                  <a:lnTo>
                    <a:pt x="2137481" y="1308781"/>
                  </a:lnTo>
                  <a:lnTo>
                    <a:pt x="2138142" y="1325528"/>
                  </a:lnTo>
                  <a:lnTo>
                    <a:pt x="2138802" y="1343431"/>
                  </a:lnTo>
                  <a:lnTo>
                    <a:pt x="2139463" y="1343431"/>
                  </a:lnTo>
                  <a:lnTo>
                    <a:pt x="2140124" y="1362662"/>
                  </a:lnTo>
                  <a:lnTo>
                    <a:pt x="2140784" y="1406010"/>
                  </a:lnTo>
                  <a:lnTo>
                    <a:pt x="2141445" y="1430742"/>
                  </a:lnTo>
                  <a:lnTo>
                    <a:pt x="2142105" y="1430742"/>
                  </a:lnTo>
                  <a:lnTo>
                    <a:pt x="2142766" y="1430742"/>
                  </a:lnTo>
                  <a:lnTo>
                    <a:pt x="2143426" y="1430742"/>
                  </a:lnTo>
                  <a:lnTo>
                    <a:pt x="2144087" y="1430742"/>
                  </a:lnTo>
                  <a:lnTo>
                    <a:pt x="2144747" y="1430742"/>
                  </a:lnTo>
                  <a:lnTo>
                    <a:pt x="2145408" y="1430742"/>
                  </a:lnTo>
                  <a:lnTo>
                    <a:pt x="2146068" y="1406010"/>
                  </a:lnTo>
                  <a:lnTo>
                    <a:pt x="2146729" y="1343431"/>
                  </a:lnTo>
                  <a:lnTo>
                    <a:pt x="2147389" y="1293050"/>
                  </a:lnTo>
                  <a:lnTo>
                    <a:pt x="2148050" y="1264188"/>
                  </a:lnTo>
                  <a:lnTo>
                    <a:pt x="2148710" y="1262148"/>
                  </a:lnTo>
                  <a:lnTo>
                    <a:pt x="2149371" y="1248939"/>
                  </a:lnTo>
                  <a:lnTo>
                    <a:pt x="2150032" y="1262148"/>
                  </a:lnTo>
                  <a:lnTo>
                    <a:pt x="2150692" y="1290770"/>
                  </a:lnTo>
                  <a:lnTo>
                    <a:pt x="2151353" y="1290770"/>
                  </a:lnTo>
                  <a:lnTo>
                    <a:pt x="2152013" y="1264188"/>
                  </a:lnTo>
                  <a:lnTo>
                    <a:pt x="2152674" y="1293050"/>
                  </a:lnTo>
                  <a:lnTo>
                    <a:pt x="2153334" y="1325528"/>
                  </a:lnTo>
                  <a:lnTo>
                    <a:pt x="2153995" y="1343431"/>
                  </a:lnTo>
                  <a:lnTo>
                    <a:pt x="2154655" y="1383432"/>
                  </a:lnTo>
                  <a:lnTo>
                    <a:pt x="2155316" y="1430742"/>
                  </a:lnTo>
                  <a:lnTo>
                    <a:pt x="2155976" y="1430742"/>
                  </a:lnTo>
                  <a:lnTo>
                    <a:pt x="2156637" y="1430742"/>
                  </a:lnTo>
                  <a:lnTo>
                    <a:pt x="2157297" y="1383432"/>
                  </a:lnTo>
                  <a:lnTo>
                    <a:pt x="2157958" y="1325528"/>
                  </a:lnTo>
                  <a:lnTo>
                    <a:pt x="2158618" y="1260796"/>
                  </a:lnTo>
                  <a:lnTo>
                    <a:pt x="2159279" y="1215176"/>
                  </a:lnTo>
                  <a:lnTo>
                    <a:pt x="2159939" y="1193494"/>
                  </a:lnTo>
                  <a:lnTo>
                    <a:pt x="2160600" y="1205739"/>
                  </a:lnTo>
                  <a:lnTo>
                    <a:pt x="2161261" y="1240701"/>
                  </a:lnTo>
                  <a:lnTo>
                    <a:pt x="2161921" y="1300011"/>
                  </a:lnTo>
                  <a:lnTo>
                    <a:pt x="2162582" y="1365673"/>
                  </a:lnTo>
                  <a:lnTo>
                    <a:pt x="2163242" y="1409573"/>
                  </a:lnTo>
                  <a:lnTo>
                    <a:pt x="2163903" y="1406010"/>
                  </a:lnTo>
                  <a:lnTo>
                    <a:pt x="2164563" y="1383432"/>
                  </a:lnTo>
                  <a:lnTo>
                    <a:pt x="2165224" y="1343431"/>
                  </a:lnTo>
                  <a:lnTo>
                    <a:pt x="2165884" y="1325528"/>
                  </a:lnTo>
                  <a:lnTo>
                    <a:pt x="2166545" y="1307165"/>
                  </a:lnTo>
                  <a:lnTo>
                    <a:pt x="2167205" y="1291528"/>
                  </a:lnTo>
                  <a:lnTo>
                    <a:pt x="2167866" y="1276780"/>
                  </a:lnTo>
                  <a:lnTo>
                    <a:pt x="2168526" y="1291528"/>
                  </a:lnTo>
                  <a:lnTo>
                    <a:pt x="2169187" y="1291528"/>
                  </a:lnTo>
                  <a:lnTo>
                    <a:pt x="2169847" y="1293050"/>
                  </a:lnTo>
                  <a:lnTo>
                    <a:pt x="2170508" y="1308781"/>
                  </a:lnTo>
                  <a:lnTo>
                    <a:pt x="2171169" y="1308781"/>
                  </a:lnTo>
                  <a:lnTo>
                    <a:pt x="2171829" y="1278218"/>
                  </a:lnTo>
                  <a:lnTo>
                    <a:pt x="2172490" y="1238218"/>
                  </a:lnTo>
                  <a:lnTo>
                    <a:pt x="2173150" y="1214611"/>
                  </a:lnTo>
                  <a:lnTo>
                    <a:pt x="2173811" y="1214611"/>
                  </a:lnTo>
                  <a:lnTo>
                    <a:pt x="2174471" y="1226146"/>
                  </a:lnTo>
                  <a:lnTo>
                    <a:pt x="2175132" y="1264188"/>
                  </a:lnTo>
                  <a:lnTo>
                    <a:pt x="2175792" y="1325528"/>
                  </a:lnTo>
                  <a:lnTo>
                    <a:pt x="2176453" y="1348107"/>
                  </a:lnTo>
                  <a:lnTo>
                    <a:pt x="2177113" y="1312868"/>
                  </a:lnTo>
                  <a:lnTo>
                    <a:pt x="2177774" y="1281847"/>
                  </a:lnTo>
                  <a:lnTo>
                    <a:pt x="2178434" y="1254142"/>
                  </a:lnTo>
                  <a:lnTo>
                    <a:pt x="2179095" y="1254142"/>
                  </a:lnTo>
                  <a:lnTo>
                    <a:pt x="2179755" y="1278218"/>
                  </a:lnTo>
                  <a:lnTo>
                    <a:pt x="2180416" y="1325528"/>
                  </a:lnTo>
                  <a:lnTo>
                    <a:pt x="2181077" y="1383432"/>
                  </a:lnTo>
                  <a:lnTo>
                    <a:pt x="2181737" y="1430742"/>
                  </a:lnTo>
                  <a:lnTo>
                    <a:pt x="2182398" y="1430742"/>
                  </a:lnTo>
                  <a:lnTo>
                    <a:pt x="2183058" y="1430742"/>
                  </a:lnTo>
                  <a:lnTo>
                    <a:pt x="2183719" y="1430742"/>
                  </a:lnTo>
                  <a:lnTo>
                    <a:pt x="2184379" y="1430742"/>
                  </a:lnTo>
                  <a:lnTo>
                    <a:pt x="2185040" y="1430742"/>
                  </a:lnTo>
                  <a:lnTo>
                    <a:pt x="2185700" y="1430742"/>
                  </a:lnTo>
                  <a:lnTo>
                    <a:pt x="2186361" y="1430742"/>
                  </a:lnTo>
                  <a:lnTo>
                    <a:pt x="2187021" y="1430742"/>
                  </a:lnTo>
                  <a:lnTo>
                    <a:pt x="2187682" y="1430742"/>
                  </a:lnTo>
                  <a:lnTo>
                    <a:pt x="2188342" y="1406010"/>
                  </a:lnTo>
                  <a:lnTo>
                    <a:pt x="2189003" y="1362662"/>
                  </a:lnTo>
                  <a:lnTo>
                    <a:pt x="2189663" y="1343431"/>
                  </a:lnTo>
                  <a:lnTo>
                    <a:pt x="2190324" y="1336121"/>
                  </a:lnTo>
                  <a:lnTo>
                    <a:pt x="2190984" y="1336121"/>
                  </a:lnTo>
                  <a:lnTo>
                    <a:pt x="2191645" y="1354798"/>
                  </a:lnTo>
                  <a:lnTo>
                    <a:pt x="2192306" y="1396742"/>
                  </a:lnTo>
                  <a:lnTo>
                    <a:pt x="2192966" y="1420565"/>
                  </a:lnTo>
                  <a:lnTo>
                    <a:pt x="2193627" y="1430742"/>
                  </a:lnTo>
                  <a:lnTo>
                    <a:pt x="2194287" y="1430742"/>
                  </a:lnTo>
                  <a:lnTo>
                    <a:pt x="2194948" y="1430742"/>
                  </a:lnTo>
                  <a:lnTo>
                    <a:pt x="2195608" y="1362662"/>
                  </a:lnTo>
                  <a:lnTo>
                    <a:pt x="2196269" y="1240701"/>
                  </a:lnTo>
                  <a:lnTo>
                    <a:pt x="2196929" y="1165427"/>
                  </a:lnTo>
                  <a:lnTo>
                    <a:pt x="2197590" y="1108647"/>
                  </a:lnTo>
                  <a:lnTo>
                    <a:pt x="2198250" y="1060837"/>
                  </a:lnTo>
                  <a:lnTo>
                    <a:pt x="2198911" y="1031384"/>
                  </a:lnTo>
                  <a:lnTo>
                    <a:pt x="2199571" y="1050443"/>
                  </a:lnTo>
                  <a:lnTo>
                    <a:pt x="2200232" y="1089149"/>
                  </a:lnTo>
                  <a:lnTo>
                    <a:pt x="2200892" y="1141375"/>
                  </a:lnTo>
                  <a:lnTo>
                    <a:pt x="2201553" y="1209031"/>
                  </a:lnTo>
                  <a:lnTo>
                    <a:pt x="2202214" y="1317020"/>
                  </a:lnTo>
                  <a:lnTo>
                    <a:pt x="2202874" y="1406010"/>
                  </a:lnTo>
                  <a:lnTo>
                    <a:pt x="2203535" y="1406010"/>
                  </a:lnTo>
                  <a:lnTo>
                    <a:pt x="2204195" y="1383432"/>
                  </a:lnTo>
                  <a:lnTo>
                    <a:pt x="2204856" y="1356741"/>
                  </a:lnTo>
                  <a:lnTo>
                    <a:pt x="2205516" y="1337930"/>
                  </a:lnTo>
                  <a:lnTo>
                    <a:pt x="2206177" y="1337930"/>
                  </a:lnTo>
                  <a:lnTo>
                    <a:pt x="2206837" y="1337930"/>
                  </a:lnTo>
                  <a:lnTo>
                    <a:pt x="2207498" y="1320390"/>
                  </a:lnTo>
                  <a:lnTo>
                    <a:pt x="2208158" y="1325528"/>
                  </a:lnTo>
                  <a:lnTo>
                    <a:pt x="2208819" y="1343431"/>
                  </a:lnTo>
                  <a:lnTo>
                    <a:pt x="2209479" y="1343431"/>
                  </a:lnTo>
                  <a:lnTo>
                    <a:pt x="2210140" y="1362662"/>
                  </a:lnTo>
                  <a:lnTo>
                    <a:pt x="2210800" y="1406010"/>
                  </a:lnTo>
                  <a:lnTo>
                    <a:pt x="2211461" y="1430742"/>
                  </a:lnTo>
                  <a:lnTo>
                    <a:pt x="2212122" y="1430742"/>
                  </a:lnTo>
                  <a:lnTo>
                    <a:pt x="2212782" y="1430742"/>
                  </a:lnTo>
                  <a:lnTo>
                    <a:pt x="2213443" y="1430742"/>
                  </a:lnTo>
                  <a:lnTo>
                    <a:pt x="2214103" y="1430742"/>
                  </a:lnTo>
                  <a:lnTo>
                    <a:pt x="2214764" y="1430742"/>
                  </a:lnTo>
                  <a:lnTo>
                    <a:pt x="2215424" y="1430742"/>
                  </a:lnTo>
                  <a:lnTo>
                    <a:pt x="2216085" y="1430742"/>
                  </a:lnTo>
                  <a:lnTo>
                    <a:pt x="2216745" y="1430742"/>
                  </a:lnTo>
                  <a:lnTo>
                    <a:pt x="2217406" y="1430742"/>
                  </a:lnTo>
                  <a:lnTo>
                    <a:pt x="2218066" y="1430742"/>
                  </a:lnTo>
                  <a:lnTo>
                    <a:pt x="2218727" y="1406010"/>
                  </a:lnTo>
                  <a:lnTo>
                    <a:pt x="2219387" y="1362662"/>
                  </a:lnTo>
                  <a:lnTo>
                    <a:pt x="2220048" y="1343431"/>
                  </a:lnTo>
                  <a:lnTo>
                    <a:pt x="2220708" y="1343431"/>
                  </a:lnTo>
                  <a:lnTo>
                    <a:pt x="2221369" y="1343431"/>
                  </a:lnTo>
                  <a:lnTo>
                    <a:pt x="2222030" y="1362662"/>
                  </a:lnTo>
                  <a:lnTo>
                    <a:pt x="2222690" y="1406010"/>
                  </a:lnTo>
                  <a:lnTo>
                    <a:pt x="2223351" y="1430742"/>
                  </a:lnTo>
                  <a:lnTo>
                    <a:pt x="2224011" y="1430742"/>
                  </a:lnTo>
                  <a:lnTo>
                    <a:pt x="2224672" y="1430742"/>
                  </a:lnTo>
                  <a:lnTo>
                    <a:pt x="2225332" y="1430742"/>
                  </a:lnTo>
                  <a:lnTo>
                    <a:pt x="2225993" y="1430742"/>
                  </a:lnTo>
                  <a:lnTo>
                    <a:pt x="2226653" y="1430742"/>
                  </a:lnTo>
                  <a:lnTo>
                    <a:pt x="2227314" y="1430742"/>
                  </a:lnTo>
                  <a:lnTo>
                    <a:pt x="2227974" y="1430742"/>
                  </a:lnTo>
                  <a:lnTo>
                    <a:pt x="2228635" y="1430742"/>
                  </a:lnTo>
                  <a:lnTo>
                    <a:pt x="2229295" y="1406010"/>
                  </a:lnTo>
                  <a:lnTo>
                    <a:pt x="2229956" y="1362662"/>
                  </a:lnTo>
                  <a:lnTo>
                    <a:pt x="2230616" y="1308781"/>
                  </a:lnTo>
                  <a:lnTo>
                    <a:pt x="2231277" y="1264188"/>
                  </a:lnTo>
                  <a:lnTo>
                    <a:pt x="2231937" y="1238218"/>
                  </a:lnTo>
                  <a:lnTo>
                    <a:pt x="2232598" y="1250878"/>
                  </a:lnTo>
                  <a:lnTo>
                    <a:pt x="2233259" y="1278218"/>
                  </a:lnTo>
                  <a:lnTo>
                    <a:pt x="2233919" y="1325528"/>
                  </a:lnTo>
                  <a:lnTo>
                    <a:pt x="2234580" y="1383432"/>
                  </a:lnTo>
                  <a:lnTo>
                    <a:pt x="2235240" y="1406010"/>
                  </a:lnTo>
                  <a:lnTo>
                    <a:pt x="2235901" y="1383432"/>
                  </a:lnTo>
                  <a:lnTo>
                    <a:pt x="2236561" y="1343431"/>
                  </a:lnTo>
                  <a:lnTo>
                    <a:pt x="2237222" y="1325528"/>
                  </a:lnTo>
                  <a:lnTo>
                    <a:pt x="2237882" y="1325528"/>
                  </a:lnTo>
                  <a:lnTo>
                    <a:pt x="2238543" y="1343431"/>
                  </a:lnTo>
                  <a:lnTo>
                    <a:pt x="2239203" y="1362662"/>
                  </a:lnTo>
                  <a:lnTo>
                    <a:pt x="2239864" y="1406010"/>
                  </a:lnTo>
                  <a:lnTo>
                    <a:pt x="2240524" y="1430742"/>
                  </a:lnTo>
                  <a:lnTo>
                    <a:pt x="2241185" y="1430742"/>
                  </a:lnTo>
                  <a:lnTo>
                    <a:pt x="2241845" y="1430742"/>
                  </a:lnTo>
                  <a:lnTo>
                    <a:pt x="2242506" y="1430742"/>
                  </a:lnTo>
                  <a:lnTo>
                    <a:pt x="2243167" y="1430742"/>
                  </a:lnTo>
                  <a:lnTo>
                    <a:pt x="2243827" y="1430742"/>
                  </a:lnTo>
                  <a:lnTo>
                    <a:pt x="2244488" y="1430742"/>
                  </a:lnTo>
                  <a:lnTo>
                    <a:pt x="2245148" y="1430742"/>
                  </a:lnTo>
                  <a:lnTo>
                    <a:pt x="2245809" y="1430742"/>
                  </a:lnTo>
                  <a:lnTo>
                    <a:pt x="2246469" y="1430742"/>
                  </a:lnTo>
                  <a:lnTo>
                    <a:pt x="2247130" y="1430742"/>
                  </a:lnTo>
                  <a:lnTo>
                    <a:pt x="2247790" y="1430742"/>
                  </a:lnTo>
                  <a:lnTo>
                    <a:pt x="2248451" y="1430742"/>
                  </a:lnTo>
                  <a:lnTo>
                    <a:pt x="2249111" y="1430742"/>
                  </a:lnTo>
                  <a:lnTo>
                    <a:pt x="2249772" y="1430742"/>
                  </a:lnTo>
                  <a:lnTo>
                    <a:pt x="2250432" y="1430742"/>
                  </a:lnTo>
                  <a:lnTo>
                    <a:pt x="2251093" y="1430742"/>
                  </a:lnTo>
                  <a:lnTo>
                    <a:pt x="2251753" y="1430742"/>
                  </a:lnTo>
                  <a:lnTo>
                    <a:pt x="2252414" y="1430742"/>
                  </a:lnTo>
                  <a:lnTo>
                    <a:pt x="2253075" y="1430742"/>
                  </a:lnTo>
                  <a:lnTo>
                    <a:pt x="2253735" y="1430742"/>
                  </a:lnTo>
                  <a:lnTo>
                    <a:pt x="2254396" y="1430742"/>
                  </a:lnTo>
                  <a:lnTo>
                    <a:pt x="2255056" y="1430742"/>
                  </a:lnTo>
                  <a:lnTo>
                    <a:pt x="2255717" y="1430742"/>
                  </a:lnTo>
                  <a:lnTo>
                    <a:pt x="2256377" y="1430742"/>
                  </a:lnTo>
                  <a:lnTo>
                    <a:pt x="2257038" y="1430742"/>
                  </a:lnTo>
                  <a:lnTo>
                    <a:pt x="2257698" y="1430742"/>
                  </a:lnTo>
                  <a:lnTo>
                    <a:pt x="2258359" y="1430742"/>
                  </a:lnTo>
                  <a:lnTo>
                    <a:pt x="2259019" y="1430742"/>
                  </a:lnTo>
                  <a:lnTo>
                    <a:pt x="2259680" y="1430742"/>
                  </a:lnTo>
                  <a:lnTo>
                    <a:pt x="2260340" y="1386696"/>
                  </a:lnTo>
                  <a:lnTo>
                    <a:pt x="2261001" y="1346227"/>
                  </a:lnTo>
                  <a:lnTo>
                    <a:pt x="2261661" y="1328136"/>
                  </a:lnTo>
                  <a:lnTo>
                    <a:pt x="2262322" y="1328136"/>
                  </a:lnTo>
                  <a:lnTo>
                    <a:pt x="2262982" y="1311226"/>
                  </a:lnTo>
                  <a:lnTo>
                    <a:pt x="2263643" y="1308781"/>
                  </a:lnTo>
                  <a:lnTo>
                    <a:pt x="2264304" y="1308781"/>
                  </a:lnTo>
                  <a:lnTo>
                    <a:pt x="2264964" y="1308781"/>
                  </a:lnTo>
                  <a:lnTo>
                    <a:pt x="2265625" y="1308781"/>
                  </a:lnTo>
                  <a:lnTo>
                    <a:pt x="2266285" y="1325528"/>
                  </a:lnTo>
                  <a:lnTo>
                    <a:pt x="2266946" y="1362662"/>
                  </a:lnTo>
                  <a:lnTo>
                    <a:pt x="2267606" y="1406010"/>
                  </a:lnTo>
                  <a:lnTo>
                    <a:pt x="2268267" y="1430742"/>
                  </a:lnTo>
                  <a:lnTo>
                    <a:pt x="2268927" y="1430742"/>
                  </a:lnTo>
                  <a:lnTo>
                    <a:pt x="2269588" y="1430742"/>
                  </a:lnTo>
                  <a:lnTo>
                    <a:pt x="2270248" y="1430742"/>
                  </a:lnTo>
                  <a:lnTo>
                    <a:pt x="2270909" y="1430742"/>
                  </a:lnTo>
                  <a:lnTo>
                    <a:pt x="2271569" y="1430742"/>
                  </a:lnTo>
                  <a:lnTo>
                    <a:pt x="2272230" y="1430742"/>
                  </a:lnTo>
                  <a:lnTo>
                    <a:pt x="2272890" y="1430742"/>
                  </a:lnTo>
                  <a:lnTo>
                    <a:pt x="2273551" y="1430742"/>
                  </a:lnTo>
                  <a:lnTo>
                    <a:pt x="2274212" y="1430742"/>
                  </a:lnTo>
                  <a:lnTo>
                    <a:pt x="2274872" y="1430742"/>
                  </a:lnTo>
                  <a:lnTo>
                    <a:pt x="2275533" y="1430742"/>
                  </a:lnTo>
                  <a:lnTo>
                    <a:pt x="2276193" y="1430742"/>
                  </a:lnTo>
                  <a:lnTo>
                    <a:pt x="2276854" y="1430742"/>
                  </a:lnTo>
                  <a:lnTo>
                    <a:pt x="2277514" y="1430742"/>
                  </a:lnTo>
                  <a:lnTo>
                    <a:pt x="2278175" y="1430742"/>
                  </a:lnTo>
                  <a:lnTo>
                    <a:pt x="2278835" y="1406010"/>
                  </a:lnTo>
                  <a:lnTo>
                    <a:pt x="2279496" y="1383432"/>
                  </a:lnTo>
                  <a:lnTo>
                    <a:pt x="2280156" y="1362662"/>
                  </a:lnTo>
                  <a:lnTo>
                    <a:pt x="2280817" y="1343431"/>
                  </a:lnTo>
                  <a:lnTo>
                    <a:pt x="2281477" y="1319543"/>
                  </a:lnTo>
                  <a:lnTo>
                    <a:pt x="2282138" y="1303166"/>
                  </a:lnTo>
                  <a:lnTo>
                    <a:pt x="2282798" y="1303166"/>
                  </a:lnTo>
                  <a:lnTo>
                    <a:pt x="2283459" y="1319543"/>
                  </a:lnTo>
                  <a:lnTo>
                    <a:pt x="2284120" y="1337024"/>
                  </a:lnTo>
                  <a:lnTo>
                    <a:pt x="2284780" y="1337024"/>
                  </a:lnTo>
                  <a:lnTo>
                    <a:pt x="2285441" y="1337024"/>
                  </a:lnTo>
                  <a:lnTo>
                    <a:pt x="2286101" y="1337024"/>
                  </a:lnTo>
                  <a:lnTo>
                    <a:pt x="2286762" y="1337024"/>
                  </a:lnTo>
                  <a:lnTo>
                    <a:pt x="2287422" y="1337024"/>
                  </a:lnTo>
                  <a:lnTo>
                    <a:pt x="2288083" y="1362662"/>
                  </a:lnTo>
                  <a:lnTo>
                    <a:pt x="2288743" y="1406010"/>
                  </a:lnTo>
                  <a:lnTo>
                    <a:pt x="2289404" y="1430742"/>
                  </a:lnTo>
                  <a:lnTo>
                    <a:pt x="2290064" y="1430742"/>
                  </a:lnTo>
                  <a:lnTo>
                    <a:pt x="2290725" y="1430742"/>
                  </a:lnTo>
                  <a:lnTo>
                    <a:pt x="2291385" y="1430742"/>
                  </a:lnTo>
                  <a:lnTo>
                    <a:pt x="2292046" y="1430742"/>
                  </a:lnTo>
                  <a:lnTo>
                    <a:pt x="2292706" y="1430742"/>
                  </a:lnTo>
                  <a:lnTo>
                    <a:pt x="2293367" y="1430742"/>
                  </a:lnTo>
                  <a:lnTo>
                    <a:pt x="2294028" y="1430742"/>
                  </a:lnTo>
                  <a:lnTo>
                    <a:pt x="2294688" y="1430742"/>
                  </a:lnTo>
                  <a:lnTo>
                    <a:pt x="2295349" y="1406010"/>
                  </a:lnTo>
                  <a:lnTo>
                    <a:pt x="2296009" y="1383432"/>
                  </a:lnTo>
                  <a:lnTo>
                    <a:pt x="2296670" y="1343431"/>
                  </a:lnTo>
                  <a:lnTo>
                    <a:pt x="2297330" y="1325528"/>
                  </a:lnTo>
                  <a:lnTo>
                    <a:pt x="2297991" y="1325528"/>
                  </a:lnTo>
                  <a:lnTo>
                    <a:pt x="2298651" y="1343431"/>
                  </a:lnTo>
                  <a:lnTo>
                    <a:pt x="2299312" y="1362662"/>
                  </a:lnTo>
                  <a:lnTo>
                    <a:pt x="2299972" y="1406010"/>
                  </a:lnTo>
                  <a:lnTo>
                    <a:pt x="2300633" y="1430742"/>
                  </a:lnTo>
                  <a:lnTo>
                    <a:pt x="2301293" y="1430742"/>
                  </a:lnTo>
                  <a:lnTo>
                    <a:pt x="2301954" y="1430742"/>
                  </a:lnTo>
                  <a:lnTo>
                    <a:pt x="2302614" y="1430742"/>
                  </a:lnTo>
                  <a:lnTo>
                    <a:pt x="2303275" y="1430742"/>
                  </a:lnTo>
                  <a:lnTo>
                    <a:pt x="2303935" y="1430742"/>
                  </a:lnTo>
                  <a:lnTo>
                    <a:pt x="2304596" y="1430742"/>
                  </a:lnTo>
                  <a:lnTo>
                    <a:pt x="2305257" y="1406010"/>
                  </a:lnTo>
                  <a:lnTo>
                    <a:pt x="2305917" y="1383432"/>
                  </a:lnTo>
                  <a:lnTo>
                    <a:pt x="2306578" y="1383432"/>
                  </a:lnTo>
                  <a:lnTo>
                    <a:pt x="2307238" y="1362662"/>
                  </a:lnTo>
                  <a:lnTo>
                    <a:pt x="2307899" y="1343431"/>
                  </a:lnTo>
                  <a:lnTo>
                    <a:pt x="2308559" y="1362662"/>
                  </a:lnTo>
                  <a:lnTo>
                    <a:pt x="2309220" y="1362662"/>
                  </a:lnTo>
                  <a:lnTo>
                    <a:pt x="2309880" y="1325528"/>
                  </a:lnTo>
                  <a:lnTo>
                    <a:pt x="2310541" y="1325528"/>
                  </a:lnTo>
                  <a:lnTo>
                    <a:pt x="2311201" y="1325528"/>
                  </a:lnTo>
                  <a:lnTo>
                    <a:pt x="2311862" y="1325528"/>
                  </a:lnTo>
                  <a:lnTo>
                    <a:pt x="2312522" y="1343431"/>
                  </a:lnTo>
                  <a:lnTo>
                    <a:pt x="2313183" y="1383432"/>
                  </a:lnTo>
                  <a:lnTo>
                    <a:pt x="2313843" y="1406010"/>
                  </a:lnTo>
                  <a:lnTo>
                    <a:pt x="2314504" y="1430742"/>
                  </a:lnTo>
                  <a:lnTo>
                    <a:pt x="2315165" y="1430742"/>
                  </a:lnTo>
                  <a:lnTo>
                    <a:pt x="2315825" y="1430742"/>
                  </a:lnTo>
                  <a:lnTo>
                    <a:pt x="2316486" y="1383432"/>
                  </a:lnTo>
                  <a:lnTo>
                    <a:pt x="2317146" y="1325528"/>
                  </a:lnTo>
                  <a:lnTo>
                    <a:pt x="2317807" y="1293050"/>
                  </a:lnTo>
                  <a:lnTo>
                    <a:pt x="2318467" y="1264188"/>
                  </a:lnTo>
                  <a:lnTo>
                    <a:pt x="2319128" y="1250878"/>
                  </a:lnTo>
                  <a:lnTo>
                    <a:pt x="2319788" y="1264188"/>
                  </a:lnTo>
                  <a:lnTo>
                    <a:pt x="2320449" y="1293050"/>
                  </a:lnTo>
                  <a:lnTo>
                    <a:pt x="2321109" y="1308781"/>
                  </a:lnTo>
                  <a:lnTo>
                    <a:pt x="2321770" y="1325528"/>
                  </a:lnTo>
                  <a:lnTo>
                    <a:pt x="2322430" y="1343431"/>
                  </a:lnTo>
                  <a:lnTo>
                    <a:pt x="2323091" y="1362662"/>
                  </a:lnTo>
                  <a:lnTo>
                    <a:pt x="2323751" y="1383432"/>
                  </a:lnTo>
                  <a:lnTo>
                    <a:pt x="2324412" y="1406010"/>
                  </a:lnTo>
                  <a:lnTo>
                    <a:pt x="2325073" y="1430742"/>
                  </a:lnTo>
                  <a:lnTo>
                    <a:pt x="2325733" y="1430742"/>
                  </a:lnTo>
                  <a:lnTo>
                    <a:pt x="2326394" y="1430742"/>
                  </a:lnTo>
                  <a:lnTo>
                    <a:pt x="2327054" y="1406010"/>
                  </a:lnTo>
                  <a:lnTo>
                    <a:pt x="2327715" y="1362662"/>
                  </a:lnTo>
                  <a:lnTo>
                    <a:pt x="2328375" y="1308781"/>
                  </a:lnTo>
                  <a:lnTo>
                    <a:pt x="2329036" y="1264188"/>
                  </a:lnTo>
                  <a:lnTo>
                    <a:pt x="2329696" y="1238218"/>
                  </a:lnTo>
                  <a:lnTo>
                    <a:pt x="2330357" y="1250878"/>
                  </a:lnTo>
                  <a:lnTo>
                    <a:pt x="2331017" y="1264188"/>
                  </a:lnTo>
                  <a:lnTo>
                    <a:pt x="2331678" y="1278218"/>
                  </a:lnTo>
                  <a:lnTo>
                    <a:pt x="2332338" y="1307972"/>
                  </a:lnTo>
                  <a:lnTo>
                    <a:pt x="2332999" y="1342506"/>
                  </a:lnTo>
                  <a:lnTo>
                    <a:pt x="2333659" y="1342506"/>
                  </a:lnTo>
                  <a:lnTo>
                    <a:pt x="2334320" y="1342506"/>
                  </a:lnTo>
                  <a:lnTo>
                    <a:pt x="2334980" y="1324665"/>
                  </a:lnTo>
                  <a:lnTo>
                    <a:pt x="2335641" y="1308781"/>
                  </a:lnTo>
                  <a:lnTo>
                    <a:pt x="2336302" y="1278218"/>
                  </a:lnTo>
                  <a:lnTo>
                    <a:pt x="2336962" y="1264188"/>
                  </a:lnTo>
                  <a:lnTo>
                    <a:pt x="2337623" y="1264188"/>
                  </a:lnTo>
                  <a:lnTo>
                    <a:pt x="2338283" y="1308781"/>
                  </a:lnTo>
                  <a:lnTo>
                    <a:pt x="2338944" y="1343431"/>
                  </a:lnTo>
                  <a:lnTo>
                    <a:pt x="2339604" y="1383432"/>
                  </a:lnTo>
                  <a:lnTo>
                    <a:pt x="2340265" y="1406010"/>
                  </a:lnTo>
                  <a:lnTo>
                    <a:pt x="2340925" y="1430742"/>
                  </a:lnTo>
                  <a:lnTo>
                    <a:pt x="2341586" y="1430742"/>
                  </a:lnTo>
                  <a:lnTo>
                    <a:pt x="2342246" y="1430742"/>
                  </a:lnTo>
                  <a:lnTo>
                    <a:pt x="2342907" y="1430742"/>
                  </a:lnTo>
                  <a:lnTo>
                    <a:pt x="2343567" y="1430742"/>
                  </a:lnTo>
                  <a:lnTo>
                    <a:pt x="2344228" y="1430742"/>
                  </a:lnTo>
                  <a:lnTo>
                    <a:pt x="2344888" y="1406010"/>
                  </a:lnTo>
                  <a:lnTo>
                    <a:pt x="2345549" y="1362662"/>
                  </a:lnTo>
                  <a:lnTo>
                    <a:pt x="2346210" y="1343431"/>
                  </a:lnTo>
                  <a:lnTo>
                    <a:pt x="2346870" y="1343431"/>
                  </a:lnTo>
                  <a:lnTo>
                    <a:pt x="2347531" y="1343431"/>
                  </a:lnTo>
                  <a:lnTo>
                    <a:pt x="2348191" y="1362662"/>
                  </a:lnTo>
                  <a:lnTo>
                    <a:pt x="2348852" y="1406010"/>
                  </a:lnTo>
                  <a:lnTo>
                    <a:pt x="2349512" y="1430742"/>
                  </a:lnTo>
                  <a:lnTo>
                    <a:pt x="2350173" y="1430742"/>
                  </a:lnTo>
                  <a:lnTo>
                    <a:pt x="2350833" y="1430742"/>
                  </a:lnTo>
                  <a:lnTo>
                    <a:pt x="2351494" y="1430742"/>
                  </a:lnTo>
                  <a:lnTo>
                    <a:pt x="2352154" y="1430742"/>
                  </a:lnTo>
                  <a:lnTo>
                    <a:pt x="2352815" y="1430742"/>
                  </a:lnTo>
                  <a:lnTo>
                    <a:pt x="2353475" y="1406010"/>
                  </a:lnTo>
                  <a:lnTo>
                    <a:pt x="2354136" y="1362662"/>
                  </a:lnTo>
                  <a:lnTo>
                    <a:pt x="2354796" y="1308781"/>
                  </a:lnTo>
                  <a:lnTo>
                    <a:pt x="2355457" y="1278218"/>
                  </a:lnTo>
                  <a:lnTo>
                    <a:pt x="2356118" y="1250878"/>
                  </a:lnTo>
                  <a:lnTo>
                    <a:pt x="2356778" y="1238218"/>
                  </a:lnTo>
                  <a:lnTo>
                    <a:pt x="2357439" y="1238218"/>
                  </a:lnTo>
                  <a:lnTo>
                    <a:pt x="2358099" y="1264188"/>
                  </a:lnTo>
                  <a:lnTo>
                    <a:pt x="2358760" y="1293050"/>
                  </a:lnTo>
                  <a:lnTo>
                    <a:pt x="2359420" y="1325528"/>
                  </a:lnTo>
                  <a:lnTo>
                    <a:pt x="2360081" y="1362662"/>
                  </a:lnTo>
                  <a:lnTo>
                    <a:pt x="2360741" y="1406010"/>
                  </a:lnTo>
                  <a:lnTo>
                    <a:pt x="2361402" y="1430742"/>
                  </a:lnTo>
                  <a:lnTo>
                    <a:pt x="2362062" y="1430742"/>
                  </a:lnTo>
                  <a:lnTo>
                    <a:pt x="2362723" y="1430742"/>
                  </a:lnTo>
                  <a:lnTo>
                    <a:pt x="2363383" y="1430742"/>
                  </a:lnTo>
                  <a:lnTo>
                    <a:pt x="2364044" y="1430742"/>
                  </a:lnTo>
                  <a:lnTo>
                    <a:pt x="2364704" y="1430742"/>
                  </a:lnTo>
                  <a:lnTo>
                    <a:pt x="2365365" y="1430742"/>
                  </a:lnTo>
                  <a:lnTo>
                    <a:pt x="2366026" y="1430742"/>
                  </a:lnTo>
                  <a:lnTo>
                    <a:pt x="2366686" y="1430742"/>
                  </a:lnTo>
                  <a:lnTo>
                    <a:pt x="2367347" y="1430742"/>
                  </a:lnTo>
                  <a:lnTo>
                    <a:pt x="2368007" y="1430742"/>
                  </a:lnTo>
                  <a:lnTo>
                    <a:pt x="2368668" y="1430742"/>
                  </a:lnTo>
                  <a:lnTo>
                    <a:pt x="2369328" y="1430742"/>
                  </a:lnTo>
                  <a:lnTo>
                    <a:pt x="2369989" y="1430742"/>
                  </a:lnTo>
                  <a:lnTo>
                    <a:pt x="2370649" y="1430742"/>
                  </a:lnTo>
                  <a:lnTo>
                    <a:pt x="2371310" y="1430742"/>
                  </a:lnTo>
                  <a:lnTo>
                    <a:pt x="2371970" y="1430742"/>
                  </a:lnTo>
                  <a:lnTo>
                    <a:pt x="2372631" y="1430742"/>
                  </a:lnTo>
                  <a:lnTo>
                    <a:pt x="2373291" y="1430742"/>
                  </a:lnTo>
                  <a:lnTo>
                    <a:pt x="2373952" y="1430742"/>
                  </a:lnTo>
                  <a:lnTo>
                    <a:pt x="2374612" y="1430742"/>
                  </a:lnTo>
                  <a:lnTo>
                    <a:pt x="2375273" y="1430742"/>
                  </a:lnTo>
                  <a:lnTo>
                    <a:pt x="2375933" y="1430742"/>
                  </a:lnTo>
                  <a:lnTo>
                    <a:pt x="2376594" y="1430742"/>
                  </a:lnTo>
                  <a:lnTo>
                    <a:pt x="2377255" y="1383432"/>
                  </a:lnTo>
                  <a:lnTo>
                    <a:pt x="2377915" y="1325528"/>
                  </a:lnTo>
                  <a:lnTo>
                    <a:pt x="2378576" y="1278218"/>
                  </a:lnTo>
                  <a:lnTo>
                    <a:pt x="2379236" y="1254142"/>
                  </a:lnTo>
                  <a:lnTo>
                    <a:pt x="2379897" y="1254142"/>
                  </a:lnTo>
                  <a:lnTo>
                    <a:pt x="2380557" y="1281847"/>
                  </a:lnTo>
                  <a:lnTo>
                    <a:pt x="2381218" y="1312868"/>
                  </a:lnTo>
                  <a:lnTo>
                    <a:pt x="2381878" y="1329890"/>
                  </a:lnTo>
                  <a:lnTo>
                    <a:pt x="2382539" y="1343431"/>
                  </a:lnTo>
                  <a:lnTo>
                    <a:pt x="2383199" y="1343431"/>
                  </a:lnTo>
                  <a:lnTo>
                    <a:pt x="2383860" y="1343431"/>
                  </a:lnTo>
                  <a:lnTo>
                    <a:pt x="2384520" y="1362662"/>
                  </a:lnTo>
                  <a:lnTo>
                    <a:pt x="2385181" y="1406010"/>
                  </a:lnTo>
                  <a:lnTo>
                    <a:pt x="2385841" y="1430742"/>
                  </a:lnTo>
                  <a:lnTo>
                    <a:pt x="2386502" y="1430742"/>
                  </a:lnTo>
                  <a:lnTo>
                    <a:pt x="2387163" y="1430742"/>
                  </a:lnTo>
                  <a:lnTo>
                    <a:pt x="2387823" y="1430742"/>
                  </a:lnTo>
                  <a:lnTo>
                    <a:pt x="2388484" y="1430742"/>
                  </a:lnTo>
                  <a:lnTo>
                    <a:pt x="2389144" y="1430742"/>
                  </a:lnTo>
                  <a:lnTo>
                    <a:pt x="2389805" y="1430742"/>
                  </a:lnTo>
                  <a:lnTo>
                    <a:pt x="2390465" y="1430742"/>
                  </a:lnTo>
                  <a:lnTo>
                    <a:pt x="2391126" y="1430742"/>
                  </a:lnTo>
                  <a:lnTo>
                    <a:pt x="2391786" y="1430742"/>
                  </a:lnTo>
                  <a:lnTo>
                    <a:pt x="2392447" y="1430742"/>
                  </a:lnTo>
                  <a:lnTo>
                    <a:pt x="2393107" y="1430742"/>
                  </a:lnTo>
                  <a:lnTo>
                    <a:pt x="2393768" y="1430742"/>
                  </a:lnTo>
                  <a:lnTo>
                    <a:pt x="2394428" y="1430742"/>
                  </a:lnTo>
                  <a:lnTo>
                    <a:pt x="2395089" y="1430742"/>
                  </a:lnTo>
                  <a:lnTo>
                    <a:pt x="2395749" y="1406010"/>
                  </a:lnTo>
                  <a:lnTo>
                    <a:pt x="2396410" y="1362662"/>
                  </a:lnTo>
                  <a:lnTo>
                    <a:pt x="2397071" y="1325528"/>
                  </a:lnTo>
                  <a:lnTo>
                    <a:pt x="2397731" y="1264188"/>
                  </a:lnTo>
                  <a:lnTo>
                    <a:pt x="2398392" y="1226146"/>
                  </a:lnTo>
                  <a:lnTo>
                    <a:pt x="2399052" y="1226146"/>
                  </a:lnTo>
                  <a:lnTo>
                    <a:pt x="2399713" y="1250878"/>
                  </a:lnTo>
                  <a:lnTo>
                    <a:pt x="2400373" y="1278218"/>
                  </a:lnTo>
                  <a:lnTo>
                    <a:pt x="2401034" y="1343431"/>
                  </a:lnTo>
                  <a:lnTo>
                    <a:pt x="2401694" y="1406010"/>
                  </a:lnTo>
                  <a:lnTo>
                    <a:pt x="2402355" y="1406010"/>
                  </a:lnTo>
                  <a:lnTo>
                    <a:pt x="2403015" y="1362662"/>
                  </a:lnTo>
                  <a:lnTo>
                    <a:pt x="2403676" y="1329012"/>
                  </a:lnTo>
                  <a:lnTo>
                    <a:pt x="2404336" y="1312045"/>
                  </a:lnTo>
                  <a:lnTo>
                    <a:pt x="2404997" y="1296121"/>
                  </a:lnTo>
                  <a:lnTo>
                    <a:pt x="2405657" y="1281117"/>
                  </a:lnTo>
                  <a:lnTo>
                    <a:pt x="2406318" y="1281117"/>
                  </a:lnTo>
                  <a:lnTo>
                    <a:pt x="2406978" y="1278218"/>
                  </a:lnTo>
                  <a:lnTo>
                    <a:pt x="2407639" y="1271811"/>
                  </a:lnTo>
                  <a:lnTo>
                    <a:pt x="2408300" y="1245104"/>
                  </a:lnTo>
                  <a:lnTo>
                    <a:pt x="2408960" y="1232716"/>
                  </a:lnTo>
                  <a:lnTo>
                    <a:pt x="2409621" y="1245104"/>
                  </a:lnTo>
                  <a:lnTo>
                    <a:pt x="2410281" y="1271811"/>
                  </a:lnTo>
                  <a:lnTo>
                    <a:pt x="2410942" y="1293050"/>
                  </a:lnTo>
                  <a:lnTo>
                    <a:pt x="2411602" y="1343431"/>
                  </a:lnTo>
                  <a:lnTo>
                    <a:pt x="2412263" y="1406010"/>
                  </a:lnTo>
                  <a:lnTo>
                    <a:pt x="2412923" y="1430742"/>
                  </a:lnTo>
                  <a:lnTo>
                    <a:pt x="2413584" y="1430742"/>
                  </a:lnTo>
                  <a:lnTo>
                    <a:pt x="2414244" y="1430742"/>
                  </a:lnTo>
                  <a:lnTo>
                    <a:pt x="2414905" y="1430742"/>
                  </a:lnTo>
                  <a:lnTo>
                    <a:pt x="2415565" y="1406010"/>
                  </a:lnTo>
                  <a:lnTo>
                    <a:pt x="2416226" y="1362662"/>
                  </a:lnTo>
                  <a:lnTo>
                    <a:pt x="2416886" y="1343431"/>
                  </a:lnTo>
                  <a:lnTo>
                    <a:pt x="2417547" y="1325528"/>
                  </a:lnTo>
                  <a:lnTo>
                    <a:pt x="2418208" y="1325528"/>
                  </a:lnTo>
                  <a:lnTo>
                    <a:pt x="2418868" y="1343431"/>
                  </a:lnTo>
                  <a:lnTo>
                    <a:pt x="2419529" y="1362662"/>
                  </a:lnTo>
                  <a:lnTo>
                    <a:pt x="2420189" y="1343431"/>
                  </a:lnTo>
                  <a:lnTo>
                    <a:pt x="2420850" y="1343431"/>
                  </a:lnTo>
                  <a:lnTo>
                    <a:pt x="2421510" y="1343431"/>
                  </a:lnTo>
                  <a:lnTo>
                    <a:pt x="2422171" y="1343431"/>
                  </a:lnTo>
                  <a:lnTo>
                    <a:pt x="2422831" y="1362662"/>
                  </a:lnTo>
                  <a:lnTo>
                    <a:pt x="2423492" y="1406010"/>
                  </a:lnTo>
                  <a:lnTo>
                    <a:pt x="2424152" y="1430742"/>
                  </a:lnTo>
                  <a:lnTo>
                    <a:pt x="2424813" y="1406010"/>
                  </a:lnTo>
                  <a:lnTo>
                    <a:pt x="2425473" y="1362662"/>
                  </a:lnTo>
                  <a:lnTo>
                    <a:pt x="2426134" y="1337024"/>
                  </a:lnTo>
                  <a:lnTo>
                    <a:pt x="2426794" y="1319543"/>
                  </a:lnTo>
                  <a:lnTo>
                    <a:pt x="2427455" y="1287762"/>
                  </a:lnTo>
                  <a:lnTo>
                    <a:pt x="2428116" y="1287762"/>
                  </a:lnTo>
                  <a:lnTo>
                    <a:pt x="2428776" y="1303166"/>
                  </a:lnTo>
                  <a:lnTo>
                    <a:pt x="2429437" y="1291528"/>
                  </a:lnTo>
                  <a:lnTo>
                    <a:pt x="2430097" y="1276780"/>
                  </a:lnTo>
                  <a:lnTo>
                    <a:pt x="2430758" y="1276780"/>
                  </a:lnTo>
                  <a:lnTo>
                    <a:pt x="2431418" y="1291528"/>
                  </a:lnTo>
                  <a:lnTo>
                    <a:pt x="2432079" y="1276780"/>
                  </a:lnTo>
                  <a:lnTo>
                    <a:pt x="2432739" y="1264188"/>
                  </a:lnTo>
                  <a:lnTo>
                    <a:pt x="2433400" y="1278218"/>
                  </a:lnTo>
                  <a:lnTo>
                    <a:pt x="2434060" y="1308781"/>
                  </a:lnTo>
                  <a:lnTo>
                    <a:pt x="2434721" y="1308781"/>
                  </a:lnTo>
                  <a:lnTo>
                    <a:pt x="2435381" y="1343431"/>
                  </a:lnTo>
                  <a:lnTo>
                    <a:pt x="2436042" y="1406010"/>
                  </a:lnTo>
                  <a:lnTo>
                    <a:pt x="2436702" y="1430742"/>
                  </a:lnTo>
                  <a:lnTo>
                    <a:pt x="2437363" y="1430742"/>
                  </a:lnTo>
                  <a:lnTo>
                    <a:pt x="2438024" y="1430742"/>
                  </a:lnTo>
                  <a:lnTo>
                    <a:pt x="2438684" y="1430742"/>
                  </a:lnTo>
                  <a:lnTo>
                    <a:pt x="2439345" y="1430742"/>
                  </a:lnTo>
                  <a:lnTo>
                    <a:pt x="2440005" y="1430742"/>
                  </a:lnTo>
                  <a:lnTo>
                    <a:pt x="2440666" y="1430742"/>
                  </a:lnTo>
                  <a:lnTo>
                    <a:pt x="2441326" y="1430742"/>
                  </a:lnTo>
                  <a:lnTo>
                    <a:pt x="2441987" y="1430742"/>
                  </a:lnTo>
                  <a:lnTo>
                    <a:pt x="2442647" y="1430742"/>
                  </a:lnTo>
                  <a:lnTo>
                    <a:pt x="2443308" y="1430742"/>
                  </a:lnTo>
                  <a:lnTo>
                    <a:pt x="2443968" y="1430742"/>
                  </a:lnTo>
                  <a:lnTo>
                    <a:pt x="2444629" y="1430742"/>
                  </a:lnTo>
                  <a:lnTo>
                    <a:pt x="2445289" y="1430742"/>
                  </a:lnTo>
                  <a:lnTo>
                    <a:pt x="2445950" y="1430742"/>
                  </a:lnTo>
                  <a:lnTo>
                    <a:pt x="2446610" y="1430742"/>
                  </a:lnTo>
                  <a:lnTo>
                    <a:pt x="2447271" y="1430742"/>
                  </a:lnTo>
                  <a:lnTo>
                    <a:pt x="2447931" y="1430742"/>
                  </a:lnTo>
                  <a:lnTo>
                    <a:pt x="2448592" y="1430742"/>
                  </a:lnTo>
                  <a:lnTo>
                    <a:pt x="2449253" y="1430742"/>
                  </a:lnTo>
                  <a:lnTo>
                    <a:pt x="2449913" y="1406010"/>
                  </a:lnTo>
                  <a:lnTo>
                    <a:pt x="2450574" y="1362662"/>
                  </a:lnTo>
                  <a:lnTo>
                    <a:pt x="2451234" y="1325528"/>
                  </a:lnTo>
                  <a:lnTo>
                    <a:pt x="2451895" y="1325528"/>
                  </a:lnTo>
                  <a:lnTo>
                    <a:pt x="2452555" y="1325528"/>
                  </a:lnTo>
                  <a:lnTo>
                    <a:pt x="2453216" y="1343431"/>
                  </a:lnTo>
                  <a:lnTo>
                    <a:pt x="2453876" y="1383432"/>
                  </a:lnTo>
                  <a:lnTo>
                    <a:pt x="2454537" y="1430742"/>
                  </a:lnTo>
                  <a:lnTo>
                    <a:pt x="2455197" y="1430742"/>
                  </a:lnTo>
                  <a:lnTo>
                    <a:pt x="2455858" y="1430742"/>
                  </a:lnTo>
                  <a:lnTo>
                    <a:pt x="2456518" y="1430742"/>
                  </a:lnTo>
                  <a:lnTo>
                    <a:pt x="2457179" y="1430742"/>
                  </a:lnTo>
                  <a:lnTo>
                    <a:pt x="2457839" y="1430742"/>
                  </a:lnTo>
                  <a:lnTo>
                    <a:pt x="2458500" y="1430742"/>
                  </a:lnTo>
                  <a:lnTo>
                    <a:pt x="2459161" y="1430742"/>
                  </a:lnTo>
                  <a:lnTo>
                    <a:pt x="2459821" y="1430742"/>
                  </a:lnTo>
                  <a:lnTo>
                    <a:pt x="2460482" y="1430742"/>
                  </a:lnTo>
                  <a:lnTo>
                    <a:pt x="2461142" y="1430742"/>
                  </a:lnTo>
                  <a:lnTo>
                    <a:pt x="2461803" y="1430742"/>
                  </a:lnTo>
                  <a:lnTo>
                    <a:pt x="2462463" y="1406010"/>
                  </a:lnTo>
                  <a:lnTo>
                    <a:pt x="2463124" y="1362662"/>
                  </a:lnTo>
                  <a:lnTo>
                    <a:pt x="2463784" y="1325528"/>
                  </a:lnTo>
                  <a:lnTo>
                    <a:pt x="2464445" y="1305558"/>
                  </a:lnTo>
                  <a:lnTo>
                    <a:pt x="2465105" y="1275351"/>
                  </a:lnTo>
                  <a:lnTo>
                    <a:pt x="2465766" y="1248296"/>
                  </a:lnTo>
                  <a:lnTo>
                    <a:pt x="2466426" y="1248296"/>
                  </a:lnTo>
                  <a:lnTo>
                    <a:pt x="2467087" y="1261471"/>
                  </a:lnTo>
                  <a:lnTo>
                    <a:pt x="2467747" y="1278218"/>
                  </a:lnTo>
                  <a:lnTo>
                    <a:pt x="2468408" y="1308781"/>
                  </a:lnTo>
                  <a:lnTo>
                    <a:pt x="2469069" y="1362662"/>
                  </a:lnTo>
                  <a:lnTo>
                    <a:pt x="2469729" y="1406010"/>
                  </a:lnTo>
                  <a:lnTo>
                    <a:pt x="2470390" y="1430742"/>
                  </a:lnTo>
                  <a:lnTo>
                    <a:pt x="2471050" y="1430742"/>
                  </a:lnTo>
                  <a:lnTo>
                    <a:pt x="2471711" y="1430742"/>
                  </a:lnTo>
                  <a:lnTo>
                    <a:pt x="2472371" y="1430742"/>
                  </a:lnTo>
                  <a:lnTo>
                    <a:pt x="2473032" y="1430742"/>
                  </a:lnTo>
                  <a:lnTo>
                    <a:pt x="2473692" y="1430742"/>
                  </a:lnTo>
                  <a:lnTo>
                    <a:pt x="2474353" y="1430742"/>
                  </a:lnTo>
                  <a:lnTo>
                    <a:pt x="2475013" y="1430742"/>
                  </a:lnTo>
                  <a:lnTo>
                    <a:pt x="2475674" y="1430742"/>
                  </a:lnTo>
                  <a:lnTo>
                    <a:pt x="2476334" y="1430742"/>
                  </a:lnTo>
                  <a:lnTo>
                    <a:pt x="2476995" y="1430742"/>
                  </a:lnTo>
                  <a:lnTo>
                    <a:pt x="2477655" y="1430742"/>
                  </a:lnTo>
                  <a:lnTo>
                    <a:pt x="2478316" y="1430742"/>
                  </a:lnTo>
                  <a:lnTo>
                    <a:pt x="2478976" y="1430742"/>
                  </a:lnTo>
                  <a:lnTo>
                    <a:pt x="2479637" y="1430742"/>
                  </a:lnTo>
                  <a:lnTo>
                    <a:pt x="2480298" y="1430742"/>
                  </a:lnTo>
                  <a:lnTo>
                    <a:pt x="2480958" y="1430742"/>
                  </a:lnTo>
                  <a:lnTo>
                    <a:pt x="2481619" y="1430742"/>
                  </a:lnTo>
                  <a:lnTo>
                    <a:pt x="2482279" y="1430742"/>
                  </a:lnTo>
                  <a:lnTo>
                    <a:pt x="2482940" y="1430742"/>
                  </a:lnTo>
                  <a:lnTo>
                    <a:pt x="2483600" y="1430742"/>
                  </a:lnTo>
                  <a:lnTo>
                    <a:pt x="2484261" y="1430742"/>
                  </a:lnTo>
                  <a:lnTo>
                    <a:pt x="2484921" y="1430742"/>
                  </a:lnTo>
                  <a:lnTo>
                    <a:pt x="2485582" y="1430742"/>
                  </a:lnTo>
                  <a:lnTo>
                    <a:pt x="2486242" y="1430742"/>
                  </a:lnTo>
                  <a:lnTo>
                    <a:pt x="2486903" y="1430742"/>
                  </a:lnTo>
                  <a:lnTo>
                    <a:pt x="2487563" y="1430742"/>
                  </a:lnTo>
                  <a:lnTo>
                    <a:pt x="2488224" y="1430742"/>
                  </a:lnTo>
                  <a:lnTo>
                    <a:pt x="2488884" y="1430742"/>
                  </a:lnTo>
                  <a:lnTo>
                    <a:pt x="2489545" y="1430742"/>
                  </a:lnTo>
                  <a:lnTo>
                    <a:pt x="2490206" y="1430742"/>
                  </a:lnTo>
                  <a:lnTo>
                    <a:pt x="2490866" y="1406010"/>
                  </a:lnTo>
                  <a:lnTo>
                    <a:pt x="2491527" y="1383432"/>
                  </a:lnTo>
                  <a:lnTo>
                    <a:pt x="2492187" y="1362662"/>
                  </a:lnTo>
                  <a:lnTo>
                    <a:pt x="2492848" y="1317858"/>
                  </a:lnTo>
                  <a:lnTo>
                    <a:pt x="2493508" y="1271811"/>
                  </a:lnTo>
                  <a:lnTo>
                    <a:pt x="2494169" y="1258114"/>
                  </a:lnTo>
                  <a:lnTo>
                    <a:pt x="2494829" y="1245104"/>
                  </a:lnTo>
                  <a:lnTo>
                    <a:pt x="2495490" y="1232716"/>
                  </a:lnTo>
                  <a:lnTo>
                    <a:pt x="2496150" y="1250878"/>
                  </a:lnTo>
                  <a:lnTo>
                    <a:pt x="2496811" y="1264188"/>
                  </a:lnTo>
                  <a:lnTo>
                    <a:pt x="2497471" y="1278218"/>
                  </a:lnTo>
                  <a:lnTo>
                    <a:pt x="2498132" y="1308781"/>
                  </a:lnTo>
                  <a:lnTo>
                    <a:pt x="2498792" y="1343431"/>
                  </a:lnTo>
                  <a:lnTo>
                    <a:pt x="2499453" y="1343431"/>
                  </a:lnTo>
                  <a:lnTo>
                    <a:pt x="2500114" y="1343431"/>
                  </a:lnTo>
                  <a:lnTo>
                    <a:pt x="2500774" y="1341584"/>
                  </a:lnTo>
                  <a:lnTo>
                    <a:pt x="2501435" y="1323804"/>
                  </a:lnTo>
                  <a:lnTo>
                    <a:pt x="2502095" y="1291528"/>
                  </a:lnTo>
                  <a:lnTo>
                    <a:pt x="2502756" y="1291528"/>
                  </a:lnTo>
                  <a:lnTo>
                    <a:pt x="2503416" y="1320390"/>
                  </a:lnTo>
                  <a:lnTo>
                    <a:pt x="2504077" y="1339751"/>
                  </a:lnTo>
                  <a:lnTo>
                    <a:pt x="2504737" y="1358700"/>
                  </a:lnTo>
                  <a:lnTo>
                    <a:pt x="2505398" y="1401335"/>
                  </a:lnTo>
                  <a:lnTo>
                    <a:pt x="2506058" y="1425604"/>
                  </a:lnTo>
                  <a:lnTo>
                    <a:pt x="2506719" y="1406010"/>
                  </a:lnTo>
                  <a:lnTo>
                    <a:pt x="2507379" y="1343431"/>
                  </a:lnTo>
                  <a:lnTo>
                    <a:pt x="2508040" y="1266245"/>
                  </a:lnTo>
                  <a:lnTo>
                    <a:pt x="2508700" y="1216309"/>
                  </a:lnTo>
                  <a:lnTo>
                    <a:pt x="2509361" y="1184299"/>
                  </a:lnTo>
                  <a:lnTo>
                    <a:pt x="2510022" y="1164961"/>
                  </a:lnTo>
                  <a:lnTo>
                    <a:pt x="2510682" y="1146965"/>
                  </a:lnTo>
                  <a:lnTo>
                    <a:pt x="2511343" y="1137156"/>
                  </a:lnTo>
                  <a:lnTo>
                    <a:pt x="2512003" y="1140950"/>
                  </a:lnTo>
                  <a:lnTo>
                    <a:pt x="2512664" y="1149586"/>
                  </a:lnTo>
                  <a:lnTo>
                    <a:pt x="2513324" y="1177365"/>
                  </a:lnTo>
                  <a:lnTo>
                    <a:pt x="2513985" y="1219739"/>
                  </a:lnTo>
                  <a:lnTo>
                    <a:pt x="2514645" y="1284788"/>
                  </a:lnTo>
                  <a:lnTo>
                    <a:pt x="2515306" y="1343431"/>
                  </a:lnTo>
                  <a:lnTo>
                    <a:pt x="2515966" y="1362662"/>
                  </a:lnTo>
                  <a:lnTo>
                    <a:pt x="2516627" y="1325528"/>
                  </a:lnTo>
                  <a:lnTo>
                    <a:pt x="2517287" y="1308781"/>
                  </a:lnTo>
                  <a:lnTo>
                    <a:pt x="2517948" y="1308781"/>
                  </a:lnTo>
                  <a:lnTo>
                    <a:pt x="2518608" y="1308781"/>
                  </a:lnTo>
                  <a:lnTo>
                    <a:pt x="2519269" y="1325528"/>
                  </a:lnTo>
                  <a:lnTo>
                    <a:pt x="2519929" y="1362662"/>
                  </a:lnTo>
                  <a:lnTo>
                    <a:pt x="2520590" y="1406010"/>
                  </a:lnTo>
                  <a:lnTo>
                    <a:pt x="2521251" y="1430742"/>
                  </a:lnTo>
                  <a:lnTo>
                    <a:pt x="2521911" y="1406010"/>
                  </a:lnTo>
                  <a:lnTo>
                    <a:pt x="2522572" y="1368720"/>
                  </a:lnTo>
                  <a:lnTo>
                    <a:pt x="2523232" y="1330771"/>
                  </a:lnTo>
                  <a:lnTo>
                    <a:pt x="2523893" y="1313693"/>
                  </a:lnTo>
                  <a:lnTo>
                    <a:pt x="2524553" y="1313693"/>
                  </a:lnTo>
                  <a:lnTo>
                    <a:pt x="2525214" y="1330771"/>
                  </a:lnTo>
                  <a:lnTo>
                    <a:pt x="2525874" y="1362662"/>
                  </a:lnTo>
                  <a:lnTo>
                    <a:pt x="2526535" y="1406010"/>
                  </a:lnTo>
                  <a:lnTo>
                    <a:pt x="2527195" y="1430742"/>
                  </a:lnTo>
                  <a:lnTo>
                    <a:pt x="2527856" y="1430742"/>
                  </a:lnTo>
                  <a:lnTo>
                    <a:pt x="2528516" y="1430742"/>
                  </a:lnTo>
                  <a:lnTo>
                    <a:pt x="2529177" y="1430742"/>
                  </a:lnTo>
                  <a:lnTo>
                    <a:pt x="2529837" y="1430742"/>
                  </a:lnTo>
                  <a:lnTo>
                    <a:pt x="2530498" y="1430742"/>
                  </a:lnTo>
                  <a:lnTo>
                    <a:pt x="2531159" y="1430742"/>
                  </a:lnTo>
                  <a:lnTo>
                    <a:pt x="2531819" y="1430742"/>
                  </a:lnTo>
                  <a:lnTo>
                    <a:pt x="2532480" y="1430742"/>
                  </a:lnTo>
                  <a:lnTo>
                    <a:pt x="2533140" y="1430742"/>
                  </a:lnTo>
                  <a:lnTo>
                    <a:pt x="2533801" y="1430742"/>
                  </a:lnTo>
                  <a:lnTo>
                    <a:pt x="2534461" y="1430742"/>
                  </a:lnTo>
                  <a:lnTo>
                    <a:pt x="2535122" y="1430742"/>
                  </a:lnTo>
                  <a:lnTo>
                    <a:pt x="2535782" y="1430742"/>
                  </a:lnTo>
                  <a:lnTo>
                    <a:pt x="2536443" y="1430742"/>
                  </a:lnTo>
                  <a:lnTo>
                    <a:pt x="2537103" y="1430742"/>
                  </a:lnTo>
                  <a:lnTo>
                    <a:pt x="2537764" y="1430742"/>
                  </a:lnTo>
                  <a:lnTo>
                    <a:pt x="2538424" y="1430742"/>
                  </a:lnTo>
                  <a:lnTo>
                    <a:pt x="2539085" y="1430742"/>
                  </a:lnTo>
                  <a:lnTo>
                    <a:pt x="2539745" y="1430742"/>
                  </a:lnTo>
                  <a:lnTo>
                    <a:pt x="2540406" y="1430742"/>
                  </a:lnTo>
                  <a:lnTo>
                    <a:pt x="2541067" y="1430742"/>
                  </a:lnTo>
                  <a:lnTo>
                    <a:pt x="2541727" y="1430742"/>
                  </a:lnTo>
                  <a:lnTo>
                    <a:pt x="2542388" y="1406010"/>
                  </a:lnTo>
                  <a:lnTo>
                    <a:pt x="2543048" y="1362662"/>
                  </a:lnTo>
                  <a:lnTo>
                    <a:pt x="2543709" y="1325528"/>
                  </a:lnTo>
                  <a:lnTo>
                    <a:pt x="2544369" y="1308781"/>
                  </a:lnTo>
                  <a:lnTo>
                    <a:pt x="2545030" y="1308781"/>
                  </a:lnTo>
                  <a:lnTo>
                    <a:pt x="2545690" y="1325528"/>
                  </a:lnTo>
                  <a:lnTo>
                    <a:pt x="2546351" y="1362662"/>
                  </a:lnTo>
                  <a:lnTo>
                    <a:pt x="2547011" y="1406010"/>
                  </a:lnTo>
                  <a:lnTo>
                    <a:pt x="2547672" y="1406010"/>
                  </a:lnTo>
                  <a:lnTo>
                    <a:pt x="2548332" y="1362662"/>
                  </a:lnTo>
                  <a:lnTo>
                    <a:pt x="2548993" y="1343431"/>
                  </a:lnTo>
                  <a:lnTo>
                    <a:pt x="2549653" y="1343431"/>
                  </a:lnTo>
                  <a:lnTo>
                    <a:pt x="2550314" y="1343431"/>
                  </a:lnTo>
                  <a:lnTo>
                    <a:pt x="2550974" y="1362662"/>
                  </a:lnTo>
                  <a:lnTo>
                    <a:pt x="2551635" y="1406010"/>
                  </a:lnTo>
                  <a:lnTo>
                    <a:pt x="2552296" y="1430742"/>
                  </a:lnTo>
                  <a:lnTo>
                    <a:pt x="2552956" y="1430742"/>
                  </a:lnTo>
                  <a:lnTo>
                    <a:pt x="2553617" y="1406010"/>
                  </a:lnTo>
                  <a:lnTo>
                    <a:pt x="2554277" y="1362662"/>
                  </a:lnTo>
                  <a:lnTo>
                    <a:pt x="2554938" y="1343431"/>
                  </a:lnTo>
                  <a:lnTo>
                    <a:pt x="2555598" y="1325528"/>
                  </a:lnTo>
                  <a:lnTo>
                    <a:pt x="2556259" y="1308781"/>
                  </a:lnTo>
                  <a:lnTo>
                    <a:pt x="2556919" y="1308781"/>
                  </a:lnTo>
                  <a:lnTo>
                    <a:pt x="2557580" y="1325528"/>
                  </a:lnTo>
                  <a:lnTo>
                    <a:pt x="2558240" y="1343431"/>
                  </a:lnTo>
                  <a:lnTo>
                    <a:pt x="2558901" y="1343431"/>
                  </a:lnTo>
                  <a:lnTo>
                    <a:pt x="2559561" y="1325528"/>
                  </a:lnTo>
                  <a:lnTo>
                    <a:pt x="2560222" y="1325528"/>
                  </a:lnTo>
                  <a:lnTo>
                    <a:pt x="2560882" y="1325528"/>
                  </a:lnTo>
                  <a:lnTo>
                    <a:pt x="2561543" y="1308781"/>
                  </a:lnTo>
                  <a:lnTo>
                    <a:pt x="2562204" y="1293050"/>
                  </a:lnTo>
                  <a:lnTo>
                    <a:pt x="2562864" y="1308781"/>
                  </a:lnTo>
                  <a:lnTo>
                    <a:pt x="2563525" y="1321239"/>
                  </a:lnTo>
                  <a:lnTo>
                    <a:pt x="2564185" y="1321239"/>
                  </a:lnTo>
                  <a:lnTo>
                    <a:pt x="2564846" y="1304758"/>
                  </a:lnTo>
                  <a:lnTo>
                    <a:pt x="2565506" y="1289262"/>
                  </a:lnTo>
                  <a:lnTo>
                    <a:pt x="2566167" y="1274639"/>
                  </a:lnTo>
                  <a:lnTo>
                    <a:pt x="2566827" y="1264188"/>
                  </a:lnTo>
                  <a:lnTo>
                    <a:pt x="2567488" y="1278218"/>
                  </a:lnTo>
                  <a:lnTo>
                    <a:pt x="2568148" y="1308781"/>
                  </a:lnTo>
                  <a:lnTo>
                    <a:pt x="2568809" y="1362662"/>
                  </a:lnTo>
                  <a:lnTo>
                    <a:pt x="2569469" y="1406010"/>
                  </a:lnTo>
                  <a:lnTo>
                    <a:pt x="2570130" y="1430742"/>
                  </a:lnTo>
                  <a:lnTo>
                    <a:pt x="2570790" y="1430742"/>
                  </a:lnTo>
                  <a:lnTo>
                    <a:pt x="2571451" y="1430742"/>
                  </a:lnTo>
                  <a:lnTo>
                    <a:pt x="2572112" y="1406010"/>
                  </a:lnTo>
                  <a:lnTo>
                    <a:pt x="2572772" y="1383432"/>
                  </a:lnTo>
                  <a:lnTo>
                    <a:pt x="2573433" y="1362662"/>
                  </a:lnTo>
                  <a:lnTo>
                    <a:pt x="2574093" y="1343431"/>
                  </a:lnTo>
                  <a:lnTo>
                    <a:pt x="2574754" y="1325528"/>
                  </a:lnTo>
                  <a:lnTo>
                    <a:pt x="2575414" y="1343431"/>
                  </a:lnTo>
                  <a:lnTo>
                    <a:pt x="2576075" y="1362662"/>
                  </a:lnTo>
                  <a:lnTo>
                    <a:pt x="2576735" y="1383432"/>
                  </a:lnTo>
                  <a:lnTo>
                    <a:pt x="2577396" y="1406010"/>
                  </a:lnTo>
                  <a:lnTo>
                    <a:pt x="2578056" y="1430742"/>
                  </a:lnTo>
                  <a:lnTo>
                    <a:pt x="2578717" y="1430742"/>
                  </a:lnTo>
                  <a:lnTo>
                    <a:pt x="2579377" y="1430742"/>
                  </a:lnTo>
                  <a:lnTo>
                    <a:pt x="2580038" y="1406010"/>
                  </a:lnTo>
                  <a:lnTo>
                    <a:pt x="2580698" y="1383432"/>
                  </a:lnTo>
                  <a:lnTo>
                    <a:pt x="2581359" y="1362662"/>
                  </a:lnTo>
                  <a:lnTo>
                    <a:pt x="2582020" y="1343431"/>
                  </a:lnTo>
                  <a:lnTo>
                    <a:pt x="2582680" y="1343431"/>
                  </a:lnTo>
                  <a:lnTo>
                    <a:pt x="2583341" y="1362662"/>
                  </a:lnTo>
                  <a:lnTo>
                    <a:pt x="2584001" y="1383432"/>
                  </a:lnTo>
                  <a:lnTo>
                    <a:pt x="2584662" y="1406010"/>
                  </a:lnTo>
                  <a:lnTo>
                    <a:pt x="2585322" y="1430742"/>
                  </a:lnTo>
                  <a:lnTo>
                    <a:pt x="2585983" y="1430742"/>
                  </a:lnTo>
                  <a:lnTo>
                    <a:pt x="2586643" y="1430742"/>
                  </a:lnTo>
                  <a:lnTo>
                    <a:pt x="2587304" y="1430742"/>
                  </a:lnTo>
                  <a:lnTo>
                    <a:pt x="2587964" y="1430742"/>
                  </a:lnTo>
                  <a:lnTo>
                    <a:pt x="2588625" y="1430742"/>
                  </a:lnTo>
                  <a:lnTo>
                    <a:pt x="2589285" y="1430742"/>
                  </a:lnTo>
                  <a:lnTo>
                    <a:pt x="2589946" y="1430742"/>
                  </a:lnTo>
                  <a:lnTo>
                    <a:pt x="2590606" y="1430742"/>
                  </a:lnTo>
                  <a:lnTo>
                    <a:pt x="2591267" y="1430742"/>
                  </a:lnTo>
                  <a:lnTo>
                    <a:pt x="2591927" y="1430742"/>
                  </a:lnTo>
                  <a:lnTo>
                    <a:pt x="2592588" y="1430742"/>
                  </a:lnTo>
                  <a:lnTo>
                    <a:pt x="2593249" y="1430742"/>
                  </a:lnTo>
                  <a:lnTo>
                    <a:pt x="2593909" y="1430742"/>
                  </a:lnTo>
                  <a:lnTo>
                    <a:pt x="2594570" y="1430742"/>
                  </a:lnTo>
                  <a:lnTo>
                    <a:pt x="2595230" y="1430742"/>
                  </a:lnTo>
                  <a:lnTo>
                    <a:pt x="2595891" y="1430742"/>
                  </a:lnTo>
                  <a:lnTo>
                    <a:pt x="2596551" y="1430742"/>
                  </a:lnTo>
                  <a:lnTo>
                    <a:pt x="2597212" y="1406010"/>
                  </a:lnTo>
                  <a:lnTo>
                    <a:pt x="2597872" y="1383432"/>
                  </a:lnTo>
                  <a:lnTo>
                    <a:pt x="2598533" y="1343431"/>
                  </a:lnTo>
                  <a:lnTo>
                    <a:pt x="2599193" y="1325528"/>
                  </a:lnTo>
                  <a:lnTo>
                    <a:pt x="2599854" y="1325528"/>
                  </a:lnTo>
                  <a:lnTo>
                    <a:pt x="2600514" y="1343431"/>
                  </a:lnTo>
                  <a:lnTo>
                    <a:pt x="2601175" y="1362662"/>
                  </a:lnTo>
                  <a:lnTo>
                    <a:pt x="2601835" y="1406010"/>
                  </a:lnTo>
                  <a:lnTo>
                    <a:pt x="2602496" y="1430742"/>
                  </a:lnTo>
                  <a:lnTo>
                    <a:pt x="2603157" y="1430742"/>
                  </a:lnTo>
                  <a:lnTo>
                    <a:pt x="2603817" y="1430742"/>
                  </a:lnTo>
                  <a:lnTo>
                    <a:pt x="2604478" y="1430742"/>
                  </a:lnTo>
                  <a:lnTo>
                    <a:pt x="2605138" y="1430742"/>
                  </a:lnTo>
                  <a:lnTo>
                    <a:pt x="2605799" y="1430742"/>
                  </a:lnTo>
                  <a:lnTo>
                    <a:pt x="2606459" y="1430742"/>
                  </a:lnTo>
                  <a:lnTo>
                    <a:pt x="2607120" y="1430742"/>
                  </a:lnTo>
                  <a:lnTo>
                    <a:pt x="2607780" y="1430742"/>
                  </a:lnTo>
                  <a:lnTo>
                    <a:pt x="2608441" y="1430742"/>
                  </a:lnTo>
                  <a:lnTo>
                    <a:pt x="2609101" y="1430742"/>
                  </a:lnTo>
                  <a:lnTo>
                    <a:pt x="2609762" y="1430742"/>
                  </a:lnTo>
                  <a:lnTo>
                    <a:pt x="2610422" y="1430742"/>
                  </a:lnTo>
                  <a:lnTo>
                    <a:pt x="2611083" y="1430742"/>
                  </a:lnTo>
                  <a:lnTo>
                    <a:pt x="2611743" y="1430742"/>
                  </a:lnTo>
                  <a:lnTo>
                    <a:pt x="2612404" y="1430742"/>
                  </a:lnTo>
                  <a:lnTo>
                    <a:pt x="2613065" y="1430742"/>
                  </a:lnTo>
                  <a:lnTo>
                    <a:pt x="2613725" y="1430742"/>
                  </a:lnTo>
                  <a:lnTo>
                    <a:pt x="2614386" y="1430742"/>
                  </a:lnTo>
                  <a:lnTo>
                    <a:pt x="2615046" y="1430742"/>
                  </a:lnTo>
                  <a:lnTo>
                    <a:pt x="2615707" y="1430742"/>
                  </a:lnTo>
                  <a:lnTo>
                    <a:pt x="2616367" y="1430742"/>
                  </a:lnTo>
                  <a:lnTo>
                    <a:pt x="2617028" y="1430742"/>
                  </a:lnTo>
                  <a:lnTo>
                    <a:pt x="2617688" y="1430742"/>
                  </a:lnTo>
                  <a:lnTo>
                    <a:pt x="2618349" y="1430742"/>
                  </a:lnTo>
                  <a:lnTo>
                    <a:pt x="2619009" y="1430742"/>
                  </a:lnTo>
                  <a:lnTo>
                    <a:pt x="2619670" y="1430742"/>
                  </a:lnTo>
                  <a:lnTo>
                    <a:pt x="2620330" y="1406010"/>
                  </a:lnTo>
                  <a:lnTo>
                    <a:pt x="2620991" y="1383432"/>
                  </a:lnTo>
                  <a:lnTo>
                    <a:pt x="2621651" y="1383432"/>
                  </a:lnTo>
                  <a:lnTo>
                    <a:pt x="2622312" y="1362662"/>
                  </a:lnTo>
                  <a:lnTo>
                    <a:pt x="2622972" y="1343431"/>
                  </a:lnTo>
                  <a:lnTo>
                    <a:pt x="2623633" y="1362662"/>
                  </a:lnTo>
                  <a:lnTo>
                    <a:pt x="2624294" y="1383432"/>
                  </a:lnTo>
                  <a:lnTo>
                    <a:pt x="2624954" y="1383432"/>
                  </a:lnTo>
                  <a:lnTo>
                    <a:pt x="2625615" y="1406010"/>
                  </a:lnTo>
                  <a:lnTo>
                    <a:pt x="2626275" y="1406010"/>
                  </a:lnTo>
                  <a:lnTo>
                    <a:pt x="2626936" y="1383432"/>
                  </a:lnTo>
                  <a:lnTo>
                    <a:pt x="2627596" y="1362662"/>
                  </a:lnTo>
                  <a:lnTo>
                    <a:pt x="2628257" y="1343431"/>
                  </a:lnTo>
                  <a:lnTo>
                    <a:pt x="2628917" y="1343431"/>
                  </a:lnTo>
                  <a:lnTo>
                    <a:pt x="2629578" y="1362662"/>
                  </a:lnTo>
                  <a:lnTo>
                    <a:pt x="2630238" y="1383432"/>
                  </a:lnTo>
                  <a:lnTo>
                    <a:pt x="2630899" y="1383432"/>
                  </a:lnTo>
                  <a:lnTo>
                    <a:pt x="2631559" y="1383432"/>
                  </a:lnTo>
                  <a:lnTo>
                    <a:pt x="2632220" y="1343431"/>
                  </a:lnTo>
                  <a:lnTo>
                    <a:pt x="2632880" y="1325528"/>
                  </a:lnTo>
                  <a:lnTo>
                    <a:pt x="2633541" y="1308781"/>
                  </a:lnTo>
                  <a:lnTo>
                    <a:pt x="2634202" y="1308781"/>
                  </a:lnTo>
                  <a:lnTo>
                    <a:pt x="2634862" y="1301584"/>
                  </a:lnTo>
                  <a:lnTo>
                    <a:pt x="2635523" y="1317858"/>
                  </a:lnTo>
                  <a:lnTo>
                    <a:pt x="2636183" y="1330771"/>
                  </a:lnTo>
                  <a:lnTo>
                    <a:pt x="2636844" y="1330771"/>
                  </a:lnTo>
                  <a:lnTo>
                    <a:pt x="2637504" y="1313693"/>
                  </a:lnTo>
                  <a:lnTo>
                    <a:pt x="2638165" y="1304758"/>
                  </a:lnTo>
                  <a:lnTo>
                    <a:pt x="2638825" y="1289262"/>
                  </a:lnTo>
                  <a:lnTo>
                    <a:pt x="2639486" y="1287015"/>
                  </a:lnTo>
                  <a:lnTo>
                    <a:pt x="2640146" y="1287015"/>
                  </a:lnTo>
                  <a:lnTo>
                    <a:pt x="2640807" y="1302374"/>
                  </a:lnTo>
                  <a:lnTo>
                    <a:pt x="2641467" y="1318699"/>
                  </a:lnTo>
                  <a:lnTo>
                    <a:pt x="2642128" y="1354798"/>
                  </a:lnTo>
                  <a:lnTo>
                    <a:pt x="2642788" y="1362662"/>
                  </a:lnTo>
                  <a:lnTo>
                    <a:pt x="2643449" y="1383432"/>
                  </a:lnTo>
                  <a:lnTo>
                    <a:pt x="2644110" y="1380208"/>
                  </a:lnTo>
                  <a:lnTo>
                    <a:pt x="2644770" y="1322946"/>
                  </a:lnTo>
                  <a:lnTo>
                    <a:pt x="2645431" y="1275351"/>
                  </a:lnTo>
                  <a:lnTo>
                    <a:pt x="2646091" y="1261471"/>
                  </a:lnTo>
                  <a:lnTo>
                    <a:pt x="2646752" y="1261471"/>
                  </a:lnTo>
                  <a:lnTo>
                    <a:pt x="2647412" y="1277498"/>
                  </a:lnTo>
                  <a:lnTo>
                    <a:pt x="2648073" y="1342506"/>
                  </a:lnTo>
                  <a:lnTo>
                    <a:pt x="2648733" y="1406010"/>
                  </a:lnTo>
                  <a:lnTo>
                    <a:pt x="2649394" y="1430742"/>
                  </a:lnTo>
                  <a:lnTo>
                    <a:pt x="2650054" y="1430742"/>
                  </a:lnTo>
                  <a:lnTo>
                    <a:pt x="2650715" y="1430742"/>
                  </a:lnTo>
                  <a:lnTo>
                    <a:pt x="2651375" y="1430742"/>
                  </a:lnTo>
                  <a:lnTo>
                    <a:pt x="2652036" y="1430742"/>
                  </a:lnTo>
                  <a:lnTo>
                    <a:pt x="2652696" y="1430742"/>
                  </a:lnTo>
                  <a:lnTo>
                    <a:pt x="2653357" y="1430742"/>
                  </a:lnTo>
                  <a:lnTo>
                    <a:pt x="2654018" y="1430742"/>
                  </a:lnTo>
                  <a:lnTo>
                    <a:pt x="2654678" y="1430742"/>
                  </a:lnTo>
                  <a:lnTo>
                    <a:pt x="2655339" y="1430742"/>
                  </a:lnTo>
                  <a:lnTo>
                    <a:pt x="2655999" y="1430742"/>
                  </a:lnTo>
                  <a:lnTo>
                    <a:pt x="2656660" y="1430742"/>
                  </a:lnTo>
                  <a:lnTo>
                    <a:pt x="2657320" y="1430742"/>
                  </a:lnTo>
                  <a:lnTo>
                    <a:pt x="2657981" y="1430742"/>
                  </a:lnTo>
                  <a:lnTo>
                    <a:pt x="2658641" y="1430742"/>
                  </a:lnTo>
                  <a:lnTo>
                    <a:pt x="2659302" y="1430742"/>
                  </a:lnTo>
                  <a:lnTo>
                    <a:pt x="2659962" y="1430742"/>
                  </a:lnTo>
                  <a:lnTo>
                    <a:pt x="2660623" y="1430742"/>
                  </a:lnTo>
                  <a:lnTo>
                    <a:pt x="2661283" y="1430742"/>
                  </a:lnTo>
                  <a:lnTo>
                    <a:pt x="2661944" y="1430742"/>
                  </a:lnTo>
                  <a:lnTo>
                    <a:pt x="2662604" y="1430742"/>
                  </a:lnTo>
                  <a:lnTo>
                    <a:pt x="2663265" y="1430742"/>
                  </a:lnTo>
                  <a:lnTo>
                    <a:pt x="2663925" y="1430742"/>
                  </a:lnTo>
                  <a:lnTo>
                    <a:pt x="2664586" y="1430742"/>
                  </a:lnTo>
                  <a:lnTo>
                    <a:pt x="2665247" y="1430742"/>
                  </a:lnTo>
                  <a:lnTo>
                    <a:pt x="2665907" y="1430742"/>
                  </a:lnTo>
                  <a:lnTo>
                    <a:pt x="2666568" y="1430742"/>
                  </a:lnTo>
                  <a:lnTo>
                    <a:pt x="2667228" y="1430742"/>
                  </a:lnTo>
                  <a:lnTo>
                    <a:pt x="2667889" y="1430742"/>
                  </a:lnTo>
                  <a:lnTo>
                    <a:pt x="2668549" y="1430742"/>
                  </a:lnTo>
                  <a:lnTo>
                    <a:pt x="2669210" y="1406010"/>
                  </a:lnTo>
                  <a:lnTo>
                    <a:pt x="2669870" y="1362662"/>
                  </a:lnTo>
                  <a:lnTo>
                    <a:pt x="2670531" y="1332542"/>
                  </a:lnTo>
                  <a:lnTo>
                    <a:pt x="2671191" y="1332542"/>
                  </a:lnTo>
                  <a:lnTo>
                    <a:pt x="2671852" y="1332542"/>
                  </a:lnTo>
                  <a:lnTo>
                    <a:pt x="2672512" y="1350953"/>
                  </a:lnTo>
                  <a:lnTo>
                    <a:pt x="2673173" y="1392229"/>
                  </a:lnTo>
                  <a:lnTo>
                    <a:pt x="2673833" y="1430742"/>
                  </a:lnTo>
                  <a:lnTo>
                    <a:pt x="2674494" y="1430742"/>
                  </a:lnTo>
                  <a:lnTo>
                    <a:pt x="2675155" y="1430742"/>
                  </a:lnTo>
                  <a:lnTo>
                    <a:pt x="2675815" y="1430742"/>
                  </a:lnTo>
                  <a:lnTo>
                    <a:pt x="2676476" y="1430742"/>
                  </a:lnTo>
                  <a:lnTo>
                    <a:pt x="2677136" y="1430742"/>
                  </a:lnTo>
                  <a:lnTo>
                    <a:pt x="2677797" y="1430742"/>
                  </a:lnTo>
                  <a:lnTo>
                    <a:pt x="2678457" y="1391113"/>
                  </a:lnTo>
                  <a:lnTo>
                    <a:pt x="2679118" y="1350001"/>
                  </a:lnTo>
                  <a:lnTo>
                    <a:pt x="2679778" y="1331655"/>
                  </a:lnTo>
                  <a:lnTo>
                    <a:pt x="2680439" y="1331655"/>
                  </a:lnTo>
                  <a:lnTo>
                    <a:pt x="2681099" y="1331655"/>
                  </a:lnTo>
                  <a:lnTo>
                    <a:pt x="2681760" y="1362662"/>
                  </a:lnTo>
                  <a:lnTo>
                    <a:pt x="2682420" y="1406010"/>
                  </a:lnTo>
                  <a:lnTo>
                    <a:pt x="2683081" y="1430742"/>
                  </a:lnTo>
                  <a:lnTo>
                    <a:pt x="2683741" y="1430742"/>
                  </a:lnTo>
                  <a:lnTo>
                    <a:pt x="2684402" y="1430742"/>
                  </a:lnTo>
                  <a:lnTo>
                    <a:pt x="2685063" y="1406010"/>
                  </a:lnTo>
                  <a:lnTo>
                    <a:pt x="2685723" y="1383432"/>
                  </a:lnTo>
                  <a:lnTo>
                    <a:pt x="2686384" y="1343431"/>
                  </a:lnTo>
                  <a:lnTo>
                    <a:pt x="2687044" y="1325528"/>
                  </a:lnTo>
                  <a:lnTo>
                    <a:pt x="2687705" y="1325528"/>
                  </a:lnTo>
                  <a:lnTo>
                    <a:pt x="2688365" y="1343431"/>
                  </a:lnTo>
                  <a:lnTo>
                    <a:pt x="2689026" y="1362662"/>
                  </a:lnTo>
                  <a:lnTo>
                    <a:pt x="2689686" y="1406010"/>
                  </a:lnTo>
                  <a:lnTo>
                    <a:pt x="2690347" y="1430742"/>
                  </a:lnTo>
                  <a:lnTo>
                    <a:pt x="2691007" y="1430742"/>
                  </a:lnTo>
                  <a:lnTo>
                    <a:pt x="2691668" y="1430742"/>
                  </a:lnTo>
                  <a:lnTo>
                    <a:pt x="2692328" y="1430742"/>
                  </a:lnTo>
                  <a:lnTo>
                    <a:pt x="2692989" y="1430742"/>
                  </a:lnTo>
                  <a:lnTo>
                    <a:pt x="2693649" y="1430742"/>
                  </a:lnTo>
                  <a:lnTo>
                    <a:pt x="2694310" y="1430742"/>
                  </a:lnTo>
                  <a:lnTo>
                    <a:pt x="2694970" y="1430742"/>
                  </a:lnTo>
                  <a:lnTo>
                    <a:pt x="2695631" y="1430742"/>
                  </a:lnTo>
                  <a:lnTo>
                    <a:pt x="2696292" y="1430742"/>
                  </a:lnTo>
                  <a:lnTo>
                    <a:pt x="2696952" y="1430742"/>
                  </a:lnTo>
                  <a:lnTo>
                    <a:pt x="2697613" y="1406010"/>
                  </a:lnTo>
                  <a:lnTo>
                    <a:pt x="2698273" y="1343431"/>
                  </a:lnTo>
                  <a:lnTo>
                    <a:pt x="2698934" y="1293050"/>
                  </a:lnTo>
                  <a:lnTo>
                    <a:pt x="2699594" y="1273929"/>
                  </a:lnTo>
                  <a:lnTo>
                    <a:pt x="2700255" y="1260123"/>
                  </a:lnTo>
                  <a:lnTo>
                    <a:pt x="2700915" y="1273929"/>
                  </a:lnTo>
                  <a:lnTo>
                    <a:pt x="2701576" y="1320390"/>
                  </a:lnTo>
                  <a:lnTo>
                    <a:pt x="2702236" y="1377024"/>
                  </a:lnTo>
                  <a:lnTo>
                    <a:pt x="2702897" y="1406010"/>
                  </a:lnTo>
                  <a:lnTo>
                    <a:pt x="2703557" y="1430742"/>
                  </a:lnTo>
                  <a:lnTo>
                    <a:pt x="2704218" y="1430742"/>
                  </a:lnTo>
                  <a:lnTo>
                    <a:pt x="2704878" y="1406010"/>
                  </a:lnTo>
                  <a:lnTo>
                    <a:pt x="2705539" y="1362662"/>
                  </a:lnTo>
                  <a:lnTo>
                    <a:pt x="2706200" y="1343431"/>
                  </a:lnTo>
                  <a:lnTo>
                    <a:pt x="2706860" y="1325528"/>
                  </a:lnTo>
                  <a:lnTo>
                    <a:pt x="2707521" y="1293050"/>
                  </a:lnTo>
                  <a:lnTo>
                    <a:pt x="2708181" y="1264188"/>
                  </a:lnTo>
                  <a:lnTo>
                    <a:pt x="2708842" y="1250878"/>
                  </a:lnTo>
                  <a:lnTo>
                    <a:pt x="2709502" y="1250878"/>
                  </a:lnTo>
                  <a:lnTo>
                    <a:pt x="2710163" y="1252179"/>
                  </a:lnTo>
                  <a:lnTo>
                    <a:pt x="2710823" y="1239456"/>
                  </a:lnTo>
                  <a:lnTo>
                    <a:pt x="2711484" y="1239456"/>
                  </a:lnTo>
                  <a:lnTo>
                    <a:pt x="2712144" y="1252179"/>
                  </a:lnTo>
                  <a:lnTo>
                    <a:pt x="2712805" y="1252179"/>
                  </a:lnTo>
                  <a:lnTo>
                    <a:pt x="2713465" y="1262148"/>
                  </a:lnTo>
                  <a:lnTo>
                    <a:pt x="2714126" y="1306360"/>
                  </a:lnTo>
                  <a:lnTo>
                    <a:pt x="2714786" y="1359685"/>
                  </a:lnTo>
                  <a:lnTo>
                    <a:pt x="2715447" y="1402496"/>
                  </a:lnTo>
                  <a:lnTo>
                    <a:pt x="2716108" y="1426879"/>
                  </a:lnTo>
                  <a:lnTo>
                    <a:pt x="2716768" y="1430742"/>
                  </a:lnTo>
                  <a:lnTo>
                    <a:pt x="2717429" y="1430742"/>
                  </a:lnTo>
                  <a:lnTo>
                    <a:pt x="2718089" y="1430742"/>
                  </a:lnTo>
                  <a:lnTo>
                    <a:pt x="2718750" y="1383432"/>
                  </a:lnTo>
                  <a:lnTo>
                    <a:pt x="2719410" y="1343431"/>
                  </a:lnTo>
                  <a:lnTo>
                    <a:pt x="2720071" y="1325528"/>
                  </a:lnTo>
                  <a:lnTo>
                    <a:pt x="2720731" y="1308781"/>
                  </a:lnTo>
                  <a:lnTo>
                    <a:pt x="2721392" y="1293050"/>
                  </a:lnTo>
                  <a:lnTo>
                    <a:pt x="2722052" y="1292288"/>
                  </a:lnTo>
                  <a:lnTo>
                    <a:pt x="2722713" y="1278940"/>
                  </a:lnTo>
                  <a:lnTo>
                    <a:pt x="2723373" y="1217447"/>
                  </a:lnTo>
                  <a:lnTo>
                    <a:pt x="2724034" y="1175418"/>
                  </a:lnTo>
                  <a:lnTo>
                    <a:pt x="2724694" y="1147836"/>
                  </a:lnTo>
                  <a:lnTo>
                    <a:pt x="2725355" y="1097994"/>
                  </a:lnTo>
                  <a:lnTo>
                    <a:pt x="2726016" y="950884"/>
                  </a:lnTo>
                  <a:lnTo>
                    <a:pt x="2726676" y="819846"/>
                  </a:lnTo>
                  <a:lnTo>
                    <a:pt x="2727337" y="737636"/>
                  </a:lnTo>
                  <a:lnTo>
                    <a:pt x="2727997" y="698394"/>
                  </a:lnTo>
                  <a:lnTo>
                    <a:pt x="2728658" y="694716"/>
                  </a:lnTo>
                  <a:lnTo>
                    <a:pt x="2729318" y="738355"/>
                  </a:lnTo>
                  <a:lnTo>
                    <a:pt x="2729979" y="836905"/>
                  </a:lnTo>
                  <a:lnTo>
                    <a:pt x="2730639" y="991464"/>
                  </a:lnTo>
                  <a:lnTo>
                    <a:pt x="2731300" y="1175418"/>
                  </a:lnTo>
                  <a:lnTo>
                    <a:pt x="2731960" y="1293050"/>
                  </a:lnTo>
                  <a:lnTo>
                    <a:pt x="2732621" y="1322946"/>
                  </a:lnTo>
                  <a:lnTo>
                    <a:pt x="2733281" y="1290770"/>
                  </a:lnTo>
                  <a:lnTo>
                    <a:pt x="2733942" y="1248939"/>
                  </a:lnTo>
                  <a:lnTo>
                    <a:pt x="2734602" y="1248939"/>
                  </a:lnTo>
                  <a:lnTo>
                    <a:pt x="2735263" y="1262148"/>
                  </a:lnTo>
                  <a:lnTo>
                    <a:pt x="2735923" y="1293050"/>
                  </a:lnTo>
                  <a:lnTo>
                    <a:pt x="2736584" y="1362662"/>
                  </a:lnTo>
                  <a:lnTo>
                    <a:pt x="2737245" y="1430742"/>
                  </a:lnTo>
                  <a:lnTo>
                    <a:pt x="2737905" y="1430742"/>
                  </a:lnTo>
                  <a:lnTo>
                    <a:pt x="2738566" y="1430742"/>
                  </a:lnTo>
                  <a:lnTo>
                    <a:pt x="2739226" y="1430742"/>
                  </a:lnTo>
                  <a:lnTo>
                    <a:pt x="2739887" y="1430742"/>
                  </a:lnTo>
                  <a:lnTo>
                    <a:pt x="2740547" y="1430742"/>
                  </a:lnTo>
                  <a:lnTo>
                    <a:pt x="2741208" y="1430742"/>
                  </a:lnTo>
                  <a:lnTo>
                    <a:pt x="2741868" y="1430742"/>
                  </a:lnTo>
                  <a:lnTo>
                    <a:pt x="2742529" y="1430742"/>
                  </a:lnTo>
                  <a:lnTo>
                    <a:pt x="2743189" y="1430742"/>
                  </a:lnTo>
                  <a:lnTo>
                    <a:pt x="2743850" y="1430742"/>
                  </a:lnTo>
                  <a:lnTo>
                    <a:pt x="2744510" y="1404833"/>
                  </a:lnTo>
                  <a:lnTo>
                    <a:pt x="2745171" y="1361665"/>
                  </a:lnTo>
                  <a:lnTo>
                    <a:pt x="2745831" y="1307972"/>
                  </a:lnTo>
                  <a:lnTo>
                    <a:pt x="2746492" y="1277498"/>
                  </a:lnTo>
                  <a:lnTo>
                    <a:pt x="2747153" y="1263506"/>
                  </a:lnTo>
                  <a:lnTo>
                    <a:pt x="2747813" y="1278218"/>
                  </a:lnTo>
                  <a:lnTo>
                    <a:pt x="2748474" y="1308781"/>
                  </a:lnTo>
                  <a:lnTo>
                    <a:pt x="2749134" y="1362662"/>
                  </a:lnTo>
                  <a:lnTo>
                    <a:pt x="2749795" y="1406010"/>
                  </a:lnTo>
                  <a:lnTo>
                    <a:pt x="2750455" y="1383432"/>
                  </a:lnTo>
                  <a:lnTo>
                    <a:pt x="2751116" y="1343431"/>
                  </a:lnTo>
                  <a:lnTo>
                    <a:pt x="2751776" y="1325528"/>
                  </a:lnTo>
                  <a:lnTo>
                    <a:pt x="2752437" y="1325528"/>
                  </a:lnTo>
                  <a:lnTo>
                    <a:pt x="2753097" y="1308781"/>
                  </a:lnTo>
                  <a:lnTo>
                    <a:pt x="2753758" y="1325528"/>
                  </a:lnTo>
                  <a:lnTo>
                    <a:pt x="2754418" y="1325528"/>
                  </a:lnTo>
                  <a:lnTo>
                    <a:pt x="2755079" y="1154461"/>
                  </a:lnTo>
                  <a:lnTo>
                    <a:pt x="2755739" y="996769"/>
                  </a:lnTo>
                  <a:lnTo>
                    <a:pt x="2756400" y="871781"/>
                  </a:lnTo>
                  <a:lnTo>
                    <a:pt x="2757061" y="733894"/>
                  </a:lnTo>
                  <a:lnTo>
                    <a:pt x="2757721" y="656778"/>
                  </a:lnTo>
                  <a:lnTo>
                    <a:pt x="2758382" y="645020"/>
                  </a:lnTo>
                  <a:lnTo>
                    <a:pt x="2759042" y="666283"/>
                  </a:lnTo>
                  <a:lnTo>
                    <a:pt x="2759703" y="710395"/>
                  </a:lnTo>
                  <a:lnTo>
                    <a:pt x="2760363" y="832987"/>
                  </a:lnTo>
                  <a:lnTo>
                    <a:pt x="2761024" y="1027241"/>
                  </a:lnTo>
                  <a:lnTo>
                    <a:pt x="2761684" y="1212365"/>
                  </a:lnTo>
                  <a:lnTo>
                    <a:pt x="2762345" y="1322091"/>
                  </a:lnTo>
                  <a:lnTo>
                    <a:pt x="2763005" y="1406010"/>
                  </a:lnTo>
                  <a:lnTo>
                    <a:pt x="2763666" y="1430742"/>
                  </a:lnTo>
                  <a:lnTo>
                    <a:pt x="2764326" y="1430742"/>
                  </a:lnTo>
                  <a:lnTo>
                    <a:pt x="2764987" y="1430742"/>
                  </a:lnTo>
                  <a:lnTo>
                    <a:pt x="2765647" y="1430742"/>
                  </a:lnTo>
                  <a:lnTo>
                    <a:pt x="2766308" y="1430742"/>
                  </a:lnTo>
                  <a:lnTo>
                    <a:pt x="2766968" y="1430742"/>
                  </a:lnTo>
                  <a:lnTo>
                    <a:pt x="2767629" y="1430742"/>
                  </a:lnTo>
                  <a:lnTo>
                    <a:pt x="2768290" y="1430742"/>
                  </a:lnTo>
                  <a:lnTo>
                    <a:pt x="2768950" y="1430742"/>
                  </a:lnTo>
                  <a:lnTo>
                    <a:pt x="2769611" y="1430742"/>
                  </a:lnTo>
                  <a:lnTo>
                    <a:pt x="2770271" y="1430742"/>
                  </a:lnTo>
                  <a:lnTo>
                    <a:pt x="2770932" y="1430742"/>
                  </a:lnTo>
                  <a:lnTo>
                    <a:pt x="2771592" y="1430742"/>
                  </a:lnTo>
                  <a:lnTo>
                    <a:pt x="2772253" y="1430742"/>
                  </a:lnTo>
                  <a:lnTo>
                    <a:pt x="2772913" y="1406010"/>
                  </a:lnTo>
                  <a:lnTo>
                    <a:pt x="2773574" y="1383432"/>
                  </a:lnTo>
                  <a:lnTo>
                    <a:pt x="2774234" y="1383432"/>
                  </a:lnTo>
                  <a:lnTo>
                    <a:pt x="2774895" y="1362662"/>
                  </a:lnTo>
                  <a:lnTo>
                    <a:pt x="2775555" y="1343431"/>
                  </a:lnTo>
                  <a:lnTo>
                    <a:pt x="2776216" y="1362662"/>
                  </a:lnTo>
                  <a:lnTo>
                    <a:pt x="2776876" y="1383432"/>
                  </a:lnTo>
                  <a:lnTo>
                    <a:pt x="2777537" y="1383432"/>
                  </a:lnTo>
                  <a:lnTo>
                    <a:pt x="2778198" y="1406010"/>
                  </a:lnTo>
                  <a:lnTo>
                    <a:pt x="2778858" y="1430742"/>
                  </a:lnTo>
                  <a:lnTo>
                    <a:pt x="2779519" y="1430742"/>
                  </a:lnTo>
                  <a:lnTo>
                    <a:pt x="2780179" y="1430742"/>
                  </a:lnTo>
                  <a:lnTo>
                    <a:pt x="2780840" y="1430742"/>
                  </a:lnTo>
                  <a:lnTo>
                    <a:pt x="2781500" y="1430742"/>
                  </a:lnTo>
                  <a:lnTo>
                    <a:pt x="2782161" y="1430742"/>
                  </a:lnTo>
                  <a:lnTo>
                    <a:pt x="2782821" y="1430742"/>
                  </a:lnTo>
                  <a:lnTo>
                    <a:pt x="2783482" y="1430742"/>
                  </a:lnTo>
                  <a:lnTo>
                    <a:pt x="2784142" y="1430742"/>
                  </a:lnTo>
                  <a:lnTo>
                    <a:pt x="2784803" y="1430742"/>
                  </a:lnTo>
                  <a:lnTo>
                    <a:pt x="2785463" y="1430742"/>
                  </a:lnTo>
                  <a:lnTo>
                    <a:pt x="2786124" y="1430742"/>
                  </a:lnTo>
                  <a:lnTo>
                    <a:pt x="2786784" y="1430742"/>
                  </a:lnTo>
                  <a:lnTo>
                    <a:pt x="2787445" y="1406010"/>
                  </a:lnTo>
                  <a:lnTo>
                    <a:pt x="2788106" y="1343431"/>
                  </a:lnTo>
                  <a:lnTo>
                    <a:pt x="2788766" y="1308781"/>
                  </a:lnTo>
                  <a:lnTo>
                    <a:pt x="2789427" y="1264188"/>
                  </a:lnTo>
                  <a:lnTo>
                    <a:pt x="2790087" y="1238218"/>
                  </a:lnTo>
                  <a:lnTo>
                    <a:pt x="2790748" y="1214611"/>
                  </a:lnTo>
                  <a:lnTo>
                    <a:pt x="2791408" y="1226146"/>
                  </a:lnTo>
                  <a:lnTo>
                    <a:pt x="2792069" y="1247015"/>
                  </a:lnTo>
                  <a:lnTo>
                    <a:pt x="2792729" y="1288511"/>
                  </a:lnTo>
                  <a:lnTo>
                    <a:pt x="2793390" y="1320390"/>
                  </a:lnTo>
                  <a:lnTo>
                    <a:pt x="2794050" y="1377024"/>
                  </a:lnTo>
                  <a:lnTo>
                    <a:pt x="2794711" y="1423072"/>
                  </a:lnTo>
                  <a:lnTo>
                    <a:pt x="2795371" y="1430742"/>
                  </a:lnTo>
                  <a:lnTo>
                    <a:pt x="2796032" y="1430742"/>
                  </a:lnTo>
                  <a:lnTo>
                    <a:pt x="2796692" y="1430742"/>
                  </a:lnTo>
                  <a:lnTo>
                    <a:pt x="2797353" y="1430742"/>
                  </a:lnTo>
                  <a:lnTo>
                    <a:pt x="2798014" y="1430742"/>
                  </a:lnTo>
                  <a:lnTo>
                    <a:pt x="2798674" y="1430742"/>
                  </a:lnTo>
                  <a:lnTo>
                    <a:pt x="2799335" y="1430742"/>
                  </a:lnTo>
                  <a:lnTo>
                    <a:pt x="2799995" y="1430742"/>
                  </a:lnTo>
                  <a:lnTo>
                    <a:pt x="2800656" y="1430742"/>
                  </a:lnTo>
                  <a:lnTo>
                    <a:pt x="2801316" y="1430742"/>
                  </a:lnTo>
                  <a:lnTo>
                    <a:pt x="2801977" y="1430742"/>
                  </a:lnTo>
                  <a:lnTo>
                    <a:pt x="2802637" y="1430742"/>
                  </a:lnTo>
                  <a:lnTo>
                    <a:pt x="2803298" y="1430742"/>
                  </a:lnTo>
                  <a:lnTo>
                    <a:pt x="2803958" y="1430742"/>
                  </a:lnTo>
                  <a:lnTo>
                    <a:pt x="2804619" y="1406010"/>
                  </a:lnTo>
                  <a:lnTo>
                    <a:pt x="2805279" y="1362662"/>
                  </a:lnTo>
                  <a:lnTo>
                    <a:pt x="2805940" y="1327264"/>
                  </a:lnTo>
                  <a:lnTo>
                    <a:pt x="2806600" y="1310408"/>
                  </a:lnTo>
                  <a:lnTo>
                    <a:pt x="2807261" y="1310408"/>
                  </a:lnTo>
                  <a:lnTo>
                    <a:pt x="2807921" y="1327264"/>
                  </a:lnTo>
                  <a:lnTo>
                    <a:pt x="2808582" y="1364665"/>
                  </a:lnTo>
                  <a:lnTo>
                    <a:pt x="2809243" y="1406010"/>
                  </a:lnTo>
                  <a:lnTo>
                    <a:pt x="2809903" y="1430742"/>
                  </a:lnTo>
                  <a:lnTo>
                    <a:pt x="2810564" y="1406010"/>
                  </a:lnTo>
                  <a:lnTo>
                    <a:pt x="2811224" y="1362662"/>
                  </a:lnTo>
                  <a:lnTo>
                    <a:pt x="2811885" y="1343431"/>
                  </a:lnTo>
                  <a:lnTo>
                    <a:pt x="2812545" y="1343431"/>
                  </a:lnTo>
                  <a:lnTo>
                    <a:pt x="2813206" y="1343431"/>
                  </a:lnTo>
                  <a:lnTo>
                    <a:pt x="2813866" y="1362662"/>
                  </a:lnTo>
                  <a:lnTo>
                    <a:pt x="2814527" y="1406010"/>
                  </a:lnTo>
                  <a:lnTo>
                    <a:pt x="2815187" y="1430742"/>
                  </a:lnTo>
                  <a:lnTo>
                    <a:pt x="2815848" y="1430742"/>
                  </a:lnTo>
                  <a:lnTo>
                    <a:pt x="2816508" y="1430742"/>
                  </a:lnTo>
                  <a:lnTo>
                    <a:pt x="2817169" y="1430742"/>
                  </a:lnTo>
                  <a:lnTo>
                    <a:pt x="2817829" y="1430742"/>
                  </a:lnTo>
                  <a:lnTo>
                    <a:pt x="2818490" y="1430742"/>
                  </a:lnTo>
                  <a:lnTo>
                    <a:pt x="2819151" y="1430742"/>
                  </a:lnTo>
                  <a:lnTo>
                    <a:pt x="2819811" y="1430742"/>
                  </a:lnTo>
                  <a:lnTo>
                    <a:pt x="2820472" y="1430742"/>
                  </a:lnTo>
                  <a:lnTo>
                    <a:pt x="2821132" y="1430742"/>
                  </a:lnTo>
                  <a:lnTo>
                    <a:pt x="2821793" y="1406010"/>
                  </a:lnTo>
                  <a:lnTo>
                    <a:pt x="2822453" y="1383432"/>
                  </a:lnTo>
                  <a:lnTo>
                    <a:pt x="2823114" y="1362662"/>
                  </a:lnTo>
                  <a:lnTo>
                    <a:pt x="2823774" y="1343431"/>
                  </a:lnTo>
                  <a:lnTo>
                    <a:pt x="2824435" y="1343431"/>
                  </a:lnTo>
                  <a:lnTo>
                    <a:pt x="2825095" y="1362662"/>
                  </a:lnTo>
                  <a:lnTo>
                    <a:pt x="2825756" y="1383432"/>
                  </a:lnTo>
                  <a:lnTo>
                    <a:pt x="2826416" y="1406010"/>
                  </a:lnTo>
                  <a:lnTo>
                    <a:pt x="2827077" y="1430742"/>
                  </a:lnTo>
                  <a:lnTo>
                    <a:pt x="2827737" y="1430742"/>
                  </a:lnTo>
                  <a:lnTo>
                    <a:pt x="2828398" y="1430742"/>
                  </a:lnTo>
                  <a:lnTo>
                    <a:pt x="2829059" y="1430742"/>
                  </a:lnTo>
                  <a:lnTo>
                    <a:pt x="2829719" y="1383432"/>
                  </a:lnTo>
                  <a:lnTo>
                    <a:pt x="2830380" y="1325528"/>
                  </a:lnTo>
                  <a:lnTo>
                    <a:pt x="2831040" y="1293050"/>
                  </a:lnTo>
                  <a:lnTo>
                    <a:pt x="2831701" y="1250878"/>
                  </a:lnTo>
                  <a:lnTo>
                    <a:pt x="2832361" y="1226146"/>
                  </a:lnTo>
                  <a:lnTo>
                    <a:pt x="2833022" y="1238218"/>
                  </a:lnTo>
                  <a:lnTo>
                    <a:pt x="2833682" y="1278218"/>
                  </a:lnTo>
                  <a:lnTo>
                    <a:pt x="2834343" y="1278218"/>
                  </a:lnTo>
                  <a:lnTo>
                    <a:pt x="2835003" y="1293050"/>
                  </a:lnTo>
                  <a:lnTo>
                    <a:pt x="2835664" y="1278218"/>
                  </a:lnTo>
                  <a:lnTo>
                    <a:pt x="2836324" y="1264188"/>
                  </a:lnTo>
                  <a:lnTo>
                    <a:pt x="2836985" y="1238218"/>
                  </a:lnTo>
                  <a:lnTo>
                    <a:pt x="2837645" y="1238218"/>
                  </a:lnTo>
                  <a:lnTo>
                    <a:pt x="2838306" y="1250878"/>
                  </a:lnTo>
                  <a:lnTo>
                    <a:pt x="2838966" y="1264188"/>
                  </a:lnTo>
                  <a:lnTo>
                    <a:pt x="2839627" y="1264188"/>
                  </a:lnTo>
                  <a:lnTo>
                    <a:pt x="2840288" y="1264188"/>
                  </a:lnTo>
                  <a:lnTo>
                    <a:pt x="2840948" y="1278218"/>
                  </a:lnTo>
                  <a:lnTo>
                    <a:pt x="2841609" y="1293050"/>
                  </a:lnTo>
                  <a:lnTo>
                    <a:pt x="2842269" y="1298448"/>
                  </a:lnTo>
                  <a:lnTo>
                    <a:pt x="2842930" y="1272515"/>
                  </a:lnTo>
                  <a:lnTo>
                    <a:pt x="2843590" y="1233321"/>
                  </a:lnTo>
                  <a:lnTo>
                    <a:pt x="2844251" y="1199278"/>
                  </a:lnTo>
                  <a:lnTo>
                    <a:pt x="2844911" y="1188856"/>
                  </a:lnTo>
                  <a:lnTo>
                    <a:pt x="2845572" y="1195583"/>
                  </a:lnTo>
                  <a:lnTo>
                    <a:pt x="2846232" y="1218018"/>
                  </a:lnTo>
                  <a:lnTo>
                    <a:pt x="2846893" y="1241951"/>
                  </a:lnTo>
                  <a:lnTo>
                    <a:pt x="2847553" y="1241951"/>
                  </a:lnTo>
                  <a:lnTo>
                    <a:pt x="2848214" y="1241951"/>
                  </a:lnTo>
                  <a:lnTo>
                    <a:pt x="2848874" y="1241951"/>
                  </a:lnTo>
                  <a:lnTo>
                    <a:pt x="2849535" y="1264188"/>
                  </a:lnTo>
                  <a:lnTo>
                    <a:pt x="2850196" y="1308781"/>
                  </a:lnTo>
                  <a:lnTo>
                    <a:pt x="2850856" y="1362662"/>
                  </a:lnTo>
                  <a:lnTo>
                    <a:pt x="2851517" y="1362662"/>
                  </a:lnTo>
                  <a:lnTo>
                    <a:pt x="2852177" y="1343431"/>
                  </a:lnTo>
                  <a:lnTo>
                    <a:pt x="2852838" y="1325528"/>
                  </a:lnTo>
                  <a:lnTo>
                    <a:pt x="2853498" y="1308781"/>
                  </a:lnTo>
                  <a:lnTo>
                    <a:pt x="2854159" y="1325528"/>
                  </a:lnTo>
                  <a:lnTo>
                    <a:pt x="2854819" y="1343431"/>
                  </a:lnTo>
                  <a:lnTo>
                    <a:pt x="2855480" y="1383432"/>
                  </a:lnTo>
                  <a:lnTo>
                    <a:pt x="2856140" y="1362662"/>
                  </a:lnTo>
                  <a:lnTo>
                    <a:pt x="2856801" y="1308781"/>
                  </a:lnTo>
                  <a:lnTo>
                    <a:pt x="2857461" y="1278218"/>
                  </a:lnTo>
                  <a:lnTo>
                    <a:pt x="2858122" y="1264188"/>
                  </a:lnTo>
                  <a:lnTo>
                    <a:pt x="2858782" y="1264188"/>
                  </a:lnTo>
                  <a:lnTo>
                    <a:pt x="2859443" y="1278218"/>
                  </a:lnTo>
                  <a:lnTo>
                    <a:pt x="2860104" y="1308781"/>
                  </a:lnTo>
                  <a:lnTo>
                    <a:pt x="2860764" y="1293050"/>
                  </a:lnTo>
                  <a:lnTo>
                    <a:pt x="2861425" y="1250878"/>
                  </a:lnTo>
                  <a:lnTo>
                    <a:pt x="2862085" y="1226146"/>
                  </a:lnTo>
                  <a:lnTo>
                    <a:pt x="2862746" y="1218018"/>
                  </a:lnTo>
                  <a:lnTo>
                    <a:pt x="2863406" y="1241951"/>
                  </a:lnTo>
                  <a:lnTo>
                    <a:pt x="2864067" y="1268318"/>
                  </a:lnTo>
                  <a:lnTo>
                    <a:pt x="2864727" y="1297670"/>
                  </a:lnTo>
                  <a:lnTo>
                    <a:pt x="2865388" y="1297670"/>
                  </a:lnTo>
                  <a:lnTo>
                    <a:pt x="2866048" y="1303166"/>
                  </a:lnTo>
                  <a:lnTo>
                    <a:pt x="2866709" y="1287762"/>
                  </a:lnTo>
                  <a:lnTo>
                    <a:pt x="2867369" y="1273221"/>
                  </a:lnTo>
                  <a:lnTo>
                    <a:pt x="2868030" y="1287762"/>
                  </a:lnTo>
                  <a:lnTo>
                    <a:pt x="2868690" y="1287762"/>
                  </a:lnTo>
                  <a:lnTo>
                    <a:pt x="2869351" y="1267625"/>
                  </a:lnTo>
                  <a:lnTo>
                    <a:pt x="2870012" y="1254142"/>
                  </a:lnTo>
                  <a:lnTo>
                    <a:pt x="2870672" y="1254142"/>
                  </a:lnTo>
                  <a:lnTo>
                    <a:pt x="2871333" y="1217447"/>
                  </a:lnTo>
                  <a:lnTo>
                    <a:pt x="2871993" y="1195583"/>
                  </a:lnTo>
                  <a:lnTo>
                    <a:pt x="2872654" y="1192975"/>
                  </a:lnTo>
                  <a:lnTo>
                    <a:pt x="2873314" y="1214611"/>
                  </a:lnTo>
                  <a:lnTo>
                    <a:pt x="2873975" y="1238218"/>
                  </a:lnTo>
                  <a:lnTo>
                    <a:pt x="2874635" y="1293050"/>
                  </a:lnTo>
                  <a:lnTo>
                    <a:pt x="2875296" y="1343431"/>
                  </a:lnTo>
                  <a:lnTo>
                    <a:pt x="2875956" y="1362662"/>
                  </a:lnTo>
                  <a:lnTo>
                    <a:pt x="2876617" y="1343431"/>
                  </a:lnTo>
                  <a:lnTo>
                    <a:pt x="2877277" y="1342506"/>
                  </a:lnTo>
                  <a:lnTo>
                    <a:pt x="2877938" y="1342506"/>
                  </a:lnTo>
                  <a:lnTo>
                    <a:pt x="2878598" y="1361665"/>
                  </a:lnTo>
                  <a:lnTo>
                    <a:pt x="2879259" y="1404833"/>
                  </a:lnTo>
                  <a:lnTo>
                    <a:pt x="2879919" y="1404833"/>
                  </a:lnTo>
                  <a:lnTo>
                    <a:pt x="2880580" y="1362662"/>
                  </a:lnTo>
                  <a:lnTo>
                    <a:pt x="2881241" y="1325528"/>
                  </a:lnTo>
                  <a:lnTo>
                    <a:pt x="2881901" y="1325528"/>
                  </a:lnTo>
                  <a:lnTo>
                    <a:pt x="2882562" y="1325528"/>
                  </a:lnTo>
                  <a:lnTo>
                    <a:pt x="2883222" y="1343431"/>
                  </a:lnTo>
                  <a:lnTo>
                    <a:pt x="2883883" y="1383432"/>
                  </a:lnTo>
                  <a:lnTo>
                    <a:pt x="2884543" y="1430742"/>
                  </a:lnTo>
                  <a:lnTo>
                    <a:pt x="2885204" y="1430742"/>
                  </a:lnTo>
                  <a:lnTo>
                    <a:pt x="2885864" y="1430742"/>
                  </a:lnTo>
                  <a:lnTo>
                    <a:pt x="2886525" y="1430742"/>
                  </a:lnTo>
                  <a:lnTo>
                    <a:pt x="2887185" y="1430742"/>
                  </a:lnTo>
                  <a:lnTo>
                    <a:pt x="2887846" y="1430742"/>
                  </a:lnTo>
                  <a:lnTo>
                    <a:pt x="2888506" y="1430742"/>
                  </a:lnTo>
                  <a:lnTo>
                    <a:pt x="2889167" y="1430742"/>
                  </a:lnTo>
                  <a:lnTo>
                    <a:pt x="2889827" y="1430742"/>
                  </a:lnTo>
                  <a:lnTo>
                    <a:pt x="2890488" y="1430742"/>
                  </a:lnTo>
                  <a:lnTo>
                    <a:pt x="2891149" y="1430742"/>
                  </a:lnTo>
                  <a:lnTo>
                    <a:pt x="2891809" y="1430742"/>
                  </a:lnTo>
                  <a:lnTo>
                    <a:pt x="2892470" y="1430742"/>
                  </a:lnTo>
                  <a:lnTo>
                    <a:pt x="2893130" y="1362662"/>
                  </a:lnTo>
                  <a:lnTo>
                    <a:pt x="2893791" y="1278218"/>
                  </a:lnTo>
                  <a:lnTo>
                    <a:pt x="2894451" y="1226146"/>
                  </a:lnTo>
                  <a:lnTo>
                    <a:pt x="2895112" y="1204109"/>
                  </a:lnTo>
                  <a:lnTo>
                    <a:pt x="2895772" y="1204109"/>
                  </a:lnTo>
                  <a:lnTo>
                    <a:pt x="2896433" y="1238836"/>
                  </a:lnTo>
                  <a:lnTo>
                    <a:pt x="2897093" y="1293814"/>
                  </a:lnTo>
                  <a:lnTo>
                    <a:pt x="2897754" y="1326395"/>
                  </a:lnTo>
                  <a:lnTo>
                    <a:pt x="2898414" y="1343431"/>
                  </a:lnTo>
                  <a:lnTo>
                    <a:pt x="2899075" y="1343431"/>
                  </a:lnTo>
                  <a:lnTo>
                    <a:pt x="2899735" y="1343431"/>
                  </a:lnTo>
                  <a:lnTo>
                    <a:pt x="2900396" y="1362662"/>
                  </a:lnTo>
                  <a:lnTo>
                    <a:pt x="2901057" y="1406010"/>
                  </a:lnTo>
                  <a:lnTo>
                    <a:pt x="2901717" y="1430742"/>
                  </a:lnTo>
                  <a:lnTo>
                    <a:pt x="2902378" y="1430742"/>
                  </a:lnTo>
                  <a:lnTo>
                    <a:pt x="2903038" y="1420565"/>
                  </a:lnTo>
                  <a:lnTo>
                    <a:pt x="2903699" y="1396742"/>
                  </a:lnTo>
                  <a:lnTo>
                    <a:pt x="2904359" y="1374923"/>
                  </a:lnTo>
                  <a:lnTo>
                    <a:pt x="2905020" y="1336121"/>
                  </a:lnTo>
                  <a:lnTo>
                    <a:pt x="2905680" y="1287015"/>
                  </a:lnTo>
                  <a:lnTo>
                    <a:pt x="2906341" y="1278218"/>
                  </a:lnTo>
                  <a:lnTo>
                    <a:pt x="2907001" y="1293050"/>
                  </a:lnTo>
                  <a:lnTo>
                    <a:pt x="2907662" y="1308781"/>
                  </a:lnTo>
                  <a:lnTo>
                    <a:pt x="2908322" y="1325528"/>
                  </a:lnTo>
                  <a:lnTo>
                    <a:pt x="2908983" y="1343431"/>
                  </a:lnTo>
                  <a:lnTo>
                    <a:pt x="2909643" y="1338839"/>
                  </a:lnTo>
                  <a:lnTo>
                    <a:pt x="2910304" y="1338839"/>
                  </a:lnTo>
                  <a:lnTo>
                    <a:pt x="2910964" y="1338839"/>
                  </a:lnTo>
                  <a:lnTo>
                    <a:pt x="2911625" y="1357719"/>
                  </a:lnTo>
                  <a:lnTo>
                    <a:pt x="2912286" y="1400179"/>
                  </a:lnTo>
                  <a:lnTo>
                    <a:pt x="2912946" y="1430742"/>
                  </a:lnTo>
                  <a:lnTo>
                    <a:pt x="2913607" y="1430742"/>
                  </a:lnTo>
                  <a:lnTo>
                    <a:pt x="2914267" y="1430742"/>
                  </a:lnTo>
                  <a:lnTo>
                    <a:pt x="2914928" y="1406010"/>
                  </a:lnTo>
                  <a:lnTo>
                    <a:pt x="2915588" y="1362662"/>
                  </a:lnTo>
                  <a:lnTo>
                    <a:pt x="2916249" y="1334326"/>
                  </a:lnTo>
                  <a:lnTo>
                    <a:pt x="2916909" y="1322091"/>
                  </a:lnTo>
                  <a:lnTo>
                    <a:pt x="2917570" y="1322091"/>
                  </a:lnTo>
                  <a:lnTo>
                    <a:pt x="2918230" y="1339751"/>
                  </a:lnTo>
                  <a:lnTo>
                    <a:pt x="2918891" y="1379143"/>
                  </a:lnTo>
                  <a:lnTo>
                    <a:pt x="2919551" y="1413186"/>
                  </a:lnTo>
                  <a:lnTo>
                    <a:pt x="2920212" y="1406010"/>
                  </a:lnTo>
                  <a:lnTo>
                    <a:pt x="2920872" y="1383432"/>
                  </a:lnTo>
                  <a:lnTo>
                    <a:pt x="2921533" y="1325528"/>
                  </a:lnTo>
                  <a:lnTo>
                    <a:pt x="2922194" y="1214611"/>
                  </a:lnTo>
                  <a:lnTo>
                    <a:pt x="2922854" y="1128917"/>
                  </a:lnTo>
                  <a:lnTo>
                    <a:pt x="2923515" y="1098354"/>
                  </a:lnTo>
                  <a:lnTo>
                    <a:pt x="2924175" y="1098354"/>
                  </a:lnTo>
                  <a:lnTo>
                    <a:pt x="2924836" y="1113186"/>
                  </a:lnTo>
                  <a:lnTo>
                    <a:pt x="2925496" y="1173004"/>
                  </a:lnTo>
                  <a:lnTo>
                    <a:pt x="2926157" y="1250878"/>
                  </a:lnTo>
                  <a:lnTo>
                    <a:pt x="2926817" y="1264188"/>
                  </a:lnTo>
                  <a:lnTo>
                    <a:pt x="2927478" y="1214611"/>
                  </a:lnTo>
                  <a:lnTo>
                    <a:pt x="2928138" y="1203568"/>
                  </a:lnTo>
                  <a:lnTo>
                    <a:pt x="2928799" y="1192975"/>
                  </a:lnTo>
                  <a:lnTo>
                    <a:pt x="2929459" y="1192975"/>
                  </a:lnTo>
                  <a:lnTo>
                    <a:pt x="2930120" y="1238218"/>
                  </a:lnTo>
                  <a:lnTo>
                    <a:pt x="2930780" y="1308781"/>
                  </a:lnTo>
                  <a:lnTo>
                    <a:pt x="2931441" y="1343431"/>
                  </a:lnTo>
                  <a:lnTo>
                    <a:pt x="2932102" y="1362662"/>
                  </a:lnTo>
                  <a:lnTo>
                    <a:pt x="2932762" y="1383432"/>
                  </a:lnTo>
                  <a:lnTo>
                    <a:pt x="2933423" y="1343431"/>
                  </a:lnTo>
                  <a:lnTo>
                    <a:pt x="2934083" y="1308781"/>
                  </a:lnTo>
                  <a:lnTo>
                    <a:pt x="2934744" y="1293050"/>
                  </a:lnTo>
                  <a:lnTo>
                    <a:pt x="2935404" y="1308781"/>
                  </a:lnTo>
                  <a:lnTo>
                    <a:pt x="2936065" y="1264188"/>
                  </a:lnTo>
                  <a:lnTo>
                    <a:pt x="2936725" y="1200879"/>
                  </a:lnTo>
                  <a:lnTo>
                    <a:pt x="2937386" y="1152234"/>
                  </a:lnTo>
                  <a:lnTo>
                    <a:pt x="2938046" y="1118974"/>
                  </a:lnTo>
                  <a:lnTo>
                    <a:pt x="2938707" y="1075926"/>
                  </a:lnTo>
                  <a:lnTo>
                    <a:pt x="2939367" y="1044812"/>
                  </a:lnTo>
                  <a:lnTo>
                    <a:pt x="2940028" y="1054673"/>
                  </a:lnTo>
                  <a:lnTo>
                    <a:pt x="2940688" y="1073950"/>
                  </a:lnTo>
                  <a:lnTo>
                    <a:pt x="2941349" y="1101618"/>
                  </a:lnTo>
                  <a:lnTo>
                    <a:pt x="2942010" y="1149586"/>
                  </a:lnTo>
                  <a:lnTo>
                    <a:pt x="2942670" y="1243838"/>
                  </a:lnTo>
                  <a:lnTo>
                    <a:pt x="2943331" y="1326395"/>
                  </a:lnTo>
                  <a:lnTo>
                    <a:pt x="2943991" y="1406010"/>
                  </a:lnTo>
                  <a:lnTo>
                    <a:pt x="2944652" y="1362662"/>
                  </a:lnTo>
                  <a:lnTo>
                    <a:pt x="2945312" y="1278218"/>
                  </a:lnTo>
                  <a:lnTo>
                    <a:pt x="2945973" y="1220892"/>
                  </a:lnTo>
                  <a:lnTo>
                    <a:pt x="2946633" y="1165427"/>
                  </a:lnTo>
                  <a:lnTo>
                    <a:pt x="2947294" y="1130544"/>
                  </a:lnTo>
                  <a:lnTo>
                    <a:pt x="2947954" y="1138835"/>
                  </a:lnTo>
                  <a:lnTo>
                    <a:pt x="2948615" y="1184801"/>
                  </a:lnTo>
                  <a:lnTo>
                    <a:pt x="2949275" y="1233928"/>
                  </a:lnTo>
                  <a:lnTo>
                    <a:pt x="2949936" y="1278218"/>
                  </a:lnTo>
                  <a:lnTo>
                    <a:pt x="2950596" y="1293050"/>
                  </a:lnTo>
                  <a:lnTo>
                    <a:pt x="2951257" y="1243838"/>
                  </a:lnTo>
                  <a:lnTo>
                    <a:pt x="2951917" y="1197688"/>
                  </a:lnTo>
                  <a:lnTo>
                    <a:pt x="2952578" y="1187328"/>
                  </a:lnTo>
                  <a:lnTo>
                    <a:pt x="2953239" y="1158520"/>
                  </a:lnTo>
                  <a:lnTo>
                    <a:pt x="2953899" y="1121326"/>
                  </a:lnTo>
                  <a:lnTo>
                    <a:pt x="2954560" y="1095487"/>
                  </a:lnTo>
                  <a:lnTo>
                    <a:pt x="2955220" y="1074936"/>
                  </a:lnTo>
                  <a:lnTo>
                    <a:pt x="2955881" y="1046577"/>
                  </a:lnTo>
                  <a:lnTo>
                    <a:pt x="2956541" y="1046577"/>
                  </a:lnTo>
                  <a:lnTo>
                    <a:pt x="2957202" y="1031663"/>
                  </a:lnTo>
                  <a:lnTo>
                    <a:pt x="2957862" y="985563"/>
                  </a:lnTo>
                  <a:lnTo>
                    <a:pt x="2958523" y="934086"/>
                  </a:lnTo>
                  <a:lnTo>
                    <a:pt x="2959183" y="887127"/>
                  </a:lnTo>
                  <a:lnTo>
                    <a:pt x="2959844" y="858004"/>
                  </a:lnTo>
                  <a:lnTo>
                    <a:pt x="2960504" y="852357"/>
                  </a:lnTo>
                  <a:lnTo>
                    <a:pt x="2961165" y="878953"/>
                  </a:lnTo>
                  <a:lnTo>
                    <a:pt x="2961825" y="920661"/>
                  </a:lnTo>
                  <a:lnTo>
                    <a:pt x="2962486" y="979566"/>
                  </a:lnTo>
                  <a:lnTo>
                    <a:pt x="2963147" y="1039013"/>
                  </a:lnTo>
                  <a:lnTo>
                    <a:pt x="2963807" y="1075926"/>
                  </a:lnTo>
                  <a:lnTo>
                    <a:pt x="2964468" y="1111285"/>
                  </a:lnTo>
                  <a:lnTo>
                    <a:pt x="2965128" y="1150026"/>
                  </a:lnTo>
                  <a:lnTo>
                    <a:pt x="2965789" y="1182797"/>
                  </a:lnTo>
                  <a:lnTo>
                    <a:pt x="2966449" y="1214048"/>
                  </a:lnTo>
                  <a:lnTo>
                    <a:pt x="2967110" y="1292288"/>
                  </a:lnTo>
                  <a:lnTo>
                    <a:pt x="2967770" y="1361665"/>
                  </a:lnTo>
                  <a:lnTo>
                    <a:pt x="2968431" y="1400179"/>
                  </a:lnTo>
                  <a:lnTo>
                    <a:pt x="2969091" y="1317858"/>
                  </a:lnTo>
                  <a:lnTo>
                    <a:pt x="2969752" y="1188856"/>
                  </a:lnTo>
                  <a:lnTo>
                    <a:pt x="2970412" y="1125694"/>
                  </a:lnTo>
                  <a:lnTo>
                    <a:pt x="2971073" y="1071014"/>
                  </a:lnTo>
                  <a:lnTo>
                    <a:pt x="2971733" y="1026148"/>
                  </a:lnTo>
                  <a:lnTo>
                    <a:pt x="2972394" y="1010529"/>
                  </a:lnTo>
                  <a:lnTo>
                    <a:pt x="2973055" y="1036729"/>
                  </a:lnTo>
                  <a:lnTo>
                    <a:pt x="2973715" y="1060525"/>
                  </a:lnTo>
                  <a:lnTo>
                    <a:pt x="2974376" y="1083983"/>
                  </a:lnTo>
                  <a:lnTo>
                    <a:pt x="2975036" y="1110906"/>
                  </a:lnTo>
                  <a:lnTo>
                    <a:pt x="2975697" y="1115871"/>
                  </a:lnTo>
                  <a:lnTo>
                    <a:pt x="2976357" y="1071989"/>
                  </a:lnTo>
                  <a:lnTo>
                    <a:pt x="2977018" y="1008736"/>
                  </a:lnTo>
                  <a:lnTo>
                    <a:pt x="2977678" y="984864"/>
                  </a:lnTo>
                  <a:lnTo>
                    <a:pt x="2978339" y="958340"/>
                  </a:lnTo>
                  <a:lnTo>
                    <a:pt x="2978999" y="936586"/>
                  </a:lnTo>
                  <a:lnTo>
                    <a:pt x="2979660" y="929345"/>
                  </a:lnTo>
                  <a:lnTo>
                    <a:pt x="2980320" y="914201"/>
                  </a:lnTo>
                  <a:lnTo>
                    <a:pt x="2980981" y="862613"/>
                  </a:lnTo>
                  <a:lnTo>
                    <a:pt x="2981641" y="818616"/>
                  </a:lnTo>
                  <a:lnTo>
                    <a:pt x="2982302" y="791841"/>
                  </a:lnTo>
                  <a:lnTo>
                    <a:pt x="2982962" y="773173"/>
                  </a:lnTo>
                  <a:lnTo>
                    <a:pt x="2983623" y="770612"/>
                  </a:lnTo>
                  <a:lnTo>
                    <a:pt x="2984284" y="785180"/>
                  </a:lnTo>
                  <a:lnTo>
                    <a:pt x="2984944" y="788435"/>
                  </a:lnTo>
                  <a:lnTo>
                    <a:pt x="2985605" y="747702"/>
                  </a:lnTo>
                  <a:lnTo>
                    <a:pt x="2986265" y="690117"/>
                  </a:lnTo>
                  <a:lnTo>
                    <a:pt x="2986926" y="634073"/>
                  </a:lnTo>
                  <a:lnTo>
                    <a:pt x="2987586" y="590035"/>
                  </a:lnTo>
                  <a:lnTo>
                    <a:pt x="2988247" y="562528"/>
                  </a:lnTo>
                  <a:lnTo>
                    <a:pt x="2988907" y="567512"/>
                  </a:lnTo>
                  <a:lnTo>
                    <a:pt x="2989568" y="583165"/>
                  </a:lnTo>
                  <a:lnTo>
                    <a:pt x="2990228" y="586954"/>
                  </a:lnTo>
                  <a:lnTo>
                    <a:pt x="2990889" y="564869"/>
                  </a:lnTo>
                  <a:lnTo>
                    <a:pt x="2991549" y="513335"/>
                  </a:lnTo>
                  <a:lnTo>
                    <a:pt x="2992210" y="450829"/>
                  </a:lnTo>
                  <a:lnTo>
                    <a:pt x="2992870" y="406613"/>
                  </a:lnTo>
                  <a:lnTo>
                    <a:pt x="2993531" y="376364"/>
                  </a:lnTo>
                  <a:lnTo>
                    <a:pt x="2994192" y="356180"/>
                  </a:lnTo>
                  <a:lnTo>
                    <a:pt x="2994852" y="320562"/>
                  </a:lnTo>
                  <a:lnTo>
                    <a:pt x="2995513" y="261753"/>
                  </a:lnTo>
                  <a:lnTo>
                    <a:pt x="2996173" y="197226"/>
                  </a:lnTo>
                  <a:lnTo>
                    <a:pt x="2996834" y="144942"/>
                  </a:lnTo>
                  <a:lnTo>
                    <a:pt x="2997494" y="100898"/>
                  </a:lnTo>
                  <a:lnTo>
                    <a:pt x="2998155" y="72226"/>
                  </a:lnTo>
                  <a:lnTo>
                    <a:pt x="2998815" y="60422"/>
                  </a:lnTo>
                  <a:lnTo>
                    <a:pt x="2999476" y="60144"/>
                  </a:lnTo>
                  <a:lnTo>
                    <a:pt x="3000136" y="61222"/>
                  </a:lnTo>
                  <a:lnTo>
                    <a:pt x="3000797" y="70024"/>
                  </a:lnTo>
                  <a:lnTo>
                    <a:pt x="3001457" y="86746"/>
                  </a:lnTo>
                  <a:lnTo>
                    <a:pt x="3002118" y="111409"/>
                  </a:lnTo>
                  <a:lnTo>
                    <a:pt x="3002778" y="135347"/>
                  </a:lnTo>
                  <a:lnTo>
                    <a:pt x="3003439" y="152625"/>
                  </a:lnTo>
                  <a:lnTo>
                    <a:pt x="3004100" y="152701"/>
                  </a:lnTo>
                  <a:lnTo>
                    <a:pt x="3004760" y="132778"/>
                  </a:lnTo>
                  <a:lnTo>
                    <a:pt x="3005421" y="104190"/>
                  </a:lnTo>
                  <a:lnTo>
                    <a:pt x="3006081" y="73202"/>
                  </a:lnTo>
                  <a:lnTo>
                    <a:pt x="3006742" y="48248"/>
                  </a:lnTo>
                  <a:lnTo>
                    <a:pt x="3007402" y="34777"/>
                  </a:lnTo>
                  <a:lnTo>
                    <a:pt x="3008063" y="30619"/>
                  </a:lnTo>
                  <a:lnTo>
                    <a:pt x="3008723" y="25814"/>
                  </a:lnTo>
                  <a:lnTo>
                    <a:pt x="3009384" y="13747"/>
                  </a:lnTo>
                  <a:lnTo>
                    <a:pt x="3010044" y="6503"/>
                  </a:lnTo>
                  <a:lnTo>
                    <a:pt x="3010705" y="0"/>
                  </a:lnTo>
                  <a:lnTo>
                    <a:pt x="3011365" y="3374"/>
                  </a:lnTo>
                  <a:lnTo>
                    <a:pt x="3012026" y="19186"/>
                  </a:lnTo>
                  <a:lnTo>
                    <a:pt x="3012686" y="62257"/>
                  </a:lnTo>
                  <a:lnTo>
                    <a:pt x="3013347" y="119604"/>
                  </a:lnTo>
                  <a:lnTo>
                    <a:pt x="3014008" y="187103"/>
                  </a:lnTo>
                  <a:lnTo>
                    <a:pt x="3014668" y="232207"/>
                  </a:lnTo>
                  <a:lnTo>
                    <a:pt x="3015329" y="233850"/>
                  </a:lnTo>
                  <a:lnTo>
                    <a:pt x="3015989" y="203051"/>
                  </a:lnTo>
                  <a:lnTo>
                    <a:pt x="3016650" y="168300"/>
                  </a:lnTo>
                  <a:lnTo>
                    <a:pt x="3017310" y="144120"/>
                  </a:lnTo>
                  <a:lnTo>
                    <a:pt x="3017971" y="134599"/>
                  </a:lnTo>
                  <a:lnTo>
                    <a:pt x="3018631" y="148292"/>
                  </a:lnTo>
                  <a:lnTo>
                    <a:pt x="3019292" y="161282"/>
                  </a:lnTo>
                  <a:lnTo>
                    <a:pt x="3019952" y="167700"/>
                  </a:lnTo>
                  <a:lnTo>
                    <a:pt x="3020613" y="152578"/>
                  </a:lnTo>
                  <a:lnTo>
                    <a:pt x="3021273" y="140087"/>
                  </a:lnTo>
                  <a:lnTo>
                    <a:pt x="3021934" y="120634"/>
                  </a:lnTo>
                  <a:lnTo>
                    <a:pt x="3022594" y="110767"/>
                  </a:lnTo>
                  <a:lnTo>
                    <a:pt x="3023255" y="111409"/>
                  </a:lnTo>
                  <a:lnTo>
                    <a:pt x="3023915" y="129941"/>
                  </a:lnTo>
                  <a:lnTo>
                    <a:pt x="3024576" y="154099"/>
                  </a:lnTo>
                  <a:lnTo>
                    <a:pt x="3025237" y="189752"/>
                  </a:lnTo>
                  <a:lnTo>
                    <a:pt x="3025897" y="223226"/>
                  </a:lnTo>
                  <a:lnTo>
                    <a:pt x="3026558" y="240094"/>
                  </a:lnTo>
                  <a:lnTo>
                    <a:pt x="3027218" y="227866"/>
                  </a:lnTo>
                  <a:lnTo>
                    <a:pt x="3027879" y="201364"/>
                  </a:lnTo>
                  <a:lnTo>
                    <a:pt x="3028539" y="160291"/>
                  </a:lnTo>
                  <a:lnTo>
                    <a:pt x="3029200" y="137942"/>
                  </a:lnTo>
                  <a:lnTo>
                    <a:pt x="3029860" y="121051"/>
                  </a:lnTo>
                  <a:lnTo>
                    <a:pt x="3030521" y="115360"/>
                  </a:lnTo>
                  <a:lnTo>
                    <a:pt x="3031181" y="104128"/>
                  </a:lnTo>
                  <a:lnTo>
                    <a:pt x="3031842" y="103652"/>
                  </a:lnTo>
                  <a:lnTo>
                    <a:pt x="3032502" y="101268"/>
                  </a:lnTo>
                  <a:lnTo>
                    <a:pt x="3033163" y="105970"/>
                  </a:lnTo>
                  <a:lnTo>
                    <a:pt x="3033823" y="113871"/>
                  </a:lnTo>
                  <a:lnTo>
                    <a:pt x="3034484" y="133827"/>
                  </a:lnTo>
                  <a:lnTo>
                    <a:pt x="3035145" y="160543"/>
                  </a:lnTo>
                  <a:lnTo>
                    <a:pt x="3035805" y="179399"/>
                  </a:lnTo>
                  <a:lnTo>
                    <a:pt x="3036466" y="185698"/>
                  </a:lnTo>
                  <a:lnTo>
                    <a:pt x="3037126" y="177484"/>
                  </a:lnTo>
                  <a:lnTo>
                    <a:pt x="3037787" y="170308"/>
                  </a:lnTo>
                  <a:lnTo>
                    <a:pt x="3038447" y="160475"/>
                  </a:lnTo>
                  <a:lnTo>
                    <a:pt x="3039108" y="153276"/>
                  </a:lnTo>
                  <a:lnTo>
                    <a:pt x="3039768" y="165424"/>
                  </a:lnTo>
                  <a:lnTo>
                    <a:pt x="3040429" y="204853"/>
                  </a:lnTo>
                  <a:lnTo>
                    <a:pt x="3041089" y="254512"/>
                  </a:lnTo>
                  <a:lnTo>
                    <a:pt x="3041750" y="316351"/>
                  </a:lnTo>
                  <a:lnTo>
                    <a:pt x="3042410" y="386718"/>
                  </a:lnTo>
                  <a:lnTo>
                    <a:pt x="3043071" y="442667"/>
                  </a:lnTo>
                  <a:lnTo>
                    <a:pt x="3043731" y="448050"/>
                  </a:lnTo>
                  <a:lnTo>
                    <a:pt x="3044392" y="433055"/>
                  </a:lnTo>
                  <a:lnTo>
                    <a:pt x="3045053" y="419247"/>
                  </a:lnTo>
                  <a:lnTo>
                    <a:pt x="3045713" y="431064"/>
                  </a:lnTo>
                  <a:lnTo>
                    <a:pt x="3046374" y="447903"/>
                  </a:lnTo>
                  <a:lnTo>
                    <a:pt x="3047034" y="497955"/>
                  </a:lnTo>
                  <a:lnTo>
                    <a:pt x="3047695" y="586352"/>
                  </a:lnTo>
                  <a:lnTo>
                    <a:pt x="3048355" y="680866"/>
                  </a:lnTo>
                  <a:lnTo>
                    <a:pt x="3049016" y="740071"/>
                  </a:lnTo>
                  <a:lnTo>
                    <a:pt x="3049676" y="784965"/>
                  </a:lnTo>
                  <a:lnTo>
                    <a:pt x="3050337" y="823944"/>
                  </a:lnTo>
                  <a:lnTo>
                    <a:pt x="3050997" y="815569"/>
                  </a:lnTo>
                  <a:lnTo>
                    <a:pt x="3051658" y="804651"/>
                  </a:lnTo>
                  <a:lnTo>
                    <a:pt x="3052318" y="798678"/>
                  </a:lnTo>
                  <a:lnTo>
                    <a:pt x="3052979" y="789310"/>
                  </a:lnTo>
                  <a:lnTo>
                    <a:pt x="3053639" y="770612"/>
                  </a:lnTo>
                  <a:lnTo>
                    <a:pt x="3054300" y="759636"/>
                  </a:lnTo>
                  <a:lnTo>
                    <a:pt x="3054960" y="769189"/>
                  </a:lnTo>
                  <a:lnTo>
                    <a:pt x="3055621" y="802914"/>
                  </a:lnTo>
                  <a:lnTo>
                    <a:pt x="3056282" y="858147"/>
                  </a:lnTo>
                  <a:lnTo>
                    <a:pt x="3056942" y="929345"/>
                  </a:lnTo>
                  <a:lnTo>
                    <a:pt x="3057603" y="1050443"/>
                  </a:lnTo>
                  <a:lnTo>
                    <a:pt x="3058263" y="1203028"/>
                  </a:lnTo>
                  <a:lnTo>
                    <a:pt x="3058924" y="1307972"/>
                  </a:lnTo>
                  <a:lnTo>
                    <a:pt x="3059584" y="1324665"/>
                  </a:lnTo>
                  <a:lnTo>
                    <a:pt x="3060245" y="1250230"/>
                  </a:lnTo>
                  <a:lnTo>
                    <a:pt x="3060905" y="1192975"/>
                  </a:lnTo>
                  <a:lnTo>
                    <a:pt x="3061566" y="1150026"/>
                  </a:lnTo>
                  <a:lnTo>
                    <a:pt x="3062226" y="1168243"/>
                  </a:lnTo>
                  <a:lnTo>
                    <a:pt x="3062887" y="1187836"/>
                  </a:lnTo>
                  <a:lnTo>
                    <a:pt x="3063547" y="1244471"/>
                  </a:lnTo>
                  <a:lnTo>
                    <a:pt x="3064208" y="1285528"/>
                  </a:lnTo>
                  <a:lnTo>
                    <a:pt x="3064868" y="1343431"/>
                  </a:lnTo>
                  <a:lnTo>
                    <a:pt x="3065529" y="1325528"/>
                  </a:lnTo>
                  <a:lnTo>
                    <a:pt x="3066190" y="1293050"/>
                  </a:lnTo>
                  <a:lnTo>
                    <a:pt x="3066850" y="1293050"/>
                  </a:lnTo>
                  <a:lnTo>
                    <a:pt x="3067511" y="1325528"/>
                  </a:lnTo>
                  <a:lnTo>
                    <a:pt x="3068171" y="1343431"/>
                  </a:lnTo>
                  <a:lnTo>
                    <a:pt x="3068832" y="1362662"/>
                  </a:lnTo>
                  <a:lnTo>
                    <a:pt x="3069492" y="1406010"/>
                  </a:lnTo>
                  <a:lnTo>
                    <a:pt x="3070153" y="1406010"/>
                  </a:lnTo>
                  <a:lnTo>
                    <a:pt x="3070813" y="1362662"/>
                  </a:lnTo>
                  <a:lnTo>
                    <a:pt x="3071474" y="1325528"/>
                  </a:lnTo>
                  <a:lnTo>
                    <a:pt x="3072134" y="1289262"/>
                  </a:lnTo>
                  <a:lnTo>
                    <a:pt x="3072795" y="1266245"/>
                  </a:lnTo>
                  <a:lnTo>
                    <a:pt x="3073455" y="1266245"/>
                  </a:lnTo>
                  <a:lnTo>
                    <a:pt x="3074116" y="1240078"/>
                  </a:lnTo>
                  <a:lnTo>
                    <a:pt x="3074776" y="1205195"/>
                  </a:lnTo>
                  <a:lnTo>
                    <a:pt x="3075437" y="1178836"/>
                  </a:lnTo>
                  <a:lnTo>
                    <a:pt x="3076098" y="1103449"/>
                  </a:lnTo>
                  <a:lnTo>
                    <a:pt x="3076758" y="1033060"/>
                  </a:lnTo>
                  <a:lnTo>
                    <a:pt x="3077419" y="1027516"/>
                  </a:lnTo>
                  <a:lnTo>
                    <a:pt x="3078079" y="1049248"/>
                  </a:lnTo>
                  <a:lnTo>
                    <a:pt x="3078740" y="1072967"/>
                  </a:lnTo>
                  <a:lnTo>
                    <a:pt x="3079400" y="1115486"/>
                  </a:lnTo>
                  <a:lnTo>
                    <a:pt x="3080061" y="1139679"/>
                  </a:lnTo>
                  <a:lnTo>
                    <a:pt x="3080721" y="1093357"/>
                  </a:lnTo>
                  <a:lnTo>
                    <a:pt x="3081382" y="1053154"/>
                  </a:lnTo>
                  <a:lnTo>
                    <a:pt x="3082042" y="1019149"/>
                  </a:lnTo>
                  <a:lnTo>
                    <a:pt x="3082703" y="1031106"/>
                  </a:lnTo>
                  <a:lnTo>
                    <a:pt x="3083363" y="1061774"/>
                  </a:lnTo>
                  <a:lnTo>
                    <a:pt x="3084024" y="1095130"/>
                  </a:lnTo>
                  <a:lnTo>
                    <a:pt x="3084684" y="1071989"/>
                  </a:lnTo>
                  <a:lnTo>
                    <a:pt x="3085345" y="1030828"/>
                  </a:lnTo>
                  <a:lnTo>
                    <a:pt x="3086006" y="971484"/>
                  </a:lnTo>
                  <a:lnTo>
                    <a:pt x="3086666" y="949459"/>
                  </a:lnTo>
                  <a:lnTo>
                    <a:pt x="3087327" y="953552"/>
                  </a:lnTo>
                  <a:lnTo>
                    <a:pt x="3087987" y="992420"/>
                  </a:lnTo>
                  <a:lnTo>
                    <a:pt x="3088648" y="1069075"/>
                  </a:lnTo>
                  <a:lnTo>
                    <a:pt x="3089308" y="1173004"/>
                  </a:lnTo>
                  <a:lnTo>
                    <a:pt x="3089969" y="1241951"/>
                  </a:lnTo>
                  <a:lnTo>
                    <a:pt x="3090629" y="1268318"/>
                  </a:lnTo>
                  <a:lnTo>
                    <a:pt x="3091290" y="1240701"/>
                  </a:lnTo>
                  <a:lnTo>
                    <a:pt x="3091950" y="1195059"/>
                  </a:lnTo>
                  <a:lnTo>
                    <a:pt x="3092611" y="1156257"/>
                  </a:lnTo>
                  <a:lnTo>
                    <a:pt x="3093271" y="1144801"/>
                  </a:lnTo>
                  <a:lnTo>
                    <a:pt x="3093932" y="1128108"/>
                  </a:lnTo>
                  <a:lnTo>
                    <a:pt x="3094592" y="1126898"/>
                  </a:lnTo>
                  <a:lnTo>
                    <a:pt x="3095253" y="1126898"/>
                  </a:lnTo>
                  <a:lnTo>
                    <a:pt x="3095913" y="1135071"/>
                  </a:lnTo>
                  <a:lnTo>
                    <a:pt x="3096574" y="1143511"/>
                  </a:lnTo>
                  <a:lnTo>
                    <a:pt x="3097235" y="1180314"/>
                  </a:lnTo>
                  <a:lnTo>
                    <a:pt x="3097895" y="1192975"/>
                  </a:lnTo>
                  <a:lnTo>
                    <a:pt x="3098556" y="1163567"/>
                  </a:lnTo>
                  <a:lnTo>
                    <a:pt x="3099216" y="1132592"/>
                  </a:lnTo>
                  <a:lnTo>
                    <a:pt x="3099877" y="1112424"/>
                  </a:lnTo>
                  <a:lnTo>
                    <a:pt x="3100537" y="1090544"/>
                  </a:lnTo>
                  <a:lnTo>
                    <a:pt x="3101198" y="1092651"/>
                  </a:lnTo>
                  <a:lnTo>
                    <a:pt x="3101858" y="1130544"/>
                  </a:lnTo>
                  <a:lnTo>
                    <a:pt x="3102519" y="1169188"/>
                  </a:lnTo>
                  <a:lnTo>
                    <a:pt x="3103179" y="1175904"/>
                  </a:lnTo>
                  <a:lnTo>
                    <a:pt x="3103840" y="1168715"/>
                  </a:lnTo>
                  <a:lnTo>
                    <a:pt x="3104500" y="1156708"/>
                  </a:lnTo>
                  <a:lnTo>
                    <a:pt x="3105161" y="1152678"/>
                  </a:lnTo>
                  <a:lnTo>
                    <a:pt x="3105821" y="1172524"/>
                  </a:lnTo>
                  <a:lnTo>
                    <a:pt x="3106482" y="1223798"/>
                  </a:lnTo>
                  <a:lnTo>
                    <a:pt x="3107143" y="1286270"/>
                  </a:lnTo>
                  <a:lnTo>
                    <a:pt x="3107803" y="1353831"/>
                  </a:lnTo>
                  <a:lnTo>
                    <a:pt x="3108464" y="1406010"/>
                  </a:lnTo>
                  <a:lnTo>
                    <a:pt x="3109124" y="1430742"/>
                  </a:lnTo>
                  <a:lnTo>
                    <a:pt x="3109785" y="1383432"/>
                  </a:lnTo>
                  <a:lnTo>
                    <a:pt x="3110445" y="1325528"/>
                  </a:lnTo>
                  <a:lnTo>
                    <a:pt x="3111106" y="1278218"/>
                  </a:lnTo>
                  <a:lnTo>
                    <a:pt x="3111766" y="1250878"/>
                  </a:lnTo>
                  <a:lnTo>
                    <a:pt x="3112427" y="1250878"/>
                  </a:lnTo>
                  <a:lnTo>
                    <a:pt x="3113087" y="1278218"/>
                  </a:lnTo>
                  <a:lnTo>
                    <a:pt x="3113748" y="1325528"/>
                  </a:lnTo>
                  <a:lnTo>
                    <a:pt x="3114408" y="1383432"/>
                  </a:lnTo>
                  <a:lnTo>
                    <a:pt x="3115069" y="1430742"/>
                  </a:lnTo>
                  <a:lnTo>
                    <a:pt x="3115729" y="1430742"/>
                  </a:lnTo>
                  <a:lnTo>
                    <a:pt x="3116390" y="1430742"/>
                  </a:lnTo>
                  <a:lnTo>
                    <a:pt x="3117051" y="1430742"/>
                  </a:lnTo>
                  <a:lnTo>
                    <a:pt x="3117711" y="1430742"/>
                  </a:lnTo>
                  <a:lnTo>
                    <a:pt x="3118372" y="1430742"/>
                  </a:lnTo>
                  <a:lnTo>
                    <a:pt x="3119032" y="1430742"/>
                  </a:lnTo>
                  <a:lnTo>
                    <a:pt x="3119693" y="1430742"/>
                  </a:lnTo>
                  <a:lnTo>
                    <a:pt x="3120353" y="1362662"/>
                  </a:lnTo>
                  <a:lnTo>
                    <a:pt x="3121014" y="1273221"/>
                  </a:lnTo>
                  <a:lnTo>
                    <a:pt x="3121674" y="1233928"/>
                  </a:lnTo>
                  <a:lnTo>
                    <a:pt x="3122335" y="1210692"/>
                  </a:lnTo>
                  <a:lnTo>
                    <a:pt x="3122995" y="1199811"/>
                  </a:lnTo>
                  <a:lnTo>
                    <a:pt x="3123656" y="1210692"/>
                  </a:lnTo>
                  <a:lnTo>
                    <a:pt x="3124316" y="1264188"/>
                  </a:lnTo>
                  <a:lnTo>
                    <a:pt x="3124977" y="1296894"/>
                  </a:lnTo>
                  <a:lnTo>
                    <a:pt x="3125637" y="1312868"/>
                  </a:lnTo>
                  <a:lnTo>
                    <a:pt x="3126298" y="1254142"/>
                  </a:lnTo>
                  <a:lnTo>
                    <a:pt x="3126958" y="1196633"/>
                  </a:lnTo>
                  <a:lnTo>
                    <a:pt x="3127619" y="1148709"/>
                  </a:lnTo>
                  <a:lnTo>
                    <a:pt x="3128280" y="1129729"/>
                  </a:lnTo>
                  <a:lnTo>
                    <a:pt x="3128940" y="1137994"/>
                  </a:lnTo>
                  <a:lnTo>
                    <a:pt x="3129601" y="1155358"/>
                  </a:lnTo>
                  <a:lnTo>
                    <a:pt x="3130261" y="1179328"/>
                  </a:lnTo>
                  <a:lnTo>
                    <a:pt x="3130922" y="1189367"/>
                  </a:lnTo>
                  <a:lnTo>
                    <a:pt x="3131582" y="1142654"/>
                  </a:lnTo>
                  <a:lnTo>
                    <a:pt x="3132243" y="1103082"/>
                  </a:lnTo>
                  <a:lnTo>
                    <a:pt x="3132903" y="1109398"/>
                  </a:lnTo>
                  <a:lnTo>
                    <a:pt x="3133564" y="1135903"/>
                  </a:lnTo>
                  <a:lnTo>
                    <a:pt x="3134224" y="1171567"/>
                  </a:lnTo>
                  <a:lnTo>
                    <a:pt x="3134885" y="1248939"/>
                  </a:lnTo>
                  <a:lnTo>
                    <a:pt x="3135545" y="1306360"/>
                  </a:lnTo>
                  <a:lnTo>
                    <a:pt x="3136206" y="1308781"/>
                  </a:lnTo>
                  <a:lnTo>
                    <a:pt x="3136866" y="1278218"/>
                  </a:lnTo>
                  <a:lnTo>
                    <a:pt x="3137527" y="1250878"/>
                  </a:lnTo>
                  <a:lnTo>
                    <a:pt x="3138188" y="1226146"/>
                  </a:lnTo>
                  <a:lnTo>
                    <a:pt x="3138848" y="1182797"/>
                  </a:lnTo>
                  <a:lnTo>
                    <a:pt x="3139509" y="1172045"/>
                  </a:lnTo>
                  <a:lnTo>
                    <a:pt x="3140169" y="1172045"/>
                  </a:lnTo>
                  <a:lnTo>
                    <a:pt x="3140830" y="1172045"/>
                  </a:lnTo>
                  <a:lnTo>
                    <a:pt x="3141490" y="1154909"/>
                  </a:lnTo>
                  <a:lnTo>
                    <a:pt x="3142151" y="1154909"/>
                  </a:lnTo>
                  <a:lnTo>
                    <a:pt x="3142811" y="1155807"/>
                  </a:lnTo>
                  <a:lnTo>
                    <a:pt x="3143472" y="1153123"/>
                  </a:lnTo>
                  <a:lnTo>
                    <a:pt x="3144132" y="1153123"/>
                  </a:lnTo>
                  <a:lnTo>
                    <a:pt x="3144793" y="1179820"/>
                  </a:lnTo>
                  <a:lnTo>
                    <a:pt x="3145453" y="1222632"/>
                  </a:lnTo>
                  <a:lnTo>
                    <a:pt x="3146114" y="1247015"/>
                  </a:lnTo>
                  <a:lnTo>
                    <a:pt x="3146774" y="1264188"/>
                  </a:lnTo>
                  <a:lnTo>
                    <a:pt x="3147435" y="1250878"/>
                  </a:lnTo>
                  <a:lnTo>
                    <a:pt x="3148096" y="1250878"/>
                  </a:lnTo>
                  <a:lnTo>
                    <a:pt x="3148756" y="1238218"/>
                  </a:lnTo>
                  <a:lnTo>
                    <a:pt x="3149417" y="1238218"/>
                  </a:lnTo>
                  <a:lnTo>
                    <a:pt x="3150077" y="1214611"/>
                  </a:lnTo>
                  <a:lnTo>
                    <a:pt x="3150738" y="1182797"/>
                  </a:lnTo>
                  <a:lnTo>
                    <a:pt x="3151398" y="1137156"/>
                  </a:lnTo>
                  <a:lnTo>
                    <a:pt x="3152059" y="1120932"/>
                  </a:lnTo>
                  <a:lnTo>
                    <a:pt x="3152719" y="1120932"/>
                  </a:lnTo>
                  <a:lnTo>
                    <a:pt x="3153380" y="1145664"/>
                  </a:lnTo>
                  <a:lnTo>
                    <a:pt x="3154040" y="1214611"/>
                  </a:lnTo>
                  <a:lnTo>
                    <a:pt x="3154701" y="1308781"/>
                  </a:lnTo>
                  <a:lnTo>
                    <a:pt x="3155361" y="1383432"/>
                  </a:lnTo>
                  <a:lnTo>
                    <a:pt x="3156022" y="1383432"/>
                  </a:lnTo>
                  <a:lnTo>
                    <a:pt x="3156682" y="1362662"/>
                  </a:lnTo>
                  <a:lnTo>
                    <a:pt x="3157343" y="1325528"/>
                  </a:lnTo>
                  <a:lnTo>
                    <a:pt x="3158004" y="1293050"/>
                  </a:lnTo>
                  <a:lnTo>
                    <a:pt x="3158664" y="1278218"/>
                  </a:lnTo>
                  <a:lnTo>
                    <a:pt x="3159325" y="1278218"/>
                  </a:lnTo>
                  <a:lnTo>
                    <a:pt x="3159985" y="1278218"/>
                  </a:lnTo>
                  <a:lnTo>
                    <a:pt x="3160646" y="1278218"/>
                  </a:lnTo>
                  <a:lnTo>
                    <a:pt x="3161306" y="1308781"/>
                  </a:lnTo>
                  <a:lnTo>
                    <a:pt x="3161967" y="1308781"/>
                  </a:lnTo>
                  <a:lnTo>
                    <a:pt x="3162627" y="1293050"/>
                  </a:lnTo>
                  <a:lnTo>
                    <a:pt x="3163288" y="1308781"/>
                  </a:lnTo>
                  <a:lnTo>
                    <a:pt x="3163948" y="1343431"/>
                  </a:lnTo>
                  <a:lnTo>
                    <a:pt x="3164609" y="1343431"/>
                  </a:lnTo>
                  <a:lnTo>
                    <a:pt x="3165269" y="1362662"/>
                  </a:lnTo>
                  <a:lnTo>
                    <a:pt x="3165930" y="1406010"/>
                  </a:lnTo>
                  <a:lnTo>
                    <a:pt x="3166590" y="1383432"/>
                  </a:lnTo>
                  <a:lnTo>
                    <a:pt x="3167251" y="1308781"/>
                  </a:lnTo>
                  <a:lnTo>
                    <a:pt x="3167911" y="1256783"/>
                  </a:lnTo>
                  <a:lnTo>
                    <a:pt x="3168572" y="1256783"/>
                  </a:lnTo>
                  <a:lnTo>
                    <a:pt x="3169233" y="1256783"/>
                  </a:lnTo>
                  <a:lnTo>
                    <a:pt x="3169893" y="1284788"/>
                  </a:lnTo>
                  <a:lnTo>
                    <a:pt x="3170554" y="1316184"/>
                  </a:lnTo>
                  <a:lnTo>
                    <a:pt x="3171214" y="1325528"/>
                  </a:lnTo>
                  <a:lnTo>
                    <a:pt x="3171875" y="1293050"/>
                  </a:lnTo>
                  <a:lnTo>
                    <a:pt x="3172535" y="1278218"/>
                  </a:lnTo>
                  <a:lnTo>
                    <a:pt x="3173196" y="1278218"/>
                  </a:lnTo>
                  <a:lnTo>
                    <a:pt x="3173856" y="1308781"/>
                  </a:lnTo>
                  <a:lnTo>
                    <a:pt x="3174517" y="1362662"/>
                  </a:lnTo>
                  <a:lnTo>
                    <a:pt x="3175177" y="1406010"/>
                  </a:lnTo>
                  <a:lnTo>
                    <a:pt x="3175838" y="1430742"/>
                  </a:lnTo>
                  <a:lnTo>
                    <a:pt x="3176498" y="1423072"/>
                  </a:lnTo>
                  <a:lnTo>
                    <a:pt x="3177159" y="1372839"/>
                  </a:lnTo>
                  <a:lnTo>
                    <a:pt x="3177819" y="1300797"/>
                  </a:lnTo>
                  <a:lnTo>
                    <a:pt x="3178480" y="1271108"/>
                  </a:lnTo>
                  <a:lnTo>
                    <a:pt x="3179141" y="1257448"/>
                  </a:lnTo>
                  <a:lnTo>
                    <a:pt x="3179801" y="1261471"/>
                  </a:lnTo>
                  <a:lnTo>
                    <a:pt x="3180462" y="1293050"/>
                  </a:lnTo>
                  <a:lnTo>
                    <a:pt x="3181122" y="1362662"/>
                  </a:lnTo>
                  <a:lnTo>
                    <a:pt x="3181783" y="1406010"/>
                  </a:lnTo>
                  <a:lnTo>
                    <a:pt x="3182443" y="1430742"/>
                  </a:lnTo>
                  <a:lnTo>
                    <a:pt x="3183104" y="1430742"/>
                  </a:lnTo>
                  <a:lnTo>
                    <a:pt x="3183764" y="1406010"/>
                  </a:lnTo>
                  <a:lnTo>
                    <a:pt x="3184425" y="1383432"/>
                  </a:lnTo>
                  <a:lnTo>
                    <a:pt x="3185085" y="1343431"/>
                  </a:lnTo>
                  <a:lnTo>
                    <a:pt x="3185746" y="1325528"/>
                  </a:lnTo>
                  <a:lnTo>
                    <a:pt x="3186406" y="1308781"/>
                  </a:lnTo>
                  <a:lnTo>
                    <a:pt x="3187067" y="1325528"/>
                  </a:lnTo>
                  <a:lnTo>
                    <a:pt x="3187727" y="1343431"/>
                  </a:lnTo>
                  <a:lnTo>
                    <a:pt x="3188388" y="1383432"/>
                  </a:lnTo>
                  <a:lnTo>
                    <a:pt x="3189049" y="1406010"/>
                  </a:lnTo>
                  <a:lnTo>
                    <a:pt x="3189709" y="1430742"/>
                  </a:lnTo>
                  <a:lnTo>
                    <a:pt x="3190370" y="1430742"/>
                  </a:lnTo>
                  <a:lnTo>
                    <a:pt x="3191030" y="1430742"/>
                  </a:lnTo>
                  <a:lnTo>
                    <a:pt x="3191691" y="1406010"/>
                  </a:lnTo>
                  <a:lnTo>
                    <a:pt x="3192351" y="1362662"/>
                  </a:lnTo>
                  <a:lnTo>
                    <a:pt x="3193012" y="1343431"/>
                  </a:lnTo>
                  <a:lnTo>
                    <a:pt x="3193672" y="1325528"/>
                  </a:lnTo>
                  <a:lnTo>
                    <a:pt x="3194333" y="1278218"/>
                  </a:lnTo>
                  <a:lnTo>
                    <a:pt x="3194993" y="1250878"/>
                  </a:lnTo>
                  <a:lnTo>
                    <a:pt x="3195654" y="1264188"/>
                  </a:lnTo>
                  <a:lnTo>
                    <a:pt x="3196314" y="1264188"/>
                  </a:lnTo>
                  <a:lnTo>
                    <a:pt x="3196975" y="1264188"/>
                  </a:lnTo>
                  <a:lnTo>
                    <a:pt x="3197635" y="1293050"/>
                  </a:lnTo>
                  <a:lnTo>
                    <a:pt x="3198296" y="1325528"/>
                  </a:lnTo>
                  <a:lnTo>
                    <a:pt x="3198956" y="1325528"/>
                  </a:lnTo>
                  <a:lnTo>
                    <a:pt x="3199617" y="1343431"/>
                  </a:lnTo>
                  <a:lnTo>
                    <a:pt x="3200278" y="1362662"/>
                  </a:lnTo>
                  <a:lnTo>
                    <a:pt x="3200938" y="1383432"/>
                  </a:lnTo>
                  <a:lnTo>
                    <a:pt x="3201599" y="1406010"/>
                  </a:lnTo>
                  <a:lnTo>
                    <a:pt x="3202259" y="1430742"/>
                  </a:lnTo>
                  <a:lnTo>
                    <a:pt x="3202920" y="1430742"/>
                  </a:lnTo>
                  <a:lnTo>
                    <a:pt x="3203580" y="1430742"/>
                  </a:lnTo>
                  <a:lnTo>
                    <a:pt x="3204241" y="1430742"/>
                  </a:lnTo>
                  <a:lnTo>
                    <a:pt x="3204901" y="1430742"/>
                  </a:lnTo>
                  <a:lnTo>
                    <a:pt x="3205562" y="1430742"/>
                  </a:lnTo>
                  <a:lnTo>
                    <a:pt x="3206222" y="1430742"/>
                  </a:lnTo>
                  <a:lnTo>
                    <a:pt x="3206883" y="1430742"/>
                  </a:lnTo>
                  <a:lnTo>
                    <a:pt x="3207543" y="1430742"/>
                  </a:lnTo>
                  <a:lnTo>
                    <a:pt x="3208204" y="1430742"/>
                  </a:lnTo>
                  <a:lnTo>
                    <a:pt x="3208864" y="1409573"/>
                  </a:lnTo>
                  <a:lnTo>
                    <a:pt x="3209525" y="1386696"/>
                  </a:lnTo>
                  <a:lnTo>
                    <a:pt x="3210186" y="1346227"/>
                  </a:lnTo>
                  <a:lnTo>
                    <a:pt x="3210846" y="1328136"/>
                  </a:lnTo>
                  <a:lnTo>
                    <a:pt x="3211507" y="1314521"/>
                  </a:lnTo>
                  <a:lnTo>
                    <a:pt x="3212167" y="1312045"/>
                  </a:lnTo>
                  <a:lnTo>
                    <a:pt x="3212828" y="1281117"/>
                  </a:lnTo>
                  <a:lnTo>
                    <a:pt x="3213488" y="1240701"/>
                  </a:lnTo>
                  <a:lnTo>
                    <a:pt x="3214149" y="1195059"/>
                  </a:lnTo>
                  <a:lnTo>
                    <a:pt x="3214809" y="1173004"/>
                  </a:lnTo>
                  <a:lnTo>
                    <a:pt x="3215470" y="1173004"/>
                  </a:lnTo>
                  <a:lnTo>
                    <a:pt x="3216130" y="1192975"/>
                  </a:lnTo>
                  <a:lnTo>
                    <a:pt x="3216791" y="1214611"/>
                  </a:lnTo>
                  <a:lnTo>
                    <a:pt x="3217451" y="1238218"/>
                  </a:lnTo>
                  <a:lnTo>
                    <a:pt x="3218112" y="1224383"/>
                  </a:lnTo>
                  <a:lnTo>
                    <a:pt x="3218772" y="1171567"/>
                  </a:lnTo>
                  <a:lnTo>
                    <a:pt x="3219433" y="1144370"/>
                  </a:lnTo>
                  <a:lnTo>
                    <a:pt x="3220094" y="1162181"/>
                  </a:lnTo>
                  <a:lnTo>
                    <a:pt x="3220754" y="1181305"/>
                  </a:lnTo>
                  <a:lnTo>
                    <a:pt x="3221415" y="1226146"/>
                  </a:lnTo>
                  <a:lnTo>
                    <a:pt x="3222075" y="1278218"/>
                  </a:lnTo>
                  <a:lnTo>
                    <a:pt x="3222736" y="1269709"/>
                  </a:lnTo>
                  <a:lnTo>
                    <a:pt x="3223396" y="1230908"/>
                  </a:lnTo>
                  <a:lnTo>
                    <a:pt x="3224057" y="1207929"/>
                  </a:lnTo>
                  <a:lnTo>
                    <a:pt x="3224717" y="1207929"/>
                  </a:lnTo>
                  <a:lnTo>
                    <a:pt x="3225378" y="1230908"/>
                  </a:lnTo>
                  <a:lnTo>
                    <a:pt x="3226038" y="1293050"/>
                  </a:lnTo>
                  <a:lnTo>
                    <a:pt x="3226699" y="1327264"/>
                  </a:lnTo>
                  <a:lnTo>
                    <a:pt x="3227359" y="1312045"/>
                  </a:lnTo>
                  <a:lnTo>
                    <a:pt x="3228020" y="1253486"/>
                  </a:lnTo>
                  <a:lnTo>
                    <a:pt x="3228680" y="1200344"/>
                  </a:lnTo>
                  <a:lnTo>
                    <a:pt x="3229341" y="1143082"/>
                  </a:lnTo>
                  <a:lnTo>
                    <a:pt x="3230002" y="1117806"/>
                  </a:lnTo>
                  <a:lnTo>
                    <a:pt x="3230662" y="1124894"/>
                  </a:lnTo>
                  <a:lnTo>
                    <a:pt x="3231323" y="1133004"/>
                  </a:lnTo>
                  <a:lnTo>
                    <a:pt x="3231983" y="1154461"/>
                  </a:lnTo>
                  <a:lnTo>
                    <a:pt x="3232644" y="1182797"/>
                  </a:lnTo>
                  <a:lnTo>
                    <a:pt x="3233304" y="1188856"/>
                  </a:lnTo>
                  <a:lnTo>
                    <a:pt x="3233965" y="1178836"/>
                  </a:lnTo>
                  <a:lnTo>
                    <a:pt x="3234625" y="1178836"/>
                  </a:lnTo>
                  <a:lnTo>
                    <a:pt x="3235286" y="1188856"/>
                  </a:lnTo>
                  <a:lnTo>
                    <a:pt x="3235946" y="1210137"/>
                  </a:lnTo>
                  <a:lnTo>
                    <a:pt x="3236607" y="1238218"/>
                  </a:lnTo>
                  <a:lnTo>
                    <a:pt x="3237267" y="1254800"/>
                  </a:lnTo>
                  <a:lnTo>
                    <a:pt x="3237928" y="1232716"/>
                  </a:lnTo>
                  <a:lnTo>
                    <a:pt x="3238588" y="1198747"/>
                  </a:lnTo>
                  <a:lnTo>
                    <a:pt x="3239249" y="1173485"/>
                  </a:lnTo>
                  <a:lnTo>
                    <a:pt x="3239909" y="1154909"/>
                  </a:lnTo>
                  <a:lnTo>
                    <a:pt x="3240570" y="1137156"/>
                  </a:lnTo>
                  <a:lnTo>
                    <a:pt x="3241231" y="1143511"/>
                  </a:lnTo>
                  <a:lnTo>
                    <a:pt x="3241891" y="1135071"/>
                  </a:lnTo>
                  <a:lnTo>
                    <a:pt x="3242552" y="1139257"/>
                  </a:lnTo>
                  <a:lnTo>
                    <a:pt x="3243212" y="1156708"/>
                  </a:lnTo>
                  <a:lnTo>
                    <a:pt x="3243873" y="1192975"/>
                  </a:lnTo>
                  <a:lnTo>
                    <a:pt x="3244533" y="1226146"/>
                  </a:lnTo>
                  <a:lnTo>
                    <a:pt x="3245194" y="1278218"/>
                  </a:lnTo>
                  <a:lnTo>
                    <a:pt x="3245854" y="1293050"/>
                  </a:lnTo>
                  <a:lnTo>
                    <a:pt x="3246515" y="1250878"/>
                  </a:lnTo>
                  <a:lnTo>
                    <a:pt x="3247175" y="1182797"/>
                  </a:lnTo>
                  <a:lnTo>
                    <a:pt x="3247836" y="1122906"/>
                  </a:lnTo>
                  <a:lnTo>
                    <a:pt x="3248496" y="1073950"/>
                  </a:lnTo>
                  <a:lnTo>
                    <a:pt x="3249157" y="1054977"/>
                  </a:lnTo>
                  <a:lnTo>
                    <a:pt x="3249817" y="1073950"/>
                  </a:lnTo>
                  <a:lnTo>
                    <a:pt x="3250478" y="1087415"/>
                  </a:lnTo>
                  <a:lnTo>
                    <a:pt x="3251139" y="1072315"/>
                  </a:lnTo>
                  <a:lnTo>
                    <a:pt x="3251799" y="1047464"/>
                  </a:lnTo>
                  <a:lnTo>
                    <a:pt x="3252460" y="1019414"/>
                  </a:lnTo>
                  <a:lnTo>
                    <a:pt x="3253120" y="998972"/>
                  </a:lnTo>
                  <a:lnTo>
                    <a:pt x="3253781" y="1019414"/>
                  </a:lnTo>
                  <a:lnTo>
                    <a:pt x="3254441" y="1065875"/>
                  </a:lnTo>
                  <a:lnTo>
                    <a:pt x="3255102" y="1120932"/>
                  </a:lnTo>
                  <a:lnTo>
                    <a:pt x="3255762" y="1173004"/>
                  </a:lnTo>
                  <a:lnTo>
                    <a:pt x="3256423" y="1192975"/>
                  </a:lnTo>
                  <a:lnTo>
                    <a:pt x="3257083" y="1173004"/>
                  </a:lnTo>
                  <a:lnTo>
                    <a:pt x="3257744" y="1182797"/>
                  </a:lnTo>
                  <a:lnTo>
                    <a:pt x="3258404" y="1226146"/>
                  </a:lnTo>
                  <a:lnTo>
                    <a:pt x="3259065" y="1278218"/>
                  </a:lnTo>
                  <a:lnTo>
                    <a:pt x="3259725" y="1343431"/>
                  </a:lnTo>
                  <a:lnTo>
                    <a:pt x="3260386" y="1406010"/>
                  </a:lnTo>
                  <a:lnTo>
                    <a:pt x="3261047" y="1430742"/>
                  </a:lnTo>
                  <a:lnTo>
                    <a:pt x="3261707" y="1430742"/>
                  </a:lnTo>
                  <a:lnTo>
                    <a:pt x="3262368" y="1406010"/>
                  </a:lnTo>
                  <a:lnTo>
                    <a:pt x="3263028" y="1362662"/>
                  </a:lnTo>
                  <a:lnTo>
                    <a:pt x="3263689" y="1327264"/>
                  </a:lnTo>
                  <a:lnTo>
                    <a:pt x="3264349" y="1294581"/>
                  </a:lnTo>
                  <a:lnTo>
                    <a:pt x="3265010" y="1265557"/>
                  </a:lnTo>
                  <a:lnTo>
                    <a:pt x="3265670" y="1265557"/>
                  </a:lnTo>
                  <a:lnTo>
                    <a:pt x="3266331" y="1279664"/>
                  </a:lnTo>
                  <a:lnTo>
                    <a:pt x="3266991" y="1250878"/>
                  </a:lnTo>
                  <a:lnTo>
                    <a:pt x="3267652" y="1163567"/>
                  </a:lnTo>
                  <a:lnTo>
                    <a:pt x="3268312" y="1112044"/>
                  </a:lnTo>
                  <a:lnTo>
                    <a:pt x="3268973" y="1090194"/>
                  </a:lnTo>
                  <a:lnTo>
                    <a:pt x="3269633" y="1090194"/>
                  </a:lnTo>
                  <a:lnTo>
                    <a:pt x="3270294" y="1104554"/>
                  </a:lnTo>
                  <a:lnTo>
                    <a:pt x="3270954" y="1162181"/>
                  </a:lnTo>
                  <a:lnTo>
                    <a:pt x="3271615" y="1223214"/>
                  </a:lnTo>
                  <a:lnTo>
                    <a:pt x="3272276" y="1235147"/>
                  </a:lnTo>
                  <a:lnTo>
                    <a:pt x="3272936" y="1166362"/>
                  </a:lnTo>
                  <a:lnTo>
                    <a:pt x="3273597" y="1107898"/>
                  </a:lnTo>
                  <a:lnTo>
                    <a:pt x="3274257" y="1079587"/>
                  </a:lnTo>
                  <a:lnTo>
                    <a:pt x="3274918" y="1088107"/>
                  </a:lnTo>
                  <a:lnTo>
                    <a:pt x="3275578" y="1095130"/>
                  </a:lnTo>
                  <a:lnTo>
                    <a:pt x="3276239" y="1137156"/>
                  </a:lnTo>
                  <a:lnTo>
                    <a:pt x="3276899" y="1192975"/>
                  </a:lnTo>
                  <a:lnTo>
                    <a:pt x="3277560" y="1264188"/>
                  </a:lnTo>
                  <a:lnTo>
                    <a:pt x="3278220" y="1250878"/>
                  </a:lnTo>
                  <a:lnTo>
                    <a:pt x="3278881" y="1264188"/>
                  </a:lnTo>
                  <a:lnTo>
                    <a:pt x="3279541" y="1293050"/>
                  </a:lnTo>
                  <a:lnTo>
                    <a:pt x="3280202" y="1343431"/>
                  </a:lnTo>
                  <a:lnTo>
                    <a:pt x="3280862" y="1362662"/>
                  </a:lnTo>
                  <a:lnTo>
                    <a:pt x="3281523" y="1383432"/>
                  </a:lnTo>
                  <a:lnTo>
                    <a:pt x="3282184" y="1308781"/>
                  </a:lnTo>
                  <a:lnTo>
                    <a:pt x="3282844" y="1214611"/>
                  </a:lnTo>
                  <a:lnTo>
                    <a:pt x="3283505" y="1175904"/>
                  </a:lnTo>
                  <a:lnTo>
                    <a:pt x="3284165" y="1131361"/>
                  </a:lnTo>
                  <a:lnTo>
                    <a:pt x="3284826" y="1100525"/>
                  </a:lnTo>
                  <a:lnTo>
                    <a:pt x="3285486" y="1086381"/>
                  </a:lnTo>
                  <a:lnTo>
                    <a:pt x="3286147" y="1079587"/>
                  </a:lnTo>
                  <a:lnTo>
                    <a:pt x="3286807" y="1058663"/>
                  </a:lnTo>
                  <a:lnTo>
                    <a:pt x="3287468" y="1046577"/>
                  </a:lnTo>
                  <a:lnTo>
                    <a:pt x="3288128" y="1040739"/>
                  </a:lnTo>
                  <a:lnTo>
                    <a:pt x="3288789" y="1058663"/>
                  </a:lnTo>
                  <a:lnTo>
                    <a:pt x="3289449" y="1082962"/>
                  </a:lnTo>
                  <a:lnTo>
                    <a:pt x="3290110" y="1103817"/>
                  </a:lnTo>
                  <a:lnTo>
                    <a:pt x="3290770" y="1135071"/>
                  </a:lnTo>
                  <a:lnTo>
                    <a:pt x="3291431" y="1190393"/>
                  </a:lnTo>
                  <a:lnTo>
                    <a:pt x="3292092" y="1235147"/>
                  </a:lnTo>
                  <a:lnTo>
                    <a:pt x="3292752" y="1293050"/>
                  </a:lnTo>
                  <a:lnTo>
                    <a:pt x="3293413" y="1343431"/>
                  </a:lnTo>
                  <a:lnTo>
                    <a:pt x="3294073" y="1362662"/>
                  </a:lnTo>
                  <a:lnTo>
                    <a:pt x="3294734" y="1325528"/>
                  </a:lnTo>
                  <a:lnTo>
                    <a:pt x="3295394" y="1308781"/>
                  </a:lnTo>
                  <a:lnTo>
                    <a:pt x="3296055" y="1308781"/>
                  </a:lnTo>
                  <a:lnTo>
                    <a:pt x="3296715" y="1325528"/>
                  </a:lnTo>
                  <a:lnTo>
                    <a:pt x="3297376" y="1362662"/>
                  </a:lnTo>
                  <a:lnTo>
                    <a:pt x="3298036" y="1406010"/>
                  </a:lnTo>
                  <a:lnTo>
                    <a:pt x="3298697" y="1430742"/>
                  </a:lnTo>
                  <a:lnTo>
                    <a:pt x="3299357" y="1430742"/>
                  </a:lnTo>
                  <a:lnTo>
                    <a:pt x="3300018" y="1430742"/>
                  </a:lnTo>
                  <a:lnTo>
                    <a:pt x="3300678" y="1430742"/>
                  </a:lnTo>
                  <a:lnTo>
                    <a:pt x="3301339" y="1430742"/>
                  </a:lnTo>
                  <a:lnTo>
                    <a:pt x="3302000" y="1430742"/>
                  </a:lnTo>
                  <a:lnTo>
                    <a:pt x="3302660" y="1430742"/>
                  </a:lnTo>
                  <a:lnTo>
                    <a:pt x="3303321" y="1430742"/>
                  </a:lnTo>
                  <a:lnTo>
                    <a:pt x="3303981" y="1430742"/>
                  </a:lnTo>
                  <a:lnTo>
                    <a:pt x="3304642" y="1430742"/>
                  </a:lnTo>
                  <a:lnTo>
                    <a:pt x="3305302" y="1430742"/>
                  </a:lnTo>
                  <a:lnTo>
                    <a:pt x="3305963" y="1430742"/>
                  </a:lnTo>
                  <a:lnTo>
                    <a:pt x="3306623" y="1430742"/>
                  </a:lnTo>
                  <a:lnTo>
                    <a:pt x="3307284" y="1430742"/>
                  </a:lnTo>
                  <a:lnTo>
                    <a:pt x="3307944" y="1430742"/>
                  </a:lnTo>
                  <a:lnTo>
                    <a:pt x="3308605" y="1406010"/>
                  </a:lnTo>
                  <a:lnTo>
                    <a:pt x="3309265" y="1362662"/>
                  </a:lnTo>
                  <a:lnTo>
                    <a:pt x="3309926" y="1293050"/>
                  </a:lnTo>
                  <a:lnTo>
                    <a:pt x="3310586" y="1264188"/>
                  </a:lnTo>
                  <a:lnTo>
                    <a:pt x="3311247" y="1254142"/>
                  </a:lnTo>
                  <a:lnTo>
                    <a:pt x="3311907" y="1217447"/>
                  </a:lnTo>
                  <a:lnTo>
                    <a:pt x="3312568" y="1185305"/>
                  </a:lnTo>
                  <a:lnTo>
                    <a:pt x="3313229" y="1193494"/>
                  </a:lnTo>
                  <a:lnTo>
                    <a:pt x="3313889" y="1204109"/>
                  </a:lnTo>
                  <a:lnTo>
                    <a:pt x="3314550" y="1201414"/>
                  </a:lnTo>
                  <a:lnTo>
                    <a:pt x="3315210" y="1235758"/>
                  </a:lnTo>
                  <a:lnTo>
                    <a:pt x="3315871" y="1275351"/>
                  </a:lnTo>
                  <a:lnTo>
                    <a:pt x="3316531" y="1264188"/>
                  </a:lnTo>
                  <a:lnTo>
                    <a:pt x="3317192" y="1238218"/>
                  </a:lnTo>
                  <a:lnTo>
                    <a:pt x="3317852" y="1226146"/>
                  </a:lnTo>
                  <a:lnTo>
                    <a:pt x="3318513" y="1226146"/>
                  </a:lnTo>
                  <a:lnTo>
                    <a:pt x="3319173" y="1250878"/>
                  </a:lnTo>
                  <a:lnTo>
                    <a:pt x="3319834" y="1308781"/>
                  </a:lnTo>
                  <a:lnTo>
                    <a:pt x="3320494" y="1308781"/>
                  </a:lnTo>
                  <a:lnTo>
                    <a:pt x="3321155" y="1246376"/>
                  </a:lnTo>
                  <a:lnTo>
                    <a:pt x="3321815" y="1179328"/>
                  </a:lnTo>
                  <a:lnTo>
                    <a:pt x="3322476" y="1103082"/>
                  </a:lnTo>
                  <a:lnTo>
                    <a:pt x="3323137" y="1044226"/>
                  </a:lnTo>
                  <a:lnTo>
                    <a:pt x="3323797" y="1020747"/>
                  </a:lnTo>
                  <a:lnTo>
                    <a:pt x="3324458" y="982778"/>
                  </a:lnTo>
                  <a:lnTo>
                    <a:pt x="3325118" y="944233"/>
                  </a:lnTo>
                  <a:lnTo>
                    <a:pt x="3325779" y="900899"/>
                  </a:lnTo>
                  <a:lnTo>
                    <a:pt x="3326439" y="860442"/>
                  </a:lnTo>
                  <a:lnTo>
                    <a:pt x="3327100" y="833636"/>
                  </a:lnTo>
                  <a:lnTo>
                    <a:pt x="3327760" y="831050"/>
                  </a:lnTo>
                  <a:lnTo>
                    <a:pt x="3328421" y="817393"/>
                  </a:lnTo>
                  <a:lnTo>
                    <a:pt x="3329081" y="808397"/>
                  </a:lnTo>
                  <a:lnTo>
                    <a:pt x="3329742" y="806517"/>
                  </a:lnTo>
                  <a:lnTo>
                    <a:pt x="3330402" y="797318"/>
                  </a:lnTo>
                  <a:lnTo>
                    <a:pt x="3331063" y="772248"/>
                  </a:lnTo>
                  <a:lnTo>
                    <a:pt x="3331723" y="738806"/>
                  </a:lnTo>
                  <a:lnTo>
                    <a:pt x="3332384" y="716776"/>
                  </a:lnTo>
                  <a:lnTo>
                    <a:pt x="3333045" y="681155"/>
                  </a:lnTo>
                  <a:lnTo>
                    <a:pt x="3333705" y="648307"/>
                  </a:lnTo>
                  <a:lnTo>
                    <a:pt x="3334366" y="631080"/>
                  </a:lnTo>
                  <a:lnTo>
                    <a:pt x="3335026" y="646975"/>
                  </a:lnTo>
                  <a:lnTo>
                    <a:pt x="3335687" y="677570"/>
                  </a:lnTo>
                  <a:lnTo>
                    <a:pt x="3336347" y="733363"/>
                  </a:lnTo>
                  <a:lnTo>
                    <a:pt x="3337008" y="805233"/>
                  </a:lnTo>
                  <a:lnTo>
                    <a:pt x="3337668" y="878026"/>
                  </a:lnTo>
                  <a:lnTo>
                    <a:pt x="3338329" y="913669"/>
                  </a:lnTo>
                  <a:lnTo>
                    <a:pt x="3338989" y="906689"/>
                  </a:lnTo>
                  <a:lnTo>
                    <a:pt x="3339650" y="881441"/>
                  </a:lnTo>
                  <a:lnTo>
                    <a:pt x="3340310" y="847514"/>
                  </a:lnTo>
                  <a:lnTo>
                    <a:pt x="3340971" y="786802"/>
                  </a:lnTo>
                  <a:lnTo>
                    <a:pt x="3341631" y="704957"/>
                  </a:lnTo>
                  <a:lnTo>
                    <a:pt x="3342292" y="608844"/>
                  </a:lnTo>
                  <a:lnTo>
                    <a:pt x="3342952" y="534973"/>
                  </a:lnTo>
                  <a:lnTo>
                    <a:pt x="3343613" y="464529"/>
                  </a:lnTo>
                  <a:lnTo>
                    <a:pt x="3344274" y="403771"/>
                  </a:lnTo>
                  <a:lnTo>
                    <a:pt x="3344934" y="379078"/>
                  </a:lnTo>
                  <a:lnTo>
                    <a:pt x="3345595" y="371481"/>
                  </a:lnTo>
                  <a:lnTo>
                    <a:pt x="3346255" y="358939"/>
                  </a:lnTo>
                  <a:lnTo>
                    <a:pt x="3346916" y="363548"/>
                  </a:lnTo>
                  <a:lnTo>
                    <a:pt x="3347576" y="390412"/>
                  </a:lnTo>
                  <a:lnTo>
                    <a:pt x="3348237" y="404466"/>
                  </a:lnTo>
                  <a:lnTo>
                    <a:pt x="3348897" y="421945"/>
                  </a:lnTo>
                  <a:lnTo>
                    <a:pt x="3349558" y="465722"/>
                  </a:lnTo>
                  <a:lnTo>
                    <a:pt x="3350218" y="521908"/>
                  </a:lnTo>
                  <a:lnTo>
                    <a:pt x="3350879" y="591923"/>
                  </a:lnTo>
                  <a:lnTo>
                    <a:pt x="3351539" y="667993"/>
                  </a:lnTo>
                  <a:lnTo>
                    <a:pt x="3352200" y="742895"/>
                  </a:lnTo>
                  <a:lnTo>
                    <a:pt x="3352860" y="792728"/>
                  </a:lnTo>
                  <a:lnTo>
                    <a:pt x="3353521" y="823444"/>
                  </a:lnTo>
                  <a:lnTo>
                    <a:pt x="3354182" y="804071"/>
                  </a:lnTo>
                  <a:lnTo>
                    <a:pt x="3354842" y="810409"/>
                  </a:lnTo>
                  <a:lnTo>
                    <a:pt x="3355503" y="845330"/>
                  </a:lnTo>
                  <a:lnTo>
                    <a:pt x="3356163" y="907551"/>
                  </a:lnTo>
                  <a:lnTo>
                    <a:pt x="3356824" y="950680"/>
                  </a:lnTo>
                  <a:lnTo>
                    <a:pt x="3357484" y="1005189"/>
                  </a:lnTo>
                  <a:lnTo>
                    <a:pt x="3358145" y="1083302"/>
                  </a:lnTo>
                  <a:lnTo>
                    <a:pt x="3358805" y="1162181"/>
                  </a:lnTo>
                  <a:lnTo>
                    <a:pt x="3359466" y="1191422"/>
                  </a:lnTo>
                  <a:lnTo>
                    <a:pt x="3360126" y="1191422"/>
                  </a:lnTo>
                  <a:lnTo>
                    <a:pt x="3360787" y="1191422"/>
                  </a:lnTo>
                  <a:lnTo>
                    <a:pt x="3361447" y="1163567"/>
                  </a:lnTo>
                  <a:lnTo>
                    <a:pt x="3362108" y="1154461"/>
                  </a:lnTo>
                  <a:lnTo>
                    <a:pt x="3362768" y="1172045"/>
                  </a:lnTo>
                  <a:lnTo>
                    <a:pt x="3363429" y="1202489"/>
                  </a:lnTo>
                  <a:lnTo>
                    <a:pt x="3364090" y="1213486"/>
                  </a:lnTo>
                  <a:lnTo>
                    <a:pt x="3364750" y="1182797"/>
                  </a:lnTo>
                  <a:lnTo>
                    <a:pt x="3365411" y="1083642"/>
                  </a:lnTo>
                  <a:lnTo>
                    <a:pt x="3366071" y="980251"/>
                  </a:lnTo>
                  <a:lnTo>
                    <a:pt x="3366732" y="926728"/>
                  </a:lnTo>
                  <a:lnTo>
                    <a:pt x="3367392" y="910854"/>
                  </a:lnTo>
                  <a:lnTo>
                    <a:pt x="3368053" y="915622"/>
                  </a:lnTo>
                  <a:lnTo>
                    <a:pt x="3368713" y="930664"/>
                  </a:lnTo>
                  <a:lnTo>
                    <a:pt x="3369374" y="966016"/>
                  </a:lnTo>
                  <a:lnTo>
                    <a:pt x="3370034" y="989798"/>
                  </a:lnTo>
                  <a:lnTo>
                    <a:pt x="3370695" y="987437"/>
                  </a:lnTo>
                  <a:lnTo>
                    <a:pt x="3371355" y="967318"/>
                  </a:lnTo>
                  <a:lnTo>
                    <a:pt x="3372016" y="994586"/>
                  </a:lnTo>
                  <a:lnTo>
                    <a:pt x="3372676" y="1029167"/>
                  </a:lnTo>
                  <a:lnTo>
                    <a:pt x="3373337" y="1051344"/>
                  </a:lnTo>
                  <a:lnTo>
                    <a:pt x="3373997" y="1063029"/>
                  </a:lnTo>
                  <a:lnTo>
                    <a:pt x="3374658" y="1103817"/>
                  </a:lnTo>
                  <a:lnTo>
                    <a:pt x="3375319" y="1104185"/>
                  </a:lnTo>
                  <a:lnTo>
                    <a:pt x="3375979" y="1099076"/>
                  </a:lnTo>
                  <a:lnTo>
                    <a:pt x="3376640" y="1128917"/>
                  </a:lnTo>
                  <a:lnTo>
                    <a:pt x="3377300" y="1182797"/>
                  </a:lnTo>
                  <a:lnTo>
                    <a:pt x="3377961" y="1226146"/>
                  </a:lnTo>
                  <a:lnTo>
                    <a:pt x="3378621" y="1278218"/>
                  </a:lnTo>
                  <a:lnTo>
                    <a:pt x="3379282" y="1325528"/>
                  </a:lnTo>
                  <a:lnTo>
                    <a:pt x="3379942" y="1293050"/>
                  </a:lnTo>
                  <a:lnTo>
                    <a:pt x="3380603" y="1250878"/>
                  </a:lnTo>
                  <a:lnTo>
                    <a:pt x="3381263" y="1214611"/>
                  </a:lnTo>
                  <a:lnTo>
                    <a:pt x="3381924" y="1173004"/>
                  </a:lnTo>
                  <a:lnTo>
                    <a:pt x="3382584" y="1154461"/>
                  </a:lnTo>
                  <a:lnTo>
                    <a:pt x="3383245" y="1173004"/>
                  </a:lnTo>
                  <a:lnTo>
                    <a:pt x="3383905" y="1214611"/>
                  </a:lnTo>
                  <a:lnTo>
                    <a:pt x="3384566" y="1250878"/>
                  </a:lnTo>
                  <a:lnTo>
                    <a:pt x="3385227" y="1293050"/>
                  </a:lnTo>
                  <a:lnTo>
                    <a:pt x="3385887" y="1293050"/>
                  </a:lnTo>
                  <a:lnTo>
                    <a:pt x="3386548" y="1264872"/>
                  </a:lnTo>
                  <a:lnTo>
                    <a:pt x="3387208" y="1227328"/>
                  </a:lnTo>
                  <a:lnTo>
                    <a:pt x="3387869" y="1194015"/>
                  </a:lnTo>
                  <a:lnTo>
                    <a:pt x="3388529" y="1194015"/>
                  </a:lnTo>
                  <a:lnTo>
                    <a:pt x="3389190" y="1203028"/>
                  </a:lnTo>
                  <a:lnTo>
                    <a:pt x="3389850" y="1213486"/>
                  </a:lnTo>
                  <a:lnTo>
                    <a:pt x="3390511" y="1243838"/>
                  </a:lnTo>
                  <a:lnTo>
                    <a:pt x="3391171" y="1300011"/>
                  </a:lnTo>
                  <a:lnTo>
                    <a:pt x="3391832" y="1333432"/>
                  </a:lnTo>
                  <a:lnTo>
                    <a:pt x="3392492" y="1374923"/>
                  </a:lnTo>
                  <a:lnTo>
                    <a:pt x="3393153" y="1318699"/>
                  </a:lnTo>
                  <a:lnTo>
                    <a:pt x="3393813" y="1238218"/>
                  </a:lnTo>
                  <a:lnTo>
                    <a:pt x="3394474" y="1182797"/>
                  </a:lnTo>
                  <a:lnTo>
                    <a:pt x="3395135" y="1145664"/>
                  </a:lnTo>
                  <a:lnTo>
                    <a:pt x="3395795" y="1113186"/>
                  </a:lnTo>
                  <a:lnTo>
                    <a:pt x="3396456" y="1103817"/>
                  </a:lnTo>
                  <a:lnTo>
                    <a:pt x="3397116" y="1075926"/>
                  </a:lnTo>
                  <a:lnTo>
                    <a:pt x="3397777" y="1031942"/>
                  </a:lnTo>
                  <a:lnTo>
                    <a:pt x="3398437" y="1000945"/>
                  </a:lnTo>
                  <a:lnTo>
                    <a:pt x="3399098" y="981856"/>
                  </a:lnTo>
                  <a:lnTo>
                    <a:pt x="3399758" y="987672"/>
                  </a:lnTo>
                  <a:lnTo>
                    <a:pt x="3400419" y="1007210"/>
                  </a:lnTo>
                  <a:lnTo>
                    <a:pt x="3401079" y="1035312"/>
                  </a:lnTo>
                  <a:lnTo>
                    <a:pt x="3401740" y="1041606"/>
                  </a:lnTo>
                  <a:lnTo>
                    <a:pt x="3402400" y="1065875"/>
                  </a:lnTo>
                  <a:lnTo>
                    <a:pt x="3403061" y="1092651"/>
                  </a:lnTo>
                  <a:lnTo>
                    <a:pt x="3403721" y="1130544"/>
                  </a:lnTo>
                  <a:lnTo>
                    <a:pt x="3404382" y="1184801"/>
                  </a:lnTo>
                  <a:lnTo>
                    <a:pt x="3405043" y="1264188"/>
                  </a:lnTo>
                  <a:lnTo>
                    <a:pt x="3405703" y="1308781"/>
                  </a:lnTo>
                  <a:lnTo>
                    <a:pt x="3406364" y="1308781"/>
                  </a:lnTo>
                  <a:lnTo>
                    <a:pt x="3407024" y="1307972"/>
                  </a:lnTo>
                  <a:lnTo>
                    <a:pt x="3407685" y="1292288"/>
                  </a:lnTo>
                  <a:lnTo>
                    <a:pt x="3408345" y="1254800"/>
                  </a:lnTo>
                  <a:lnTo>
                    <a:pt x="3409006" y="1218018"/>
                  </a:lnTo>
                  <a:lnTo>
                    <a:pt x="3409666" y="1206832"/>
                  </a:lnTo>
                  <a:lnTo>
                    <a:pt x="3410327" y="1196633"/>
                  </a:lnTo>
                  <a:lnTo>
                    <a:pt x="3410987" y="1196633"/>
                  </a:lnTo>
                  <a:lnTo>
                    <a:pt x="3411648" y="1238218"/>
                  </a:lnTo>
                  <a:lnTo>
                    <a:pt x="3412308" y="1293050"/>
                  </a:lnTo>
                  <a:lnTo>
                    <a:pt x="3412969" y="1325528"/>
                  </a:lnTo>
                  <a:lnTo>
                    <a:pt x="3413629" y="1362662"/>
                  </a:lnTo>
                  <a:lnTo>
                    <a:pt x="3414290" y="1406010"/>
                  </a:lnTo>
                  <a:lnTo>
                    <a:pt x="3414950" y="1430742"/>
                  </a:lnTo>
                  <a:lnTo>
                    <a:pt x="3415611" y="1406010"/>
                  </a:lnTo>
                  <a:lnTo>
                    <a:pt x="3416272" y="1343431"/>
                  </a:lnTo>
                  <a:lnTo>
                    <a:pt x="3416932" y="1308781"/>
                  </a:lnTo>
                  <a:lnTo>
                    <a:pt x="3417593" y="1293050"/>
                  </a:lnTo>
                  <a:lnTo>
                    <a:pt x="3418253" y="1278218"/>
                  </a:lnTo>
                  <a:lnTo>
                    <a:pt x="3418914" y="1293050"/>
                  </a:lnTo>
                  <a:lnTo>
                    <a:pt x="3419574" y="1343431"/>
                  </a:lnTo>
                  <a:lnTo>
                    <a:pt x="3420235" y="1383432"/>
                  </a:lnTo>
                  <a:lnTo>
                    <a:pt x="3420895" y="1406010"/>
                  </a:lnTo>
                  <a:lnTo>
                    <a:pt x="3421556" y="1430742"/>
                  </a:lnTo>
                  <a:lnTo>
                    <a:pt x="3422216" y="1406010"/>
                  </a:lnTo>
                  <a:lnTo>
                    <a:pt x="3422877" y="1351909"/>
                  </a:lnTo>
                  <a:lnTo>
                    <a:pt x="3423537" y="1300011"/>
                  </a:lnTo>
                  <a:lnTo>
                    <a:pt x="3424198" y="1256783"/>
                  </a:lnTo>
                  <a:lnTo>
                    <a:pt x="3424858" y="1243838"/>
                  </a:lnTo>
                  <a:lnTo>
                    <a:pt x="3425519" y="1256783"/>
                  </a:lnTo>
                  <a:lnTo>
                    <a:pt x="3426180" y="1293050"/>
                  </a:lnTo>
                  <a:lnTo>
                    <a:pt x="3426840" y="1343431"/>
                  </a:lnTo>
                  <a:lnTo>
                    <a:pt x="3427501" y="1406010"/>
                  </a:lnTo>
                  <a:lnTo>
                    <a:pt x="3428161" y="1430742"/>
                  </a:lnTo>
                  <a:lnTo>
                    <a:pt x="3428822" y="1430742"/>
                  </a:lnTo>
                  <a:lnTo>
                    <a:pt x="3429482" y="1406010"/>
                  </a:lnTo>
                  <a:lnTo>
                    <a:pt x="3430143" y="1383432"/>
                  </a:lnTo>
                  <a:lnTo>
                    <a:pt x="3430803" y="1362662"/>
                  </a:lnTo>
                  <a:lnTo>
                    <a:pt x="3431464" y="1343431"/>
                  </a:lnTo>
                  <a:lnTo>
                    <a:pt x="3432124" y="1308781"/>
                  </a:lnTo>
                  <a:lnTo>
                    <a:pt x="3432785" y="1293050"/>
                  </a:lnTo>
                  <a:lnTo>
                    <a:pt x="3433445" y="1278218"/>
                  </a:lnTo>
                  <a:lnTo>
                    <a:pt x="3434106" y="1264188"/>
                  </a:lnTo>
                  <a:lnTo>
                    <a:pt x="3434766" y="1250878"/>
                  </a:lnTo>
                  <a:lnTo>
                    <a:pt x="3435427" y="1264188"/>
                  </a:lnTo>
                  <a:lnTo>
                    <a:pt x="3436088" y="1264188"/>
                  </a:lnTo>
                  <a:lnTo>
                    <a:pt x="3436748" y="1238218"/>
                  </a:lnTo>
                  <a:lnTo>
                    <a:pt x="3437409" y="1203568"/>
                  </a:lnTo>
                  <a:lnTo>
                    <a:pt x="3438069" y="1183797"/>
                  </a:lnTo>
                  <a:lnTo>
                    <a:pt x="3438730" y="1173967"/>
                  </a:lnTo>
                  <a:lnTo>
                    <a:pt x="3439390" y="1183797"/>
                  </a:lnTo>
                  <a:lnTo>
                    <a:pt x="3440051" y="1204651"/>
                  </a:lnTo>
                  <a:lnTo>
                    <a:pt x="3440711" y="1252179"/>
                  </a:lnTo>
                  <a:lnTo>
                    <a:pt x="3441372" y="1293050"/>
                  </a:lnTo>
                  <a:lnTo>
                    <a:pt x="3442032" y="1308781"/>
                  </a:lnTo>
                  <a:lnTo>
                    <a:pt x="3442693" y="1308781"/>
                  </a:lnTo>
                  <a:lnTo>
                    <a:pt x="3443353" y="1325528"/>
                  </a:lnTo>
                  <a:lnTo>
                    <a:pt x="3444014" y="1325528"/>
                  </a:lnTo>
                  <a:lnTo>
                    <a:pt x="3444674" y="1308781"/>
                  </a:lnTo>
                  <a:lnTo>
                    <a:pt x="3445335" y="1308781"/>
                  </a:lnTo>
                  <a:lnTo>
                    <a:pt x="3445995" y="1293050"/>
                  </a:lnTo>
                  <a:lnTo>
                    <a:pt x="3446656" y="1250878"/>
                  </a:lnTo>
                  <a:lnTo>
                    <a:pt x="3447317" y="1214611"/>
                  </a:lnTo>
                  <a:lnTo>
                    <a:pt x="3447977" y="1212365"/>
                  </a:lnTo>
                  <a:lnTo>
                    <a:pt x="3448638" y="1201414"/>
                  </a:lnTo>
                  <a:lnTo>
                    <a:pt x="3449298" y="1189879"/>
                  </a:lnTo>
                  <a:lnTo>
                    <a:pt x="3449959" y="1211249"/>
                  </a:lnTo>
                  <a:lnTo>
                    <a:pt x="3450619" y="1260123"/>
                  </a:lnTo>
                  <a:lnTo>
                    <a:pt x="3451280" y="1291528"/>
                  </a:lnTo>
                  <a:lnTo>
                    <a:pt x="3451940" y="1323804"/>
                  </a:lnTo>
                  <a:lnTo>
                    <a:pt x="3452601" y="1383432"/>
                  </a:lnTo>
                  <a:lnTo>
                    <a:pt x="3453261" y="1430742"/>
                  </a:lnTo>
                  <a:lnTo>
                    <a:pt x="3453922" y="1430742"/>
                  </a:lnTo>
                  <a:lnTo>
                    <a:pt x="3454582" y="1430742"/>
                  </a:lnTo>
                  <a:lnTo>
                    <a:pt x="3455243" y="1430742"/>
                  </a:lnTo>
                  <a:lnTo>
                    <a:pt x="3455903" y="1430742"/>
                  </a:lnTo>
                  <a:lnTo>
                    <a:pt x="3456564" y="1430742"/>
                  </a:lnTo>
                  <a:lnTo>
                    <a:pt x="3457225" y="1430742"/>
                  </a:lnTo>
                  <a:lnTo>
                    <a:pt x="3457885" y="1430742"/>
                  </a:lnTo>
                  <a:lnTo>
                    <a:pt x="3458546" y="1430742"/>
                  </a:lnTo>
                  <a:lnTo>
                    <a:pt x="3459206" y="1430742"/>
                  </a:lnTo>
                  <a:lnTo>
                    <a:pt x="3459867" y="1430742"/>
                  </a:lnTo>
                  <a:lnTo>
                    <a:pt x="3460527" y="1430742"/>
                  </a:lnTo>
                  <a:lnTo>
                    <a:pt x="3461188" y="1430742"/>
                  </a:lnTo>
                  <a:lnTo>
                    <a:pt x="3461848" y="1430742"/>
                  </a:lnTo>
                  <a:lnTo>
                    <a:pt x="3462509" y="1430742"/>
                  </a:lnTo>
                  <a:lnTo>
                    <a:pt x="3463169" y="1430742"/>
                  </a:lnTo>
                  <a:lnTo>
                    <a:pt x="3463830" y="1430742"/>
                  </a:lnTo>
                  <a:lnTo>
                    <a:pt x="3464490" y="1430742"/>
                  </a:lnTo>
                  <a:lnTo>
                    <a:pt x="3465151" y="1430742"/>
                  </a:lnTo>
                  <a:lnTo>
                    <a:pt x="3465811" y="1430742"/>
                  </a:lnTo>
                  <a:lnTo>
                    <a:pt x="3466472" y="1430742"/>
                  </a:lnTo>
                  <a:lnTo>
                    <a:pt x="3467133" y="1406010"/>
                  </a:lnTo>
                  <a:lnTo>
                    <a:pt x="3467793" y="1362662"/>
                  </a:lnTo>
                  <a:lnTo>
                    <a:pt x="3468454" y="1325528"/>
                  </a:lnTo>
                  <a:lnTo>
                    <a:pt x="3469114" y="1308781"/>
                  </a:lnTo>
                  <a:lnTo>
                    <a:pt x="3469775" y="1308781"/>
                  </a:lnTo>
                  <a:lnTo>
                    <a:pt x="3470435" y="1325528"/>
                  </a:lnTo>
                  <a:lnTo>
                    <a:pt x="3471096" y="1362662"/>
                  </a:lnTo>
                  <a:lnTo>
                    <a:pt x="3471756" y="1406010"/>
                  </a:lnTo>
                  <a:lnTo>
                    <a:pt x="3472417" y="1430742"/>
                  </a:lnTo>
                  <a:lnTo>
                    <a:pt x="3473077" y="1430742"/>
                  </a:lnTo>
                  <a:lnTo>
                    <a:pt x="3473738" y="1430742"/>
                  </a:lnTo>
                  <a:lnTo>
                    <a:pt x="3474398" y="1430742"/>
                  </a:lnTo>
                  <a:lnTo>
                    <a:pt x="3475059" y="1430742"/>
                  </a:lnTo>
                  <a:lnTo>
                    <a:pt x="3475719" y="1430742"/>
                  </a:lnTo>
                  <a:lnTo>
                    <a:pt x="3476380" y="1430742"/>
                  </a:lnTo>
                  <a:lnTo>
                    <a:pt x="3477041" y="1430742"/>
                  </a:lnTo>
                  <a:lnTo>
                    <a:pt x="3477701" y="1430742"/>
                  </a:lnTo>
                  <a:lnTo>
                    <a:pt x="3478362" y="1430742"/>
                  </a:lnTo>
                  <a:lnTo>
                    <a:pt x="3479022" y="1430742"/>
                  </a:lnTo>
                  <a:lnTo>
                    <a:pt x="3479683" y="1430742"/>
                  </a:lnTo>
                  <a:lnTo>
                    <a:pt x="3480343" y="1430742"/>
                  </a:lnTo>
                  <a:lnTo>
                    <a:pt x="3481004" y="1430742"/>
                  </a:lnTo>
                  <a:lnTo>
                    <a:pt x="3481664" y="1430742"/>
                  </a:lnTo>
                  <a:lnTo>
                    <a:pt x="3482325" y="1430742"/>
                  </a:lnTo>
                  <a:lnTo>
                    <a:pt x="3482985" y="1413186"/>
                  </a:lnTo>
                  <a:lnTo>
                    <a:pt x="3483646" y="1360673"/>
                  </a:lnTo>
                  <a:lnTo>
                    <a:pt x="3484306" y="1287015"/>
                  </a:lnTo>
                  <a:lnTo>
                    <a:pt x="3484967" y="1159886"/>
                  </a:lnTo>
                  <a:lnTo>
                    <a:pt x="3485627" y="1063974"/>
                  </a:lnTo>
                  <a:lnTo>
                    <a:pt x="3486288" y="1032501"/>
                  </a:lnTo>
                  <a:lnTo>
                    <a:pt x="3486948" y="1040451"/>
                  </a:lnTo>
                  <a:lnTo>
                    <a:pt x="3487609" y="1054064"/>
                  </a:lnTo>
                  <a:lnTo>
                    <a:pt x="3488270" y="1123302"/>
                  </a:lnTo>
                  <a:lnTo>
                    <a:pt x="3488930" y="1250878"/>
                  </a:lnTo>
                  <a:lnTo>
                    <a:pt x="3489591" y="1343431"/>
                  </a:lnTo>
                  <a:lnTo>
                    <a:pt x="3490251" y="1362662"/>
                  </a:lnTo>
                  <a:lnTo>
                    <a:pt x="3490912" y="1406010"/>
                  </a:lnTo>
                  <a:lnTo>
                    <a:pt x="3491572" y="1387793"/>
                  </a:lnTo>
                  <a:lnTo>
                    <a:pt x="3492233" y="1347165"/>
                  </a:lnTo>
                  <a:lnTo>
                    <a:pt x="3492893" y="1312045"/>
                  </a:lnTo>
                  <a:lnTo>
                    <a:pt x="3493554" y="1296121"/>
                  </a:lnTo>
                  <a:lnTo>
                    <a:pt x="3494214" y="1273929"/>
                  </a:lnTo>
                  <a:lnTo>
                    <a:pt x="3494875" y="1285528"/>
                  </a:lnTo>
                  <a:lnTo>
                    <a:pt x="3495535" y="1300797"/>
                  </a:lnTo>
                  <a:lnTo>
                    <a:pt x="3496196" y="1334326"/>
                  </a:lnTo>
                  <a:lnTo>
                    <a:pt x="3496856" y="1334326"/>
                  </a:lnTo>
                  <a:lnTo>
                    <a:pt x="3497517" y="1325528"/>
                  </a:lnTo>
                  <a:lnTo>
                    <a:pt x="3498178" y="1325528"/>
                  </a:lnTo>
                  <a:lnTo>
                    <a:pt x="3498838" y="1343431"/>
                  </a:lnTo>
                  <a:lnTo>
                    <a:pt x="3499499" y="1343431"/>
                  </a:lnTo>
                  <a:lnTo>
                    <a:pt x="3500159" y="1343431"/>
                  </a:lnTo>
                  <a:lnTo>
                    <a:pt x="3500820" y="1343431"/>
                  </a:lnTo>
                  <a:lnTo>
                    <a:pt x="3501480" y="1343431"/>
                  </a:lnTo>
                  <a:lnTo>
                    <a:pt x="3502141" y="1343431"/>
                  </a:lnTo>
                  <a:lnTo>
                    <a:pt x="3502801" y="1330771"/>
                  </a:lnTo>
                  <a:lnTo>
                    <a:pt x="3503462" y="1313693"/>
                  </a:lnTo>
                  <a:lnTo>
                    <a:pt x="3504122" y="1313693"/>
                  </a:lnTo>
                  <a:lnTo>
                    <a:pt x="3504783" y="1313693"/>
                  </a:lnTo>
                  <a:lnTo>
                    <a:pt x="3505443" y="1313693"/>
                  </a:lnTo>
                  <a:lnTo>
                    <a:pt x="3506104" y="1325528"/>
                  </a:lnTo>
                  <a:lnTo>
                    <a:pt x="3506764" y="1362662"/>
                  </a:lnTo>
                  <a:lnTo>
                    <a:pt x="3507425" y="1362662"/>
                  </a:lnTo>
                  <a:lnTo>
                    <a:pt x="3508086" y="1293050"/>
                  </a:lnTo>
                  <a:lnTo>
                    <a:pt x="3508746" y="1236985"/>
                  </a:lnTo>
                  <a:lnTo>
                    <a:pt x="3509407" y="1213486"/>
                  </a:lnTo>
                  <a:lnTo>
                    <a:pt x="3510067" y="1172045"/>
                  </a:lnTo>
                  <a:lnTo>
                    <a:pt x="3510728" y="1136320"/>
                  </a:lnTo>
                  <a:lnTo>
                    <a:pt x="3511388" y="1144801"/>
                  </a:lnTo>
                  <a:lnTo>
                    <a:pt x="3512049" y="1168715"/>
                  </a:lnTo>
                  <a:lnTo>
                    <a:pt x="3512709" y="1178345"/>
                  </a:lnTo>
                  <a:lnTo>
                    <a:pt x="3513370" y="1220892"/>
                  </a:lnTo>
                  <a:lnTo>
                    <a:pt x="3514030" y="1301584"/>
                  </a:lnTo>
                  <a:lnTo>
                    <a:pt x="3514691" y="1373879"/>
                  </a:lnTo>
                  <a:lnTo>
                    <a:pt x="3515351" y="1406010"/>
                  </a:lnTo>
                  <a:lnTo>
                    <a:pt x="3516012" y="1430742"/>
                  </a:lnTo>
                  <a:lnTo>
                    <a:pt x="3516672" y="1430742"/>
                  </a:lnTo>
                  <a:lnTo>
                    <a:pt x="3517333" y="1430742"/>
                  </a:lnTo>
                  <a:lnTo>
                    <a:pt x="3517993" y="1430742"/>
                  </a:lnTo>
                  <a:lnTo>
                    <a:pt x="3518654" y="1430742"/>
                  </a:lnTo>
                  <a:lnTo>
                    <a:pt x="3519315" y="1406010"/>
                  </a:lnTo>
                  <a:lnTo>
                    <a:pt x="3519975" y="1362662"/>
                  </a:lnTo>
                  <a:lnTo>
                    <a:pt x="3520636" y="1343431"/>
                  </a:lnTo>
                  <a:lnTo>
                    <a:pt x="3521296" y="1343431"/>
                  </a:lnTo>
                  <a:lnTo>
                    <a:pt x="3521957" y="1343431"/>
                  </a:lnTo>
                  <a:lnTo>
                    <a:pt x="3522617" y="1362662"/>
                  </a:lnTo>
                  <a:lnTo>
                    <a:pt x="3523278" y="1406010"/>
                  </a:lnTo>
                  <a:lnTo>
                    <a:pt x="3523938" y="1430742"/>
                  </a:lnTo>
                  <a:lnTo>
                    <a:pt x="3524599" y="1430742"/>
                  </a:lnTo>
                  <a:lnTo>
                    <a:pt x="3525259" y="1406010"/>
                  </a:lnTo>
                  <a:lnTo>
                    <a:pt x="3525920" y="1362662"/>
                  </a:lnTo>
                  <a:lnTo>
                    <a:pt x="3526580" y="1343431"/>
                  </a:lnTo>
                  <a:lnTo>
                    <a:pt x="3527241" y="1325528"/>
                  </a:lnTo>
                  <a:lnTo>
                    <a:pt x="3527901" y="1325528"/>
                  </a:lnTo>
                  <a:lnTo>
                    <a:pt x="3528562" y="1325528"/>
                  </a:lnTo>
                  <a:lnTo>
                    <a:pt x="3529223" y="1325528"/>
                  </a:lnTo>
                  <a:lnTo>
                    <a:pt x="3529883" y="1325528"/>
                  </a:lnTo>
                  <a:lnTo>
                    <a:pt x="3530544" y="1325528"/>
                  </a:lnTo>
                  <a:lnTo>
                    <a:pt x="3531204" y="1308781"/>
                  </a:lnTo>
                  <a:lnTo>
                    <a:pt x="3531865" y="1296121"/>
                  </a:lnTo>
                  <a:lnTo>
                    <a:pt x="3532525" y="1256120"/>
                  </a:lnTo>
                  <a:lnTo>
                    <a:pt x="3533186" y="1207929"/>
                  </a:lnTo>
                  <a:lnTo>
                    <a:pt x="3533846" y="1184801"/>
                  </a:lnTo>
                  <a:lnTo>
                    <a:pt x="3534507" y="1170137"/>
                  </a:lnTo>
                  <a:lnTo>
                    <a:pt x="3535167" y="1168243"/>
                  </a:lnTo>
                  <a:lnTo>
                    <a:pt x="3535828" y="1196107"/>
                  </a:lnTo>
                  <a:lnTo>
                    <a:pt x="3536488" y="1241951"/>
                  </a:lnTo>
                  <a:lnTo>
                    <a:pt x="3537149" y="1271108"/>
                  </a:lnTo>
                  <a:lnTo>
                    <a:pt x="3537809" y="1308781"/>
                  </a:lnTo>
                  <a:lnTo>
                    <a:pt x="3538470" y="1343431"/>
                  </a:lnTo>
                  <a:lnTo>
                    <a:pt x="3539131" y="1383432"/>
                  </a:lnTo>
                  <a:lnTo>
                    <a:pt x="3539791" y="1406010"/>
                  </a:lnTo>
                  <a:lnTo>
                    <a:pt x="3540452" y="1430742"/>
                  </a:lnTo>
                  <a:lnTo>
                    <a:pt x="3541112" y="1430742"/>
                  </a:lnTo>
                  <a:lnTo>
                    <a:pt x="3541773" y="1430742"/>
                  </a:lnTo>
                  <a:lnTo>
                    <a:pt x="3542433" y="1430742"/>
                  </a:lnTo>
                  <a:lnTo>
                    <a:pt x="3543094" y="1430742"/>
                  </a:lnTo>
                  <a:lnTo>
                    <a:pt x="3543754" y="1430742"/>
                  </a:lnTo>
                  <a:lnTo>
                    <a:pt x="3544415" y="1430742"/>
                  </a:lnTo>
                  <a:lnTo>
                    <a:pt x="3545075" y="1396742"/>
                  </a:lnTo>
                  <a:lnTo>
                    <a:pt x="3545736" y="1354798"/>
                  </a:lnTo>
                  <a:lnTo>
                    <a:pt x="3546396" y="1336121"/>
                  </a:lnTo>
                  <a:lnTo>
                    <a:pt x="3547057" y="1336121"/>
                  </a:lnTo>
                  <a:lnTo>
                    <a:pt x="3547717" y="1336121"/>
                  </a:lnTo>
                  <a:lnTo>
                    <a:pt x="3548378" y="1362662"/>
                  </a:lnTo>
                  <a:lnTo>
                    <a:pt x="3549039" y="1383432"/>
                  </a:lnTo>
                  <a:lnTo>
                    <a:pt x="3549699" y="1362662"/>
                  </a:lnTo>
                  <a:lnTo>
                    <a:pt x="3550360" y="1293050"/>
                  </a:lnTo>
                  <a:lnTo>
                    <a:pt x="3551020" y="1259452"/>
                  </a:lnTo>
                  <a:lnTo>
                    <a:pt x="3551681" y="1222050"/>
                  </a:lnTo>
                  <a:lnTo>
                    <a:pt x="3552341" y="1210692"/>
                  </a:lnTo>
                  <a:lnTo>
                    <a:pt x="3553002" y="1210692"/>
                  </a:lnTo>
                  <a:lnTo>
                    <a:pt x="3553662" y="1246376"/>
                  </a:lnTo>
                  <a:lnTo>
                    <a:pt x="3554323" y="1250878"/>
                  </a:lnTo>
                  <a:lnTo>
                    <a:pt x="3554983" y="1278218"/>
                  </a:lnTo>
                  <a:lnTo>
                    <a:pt x="3555644" y="1308781"/>
                  </a:lnTo>
                  <a:lnTo>
                    <a:pt x="3556304" y="1343431"/>
                  </a:lnTo>
                  <a:lnTo>
                    <a:pt x="3556965" y="1362662"/>
                  </a:lnTo>
                  <a:lnTo>
                    <a:pt x="3557625" y="1406010"/>
                  </a:lnTo>
                  <a:lnTo>
                    <a:pt x="3558286" y="1430742"/>
                  </a:lnTo>
                  <a:lnTo>
                    <a:pt x="3558946" y="1430742"/>
                  </a:lnTo>
                  <a:lnTo>
                    <a:pt x="3559607" y="1430742"/>
                  </a:lnTo>
                  <a:lnTo>
                    <a:pt x="3560268" y="1430742"/>
                  </a:lnTo>
                  <a:lnTo>
                    <a:pt x="3560928" y="1430742"/>
                  </a:lnTo>
                  <a:lnTo>
                    <a:pt x="3561589" y="1430742"/>
                  </a:lnTo>
                  <a:lnTo>
                    <a:pt x="3562249" y="1430742"/>
                  </a:lnTo>
                  <a:lnTo>
                    <a:pt x="3562910" y="1430742"/>
                  </a:lnTo>
                  <a:lnTo>
                    <a:pt x="3563570" y="1430742"/>
                  </a:lnTo>
                  <a:lnTo>
                    <a:pt x="3564231" y="1430742"/>
                  </a:lnTo>
                  <a:lnTo>
                    <a:pt x="3564891" y="1430742"/>
                  </a:lnTo>
                  <a:lnTo>
                    <a:pt x="3565552" y="1406010"/>
                  </a:lnTo>
                  <a:lnTo>
                    <a:pt x="3566212" y="1343431"/>
                  </a:lnTo>
                  <a:lnTo>
                    <a:pt x="3566873" y="1293050"/>
                  </a:lnTo>
                  <a:lnTo>
                    <a:pt x="3567533" y="1273221"/>
                  </a:lnTo>
                  <a:lnTo>
                    <a:pt x="3568194" y="1246376"/>
                  </a:lnTo>
                  <a:lnTo>
                    <a:pt x="3568854" y="1233928"/>
                  </a:lnTo>
                  <a:lnTo>
                    <a:pt x="3569515" y="1235147"/>
                  </a:lnTo>
                  <a:lnTo>
                    <a:pt x="3570176" y="1247655"/>
                  </a:lnTo>
                  <a:lnTo>
                    <a:pt x="3570836" y="1227328"/>
                  </a:lnTo>
                  <a:lnTo>
                    <a:pt x="3571497" y="1215742"/>
                  </a:lnTo>
                  <a:lnTo>
                    <a:pt x="3572157" y="1183797"/>
                  </a:lnTo>
                  <a:lnTo>
                    <a:pt x="3572818" y="1173004"/>
                  </a:lnTo>
                  <a:lnTo>
                    <a:pt x="3573478" y="1192975"/>
                  </a:lnTo>
                  <a:lnTo>
                    <a:pt x="3574139" y="1226146"/>
                  </a:lnTo>
                  <a:lnTo>
                    <a:pt x="3574799" y="1264188"/>
                  </a:lnTo>
                  <a:lnTo>
                    <a:pt x="3575460" y="1343431"/>
                  </a:lnTo>
                  <a:lnTo>
                    <a:pt x="3576120" y="1430742"/>
                  </a:lnTo>
                  <a:lnTo>
                    <a:pt x="3576781" y="1430742"/>
                  </a:lnTo>
                  <a:lnTo>
                    <a:pt x="3577441" y="1406010"/>
                  </a:lnTo>
                  <a:lnTo>
                    <a:pt x="3578102" y="1362662"/>
                  </a:lnTo>
                  <a:lnTo>
                    <a:pt x="3578762" y="1343431"/>
                  </a:lnTo>
                  <a:lnTo>
                    <a:pt x="3579423" y="1325528"/>
                  </a:lnTo>
                  <a:lnTo>
                    <a:pt x="3580084" y="1308781"/>
                  </a:lnTo>
                  <a:lnTo>
                    <a:pt x="3580744" y="1293050"/>
                  </a:lnTo>
                  <a:lnTo>
                    <a:pt x="3581405" y="1278218"/>
                  </a:lnTo>
                  <a:lnTo>
                    <a:pt x="3582065" y="1264188"/>
                  </a:lnTo>
                  <a:lnTo>
                    <a:pt x="3582726" y="1264188"/>
                  </a:lnTo>
                  <a:lnTo>
                    <a:pt x="3583386" y="1278218"/>
                  </a:lnTo>
                  <a:lnTo>
                    <a:pt x="3584047" y="1308781"/>
                  </a:lnTo>
                  <a:lnTo>
                    <a:pt x="3584707" y="1362662"/>
                  </a:lnTo>
                  <a:lnTo>
                    <a:pt x="3585368" y="1406010"/>
                  </a:lnTo>
                  <a:lnTo>
                    <a:pt x="3586028" y="1430742"/>
                  </a:lnTo>
                  <a:lnTo>
                    <a:pt x="3586689" y="1430742"/>
                  </a:lnTo>
                  <a:lnTo>
                    <a:pt x="3587349" y="1430742"/>
                  </a:lnTo>
                  <a:lnTo>
                    <a:pt x="3588010" y="1430742"/>
                  </a:lnTo>
                  <a:lnTo>
                    <a:pt x="3588670" y="1430742"/>
                  </a:lnTo>
                  <a:lnTo>
                    <a:pt x="3589331" y="1430742"/>
                  </a:lnTo>
                  <a:lnTo>
                    <a:pt x="3589991" y="1430742"/>
                  </a:lnTo>
                  <a:lnTo>
                    <a:pt x="3590652" y="1406010"/>
                  </a:lnTo>
                  <a:lnTo>
                    <a:pt x="3591313" y="1383432"/>
                  </a:lnTo>
                  <a:lnTo>
                    <a:pt x="3591973" y="1374923"/>
                  </a:lnTo>
                  <a:lnTo>
                    <a:pt x="3592634" y="1337024"/>
                  </a:lnTo>
                  <a:lnTo>
                    <a:pt x="3593294" y="1303166"/>
                  </a:lnTo>
                  <a:lnTo>
                    <a:pt x="3593955" y="1303166"/>
                  </a:lnTo>
                  <a:lnTo>
                    <a:pt x="3594615" y="1303166"/>
                  </a:lnTo>
                  <a:lnTo>
                    <a:pt x="3595276" y="1276065"/>
                  </a:lnTo>
                  <a:lnTo>
                    <a:pt x="3595936" y="1275351"/>
                  </a:lnTo>
                  <a:lnTo>
                    <a:pt x="3596597" y="1275351"/>
                  </a:lnTo>
                  <a:lnTo>
                    <a:pt x="3597257" y="1264872"/>
                  </a:lnTo>
                  <a:lnTo>
                    <a:pt x="3597918" y="1251528"/>
                  </a:lnTo>
                  <a:lnTo>
                    <a:pt x="3598578" y="1267625"/>
                  </a:lnTo>
                  <a:lnTo>
                    <a:pt x="3599239" y="1296894"/>
                  </a:lnTo>
                  <a:lnTo>
                    <a:pt x="3599899" y="1329890"/>
                  </a:lnTo>
                  <a:lnTo>
                    <a:pt x="3600560" y="1362662"/>
                  </a:lnTo>
                  <a:lnTo>
                    <a:pt x="3601221" y="1406010"/>
                  </a:lnTo>
                  <a:lnTo>
                    <a:pt x="3601881" y="1430742"/>
                  </a:lnTo>
                  <a:lnTo>
                    <a:pt x="3602542" y="1430742"/>
                  </a:lnTo>
                  <a:lnTo>
                    <a:pt x="3603202" y="1430742"/>
                  </a:lnTo>
                  <a:lnTo>
                    <a:pt x="3603863" y="1430742"/>
                  </a:lnTo>
                  <a:lnTo>
                    <a:pt x="3604523" y="1430742"/>
                  </a:lnTo>
                  <a:lnTo>
                    <a:pt x="3605184" y="1430742"/>
                  </a:lnTo>
                  <a:lnTo>
                    <a:pt x="3605844" y="1430742"/>
                  </a:lnTo>
                  <a:lnTo>
                    <a:pt x="3606505" y="1383432"/>
                  </a:lnTo>
                  <a:lnTo>
                    <a:pt x="3607165" y="1343431"/>
                  </a:lnTo>
                  <a:lnTo>
                    <a:pt x="3607826" y="1325528"/>
                  </a:lnTo>
                  <a:lnTo>
                    <a:pt x="3608486" y="1325528"/>
                  </a:lnTo>
                  <a:lnTo>
                    <a:pt x="3609147" y="1323804"/>
                  </a:lnTo>
                  <a:lnTo>
                    <a:pt x="3609807" y="1339751"/>
                  </a:lnTo>
                  <a:lnTo>
                    <a:pt x="3610468" y="1339751"/>
                  </a:lnTo>
                  <a:lnTo>
                    <a:pt x="3611129" y="1339751"/>
                  </a:lnTo>
                  <a:lnTo>
                    <a:pt x="3611789" y="1339751"/>
                  </a:lnTo>
                  <a:lnTo>
                    <a:pt x="3612450" y="1341584"/>
                  </a:lnTo>
                  <a:lnTo>
                    <a:pt x="3613110" y="1362662"/>
                  </a:lnTo>
                  <a:lnTo>
                    <a:pt x="3613771" y="1383432"/>
                  </a:lnTo>
                  <a:lnTo>
                    <a:pt x="3614431" y="1337930"/>
                  </a:lnTo>
                  <a:lnTo>
                    <a:pt x="3615092" y="1264872"/>
                  </a:lnTo>
                  <a:lnTo>
                    <a:pt x="3615752" y="1215176"/>
                  </a:lnTo>
                  <a:lnTo>
                    <a:pt x="3616413" y="1193494"/>
                  </a:lnTo>
                  <a:lnTo>
                    <a:pt x="3617073" y="1204109"/>
                  </a:lnTo>
                  <a:lnTo>
                    <a:pt x="3617734" y="1230308"/>
                  </a:lnTo>
                  <a:lnTo>
                    <a:pt x="3618394" y="1264188"/>
                  </a:lnTo>
                  <a:lnTo>
                    <a:pt x="3619055" y="1303961"/>
                  </a:lnTo>
                  <a:lnTo>
                    <a:pt x="3619715" y="1337930"/>
                  </a:lnTo>
                  <a:lnTo>
                    <a:pt x="3620376" y="1337930"/>
                  </a:lnTo>
                  <a:lnTo>
                    <a:pt x="3621037" y="1356741"/>
                  </a:lnTo>
                  <a:lnTo>
                    <a:pt x="3621697" y="1399028"/>
                  </a:lnTo>
                  <a:lnTo>
                    <a:pt x="3622358" y="1430742"/>
                  </a:lnTo>
                  <a:lnTo>
                    <a:pt x="3623018" y="1430742"/>
                  </a:lnTo>
                  <a:lnTo>
                    <a:pt x="3623679" y="1430742"/>
                  </a:lnTo>
                  <a:lnTo>
                    <a:pt x="3624339" y="1430742"/>
                  </a:lnTo>
                  <a:lnTo>
                    <a:pt x="3625000" y="1430742"/>
                  </a:lnTo>
                  <a:lnTo>
                    <a:pt x="3625660" y="1430742"/>
                  </a:lnTo>
                  <a:lnTo>
                    <a:pt x="3626321" y="1430742"/>
                  </a:lnTo>
                  <a:lnTo>
                    <a:pt x="3626981" y="1430742"/>
                  </a:lnTo>
                  <a:lnTo>
                    <a:pt x="3627642" y="1430742"/>
                  </a:lnTo>
                  <a:lnTo>
                    <a:pt x="3628302" y="1430742"/>
                  </a:lnTo>
                  <a:lnTo>
                    <a:pt x="3628963" y="1430742"/>
                  </a:lnTo>
                  <a:lnTo>
                    <a:pt x="3629623" y="1430742"/>
                  </a:lnTo>
                  <a:lnTo>
                    <a:pt x="3630284" y="1430742"/>
                  </a:lnTo>
                  <a:lnTo>
                    <a:pt x="3630944" y="1430742"/>
                  </a:lnTo>
                  <a:lnTo>
                    <a:pt x="3631605" y="1430742"/>
                  </a:lnTo>
                  <a:lnTo>
                    <a:pt x="3632266" y="1430742"/>
                  </a:lnTo>
                  <a:lnTo>
                    <a:pt x="3632926" y="1430742"/>
                  </a:lnTo>
                  <a:lnTo>
                    <a:pt x="3633587" y="1430742"/>
                  </a:lnTo>
                  <a:lnTo>
                    <a:pt x="3634247" y="1430742"/>
                  </a:lnTo>
                  <a:lnTo>
                    <a:pt x="3634908" y="1430742"/>
                  </a:lnTo>
                  <a:lnTo>
                    <a:pt x="3635568" y="1406010"/>
                  </a:lnTo>
                  <a:lnTo>
                    <a:pt x="3636229" y="1362662"/>
                  </a:lnTo>
                  <a:lnTo>
                    <a:pt x="3636889" y="1343431"/>
                  </a:lnTo>
                  <a:lnTo>
                    <a:pt x="3637550" y="1318699"/>
                  </a:lnTo>
                  <a:lnTo>
                    <a:pt x="3638210" y="1287015"/>
                  </a:lnTo>
                  <a:lnTo>
                    <a:pt x="3638871" y="1272515"/>
                  </a:lnTo>
                  <a:lnTo>
                    <a:pt x="3639531" y="1272515"/>
                  </a:lnTo>
                  <a:lnTo>
                    <a:pt x="3640192" y="1245740"/>
                  </a:lnTo>
                  <a:lnTo>
                    <a:pt x="3640852" y="1238218"/>
                  </a:lnTo>
                  <a:lnTo>
                    <a:pt x="3641513" y="1238218"/>
                  </a:lnTo>
                  <a:lnTo>
                    <a:pt x="3642174" y="1226146"/>
                  </a:lnTo>
                  <a:lnTo>
                    <a:pt x="3642834" y="1226146"/>
                  </a:lnTo>
                  <a:lnTo>
                    <a:pt x="3643495" y="1264188"/>
                  </a:lnTo>
                  <a:lnTo>
                    <a:pt x="3644155" y="1293050"/>
                  </a:lnTo>
                  <a:lnTo>
                    <a:pt x="3644816" y="1325528"/>
                  </a:lnTo>
                  <a:lnTo>
                    <a:pt x="3645476" y="1383432"/>
                  </a:lnTo>
                  <a:lnTo>
                    <a:pt x="3646137" y="1430742"/>
                  </a:lnTo>
                  <a:lnTo>
                    <a:pt x="3646797" y="1430742"/>
                  </a:lnTo>
                  <a:lnTo>
                    <a:pt x="3647458" y="1430742"/>
                  </a:lnTo>
                  <a:lnTo>
                    <a:pt x="3648118" y="1430742"/>
                  </a:lnTo>
                  <a:lnTo>
                    <a:pt x="3648779" y="1430742"/>
                  </a:lnTo>
                  <a:lnTo>
                    <a:pt x="3649439" y="1430742"/>
                  </a:lnTo>
                  <a:lnTo>
                    <a:pt x="3650100" y="1430742"/>
                  </a:lnTo>
                  <a:lnTo>
                    <a:pt x="3650760" y="1430742"/>
                  </a:lnTo>
                  <a:lnTo>
                    <a:pt x="3651421" y="1430742"/>
                  </a:lnTo>
                  <a:lnTo>
                    <a:pt x="3652082" y="1430742"/>
                  </a:lnTo>
                  <a:lnTo>
                    <a:pt x="3652742" y="1430742"/>
                  </a:lnTo>
                  <a:lnTo>
                    <a:pt x="3653403" y="1383432"/>
                  </a:lnTo>
                  <a:lnTo>
                    <a:pt x="3654063" y="1325528"/>
                  </a:lnTo>
                  <a:lnTo>
                    <a:pt x="3654724" y="1238218"/>
                  </a:lnTo>
                  <a:lnTo>
                    <a:pt x="3655384" y="1154461"/>
                  </a:lnTo>
                  <a:lnTo>
                    <a:pt x="3656045" y="1083642"/>
                  </a:lnTo>
                  <a:lnTo>
                    <a:pt x="3656705" y="1029996"/>
                  </a:lnTo>
                  <a:lnTo>
                    <a:pt x="3657366" y="1003683"/>
                  </a:lnTo>
                  <a:lnTo>
                    <a:pt x="3658026" y="996283"/>
                  </a:lnTo>
                  <a:lnTo>
                    <a:pt x="3658687" y="1016506"/>
                  </a:lnTo>
                  <a:lnTo>
                    <a:pt x="3659347" y="1063029"/>
                  </a:lnTo>
                  <a:lnTo>
                    <a:pt x="3660008" y="1141375"/>
                  </a:lnTo>
                  <a:lnTo>
                    <a:pt x="3660668" y="1220315"/>
                  </a:lnTo>
                  <a:lnTo>
                    <a:pt x="3661329" y="1325528"/>
                  </a:lnTo>
                  <a:lnTo>
                    <a:pt x="3661989" y="1406010"/>
                  </a:lnTo>
                  <a:lnTo>
                    <a:pt x="3662650" y="1430742"/>
                  </a:lnTo>
                  <a:lnTo>
                    <a:pt x="3663311" y="1430742"/>
                  </a:lnTo>
                  <a:lnTo>
                    <a:pt x="3663971" y="1430742"/>
                  </a:lnTo>
                  <a:lnTo>
                    <a:pt x="3664632" y="1430742"/>
                  </a:lnTo>
                  <a:lnTo>
                    <a:pt x="3665292" y="1430742"/>
                  </a:lnTo>
                  <a:lnTo>
                    <a:pt x="3665953" y="1430742"/>
                  </a:lnTo>
                  <a:lnTo>
                    <a:pt x="3666613" y="1430742"/>
                  </a:lnTo>
                  <a:lnTo>
                    <a:pt x="3667274" y="1406010"/>
                  </a:lnTo>
                  <a:lnTo>
                    <a:pt x="3667934" y="1346227"/>
                  </a:lnTo>
                  <a:lnTo>
                    <a:pt x="3668595" y="1311226"/>
                  </a:lnTo>
                  <a:lnTo>
                    <a:pt x="3669255" y="1280389"/>
                  </a:lnTo>
                  <a:lnTo>
                    <a:pt x="3669916" y="1266245"/>
                  </a:lnTo>
                  <a:lnTo>
                    <a:pt x="3670576" y="1280389"/>
                  </a:lnTo>
                  <a:lnTo>
                    <a:pt x="3671237" y="1308781"/>
                  </a:lnTo>
                  <a:lnTo>
                    <a:pt x="3671897" y="1325528"/>
                  </a:lnTo>
                  <a:lnTo>
                    <a:pt x="3672558" y="1343431"/>
                  </a:lnTo>
                  <a:lnTo>
                    <a:pt x="3673219" y="1343431"/>
                  </a:lnTo>
                  <a:lnTo>
                    <a:pt x="3673879" y="1343431"/>
                  </a:lnTo>
                  <a:lnTo>
                    <a:pt x="3674540" y="1362662"/>
                  </a:lnTo>
                  <a:lnTo>
                    <a:pt x="3675200" y="1383432"/>
                  </a:lnTo>
                  <a:lnTo>
                    <a:pt x="3675861" y="1362662"/>
                  </a:lnTo>
                  <a:lnTo>
                    <a:pt x="3676521" y="1308781"/>
                  </a:lnTo>
                  <a:lnTo>
                    <a:pt x="3677182" y="1278218"/>
                  </a:lnTo>
                  <a:lnTo>
                    <a:pt x="3677842" y="1250878"/>
                  </a:lnTo>
                  <a:lnTo>
                    <a:pt x="3678503" y="1226146"/>
                  </a:lnTo>
                  <a:lnTo>
                    <a:pt x="3679163" y="1238218"/>
                  </a:lnTo>
                  <a:lnTo>
                    <a:pt x="3679824" y="1293050"/>
                  </a:lnTo>
                  <a:lnTo>
                    <a:pt x="3680484" y="1325528"/>
                  </a:lnTo>
                  <a:lnTo>
                    <a:pt x="3681145" y="1362662"/>
                  </a:lnTo>
                  <a:lnTo>
                    <a:pt x="3681805" y="1406010"/>
                  </a:lnTo>
                  <a:lnTo>
                    <a:pt x="3682466" y="1430742"/>
                  </a:lnTo>
                  <a:lnTo>
                    <a:pt x="3683127" y="1406010"/>
                  </a:lnTo>
                  <a:lnTo>
                    <a:pt x="3683787" y="1383432"/>
                  </a:lnTo>
                  <a:lnTo>
                    <a:pt x="3684448" y="1343431"/>
                  </a:lnTo>
                  <a:lnTo>
                    <a:pt x="3685108" y="1325528"/>
                  </a:lnTo>
                  <a:lnTo>
                    <a:pt x="3685769" y="1325528"/>
                  </a:lnTo>
                  <a:lnTo>
                    <a:pt x="3686429" y="1343431"/>
                  </a:lnTo>
                  <a:lnTo>
                    <a:pt x="3687090" y="1362662"/>
                  </a:lnTo>
                  <a:lnTo>
                    <a:pt x="3687750" y="1406010"/>
                  </a:lnTo>
                  <a:lnTo>
                    <a:pt x="3688411" y="1430742"/>
                  </a:lnTo>
                  <a:lnTo>
                    <a:pt x="3689071" y="1406010"/>
                  </a:lnTo>
                  <a:lnTo>
                    <a:pt x="3689732" y="1383432"/>
                  </a:lnTo>
                  <a:lnTo>
                    <a:pt x="3690392" y="1362662"/>
                  </a:lnTo>
                  <a:lnTo>
                    <a:pt x="3691053" y="1362662"/>
                  </a:lnTo>
                  <a:lnTo>
                    <a:pt x="3691713" y="1325528"/>
                  </a:lnTo>
                  <a:lnTo>
                    <a:pt x="3692374" y="1303961"/>
                  </a:lnTo>
                  <a:lnTo>
                    <a:pt x="3693035" y="1303961"/>
                  </a:lnTo>
                  <a:lnTo>
                    <a:pt x="3693695" y="1303961"/>
                  </a:lnTo>
                  <a:lnTo>
                    <a:pt x="3694356" y="1303961"/>
                  </a:lnTo>
                  <a:lnTo>
                    <a:pt x="3695016" y="1320390"/>
                  </a:lnTo>
                  <a:lnTo>
                    <a:pt x="3695677" y="1343431"/>
                  </a:lnTo>
                  <a:lnTo>
                    <a:pt x="3696337" y="1343431"/>
                  </a:lnTo>
                  <a:lnTo>
                    <a:pt x="3696998" y="1343431"/>
                  </a:lnTo>
                  <a:lnTo>
                    <a:pt x="3697658" y="1343431"/>
                  </a:lnTo>
                  <a:lnTo>
                    <a:pt x="3698319" y="1362662"/>
                  </a:lnTo>
                  <a:lnTo>
                    <a:pt x="3698979" y="1383432"/>
                  </a:lnTo>
                  <a:lnTo>
                    <a:pt x="3699640" y="1406010"/>
                  </a:lnTo>
                  <a:lnTo>
                    <a:pt x="3700300" y="1406010"/>
                  </a:lnTo>
                  <a:lnTo>
                    <a:pt x="3700961" y="1362662"/>
                  </a:lnTo>
                  <a:lnTo>
                    <a:pt x="3701621" y="1325528"/>
                  </a:lnTo>
                  <a:lnTo>
                    <a:pt x="3702282" y="1308781"/>
                  </a:lnTo>
                  <a:lnTo>
                    <a:pt x="3702942" y="1308781"/>
                  </a:lnTo>
                  <a:lnTo>
                    <a:pt x="3703603" y="1300011"/>
                  </a:lnTo>
                  <a:lnTo>
                    <a:pt x="3704264" y="1286270"/>
                  </a:lnTo>
                  <a:lnTo>
                    <a:pt x="3704924" y="1258114"/>
                  </a:lnTo>
                  <a:lnTo>
                    <a:pt x="3705585" y="1232716"/>
                  </a:lnTo>
                  <a:lnTo>
                    <a:pt x="3706245" y="1220892"/>
                  </a:lnTo>
                  <a:lnTo>
                    <a:pt x="3706906" y="1215742"/>
                  </a:lnTo>
                  <a:lnTo>
                    <a:pt x="3707566" y="1214611"/>
                  </a:lnTo>
                  <a:lnTo>
                    <a:pt x="3708227" y="1214611"/>
                  </a:lnTo>
                  <a:lnTo>
                    <a:pt x="3708887" y="1201951"/>
                  </a:lnTo>
                  <a:lnTo>
                    <a:pt x="3709548" y="1107898"/>
                  </a:lnTo>
                  <a:lnTo>
                    <a:pt x="3710208" y="1025330"/>
                  </a:lnTo>
                  <a:lnTo>
                    <a:pt x="3710869" y="1008992"/>
                  </a:lnTo>
                  <a:lnTo>
                    <a:pt x="3711529" y="1008992"/>
                  </a:lnTo>
                  <a:lnTo>
                    <a:pt x="3712190" y="1031106"/>
                  </a:lnTo>
                  <a:lnTo>
                    <a:pt x="3712850" y="1104924"/>
                  </a:lnTo>
                  <a:lnTo>
                    <a:pt x="3713511" y="1236985"/>
                  </a:lnTo>
                  <a:lnTo>
                    <a:pt x="3714172" y="1301584"/>
                  </a:lnTo>
                  <a:lnTo>
                    <a:pt x="3714832" y="1335222"/>
                  </a:lnTo>
                  <a:lnTo>
                    <a:pt x="3715493" y="1317858"/>
                  </a:lnTo>
                  <a:lnTo>
                    <a:pt x="3716153" y="1317858"/>
                  </a:lnTo>
                  <a:lnTo>
                    <a:pt x="3716814" y="1335222"/>
                  </a:lnTo>
                  <a:lnTo>
                    <a:pt x="3717474" y="1343431"/>
                  </a:lnTo>
                  <a:lnTo>
                    <a:pt x="3718135" y="1308781"/>
                  </a:lnTo>
                  <a:lnTo>
                    <a:pt x="3718795" y="1250878"/>
                  </a:lnTo>
                  <a:lnTo>
                    <a:pt x="3719456" y="1152678"/>
                  </a:lnTo>
                  <a:lnTo>
                    <a:pt x="3720116" y="1057121"/>
                  </a:lnTo>
                  <a:lnTo>
                    <a:pt x="3720777" y="1001937"/>
                  </a:lnTo>
                  <a:lnTo>
                    <a:pt x="3721437" y="988143"/>
                  </a:lnTo>
                  <a:lnTo>
                    <a:pt x="3722098" y="974374"/>
                  </a:lnTo>
                  <a:lnTo>
                    <a:pt x="3722758" y="979794"/>
                  </a:lnTo>
                  <a:lnTo>
                    <a:pt x="3723419" y="997257"/>
                  </a:lnTo>
                  <a:lnTo>
                    <a:pt x="3724080" y="1024787"/>
                  </a:lnTo>
                  <a:lnTo>
                    <a:pt x="3724740" y="1046577"/>
                  </a:lnTo>
                  <a:lnTo>
                    <a:pt x="3725401" y="1061774"/>
                  </a:lnTo>
                  <a:lnTo>
                    <a:pt x="3726061" y="1081269"/>
                  </a:lnTo>
                  <a:lnTo>
                    <a:pt x="3726722" y="1127704"/>
                  </a:lnTo>
                  <a:lnTo>
                    <a:pt x="3727382" y="1158974"/>
                  </a:lnTo>
                  <a:lnTo>
                    <a:pt x="3728043" y="1168243"/>
                  </a:lnTo>
                  <a:lnTo>
                    <a:pt x="3728703" y="1218018"/>
                  </a:lnTo>
                  <a:lnTo>
                    <a:pt x="3729364" y="1277498"/>
                  </a:lnTo>
                  <a:lnTo>
                    <a:pt x="3730024" y="1307972"/>
                  </a:lnTo>
                  <a:lnTo>
                    <a:pt x="3730685" y="1324665"/>
                  </a:lnTo>
                  <a:lnTo>
                    <a:pt x="3731345" y="1342506"/>
                  </a:lnTo>
                  <a:lnTo>
                    <a:pt x="3732006" y="1337024"/>
                  </a:lnTo>
                  <a:lnTo>
                    <a:pt x="3732666" y="1325528"/>
                  </a:lnTo>
                  <a:lnTo>
                    <a:pt x="3733327" y="1343431"/>
                  </a:lnTo>
                  <a:lnTo>
                    <a:pt x="3733987" y="1362662"/>
                  </a:lnTo>
                  <a:lnTo>
                    <a:pt x="3734648" y="1383432"/>
                  </a:lnTo>
                  <a:lnTo>
                    <a:pt x="3735309" y="1406010"/>
                  </a:lnTo>
                  <a:lnTo>
                    <a:pt x="3735969" y="1430742"/>
                  </a:lnTo>
                  <a:lnTo>
                    <a:pt x="3736630" y="1430742"/>
                  </a:lnTo>
                  <a:lnTo>
                    <a:pt x="3737290" y="1406010"/>
                  </a:lnTo>
                  <a:lnTo>
                    <a:pt x="3737951" y="1378081"/>
                  </a:lnTo>
                  <a:lnTo>
                    <a:pt x="3738611" y="1338839"/>
                  </a:lnTo>
                  <a:lnTo>
                    <a:pt x="3739272" y="1289262"/>
                  </a:lnTo>
                  <a:lnTo>
                    <a:pt x="3739932" y="1235147"/>
                  </a:lnTo>
                  <a:lnTo>
                    <a:pt x="3740593" y="1200879"/>
                  </a:lnTo>
                  <a:lnTo>
                    <a:pt x="3741253" y="1174450"/>
                  </a:lnTo>
                  <a:lnTo>
                    <a:pt x="3741914" y="1167301"/>
                  </a:lnTo>
                  <a:lnTo>
                    <a:pt x="3742574" y="1176877"/>
                  </a:lnTo>
                  <a:lnTo>
                    <a:pt x="3743235" y="1197160"/>
                  </a:lnTo>
                  <a:lnTo>
                    <a:pt x="3743895" y="1219164"/>
                  </a:lnTo>
                  <a:lnTo>
                    <a:pt x="3744556" y="1218590"/>
                  </a:lnTo>
                  <a:lnTo>
                    <a:pt x="3745217" y="1173967"/>
                  </a:lnTo>
                  <a:lnTo>
                    <a:pt x="3745877" y="1085008"/>
                  </a:lnTo>
                  <a:lnTo>
                    <a:pt x="3746538" y="1018353"/>
                  </a:lnTo>
                  <a:lnTo>
                    <a:pt x="3747198" y="941068"/>
                  </a:lnTo>
                  <a:lnTo>
                    <a:pt x="3747859" y="874656"/>
                  </a:lnTo>
                  <a:lnTo>
                    <a:pt x="3748519" y="817515"/>
                  </a:lnTo>
                  <a:lnTo>
                    <a:pt x="3749180" y="786261"/>
                  </a:lnTo>
                  <a:lnTo>
                    <a:pt x="3749840" y="758175"/>
                  </a:lnTo>
                  <a:lnTo>
                    <a:pt x="3750501" y="760125"/>
                  </a:lnTo>
                  <a:lnTo>
                    <a:pt x="3751161" y="789419"/>
                  </a:lnTo>
                  <a:lnTo>
                    <a:pt x="3751822" y="848201"/>
                  </a:lnTo>
                  <a:lnTo>
                    <a:pt x="3752482" y="912082"/>
                  </a:lnTo>
                  <a:lnTo>
                    <a:pt x="3753143" y="1007972"/>
                  </a:lnTo>
                  <a:lnTo>
                    <a:pt x="3753803" y="1098354"/>
                  </a:lnTo>
                  <a:lnTo>
                    <a:pt x="3754464" y="1163567"/>
                  </a:lnTo>
                  <a:lnTo>
                    <a:pt x="3755125" y="1192975"/>
                  </a:lnTo>
                  <a:lnTo>
                    <a:pt x="3755785" y="1264188"/>
                  </a:lnTo>
                  <a:lnTo>
                    <a:pt x="3756446" y="1325528"/>
                  </a:lnTo>
                  <a:lnTo>
                    <a:pt x="3757106" y="1383432"/>
                  </a:lnTo>
                  <a:lnTo>
                    <a:pt x="3757767" y="1406010"/>
                  </a:lnTo>
                  <a:lnTo>
                    <a:pt x="3758427" y="1430742"/>
                  </a:lnTo>
                  <a:lnTo>
                    <a:pt x="3759088" y="1406010"/>
                  </a:lnTo>
                  <a:lnTo>
                    <a:pt x="3759748" y="1362662"/>
                  </a:lnTo>
                  <a:lnTo>
                    <a:pt x="3760409" y="1343431"/>
                  </a:lnTo>
                  <a:lnTo>
                    <a:pt x="3761069" y="1343431"/>
                  </a:lnTo>
                  <a:lnTo>
                    <a:pt x="3761730" y="1343431"/>
                  </a:lnTo>
                  <a:lnTo>
                    <a:pt x="3762390" y="1362662"/>
                  </a:lnTo>
                  <a:lnTo>
                    <a:pt x="3763051" y="1383432"/>
                  </a:lnTo>
                  <a:lnTo>
                    <a:pt x="3763711" y="1362662"/>
                  </a:lnTo>
                  <a:lnTo>
                    <a:pt x="3764372" y="1343431"/>
                  </a:lnTo>
                  <a:lnTo>
                    <a:pt x="3765033" y="1325528"/>
                  </a:lnTo>
                  <a:lnTo>
                    <a:pt x="3765693" y="1325528"/>
                  </a:lnTo>
                  <a:lnTo>
                    <a:pt x="3766354" y="1343431"/>
                  </a:lnTo>
                  <a:lnTo>
                    <a:pt x="3767014" y="1383432"/>
                  </a:lnTo>
                  <a:lnTo>
                    <a:pt x="3767675" y="1406010"/>
                  </a:lnTo>
                  <a:lnTo>
                    <a:pt x="3768335" y="1430742"/>
                  </a:lnTo>
                  <a:lnTo>
                    <a:pt x="3768996" y="1430742"/>
                  </a:lnTo>
                  <a:lnTo>
                    <a:pt x="3769656" y="1430742"/>
                  </a:lnTo>
                  <a:lnTo>
                    <a:pt x="3770317" y="1430742"/>
                  </a:lnTo>
                  <a:lnTo>
                    <a:pt x="3770977" y="1430742"/>
                  </a:lnTo>
                  <a:lnTo>
                    <a:pt x="3771638" y="1430742"/>
                  </a:lnTo>
                  <a:lnTo>
                    <a:pt x="3772298" y="1406010"/>
                  </a:lnTo>
                  <a:lnTo>
                    <a:pt x="3772959" y="1362662"/>
                  </a:lnTo>
                  <a:lnTo>
                    <a:pt x="3773619" y="1308781"/>
                  </a:lnTo>
                  <a:lnTo>
                    <a:pt x="3774280" y="1264188"/>
                  </a:lnTo>
                  <a:lnTo>
                    <a:pt x="3774940" y="1214611"/>
                  </a:lnTo>
                  <a:lnTo>
                    <a:pt x="3775601" y="1203568"/>
                  </a:lnTo>
                  <a:lnTo>
                    <a:pt x="3776262" y="1214611"/>
                  </a:lnTo>
                  <a:lnTo>
                    <a:pt x="3776922" y="1250878"/>
                  </a:lnTo>
                  <a:lnTo>
                    <a:pt x="3777583" y="1293050"/>
                  </a:lnTo>
                  <a:lnTo>
                    <a:pt x="3778243" y="1362662"/>
                  </a:lnTo>
                  <a:lnTo>
                    <a:pt x="3778904" y="1406010"/>
                  </a:lnTo>
                  <a:lnTo>
                    <a:pt x="3779564" y="1430742"/>
                  </a:lnTo>
                  <a:lnTo>
                    <a:pt x="3780225" y="1430742"/>
                  </a:lnTo>
                  <a:lnTo>
                    <a:pt x="3780885" y="1430742"/>
                  </a:lnTo>
                  <a:lnTo>
                    <a:pt x="3781546" y="1430742"/>
                  </a:lnTo>
                  <a:lnTo>
                    <a:pt x="3782206" y="1430742"/>
                  </a:lnTo>
                  <a:lnTo>
                    <a:pt x="3782867" y="1430742"/>
                  </a:lnTo>
                  <a:lnTo>
                    <a:pt x="3783527" y="1430742"/>
                  </a:lnTo>
                  <a:lnTo>
                    <a:pt x="3784188" y="1430742"/>
                  </a:lnTo>
                  <a:lnTo>
                    <a:pt x="3784848" y="1430742"/>
                  </a:lnTo>
                  <a:lnTo>
                    <a:pt x="3785509" y="1430742"/>
                  </a:lnTo>
                  <a:lnTo>
                    <a:pt x="3786170" y="1430742"/>
                  </a:lnTo>
                  <a:lnTo>
                    <a:pt x="3786830" y="1430742"/>
                  </a:lnTo>
                  <a:lnTo>
                    <a:pt x="3787491" y="1430742"/>
                  </a:lnTo>
                  <a:lnTo>
                    <a:pt x="3788151" y="1430742"/>
                  </a:lnTo>
                  <a:lnTo>
                    <a:pt x="3788812" y="1430742"/>
                  </a:lnTo>
                  <a:lnTo>
                    <a:pt x="3789472" y="1406010"/>
                  </a:lnTo>
                  <a:lnTo>
                    <a:pt x="3790133" y="1383432"/>
                  </a:lnTo>
                  <a:lnTo>
                    <a:pt x="3790793" y="1362662"/>
                  </a:lnTo>
                  <a:lnTo>
                    <a:pt x="3791454" y="1343431"/>
                  </a:lnTo>
                  <a:lnTo>
                    <a:pt x="3792114" y="1325528"/>
                  </a:lnTo>
                  <a:lnTo>
                    <a:pt x="3792775" y="1308781"/>
                  </a:lnTo>
                  <a:lnTo>
                    <a:pt x="3793435" y="1308781"/>
                  </a:lnTo>
                  <a:lnTo>
                    <a:pt x="3794096" y="1308781"/>
                  </a:lnTo>
                  <a:lnTo>
                    <a:pt x="3794756" y="1293050"/>
                  </a:lnTo>
                  <a:lnTo>
                    <a:pt x="3795417" y="1264188"/>
                  </a:lnTo>
                  <a:lnTo>
                    <a:pt x="3796078" y="1278218"/>
                  </a:lnTo>
                  <a:lnTo>
                    <a:pt x="3796738" y="1278218"/>
                  </a:lnTo>
                  <a:lnTo>
                    <a:pt x="3797399" y="1278218"/>
                  </a:lnTo>
                  <a:lnTo>
                    <a:pt x="3798059" y="1293050"/>
                  </a:lnTo>
                  <a:lnTo>
                    <a:pt x="3798720" y="1325528"/>
                  </a:lnTo>
                  <a:lnTo>
                    <a:pt x="3799380" y="1343431"/>
                  </a:lnTo>
                  <a:lnTo>
                    <a:pt x="3800041" y="1362662"/>
                  </a:lnTo>
                  <a:lnTo>
                    <a:pt x="3800701" y="1383432"/>
                  </a:lnTo>
                  <a:lnTo>
                    <a:pt x="3801362" y="1406010"/>
                  </a:lnTo>
                  <a:lnTo>
                    <a:pt x="3802022" y="1430742"/>
                  </a:lnTo>
                  <a:lnTo>
                    <a:pt x="3802683" y="1406010"/>
                  </a:lnTo>
                  <a:lnTo>
                    <a:pt x="3803343" y="1362662"/>
                  </a:lnTo>
                  <a:lnTo>
                    <a:pt x="3804004" y="1343431"/>
                  </a:lnTo>
                  <a:lnTo>
                    <a:pt x="3804664" y="1325528"/>
                  </a:lnTo>
                  <a:lnTo>
                    <a:pt x="3805325" y="1325528"/>
                  </a:lnTo>
                  <a:lnTo>
                    <a:pt x="3805985" y="1343431"/>
                  </a:lnTo>
                  <a:lnTo>
                    <a:pt x="3806646" y="1383432"/>
                  </a:lnTo>
                  <a:lnTo>
                    <a:pt x="3807307" y="1406010"/>
                  </a:lnTo>
                  <a:lnTo>
                    <a:pt x="3807967" y="1383432"/>
                  </a:lnTo>
                  <a:lnTo>
                    <a:pt x="3808628" y="1325528"/>
                  </a:lnTo>
                  <a:lnTo>
                    <a:pt x="3809288" y="1264188"/>
                  </a:lnTo>
                  <a:lnTo>
                    <a:pt x="3809949" y="1219739"/>
                  </a:lnTo>
                  <a:lnTo>
                    <a:pt x="3810609" y="1197688"/>
                  </a:lnTo>
                  <a:lnTo>
                    <a:pt x="3811270" y="1197688"/>
                  </a:lnTo>
                  <a:lnTo>
                    <a:pt x="3811930" y="1187328"/>
                  </a:lnTo>
                  <a:lnTo>
                    <a:pt x="3812591" y="1197688"/>
                  </a:lnTo>
                  <a:lnTo>
                    <a:pt x="3813251" y="1218018"/>
                  </a:lnTo>
                  <a:lnTo>
                    <a:pt x="3813912" y="1241951"/>
                  </a:lnTo>
                  <a:lnTo>
                    <a:pt x="3814572" y="1268318"/>
                  </a:lnTo>
                  <a:lnTo>
                    <a:pt x="3815233" y="1330771"/>
                  </a:lnTo>
                  <a:lnTo>
                    <a:pt x="3815893" y="1390001"/>
                  </a:lnTo>
                  <a:lnTo>
                    <a:pt x="3816554" y="1391113"/>
                  </a:lnTo>
                  <a:lnTo>
                    <a:pt x="3817215" y="1347165"/>
                  </a:lnTo>
                  <a:lnTo>
                    <a:pt x="3817875" y="1240701"/>
                  </a:lnTo>
                  <a:lnTo>
                    <a:pt x="3818536" y="1165427"/>
                  </a:lnTo>
                  <a:lnTo>
                    <a:pt x="3819196" y="1116643"/>
                  </a:lnTo>
                  <a:lnTo>
                    <a:pt x="3819857" y="1106406"/>
                  </a:lnTo>
                  <a:lnTo>
                    <a:pt x="3820517" y="1093003"/>
                  </a:lnTo>
                  <a:lnTo>
                    <a:pt x="3821178" y="1115101"/>
                  </a:lnTo>
                  <a:lnTo>
                    <a:pt x="3821838" y="1165894"/>
                  </a:lnTo>
                  <a:lnTo>
                    <a:pt x="3822499" y="1214611"/>
                  </a:lnTo>
                  <a:lnTo>
                    <a:pt x="3823159" y="1238218"/>
                  </a:lnTo>
                  <a:lnTo>
                    <a:pt x="3823820" y="1264188"/>
                  </a:lnTo>
                  <a:lnTo>
                    <a:pt x="3824480" y="1308781"/>
                  </a:lnTo>
                  <a:lnTo>
                    <a:pt x="3825141" y="1325528"/>
                  </a:lnTo>
                  <a:lnTo>
                    <a:pt x="3825801" y="1343431"/>
                  </a:lnTo>
                  <a:lnTo>
                    <a:pt x="3826462" y="1362662"/>
                  </a:lnTo>
                  <a:lnTo>
                    <a:pt x="3827123" y="1406010"/>
                  </a:lnTo>
                  <a:lnTo>
                    <a:pt x="3827783" y="1430742"/>
                  </a:lnTo>
                  <a:lnTo>
                    <a:pt x="3828444" y="1430742"/>
                  </a:lnTo>
                  <a:lnTo>
                    <a:pt x="3829104" y="1430742"/>
                  </a:lnTo>
                  <a:lnTo>
                    <a:pt x="3829765" y="1430742"/>
                  </a:lnTo>
                  <a:lnTo>
                    <a:pt x="3830425" y="1430742"/>
                  </a:lnTo>
                  <a:lnTo>
                    <a:pt x="3831086" y="1430742"/>
                  </a:lnTo>
                  <a:lnTo>
                    <a:pt x="3831746" y="1430742"/>
                  </a:lnTo>
                  <a:lnTo>
                    <a:pt x="3832407" y="1430742"/>
                  </a:lnTo>
                  <a:lnTo>
                    <a:pt x="3833067" y="1430742"/>
                  </a:lnTo>
                  <a:lnTo>
                    <a:pt x="3833728" y="1430742"/>
                  </a:lnTo>
                  <a:lnTo>
                    <a:pt x="3834388" y="1406010"/>
                  </a:lnTo>
                  <a:lnTo>
                    <a:pt x="3835049" y="1343431"/>
                  </a:lnTo>
                  <a:lnTo>
                    <a:pt x="3835709" y="1293050"/>
                  </a:lnTo>
                  <a:lnTo>
                    <a:pt x="3836370" y="1250878"/>
                  </a:lnTo>
                  <a:lnTo>
                    <a:pt x="3837031" y="1238218"/>
                  </a:lnTo>
                  <a:lnTo>
                    <a:pt x="3837691" y="1250878"/>
                  </a:lnTo>
                  <a:lnTo>
                    <a:pt x="3838352" y="1278218"/>
                  </a:lnTo>
                  <a:lnTo>
                    <a:pt x="3839012" y="1308781"/>
                  </a:lnTo>
                  <a:lnTo>
                    <a:pt x="3839673" y="1354798"/>
                  </a:lnTo>
                  <a:lnTo>
                    <a:pt x="3840333" y="1336121"/>
                  </a:lnTo>
                  <a:lnTo>
                    <a:pt x="3840994" y="1287015"/>
                  </a:lnTo>
                  <a:lnTo>
                    <a:pt x="3841654" y="1279664"/>
                  </a:lnTo>
                  <a:lnTo>
                    <a:pt x="3842315" y="1279664"/>
                  </a:lnTo>
                  <a:lnTo>
                    <a:pt x="3842975" y="1285528"/>
                  </a:lnTo>
                  <a:lnTo>
                    <a:pt x="3843636" y="1317020"/>
                  </a:lnTo>
                  <a:lnTo>
                    <a:pt x="3844296" y="1372839"/>
                  </a:lnTo>
                  <a:lnTo>
                    <a:pt x="3844957" y="1406010"/>
                  </a:lnTo>
                  <a:lnTo>
                    <a:pt x="3845617" y="1430742"/>
                  </a:lnTo>
                  <a:lnTo>
                    <a:pt x="3846278" y="1430742"/>
                  </a:lnTo>
                  <a:lnTo>
                    <a:pt x="3846938" y="1430742"/>
                  </a:lnTo>
                  <a:lnTo>
                    <a:pt x="3847599" y="1430742"/>
                  </a:lnTo>
                  <a:lnTo>
                    <a:pt x="3848260" y="1430742"/>
                  </a:lnTo>
                  <a:lnTo>
                    <a:pt x="3848920" y="1430742"/>
                  </a:lnTo>
                  <a:lnTo>
                    <a:pt x="3849581" y="1430742"/>
                  </a:lnTo>
                  <a:lnTo>
                    <a:pt x="3850241" y="1430742"/>
                  </a:lnTo>
                  <a:lnTo>
                    <a:pt x="3850902" y="1430742"/>
                  </a:lnTo>
                  <a:lnTo>
                    <a:pt x="3851562" y="1430742"/>
                  </a:lnTo>
                  <a:lnTo>
                    <a:pt x="3852223" y="1430742"/>
                  </a:lnTo>
                  <a:lnTo>
                    <a:pt x="3852883" y="1430742"/>
                  </a:lnTo>
                  <a:lnTo>
                    <a:pt x="3853544" y="1383432"/>
                  </a:lnTo>
                  <a:lnTo>
                    <a:pt x="3854204" y="1325528"/>
                  </a:lnTo>
                  <a:lnTo>
                    <a:pt x="3854865" y="1308781"/>
                  </a:lnTo>
                  <a:lnTo>
                    <a:pt x="3855525" y="1293050"/>
                  </a:lnTo>
                  <a:lnTo>
                    <a:pt x="3856186" y="1278218"/>
                  </a:lnTo>
                  <a:lnTo>
                    <a:pt x="3856846" y="1308781"/>
                  </a:lnTo>
                  <a:lnTo>
                    <a:pt x="3857507" y="1362662"/>
                  </a:lnTo>
                  <a:lnTo>
                    <a:pt x="3858168" y="1383432"/>
                  </a:lnTo>
                  <a:lnTo>
                    <a:pt x="3858828" y="1406010"/>
                  </a:lnTo>
                  <a:lnTo>
                    <a:pt x="3859489" y="1430742"/>
                  </a:lnTo>
                  <a:lnTo>
                    <a:pt x="3860149" y="1406010"/>
                  </a:lnTo>
                  <a:lnTo>
                    <a:pt x="3860810" y="1383432"/>
                  </a:lnTo>
                  <a:lnTo>
                    <a:pt x="3861470" y="1343431"/>
                  </a:lnTo>
                  <a:lnTo>
                    <a:pt x="3862131" y="1325528"/>
                  </a:lnTo>
                  <a:lnTo>
                    <a:pt x="3862791" y="1325528"/>
                  </a:lnTo>
                  <a:lnTo>
                    <a:pt x="3863452" y="1343431"/>
                  </a:lnTo>
                  <a:lnTo>
                    <a:pt x="3864112" y="1362662"/>
                  </a:lnTo>
                  <a:lnTo>
                    <a:pt x="3864773" y="1406010"/>
                  </a:lnTo>
                  <a:lnTo>
                    <a:pt x="3865433" y="1430742"/>
                  </a:lnTo>
                  <a:lnTo>
                    <a:pt x="3866094" y="1406010"/>
                  </a:lnTo>
                  <a:lnTo>
                    <a:pt x="3866754" y="1383432"/>
                  </a:lnTo>
                  <a:lnTo>
                    <a:pt x="3867415" y="1362662"/>
                  </a:lnTo>
                  <a:lnTo>
                    <a:pt x="3868076" y="1343431"/>
                  </a:lnTo>
                  <a:lnTo>
                    <a:pt x="3868736" y="1325528"/>
                  </a:lnTo>
                  <a:lnTo>
                    <a:pt x="3869397" y="1343431"/>
                  </a:lnTo>
                  <a:lnTo>
                    <a:pt x="3870057" y="1362662"/>
                  </a:lnTo>
                  <a:lnTo>
                    <a:pt x="3870718" y="1383432"/>
                  </a:lnTo>
                  <a:lnTo>
                    <a:pt x="3871378" y="1406010"/>
                  </a:lnTo>
                  <a:lnTo>
                    <a:pt x="3872039" y="1430742"/>
                  </a:lnTo>
                  <a:lnTo>
                    <a:pt x="3872699" y="1430742"/>
                  </a:lnTo>
                  <a:lnTo>
                    <a:pt x="3873360" y="1430742"/>
                  </a:lnTo>
                  <a:lnTo>
                    <a:pt x="3874020" y="1430742"/>
                  </a:lnTo>
                  <a:lnTo>
                    <a:pt x="3874681" y="1424335"/>
                  </a:lnTo>
                  <a:lnTo>
                    <a:pt x="3875341" y="1378081"/>
                  </a:lnTo>
                  <a:lnTo>
                    <a:pt x="3876002" y="1319543"/>
                  </a:lnTo>
                  <a:lnTo>
                    <a:pt x="3876662" y="1278940"/>
                  </a:lnTo>
                  <a:lnTo>
                    <a:pt x="3877323" y="1264872"/>
                  </a:lnTo>
                  <a:lnTo>
                    <a:pt x="3877983" y="1268318"/>
                  </a:lnTo>
                  <a:lnTo>
                    <a:pt x="3878644" y="1297670"/>
                  </a:lnTo>
                  <a:lnTo>
                    <a:pt x="3879305" y="1350953"/>
                  </a:lnTo>
                  <a:lnTo>
                    <a:pt x="3879965" y="1406010"/>
                  </a:lnTo>
                  <a:lnTo>
                    <a:pt x="3880626" y="1406010"/>
                  </a:lnTo>
                  <a:lnTo>
                    <a:pt x="3881286" y="1383432"/>
                  </a:lnTo>
                  <a:lnTo>
                    <a:pt x="3881947" y="1362662"/>
                  </a:lnTo>
                  <a:lnTo>
                    <a:pt x="3882607" y="1335222"/>
                  </a:lnTo>
                  <a:lnTo>
                    <a:pt x="3883268" y="1317858"/>
                  </a:lnTo>
                  <a:lnTo>
                    <a:pt x="3883928" y="1301584"/>
                  </a:lnTo>
                  <a:lnTo>
                    <a:pt x="3884589" y="1271811"/>
                  </a:lnTo>
                  <a:lnTo>
                    <a:pt x="3885249" y="1258114"/>
                  </a:lnTo>
                  <a:lnTo>
                    <a:pt x="3885910" y="1264188"/>
                  </a:lnTo>
                  <a:lnTo>
                    <a:pt x="3886570" y="1278218"/>
                  </a:lnTo>
                  <a:lnTo>
                    <a:pt x="3887231" y="1308781"/>
                  </a:lnTo>
                  <a:lnTo>
                    <a:pt x="3887891" y="1362662"/>
                  </a:lnTo>
                  <a:lnTo>
                    <a:pt x="3888552" y="1406010"/>
                  </a:lnTo>
                  <a:lnTo>
                    <a:pt x="3889213" y="1430742"/>
                  </a:lnTo>
                  <a:lnTo>
                    <a:pt x="3889873" y="1430742"/>
                  </a:lnTo>
                  <a:lnTo>
                    <a:pt x="3890534" y="1430742"/>
                  </a:lnTo>
                  <a:lnTo>
                    <a:pt x="3891194" y="1406010"/>
                  </a:lnTo>
                  <a:lnTo>
                    <a:pt x="3891855" y="1343431"/>
                  </a:lnTo>
                  <a:lnTo>
                    <a:pt x="3892515" y="1278218"/>
                  </a:lnTo>
                  <a:lnTo>
                    <a:pt x="3893176" y="1238218"/>
                  </a:lnTo>
                  <a:lnTo>
                    <a:pt x="3893836" y="1238218"/>
                  </a:lnTo>
                  <a:lnTo>
                    <a:pt x="3894497" y="1250878"/>
                  </a:lnTo>
                  <a:lnTo>
                    <a:pt x="3895157" y="1293050"/>
                  </a:lnTo>
                  <a:lnTo>
                    <a:pt x="3895818" y="1362662"/>
                  </a:lnTo>
                  <a:lnTo>
                    <a:pt x="3896478" y="1430742"/>
                  </a:lnTo>
                  <a:lnTo>
                    <a:pt x="3897139" y="1430742"/>
                  </a:lnTo>
                  <a:lnTo>
                    <a:pt x="3897799" y="1430742"/>
                  </a:lnTo>
                  <a:lnTo>
                    <a:pt x="3898460" y="1430742"/>
                  </a:lnTo>
                  <a:lnTo>
                    <a:pt x="3899121" y="1430742"/>
                  </a:lnTo>
                  <a:lnTo>
                    <a:pt x="3899781" y="1430742"/>
                  </a:lnTo>
                  <a:lnTo>
                    <a:pt x="3900442" y="1430742"/>
                  </a:lnTo>
                  <a:lnTo>
                    <a:pt x="3901102" y="1430742"/>
                  </a:lnTo>
                  <a:lnTo>
                    <a:pt x="3901763" y="1430742"/>
                  </a:lnTo>
                  <a:lnTo>
                    <a:pt x="3902423" y="1430742"/>
                  </a:lnTo>
                  <a:lnTo>
                    <a:pt x="3903084" y="1430742"/>
                  </a:lnTo>
                  <a:lnTo>
                    <a:pt x="3903744" y="1430742"/>
                  </a:lnTo>
                  <a:lnTo>
                    <a:pt x="3904405" y="1406010"/>
                  </a:lnTo>
                  <a:lnTo>
                    <a:pt x="3905065" y="1362662"/>
                  </a:lnTo>
                  <a:lnTo>
                    <a:pt x="3905726" y="1308781"/>
                  </a:lnTo>
                  <a:lnTo>
                    <a:pt x="3906386" y="1278218"/>
                  </a:lnTo>
                  <a:lnTo>
                    <a:pt x="3907047" y="1257448"/>
                  </a:lnTo>
                  <a:lnTo>
                    <a:pt x="3907707" y="1271108"/>
                  </a:lnTo>
                  <a:lnTo>
                    <a:pt x="3908368" y="1300797"/>
                  </a:lnTo>
                  <a:lnTo>
                    <a:pt x="3909029" y="1352868"/>
                  </a:lnTo>
                  <a:lnTo>
                    <a:pt x="3909689" y="1394476"/>
                  </a:lnTo>
                  <a:lnTo>
                    <a:pt x="3910350" y="1430742"/>
                  </a:lnTo>
                  <a:lnTo>
                    <a:pt x="3911010" y="1430742"/>
                  </a:lnTo>
                  <a:lnTo>
                    <a:pt x="3911671" y="1430742"/>
                  </a:lnTo>
                  <a:lnTo>
                    <a:pt x="3912331" y="1430742"/>
                  </a:lnTo>
                  <a:lnTo>
                    <a:pt x="3912992" y="1430742"/>
                  </a:lnTo>
                  <a:lnTo>
                    <a:pt x="3913652" y="1430742"/>
                  </a:lnTo>
                  <a:lnTo>
                    <a:pt x="3914313" y="1430742"/>
                  </a:lnTo>
                  <a:lnTo>
                    <a:pt x="3914973" y="1430742"/>
                  </a:lnTo>
                  <a:lnTo>
                    <a:pt x="3915634" y="1430742"/>
                  </a:lnTo>
                  <a:lnTo>
                    <a:pt x="3916294" y="1430742"/>
                  </a:lnTo>
                  <a:lnTo>
                    <a:pt x="3916955" y="1406010"/>
                  </a:lnTo>
                  <a:lnTo>
                    <a:pt x="3917615" y="1383432"/>
                  </a:lnTo>
                  <a:lnTo>
                    <a:pt x="3918276" y="1383432"/>
                  </a:lnTo>
                  <a:lnTo>
                    <a:pt x="3918936" y="1362662"/>
                  </a:lnTo>
                  <a:lnTo>
                    <a:pt x="3919597" y="1325528"/>
                  </a:lnTo>
                  <a:lnTo>
                    <a:pt x="3920258" y="1293050"/>
                  </a:lnTo>
                  <a:lnTo>
                    <a:pt x="3920918" y="1264188"/>
                  </a:lnTo>
                  <a:lnTo>
                    <a:pt x="3921579" y="1250878"/>
                  </a:lnTo>
                  <a:lnTo>
                    <a:pt x="3922239" y="1264188"/>
                  </a:lnTo>
                  <a:lnTo>
                    <a:pt x="3922900" y="1293050"/>
                  </a:lnTo>
                  <a:lnTo>
                    <a:pt x="3923560" y="1343431"/>
                  </a:lnTo>
                  <a:lnTo>
                    <a:pt x="3924221" y="1406010"/>
                  </a:lnTo>
                  <a:lnTo>
                    <a:pt x="3924881" y="1430742"/>
                  </a:lnTo>
                  <a:lnTo>
                    <a:pt x="3925542" y="1430742"/>
                  </a:lnTo>
                  <a:lnTo>
                    <a:pt x="3926202" y="1430742"/>
                  </a:lnTo>
                  <a:lnTo>
                    <a:pt x="3926863" y="1430742"/>
                  </a:lnTo>
                  <a:lnTo>
                    <a:pt x="3927523" y="1430742"/>
                  </a:lnTo>
                  <a:lnTo>
                    <a:pt x="3928184" y="1430742"/>
                  </a:lnTo>
                  <a:lnTo>
                    <a:pt x="3928844" y="1430742"/>
                  </a:lnTo>
                  <a:lnTo>
                    <a:pt x="3929505" y="1430742"/>
                  </a:lnTo>
                  <a:lnTo>
                    <a:pt x="3930166" y="1430742"/>
                  </a:lnTo>
                  <a:lnTo>
                    <a:pt x="3930826" y="1430742"/>
                  </a:lnTo>
                  <a:lnTo>
                    <a:pt x="3931487" y="1430742"/>
                  </a:lnTo>
                  <a:lnTo>
                    <a:pt x="3932147" y="1383432"/>
                  </a:lnTo>
                  <a:lnTo>
                    <a:pt x="3932808" y="1325528"/>
                  </a:lnTo>
                  <a:lnTo>
                    <a:pt x="3933468" y="1278218"/>
                  </a:lnTo>
                  <a:lnTo>
                    <a:pt x="3934129" y="1250878"/>
                  </a:lnTo>
                  <a:lnTo>
                    <a:pt x="3934789" y="1226146"/>
                  </a:lnTo>
                  <a:lnTo>
                    <a:pt x="3935450" y="1238218"/>
                  </a:lnTo>
                  <a:lnTo>
                    <a:pt x="3936110" y="1264188"/>
                  </a:lnTo>
                  <a:lnTo>
                    <a:pt x="3936771" y="1308781"/>
                  </a:lnTo>
                  <a:lnTo>
                    <a:pt x="3937431" y="1343431"/>
                  </a:lnTo>
                  <a:lnTo>
                    <a:pt x="3938092" y="1383432"/>
                  </a:lnTo>
                  <a:lnTo>
                    <a:pt x="3938752" y="1406010"/>
                  </a:lnTo>
                  <a:lnTo>
                    <a:pt x="3939413" y="1430742"/>
                  </a:lnTo>
                  <a:lnTo>
                    <a:pt x="3940074" y="1430742"/>
                  </a:lnTo>
                  <a:lnTo>
                    <a:pt x="3940734" y="1430742"/>
                  </a:lnTo>
                  <a:lnTo>
                    <a:pt x="3941395" y="1430742"/>
                  </a:lnTo>
                  <a:lnTo>
                    <a:pt x="3942055" y="1426879"/>
                  </a:lnTo>
                  <a:lnTo>
                    <a:pt x="3942716" y="1359685"/>
                  </a:lnTo>
                  <a:lnTo>
                    <a:pt x="3943376" y="1276065"/>
                  </a:lnTo>
                  <a:lnTo>
                    <a:pt x="3944037" y="1235758"/>
                  </a:lnTo>
                  <a:lnTo>
                    <a:pt x="3944697" y="1223798"/>
                  </a:lnTo>
                  <a:lnTo>
                    <a:pt x="3945358" y="1225557"/>
                  </a:lnTo>
                  <a:lnTo>
                    <a:pt x="3946018" y="1263506"/>
                  </a:lnTo>
                  <a:lnTo>
                    <a:pt x="3946679" y="1342506"/>
                  </a:lnTo>
                  <a:lnTo>
                    <a:pt x="3947339" y="1406010"/>
                  </a:lnTo>
                  <a:lnTo>
                    <a:pt x="3948000" y="1430742"/>
                  </a:lnTo>
                  <a:lnTo>
                    <a:pt x="3948660" y="1430742"/>
                  </a:lnTo>
                  <a:lnTo>
                    <a:pt x="3949321" y="1430742"/>
                  </a:lnTo>
                  <a:lnTo>
                    <a:pt x="3949981" y="1430742"/>
                  </a:lnTo>
                  <a:lnTo>
                    <a:pt x="3950642" y="1430742"/>
                  </a:lnTo>
                  <a:lnTo>
                    <a:pt x="3951303" y="1430742"/>
                  </a:lnTo>
                  <a:lnTo>
                    <a:pt x="3951963" y="1430742"/>
                  </a:lnTo>
                  <a:lnTo>
                    <a:pt x="3952624" y="1406010"/>
                  </a:lnTo>
                  <a:lnTo>
                    <a:pt x="3953284" y="1383432"/>
                  </a:lnTo>
                  <a:lnTo>
                    <a:pt x="3953945" y="1362662"/>
                  </a:lnTo>
                  <a:lnTo>
                    <a:pt x="3954605" y="1308781"/>
                  </a:lnTo>
                  <a:lnTo>
                    <a:pt x="3955266" y="1264188"/>
                  </a:lnTo>
                  <a:lnTo>
                    <a:pt x="3955926" y="1264188"/>
                  </a:lnTo>
                  <a:lnTo>
                    <a:pt x="3956587" y="1278218"/>
                  </a:lnTo>
                  <a:lnTo>
                    <a:pt x="3957247" y="1293050"/>
                  </a:lnTo>
                  <a:lnTo>
                    <a:pt x="3957908" y="1343431"/>
                  </a:lnTo>
                  <a:lnTo>
                    <a:pt x="3958568" y="1406010"/>
                  </a:lnTo>
                  <a:lnTo>
                    <a:pt x="3959229" y="1430742"/>
                  </a:lnTo>
                  <a:lnTo>
                    <a:pt x="3959889" y="1430742"/>
                  </a:lnTo>
                  <a:lnTo>
                    <a:pt x="3960550" y="1430742"/>
                  </a:lnTo>
                  <a:lnTo>
                    <a:pt x="3961211" y="1406010"/>
                  </a:lnTo>
                  <a:lnTo>
                    <a:pt x="3961871" y="1368720"/>
                  </a:lnTo>
                  <a:lnTo>
                    <a:pt x="3962532" y="1330771"/>
                  </a:lnTo>
                  <a:lnTo>
                    <a:pt x="3963192" y="1313693"/>
                  </a:lnTo>
                  <a:lnTo>
                    <a:pt x="3963853" y="1313693"/>
                  </a:lnTo>
                  <a:lnTo>
                    <a:pt x="3964513" y="1330771"/>
                  </a:lnTo>
                  <a:lnTo>
                    <a:pt x="3965174" y="1362662"/>
                  </a:lnTo>
                  <a:lnTo>
                    <a:pt x="3965834" y="1406010"/>
                  </a:lnTo>
                  <a:lnTo>
                    <a:pt x="3966495" y="1430742"/>
                  </a:lnTo>
                  <a:lnTo>
                    <a:pt x="3967155" y="1430742"/>
                  </a:lnTo>
                  <a:lnTo>
                    <a:pt x="3967816" y="1430742"/>
                  </a:lnTo>
                  <a:lnTo>
                    <a:pt x="3968476" y="1430742"/>
                  </a:lnTo>
                  <a:lnTo>
                    <a:pt x="3969137" y="1430742"/>
                  </a:lnTo>
                  <a:lnTo>
                    <a:pt x="3969797" y="1430742"/>
                  </a:lnTo>
                  <a:lnTo>
                    <a:pt x="3970458" y="1430742"/>
                  </a:lnTo>
                  <a:lnTo>
                    <a:pt x="3971119" y="1430742"/>
                  </a:lnTo>
                  <a:lnTo>
                    <a:pt x="3971779" y="1430742"/>
                  </a:lnTo>
                  <a:lnTo>
                    <a:pt x="3972440" y="1430742"/>
                  </a:lnTo>
                  <a:lnTo>
                    <a:pt x="3973100" y="1418082"/>
                  </a:lnTo>
                  <a:lnTo>
                    <a:pt x="3973761" y="1394476"/>
                  </a:lnTo>
                  <a:lnTo>
                    <a:pt x="3974421" y="1352868"/>
                  </a:lnTo>
                  <a:lnTo>
                    <a:pt x="3975082" y="1317020"/>
                  </a:lnTo>
                  <a:lnTo>
                    <a:pt x="3975742" y="1274639"/>
                  </a:lnTo>
                  <a:lnTo>
                    <a:pt x="3976403" y="1267625"/>
                  </a:lnTo>
                  <a:lnTo>
                    <a:pt x="3977063" y="1281847"/>
                  </a:lnTo>
                  <a:lnTo>
                    <a:pt x="3977724" y="1312868"/>
                  </a:lnTo>
                  <a:lnTo>
                    <a:pt x="3978384" y="1348107"/>
                  </a:lnTo>
                  <a:lnTo>
                    <a:pt x="3979045" y="1406010"/>
                  </a:lnTo>
                  <a:lnTo>
                    <a:pt x="3979705" y="1430742"/>
                  </a:lnTo>
                  <a:lnTo>
                    <a:pt x="3980366" y="1430742"/>
                  </a:lnTo>
                  <a:lnTo>
                    <a:pt x="3981027" y="1430742"/>
                  </a:lnTo>
                  <a:lnTo>
                    <a:pt x="3981687" y="1430742"/>
                  </a:lnTo>
                  <a:lnTo>
                    <a:pt x="3982348" y="1430742"/>
                  </a:lnTo>
                  <a:lnTo>
                    <a:pt x="3983008" y="1430742"/>
                  </a:lnTo>
                  <a:lnTo>
                    <a:pt x="3983669" y="1430742"/>
                  </a:lnTo>
                  <a:lnTo>
                    <a:pt x="3984329" y="1430742"/>
                  </a:lnTo>
                  <a:lnTo>
                    <a:pt x="3984990" y="1430742"/>
                  </a:lnTo>
                  <a:lnTo>
                    <a:pt x="3985650" y="1430742"/>
                  </a:lnTo>
                  <a:lnTo>
                    <a:pt x="3986311" y="1406010"/>
                  </a:lnTo>
                  <a:lnTo>
                    <a:pt x="3986971" y="1362662"/>
                  </a:lnTo>
                  <a:lnTo>
                    <a:pt x="3987632" y="1325528"/>
                  </a:lnTo>
                  <a:lnTo>
                    <a:pt x="3988292" y="1325528"/>
                  </a:lnTo>
                  <a:lnTo>
                    <a:pt x="3988953" y="1308781"/>
                  </a:lnTo>
                  <a:lnTo>
                    <a:pt x="3989613" y="1308781"/>
                  </a:lnTo>
                  <a:lnTo>
                    <a:pt x="3990274" y="1325528"/>
                  </a:lnTo>
                  <a:lnTo>
                    <a:pt x="3990934" y="1343431"/>
                  </a:lnTo>
                  <a:lnTo>
                    <a:pt x="3991595" y="1343431"/>
                  </a:lnTo>
                  <a:lnTo>
                    <a:pt x="3992256" y="1362662"/>
                  </a:lnTo>
                  <a:lnTo>
                    <a:pt x="3992916" y="1383432"/>
                  </a:lnTo>
                  <a:lnTo>
                    <a:pt x="3993577" y="1406010"/>
                  </a:lnTo>
                  <a:lnTo>
                    <a:pt x="3994237" y="1430742"/>
                  </a:lnTo>
                  <a:lnTo>
                    <a:pt x="3994898" y="1430742"/>
                  </a:lnTo>
                  <a:lnTo>
                    <a:pt x="3995558" y="1430742"/>
                  </a:lnTo>
                  <a:lnTo>
                    <a:pt x="3996219" y="1430742"/>
                  </a:lnTo>
                  <a:lnTo>
                    <a:pt x="3996879" y="1430742"/>
                  </a:lnTo>
                  <a:lnTo>
                    <a:pt x="3997540" y="1394476"/>
                  </a:lnTo>
                  <a:lnTo>
                    <a:pt x="3998200" y="1352868"/>
                  </a:lnTo>
                  <a:lnTo>
                    <a:pt x="3998861" y="1334326"/>
                  </a:lnTo>
                  <a:lnTo>
                    <a:pt x="3999521" y="1334326"/>
                  </a:lnTo>
                  <a:lnTo>
                    <a:pt x="4000182" y="1334326"/>
                  </a:lnTo>
                  <a:lnTo>
                    <a:pt x="4000842" y="1362662"/>
                  </a:lnTo>
                  <a:lnTo>
                    <a:pt x="4001503" y="1406010"/>
                  </a:lnTo>
                  <a:lnTo>
                    <a:pt x="4002164" y="1430742"/>
                  </a:lnTo>
                  <a:lnTo>
                    <a:pt x="4002824" y="1430742"/>
                  </a:lnTo>
                  <a:lnTo>
                    <a:pt x="4003485" y="1430742"/>
                  </a:lnTo>
                  <a:lnTo>
                    <a:pt x="4004145" y="1406010"/>
                  </a:lnTo>
                  <a:lnTo>
                    <a:pt x="4004806" y="1383432"/>
                  </a:lnTo>
                  <a:lnTo>
                    <a:pt x="4005466" y="1362662"/>
                  </a:lnTo>
                  <a:lnTo>
                    <a:pt x="4006127" y="1343431"/>
                  </a:lnTo>
                  <a:lnTo>
                    <a:pt x="4006787" y="1325528"/>
                  </a:lnTo>
                  <a:lnTo>
                    <a:pt x="4007448" y="1343431"/>
                  </a:lnTo>
                  <a:lnTo>
                    <a:pt x="4008108" y="1343431"/>
                  </a:lnTo>
                  <a:lnTo>
                    <a:pt x="4008769" y="1325528"/>
                  </a:lnTo>
                  <a:lnTo>
                    <a:pt x="4009429" y="1325528"/>
                  </a:lnTo>
                  <a:lnTo>
                    <a:pt x="4010090" y="1308781"/>
                  </a:lnTo>
                  <a:lnTo>
                    <a:pt x="4010750" y="1278218"/>
                  </a:lnTo>
                  <a:lnTo>
                    <a:pt x="4011411" y="1250878"/>
                  </a:lnTo>
                  <a:lnTo>
                    <a:pt x="4012072" y="1250878"/>
                  </a:lnTo>
                  <a:lnTo>
                    <a:pt x="4012732" y="1244471"/>
                  </a:lnTo>
                  <a:lnTo>
                    <a:pt x="4013393" y="1244471"/>
                  </a:lnTo>
                  <a:lnTo>
                    <a:pt x="4014053" y="1232112"/>
                  </a:lnTo>
                  <a:lnTo>
                    <a:pt x="4014714" y="1257448"/>
                  </a:lnTo>
                  <a:lnTo>
                    <a:pt x="4015374" y="1285528"/>
                  </a:lnTo>
                  <a:lnTo>
                    <a:pt x="4016035" y="1293050"/>
                  </a:lnTo>
                  <a:lnTo>
                    <a:pt x="4016695" y="1308781"/>
                  </a:lnTo>
                  <a:lnTo>
                    <a:pt x="4017356" y="1362662"/>
                  </a:lnTo>
                  <a:lnTo>
                    <a:pt x="4018016" y="1362662"/>
                  </a:lnTo>
                  <a:lnTo>
                    <a:pt x="4018677" y="1325528"/>
                  </a:lnTo>
                  <a:lnTo>
                    <a:pt x="4019337" y="1325528"/>
                  </a:lnTo>
                  <a:lnTo>
                    <a:pt x="4019998" y="1325528"/>
                  </a:lnTo>
                  <a:lnTo>
                    <a:pt x="4020658" y="1293050"/>
                  </a:lnTo>
                  <a:lnTo>
                    <a:pt x="4021319" y="1293050"/>
                  </a:lnTo>
                  <a:lnTo>
                    <a:pt x="4021979" y="1308781"/>
                  </a:lnTo>
                  <a:lnTo>
                    <a:pt x="4022640" y="1325528"/>
                  </a:lnTo>
                  <a:lnTo>
                    <a:pt x="4023301" y="1343431"/>
                  </a:lnTo>
                  <a:lnTo>
                    <a:pt x="4023961" y="1383432"/>
                  </a:lnTo>
                  <a:lnTo>
                    <a:pt x="4024622" y="1362662"/>
                  </a:lnTo>
                  <a:lnTo>
                    <a:pt x="4025282" y="1325528"/>
                  </a:lnTo>
                  <a:lnTo>
                    <a:pt x="4025943" y="1278218"/>
                  </a:lnTo>
                  <a:lnTo>
                    <a:pt x="4026603" y="1264188"/>
                  </a:lnTo>
                  <a:lnTo>
                    <a:pt x="4027264" y="1250878"/>
                  </a:lnTo>
                  <a:lnTo>
                    <a:pt x="4027924" y="1250878"/>
                  </a:lnTo>
                  <a:lnTo>
                    <a:pt x="4028585" y="1264188"/>
                  </a:lnTo>
                  <a:lnTo>
                    <a:pt x="4029245" y="1278218"/>
                  </a:lnTo>
                  <a:lnTo>
                    <a:pt x="4029906" y="1278218"/>
                  </a:lnTo>
                  <a:lnTo>
                    <a:pt x="4030566" y="1270408"/>
                  </a:lnTo>
                  <a:lnTo>
                    <a:pt x="4031227" y="1252179"/>
                  </a:lnTo>
                  <a:lnTo>
                    <a:pt x="4031887" y="1227328"/>
                  </a:lnTo>
                  <a:lnTo>
                    <a:pt x="4032548" y="1215742"/>
                  </a:lnTo>
                  <a:lnTo>
                    <a:pt x="4033209" y="1215742"/>
                  </a:lnTo>
                  <a:lnTo>
                    <a:pt x="4033869" y="1233928"/>
                  </a:lnTo>
                  <a:lnTo>
                    <a:pt x="4034530" y="1264188"/>
                  </a:lnTo>
                  <a:lnTo>
                    <a:pt x="4035190" y="1293050"/>
                  </a:lnTo>
                  <a:lnTo>
                    <a:pt x="4035851" y="1325528"/>
                  </a:lnTo>
                  <a:lnTo>
                    <a:pt x="4036511" y="1343431"/>
                  </a:lnTo>
                  <a:lnTo>
                    <a:pt x="4037172" y="1343431"/>
                  </a:lnTo>
                  <a:lnTo>
                    <a:pt x="4037832" y="1343431"/>
                  </a:lnTo>
                  <a:lnTo>
                    <a:pt x="4038493" y="1343431"/>
                  </a:lnTo>
                  <a:lnTo>
                    <a:pt x="4039153" y="1343431"/>
                  </a:lnTo>
                  <a:lnTo>
                    <a:pt x="4039814" y="1343431"/>
                  </a:lnTo>
                  <a:lnTo>
                    <a:pt x="4040474" y="1343431"/>
                  </a:lnTo>
                  <a:lnTo>
                    <a:pt x="4041135" y="1362662"/>
                  </a:lnTo>
                  <a:lnTo>
                    <a:pt x="4041795" y="1383432"/>
                  </a:lnTo>
                  <a:lnTo>
                    <a:pt x="4042456" y="1383432"/>
                  </a:lnTo>
                  <a:lnTo>
                    <a:pt x="4043117" y="1343431"/>
                  </a:lnTo>
                  <a:lnTo>
                    <a:pt x="4043777" y="1325528"/>
                  </a:lnTo>
                  <a:lnTo>
                    <a:pt x="4044438" y="1320390"/>
                  </a:lnTo>
                  <a:lnTo>
                    <a:pt x="4045098" y="1303961"/>
                  </a:lnTo>
                  <a:lnTo>
                    <a:pt x="4045759" y="1288511"/>
                  </a:lnTo>
                  <a:lnTo>
                    <a:pt x="4046419" y="1317858"/>
                  </a:lnTo>
                  <a:lnTo>
                    <a:pt x="4047080" y="1335222"/>
                  </a:lnTo>
                  <a:lnTo>
                    <a:pt x="4047740" y="1340666"/>
                  </a:lnTo>
                  <a:lnTo>
                    <a:pt x="4048401" y="1380208"/>
                  </a:lnTo>
                  <a:lnTo>
                    <a:pt x="4049061" y="1426879"/>
                  </a:lnTo>
                  <a:lnTo>
                    <a:pt x="4049722" y="1430742"/>
                  </a:lnTo>
                  <a:lnTo>
                    <a:pt x="4050382" y="1430742"/>
                  </a:lnTo>
                  <a:lnTo>
                    <a:pt x="4051043" y="1430742"/>
                  </a:lnTo>
                  <a:lnTo>
                    <a:pt x="4051703" y="1430742"/>
                  </a:lnTo>
                  <a:lnTo>
                    <a:pt x="4052364" y="1430742"/>
                  </a:lnTo>
                  <a:lnTo>
                    <a:pt x="4053025" y="1430742"/>
                  </a:lnTo>
                  <a:lnTo>
                    <a:pt x="4053685" y="1430742"/>
                  </a:lnTo>
                  <a:lnTo>
                    <a:pt x="4054346" y="1430742"/>
                  </a:lnTo>
                  <a:lnTo>
                    <a:pt x="4055006" y="1430742"/>
                  </a:lnTo>
                  <a:lnTo>
                    <a:pt x="4055667" y="1430742"/>
                  </a:lnTo>
                  <a:lnTo>
                    <a:pt x="4056327" y="1430742"/>
                  </a:lnTo>
                  <a:lnTo>
                    <a:pt x="4056988" y="1406010"/>
                  </a:lnTo>
                  <a:lnTo>
                    <a:pt x="4057648" y="1383432"/>
                  </a:lnTo>
                  <a:lnTo>
                    <a:pt x="4058309" y="1343431"/>
                  </a:lnTo>
                  <a:lnTo>
                    <a:pt x="4058969" y="1325528"/>
                  </a:lnTo>
                  <a:lnTo>
                    <a:pt x="4059630" y="1325528"/>
                  </a:lnTo>
                  <a:lnTo>
                    <a:pt x="4060290" y="1343431"/>
                  </a:lnTo>
                  <a:lnTo>
                    <a:pt x="4060951" y="1362662"/>
                  </a:lnTo>
                  <a:lnTo>
                    <a:pt x="4061611" y="1383432"/>
                  </a:lnTo>
                  <a:lnTo>
                    <a:pt x="4062272" y="1343431"/>
                  </a:lnTo>
                  <a:lnTo>
                    <a:pt x="4062932" y="1250878"/>
                  </a:lnTo>
                  <a:lnTo>
                    <a:pt x="4063593" y="1173485"/>
                  </a:lnTo>
                  <a:lnTo>
                    <a:pt x="4064254" y="1152234"/>
                  </a:lnTo>
                  <a:lnTo>
                    <a:pt x="4064914" y="1161261"/>
                  </a:lnTo>
                  <a:lnTo>
                    <a:pt x="4065575" y="1190393"/>
                  </a:lnTo>
                  <a:lnTo>
                    <a:pt x="4066235" y="1260796"/>
                  </a:lnTo>
                  <a:lnTo>
                    <a:pt x="4066896" y="1377024"/>
                  </a:lnTo>
                  <a:lnTo>
                    <a:pt x="4067556" y="1406010"/>
                  </a:lnTo>
                  <a:lnTo>
                    <a:pt x="4068217" y="1383432"/>
                  </a:lnTo>
                  <a:lnTo>
                    <a:pt x="4068877" y="1345292"/>
                  </a:lnTo>
                  <a:lnTo>
                    <a:pt x="4069538" y="1310408"/>
                  </a:lnTo>
                  <a:lnTo>
                    <a:pt x="4070198" y="1265557"/>
                  </a:lnTo>
                  <a:lnTo>
                    <a:pt x="4070859" y="1227328"/>
                  </a:lnTo>
                  <a:lnTo>
                    <a:pt x="4071519" y="1207929"/>
                  </a:lnTo>
                  <a:lnTo>
                    <a:pt x="4072180" y="1206832"/>
                  </a:lnTo>
                  <a:lnTo>
                    <a:pt x="4072840" y="1218018"/>
                  </a:lnTo>
                  <a:lnTo>
                    <a:pt x="4073501" y="1241951"/>
                  </a:lnTo>
                  <a:lnTo>
                    <a:pt x="4074162" y="1282579"/>
                  </a:lnTo>
                  <a:lnTo>
                    <a:pt x="4074822" y="1325528"/>
                  </a:lnTo>
                  <a:lnTo>
                    <a:pt x="4075483" y="1362662"/>
                  </a:lnTo>
                  <a:lnTo>
                    <a:pt x="4076143" y="1383432"/>
                  </a:lnTo>
                  <a:lnTo>
                    <a:pt x="4076804" y="1406010"/>
                  </a:lnTo>
                  <a:lnTo>
                    <a:pt x="4077464" y="1430742"/>
                  </a:lnTo>
                  <a:lnTo>
                    <a:pt x="4078125" y="1430742"/>
                  </a:lnTo>
                  <a:lnTo>
                    <a:pt x="4078785" y="1430742"/>
                  </a:lnTo>
                  <a:lnTo>
                    <a:pt x="4079446" y="1430742"/>
                  </a:lnTo>
                  <a:lnTo>
                    <a:pt x="4080106" y="1430742"/>
                  </a:lnTo>
                  <a:lnTo>
                    <a:pt x="4080767" y="1430742"/>
                  </a:lnTo>
                  <a:lnTo>
                    <a:pt x="4081427" y="1430742"/>
                  </a:lnTo>
                  <a:lnTo>
                    <a:pt x="4082088" y="1430742"/>
                  </a:lnTo>
                  <a:lnTo>
                    <a:pt x="4082748" y="1430742"/>
                  </a:lnTo>
                  <a:lnTo>
                    <a:pt x="4083409" y="1430742"/>
                  </a:lnTo>
                  <a:lnTo>
                    <a:pt x="4084070" y="1430742"/>
                  </a:lnTo>
                  <a:lnTo>
                    <a:pt x="4084730" y="1383432"/>
                  </a:lnTo>
                  <a:lnTo>
                    <a:pt x="4085391" y="1308781"/>
                  </a:lnTo>
                  <a:lnTo>
                    <a:pt x="4086051" y="1264188"/>
                  </a:lnTo>
                  <a:lnTo>
                    <a:pt x="4086712" y="1250878"/>
                  </a:lnTo>
                  <a:lnTo>
                    <a:pt x="4087372" y="1250878"/>
                  </a:lnTo>
                  <a:lnTo>
                    <a:pt x="4088033" y="1278218"/>
                  </a:lnTo>
                  <a:lnTo>
                    <a:pt x="4088693" y="1343431"/>
                  </a:lnTo>
                  <a:lnTo>
                    <a:pt x="4089354" y="1383432"/>
                  </a:lnTo>
                  <a:lnTo>
                    <a:pt x="4090014" y="1362662"/>
                  </a:lnTo>
                  <a:lnTo>
                    <a:pt x="4090675" y="1325528"/>
                  </a:lnTo>
                  <a:lnTo>
                    <a:pt x="4091335" y="1319543"/>
                  </a:lnTo>
                  <a:lnTo>
                    <a:pt x="4091996" y="1319543"/>
                  </a:lnTo>
                  <a:lnTo>
                    <a:pt x="4092656" y="1337024"/>
                  </a:lnTo>
                  <a:lnTo>
                    <a:pt x="4093317" y="1355768"/>
                  </a:lnTo>
                  <a:lnTo>
                    <a:pt x="4093977" y="1375972"/>
                  </a:lnTo>
                  <a:lnTo>
                    <a:pt x="4094638" y="1362662"/>
                  </a:lnTo>
                  <a:lnTo>
                    <a:pt x="4095299" y="1343431"/>
                  </a:lnTo>
                  <a:lnTo>
                    <a:pt x="4095959" y="1325528"/>
                  </a:lnTo>
                  <a:lnTo>
                    <a:pt x="4096620" y="1343431"/>
                  </a:lnTo>
                  <a:lnTo>
                    <a:pt x="4097280" y="1362662"/>
                  </a:lnTo>
                  <a:lnTo>
                    <a:pt x="4097941" y="1383432"/>
                  </a:lnTo>
                  <a:lnTo>
                    <a:pt x="4098601" y="1406010"/>
                  </a:lnTo>
                  <a:lnTo>
                    <a:pt x="4099262" y="1430742"/>
                  </a:lnTo>
                  <a:lnTo>
                    <a:pt x="4099922" y="1430742"/>
                  </a:lnTo>
                  <a:lnTo>
                    <a:pt x="4100583" y="1430742"/>
                  </a:lnTo>
                  <a:lnTo>
                    <a:pt x="4101243" y="1430742"/>
                  </a:lnTo>
                  <a:lnTo>
                    <a:pt x="4101904" y="1430742"/>
                  </a:lnTo>
                  <a:lnTo>
                    <a:pt x="4102564" y="1430742"/>
                  </a:lnTo>
                  <a:lnTo>
                    <a:pt x="4103225" y="1430742"/>
                  </a:lnTo>
                  <a:lnTo>
                    <a:pt x="4103885" y="1430742"/>
                  </a:lnTo>
                  <a:lnTo>
                    <a:pt x="4104546" y="1430742"/>
                  </a:lnTo>
                  <a:lnTo>
                    <a:pt x="4105207" y="1430742"/>
                  </a:lnTo>
                  <a:lnTo>
                    <a:pt x="4105867" y="1430742"/>
                  </a:lnTo>
                  <a:lnTo>
                    <a:pt x="4106528" y="1406010"/>
                  </a:lnTo>
                  <a:lnTo>
                    <a:pt x="4107188" y="1383432"/>
                  </a:lnTo>
                  <a:lnTo>
                    <a:pt x="4107849" y="1343431"/>
                  </a:lnTo>
                  <a:lnTo>
                    <a:pt x="4108509" y="1325528"/>
                  </a:lnTo>
                  <a:lnTo>
                    <a:pt x="4109170" y="1308781"/>
                  </a:lnTo>
                  <a:lnTo>
                    <a:pt x="4109830" y="1325528"/>
                  </a:lnTo>
                  <a:lnTo>
                    <a:pt x="4110491" y="1343431"/>
                  </a:lnTo>
                  <a:lnTo>
                    <a:pt x="4111151" y="1383432"/>
                  </a:lnTo>
                  <a:lnTo>
                    <a:pt x="4111812" y="1406010"/>
                  </a:lnTo>
                  <a:lnTo>
                    <a:pt x="4112472" y="1430742"/>
                  </a:lnTo>
                  <a:lnTo>
                    <a:pt x="4113133" y="1430742"/>
                  </a:lnTo>
                  <a:lnTo>
                    <a:pt x="4113793" y="1430742"/>
                  </a:lnTo>
                  <a:lnTo>
                    <a:pt x="4114454" y="1430742"/>
                  </a:lnTo>
                  <a:lnTo>
                    <a:pt x="4115115" y="1430742"/>
                  </a:lnTo>
                  <a:lnTo>
                    <a:pt x="4115775" y="1430742"/>
                  </a:lnTo>
                  <a:lnTo>
                    <a:pt x="4116436" y="1430742"/>
                  </a:lnTo>
                  <a:lnTo>
                    <a:pt x="4117096" y="1430742"/>
                  </a:lnTo>
                  <a:lnTo>
                    <a:pt x="4117757" y="1430742"/>
                  </a:lnTo>
                  <a:lnTo>
                    <a:pt x="4118417" y="1430742"/>
                  </a:lnTo>
                  <a:lnTo>
                    <a:pt x="4119078" y="1430742"/>
                  </a:lnTo>
                  <a:lnTo>
                    <a:pt x="4119738" y="1430742"/>
                  </a:lnTo>
                  <a:lnTo>
                    <a:pt x="4120399" y="1419320"/>
                  </a:lnTo>
                  <a:lnTo>
                    <a:pt x="4121059" y="1353831"/>
                  </a:lnTo>
                  <a:lnTo>
                    <a:pt x="4121720" y="1286270"/>
                  </a:lnTo>
                  <a:lnTo>
                    <a:pt x="4122380" y="1258114"/>
                  </a:lnTo>
                  <a:lnTo>
                    <a:pt x="4123041" y="1258114"/>
                  </a:lnTo>
                  <a:lnTo>
                    <a:pt x="4123701" y="1264188"/>
                  </a:lnTo>
                  <a:lnTo>
                    <a:pt x="4124362" y="1308781"/>
                  </a:lnTo>
                  <a:lnTo>
                    <a:pt x="4125023" y="1383432"/>
                  </a:lnTo>
                  <a:lnTo>
                    <a:pt x="4125683" y="1430742"/>
                  </a:lnTo>
                  <a:lnTo>
                    <a:pt x="4126344" y="1430742"/>
                  </a:lnTo>
                  <a:lnTo>
                    <a:pt x="4127004" y="1406010"/>
                  </a:lnTo>
                  <a:lnTo>
                    <a:pt x="4127665" y="1343431"/>
                  </a:lnTo>
                  <a:lnTo>
                    <a:pt x="4128325" y="1255459"/>
                  </a:lnTo>
                  <a:lnTo>
                    <a:pt x="4128986" y="1207380"/>
                  </a:lnTo>
                  <a:lnTo>
                    <a:pt x="4129646" y="1186314"/>
                  </a:lnTo>
                  <a:lnTo>
                    <a:pt x="4130307" y="1171567"/>
                  </a:lnTo>
                  <a:lnTo>
                    <a:pt x="4130967" y="1181305"/>
                  </a:lnTo>
                  <a:lnTo>
                    <a:pt x="4131628" y="1209031"/>
                  </a:lnTo>
                  <a:lnTo>
                    <a:pt x="4132288" y="1244471"/>
                  </a:lnTo>
                  <a:lnTo>
                    <a:pt x="4132949" y="1261471"/>
                  </a:lnTo>
                  <a:lnTo>
                    <a:pt x="4133609" y="1297670"/>
                  </a:lnTo>
                  <a:lnTo>
                    <a:pt x="4134270" y="1330771"/>
                  </a:lnTo>
                  <a:lnTo>
                    <a:pt x="4134930" y="1390001"/>
                  </a:lnTo>
                  <a:lnTo>
                    <a:pt x="4135591" y="1413186"/>
                  </a:lnTo>
                  <a:lnTo>
                    <a:pt x="4136252" y="1430742"/>
                  </a:lnTo>
                  <a:lnTo>
                    <a:pt x="4136912" y="1430742"/>
                  </a:lnTo>
                  <a:lnTo>
                    <a:pt x="4137573" y="1430742"/>
                  </a:lnTo>
                  <a:lnTo>
                    <a:pt x="4138233" y="1430742"/>
                  </a:lnTo>
                  <a:lnTo>
                    <a:pt x="4138894" y="1430742"/>
                  </a:lnTo>
                  <a:lnTo>
                    <a:pt x="4139554" y="1430742"/>
                  </a:lnTo>
                  <a:lnTo>
                    <a:pt x="4140215" y="1430742"/>
                  </a:lnTo>
                  <a:lnTo>
                    <a:pt x="4140875" y="1430742"/>
                  </a:lnTo>
                  <a:lnTo>
                    <a:pt x="4141536" y="1430742"/>
                  </a:lnTo>
                  <a:lnTo>
                    <a:pt x="4142196" y="1430742"/>
                  </a:lnTo>
                  <a:lnTo>
                    <a:pt x="4142857" y="1430742"/>
                  </a:lnTo>
                  <a:lnTo>
                    <a:pt x="4143517" y="1430742"/>
                  </a:lnTo>
                  <a:lnTo>
                    <a:pt x="4144178" y="1430742"/>
                  </a:lnTo>
                  <a:lnTo>
                    <a:pt x="4144838" y="1430742"/>
                  </a:lnTo>
                  <a:lnTo>
                    <a:pt x="4145499" y="1430742"/>
                  </a:lnTo>
                  <a:lnTo>
                    <a:pt x="4146160" y="1430742"/>
                  </a:lnTo>
                  <a:lnTo>
                    <a:pt x="4146820" y="1430742"/>
                  </a:lnTo>
                  <a:lnTo>
                    <a:pt x="4147481" y="1430742"/>
                  </a:lnTo>
                  <a:lnTo>
                    <a:pt x="4148141" y="1430742"/>
                  </a:lnTo>
                  <a:lnTo>
                    <a:pt x="4148802" y="1430742"/>
                  </a:lnTo>
                  <a:lnTo>
                    <a:pt x="4149462" y="1430742"/>
                  </a:lnTo>
                  <a:lnTo>
                    <a:pt x="4150123" y="1430742"/>
                  </a:lnTo>
                  <a:lnTo>
                    <a:pt x="4150783" y="1430742"/>
                  </a:lnTo>
                  <a:lnTo>
                    <a:pt x="4151444" y="1430742"/>
                  </a:lnTo>
                  <a:lnTo>
                    <a:pt x="4152104" y="1430742"/>
                  </a:lnTo>
                  <a:lnTo>
                    <a:pt x="4152765" y="1430742"/>
                  </a:lnTo>
                  <a:lnTo>
                    <a:pt x="4153425" y="1406010"/>
                  </a:lnTo>
                  <a:lnTo>
                    <a:pt x="4154086" y="1383432"/>
                  </a:lnTo>
                  <a:lnTo>
                    <a:pt x="4154746" y="1362662"/>
                  </a:lnTo>
                  <a:lnTo>
                    <a:pt x="4155407" y="1343431"/>
                  </a:lnTo>
                  <a:lnTo>
                    <a:pt x="4156068" y="1343431"/>
                  </a:lnTo>
                  <a:lnTo>
                    <a:pt x="4156728" y="1362662"/>
                  </a:lnTo>
                  <a:lnTo>
                    <a:pt x="4157389" y="1383432"/>
                  </a:lnTo>
                  <a:lnTo>
                    <a:pt x="4158049" y="1406010"/>
                  </a:lnTo>
                  <a:lnTo>
                    <a:pt x="4158710" y="1430742"/>
                  </a:lnTo>
                  <a:lnTo>
                    <a:pt x="4159370" y="1430742"/>
                  </a:lnTo>
                  <a:lnTo>
                    <a:pt x="4160031" y="1430742"/>
                  </a:lnTo>
                  <a:lnTo>
                    <a:pt x="4160691" y="1430742"/>
                  </a:lnTo>
                  <a:lnTo>
                    <a:pt x="4161352" y="1430742"/>
                  </a:lnTo>
                  <a:lnTo>
                    <a:pt x="4162012" y="1430742"/>
                  </a:lnTo>
                  <a:lnTo>
                    <a:pt x="4162673" y="1430742"/>
                  </a:lnTo>
                  <a:lnTo>
                    <a:pt x="4163333" y="1430742"/>
                  </a:lnTo>
                  <a:lnTo>
                    <a:pt x="4163994" y="1430742"/>
                  </a:lnTo>
                  <a:lnTo>
                    <a:pt x="4164654" y="1430742"/>
                  </a:lnTo>
                  <a:lnTo>
                    <a:pt x="4165315" y="1430742"/>
                  </a:lnTo>
                  <a:lnTo>
                    <a:pt x="4165975" y="1430742"/>
                  </a:lnTo>
                  <a:lnTo>
                    <a:pt x="4166636" y="1430742"/>
                  </a:lnTo>
                  <a:lnTo>
                    <a:pt x="4167297" y="1430742"/>
                  </a:lnTo>
                  <a:lnTo>
                    <a:pt x="4167957" y="1430742"/>
                  </a:lnTo>
                  <a:lnTo>
                    <a:pt x="4168618" y="1430742"/>
                  </a:lnTo>
                  <a:lnTo>
                    <a:pt x="4169278" y="1406010"/>
                  </a:lnTo>
                  <a:lnTo>
                    <a:pt x="4169939" y="1362662"/>
                  </a:lnTo>
                  <a:lnTo>
                    <a:pt x="4170599" y="1343431"/>
                  </a:lnTo>
                  <a:lnTo>
                    <a:pt x="4171260" y="1325528"/>
                  </a:lnTo>
                  <a:lnTo>
                    <a:pt x="4171920" y="1325528"/>
                  </a:lnTo>
                  <a:lnTo>
                    <a:pt x="4172581" y="1343431"/>
                  </a:lnTo>
                  <a:lnTo>
                    <a:pt x="4173241" y="1383432"/>
                  </a:lnTo>
                  <a:lnTo>
                    <a:pt x="4173902" y="1406010"/>
                  </a:lnTo>
                  <a:lnTo>
                    <a:pt x="4174562" y="1430742"/>
                  </a:lnTo>
                  <a:lnTo>
                    <a:pt x="4175223" y="1430742"/>
                  </a:lnTo>
                  <a:lnTo>
                    <a:pt x="4175883" y="1430742"/>
                  </a:lnTo>
                  <a:lnTo>
                    <a:pt x="4176544" y="1430742"/>
                  </a:lnTo>
                  <a:lnTo>
                    <a:pt x="4177205" y="1430742"/>
                  </a:lnTo>
                  <a:lnTo>
                    <a:pt x="4177865" y="1430742"/>
                  </a:lnTo>
                  <a:lnTo>
                    <a:pt x="4178526" y="1430742"/>
                  </a:lnTo>
                  <a:lnTo>
                    <a:pt x="4179186" y="1430742"/>
                  </a:lnTo>
                  <a:lnTo>
                    <a:pt x="4179847" y="1430742"/>
                  </a:lnTo>
                  <a:lnTo>
                    <a:pt x="4180507" y="1430742"/>
                  </a:lnTo>
                  <a:lnTo>
                    <a:pt x="4181168" y="1430742"/>
                  </a:lnTo>
                  <a:lnTo>
                    <a:pt x="4181828" y="1430742"/>
                  </a:lnTo>
                  <a:lnTo>
                    <a:pt x="4182489" y="1430742"/>
                  </a:lnTo>
                  <a:lnTo>
                    <a:pt x="4183149" y="1430742"/>
                  </a:lnTo>
                  <a:lnTo>
                    <a:pt x="4183810" y="1430742"/>
                  </a:lnTo>
                  <a:lnTo>
                    <a:pt x="4184470" y="1430742"/>
                  </a:lnTo>
                  <a:lnTo>
                    <a:pt x="4185131" y="1430742"/>
                  </a:lnTo>
                  <a:lnTo>
                    <a:pt x="4185791" y="1430742"/>
                  </a:lnTo>
                  <a:lnTo>
                    <a:pt x="4186452" y="1430742"/>
                  </a:lnTo>
                  <a:lnTo>
                    <a:pt x="4187113" y="1430742"/>
                  </a:lnTo>
                  <a:lnTo>
                    <a:pt x="4187773" y="1430742"/>
                  </a:lnTo>
                  <a:lnTo>
                    <a:pt x="4188434" y="1430742"/>
                  </a:lnTo>
                  <a:lnTo>
                    <a:pt x="4189094" y="1430742"/>
                  </a:lnTo>
                  <a:lnTo>
                    <a:pt x="4189755" y="1430742"/>
                  </a:lnTo>
                  <a:lnTo>
                    <a:pt x="4190415" y="1430742"/>
                  </a:lnTo>
                  <a:lnTo>
                    <a:pt x="4191076" y="1430742"/>
                  </a:lnTo>
                  <a:lnTo>
                    <a:pt x="4191736" y="1430742"/>
                  </a:lnTo>
                  <a:lnTo>
                    <a:pt x="4192397" y="1430742"/>
                  </a:lnTo>
                  <a:lnTo>
                    <a:pt x="4193057" y="1406010"/>
                  </a:lnTo>
                  <a:lnTo>
                    <a:pt x="4193718" y="1362662"/>
                  </a:lnTo>
                  <a:lnTo>
                    <a:pt x="4194378" y="1343431"/>
                  </a:lnTo>
                  <a:lnTo>
                    <a:pt x="4195039" y="1325528"/>
                  </a:lnTo>
                  <a:lnTo>
                    <a:pt x="4195699" y="1293050"/>
                  </a:lnTo>
                  <a:lnTo>
                    <a:pt x="4196360" y="1264188"/>
                  </a:lnTo>
                  <a:lnTo>
                    <a:pt x="4197021" y="1203568"/>
                  </a:lnTo>
                  <a:lnTo>
                    <a:pt x="4197681" y="1154461"/>
                  </a:lnTo>
                  <a:lnTo>
                    <a:pt x="4198342" y="1120932"/>
                  </a:lnTo>
                  <a:lnTo>
                    <a:pt x="4199002" y="1105664"/>
                  </a:lnTo>
                  <a:lnTo>
                    <a:pt x="4199663" y="1100525"/>
                  </a:lnTo>
                  <a:lnTo>
                    <a:pt x="4200323" y="1130544"/>
                  </a:lnTo>
                  <a:lnTo>
                    <a:pt x="4200984" y="1122906"/>
                  </a:lnTo>
                  <a:lnTo>
                    <a:pt x="4201644" y="1087070"/>
                  </a:lnTo>
                  <a:lnTo>
                    <a:pt x="4202305" y="1054673"/>
                  </a:lnTo>
                  <a:lnTo>
                    <a:pt x="4202965" y="1052852"/>
                  </a:lnTo>
                  <a:lnTo>
                    <a:pt x="4203626" y="1069720"/>
                  </a:lnTo>
                  <a:lnTo>
                    <a:pt x="4204286" y="1118974"/>
                  </a:lnTo>
                  <a:lnTo>
                    <a:pt x="4204947" y="1210137"/>
                  </a:lnTo>
                  <a:lnTo>
                    <a:pt x="4205607" y="1336121"/>
                  </a:lnTo>
                  <a:lnTo>
                    <a:pt x="4206268" y="1420565"/>
                  </a:lnTo>
                  <a:lnTo>
                    <a:pt x="4206928" y="1430742"/>
                  </a:lnTo>
                  <a:lnTo>
                    <a:pt x="4207589" y="1430742"/>
                  </a:lnTo>
                  <a:lnTo>
                    <a:pt x="4208250" y="1430742"/>
                  </a:lnTo>
                  <a:lnTo>
                    <a:pt x="4208910" y="1430742"/>
                  </a:lnTo>
                  <a:lnTo>
                    <a:pt x="4209571" y="1430742"/>
                  </a:lnTo>
                  <a:lnTo>
                    <a:pt x="4210231" y="1430742"/>
                  </a:lnTo>
                  <a:lnTo>
                    <a:pt x="4210892" y="1406010"/>
                  </a:lnTo>
                  <a:lnTo>
                    <a:pt x="4211552" y="1362662"/>
                  </a:lnTo>
                  <a:lnTo>
                    <a:pt x="4212213" y="1343431"/>
                  </a:lnTo>
                  <a:lnTo>
                    <a:pt x="4212873" y="1343431"/>
                  </a:lnTo>
                  <a:lnTo>
                    <a:pt x="4213534" y="1343431"/>
                  </a:lnTo>
                  <a:lnTo>
                    <a:pt x="4214194" y="1362662"/>
                  </a:lnTo>
                  <a:lnTo>
                    <a:pt x="4214855" y="1406010"/>
                  </a:lnTo>
                  <a:lnTo>
                    <a:pt x="4215515" y="1430742"/>
                  </a:lnTo>
                  <a:lnTo>
                    <a:pt x="4216176" y="1430742"/>
                  </a:lnTo>
                  <a:lnTo>
                    <a:pt x="4216836" y="1430742"/>
                  </a:lnTo>
                  <a:lnTo>
                    <a:pt x="4217497" y="1430742"/>
                  </a:lnTo>
                  <a:lnTo>
                    <a:pt x="4218158" y="1430742"/>
                  </a:lnTo>
                  <a:lnTo>
                    <a:pt x="4218818" y="1430742"/>
                  </a:lnTo>
                  <a:lnTo>
                    <a:pt x="4219479" y="1430742"/>
                  </a:lnTo>
                  <a:lnTo>
                    <a:pt x="4220139" y="1430742"/>
                  </a:lnTo>
                  <a:lnTo>
                    <a:pt x="4220800" y="1406010"/>
                  </a:lnTo>
                  <a:lnTo>
                    <a:pt x="4221460" y="1373879"/>
                  </a:lnTo>
                  <a:lnTo>
                    <a:pt x="4222121" y="1335222"/>
                  </a:lnTo>
                  <a:lnTo>
                    <a:pt x="4222781" y="1317858"/>
                  </a:lnTo>
                  <a:lnTo>
                    <a:pt x="4223442" y="1317858"/>
                  </a:lnTo>
                  <a:lnTo>
                    <a:pt x="4224102" y="1335222"/>
                  </a:lnTo>
                  <a:lnTo>
                    <a:pt x="4224763" y="1362662"/>
                  </a:lnTo>
                  <a:lnTo>
                    <a:pt x="4225423" y="1406010"/>
                  </a:lnTo>
                  <a:lnTo>
                    <a:pt x="4226084" y="1430742"/>
                  </a:lnTo>
                  <a:lnTo>
                    <a:pt x="4226744" y="1430742"/>
                  </a:lnTo>
                  <a:lnTo>
                    <a:pt x="4227405" y="1430742"/>
                  </a:lnTo>
                  <a:lnTo>
                    <a:pt x="4228066" y="1430742"/>
                  </a:lnTo>
                  <a:lnTo>
                    <a:pt x="4228726" y="1430742"/>
                  </a:lnTo>
                  <a:lnTo>
                    <a:pt x="4229387" y="1430742"/>
                  </a:lnTo>
                  <a:lnTo>
                    <a:pt x="4230047" y="1430742"/>
                  </a:lnTo>
                  <a:lnTo>
                    <a:pt x="4230708" y="1430742"/>
                  </a:lnTo>
                  <a:lnTo>
                    <a:pt x="4231368" y="1430742"/>
                  </a:lnTo>
                  <a:lnTo>
                    <a:pt x="4232029" y="1430742"/>
                  </a:lnTo>
                  <a:lnTo>
                    <a:pt x="4232689" y="1430742"/>
                  </a:lnTo>
                  <a:lnTo>
                    <a:pt x="4233350" y="1430742"/>
                  </a:lnTo>
                  <a:lnTo>
                    <a:pt x="4234010" y="1430742"/>
                  </a:lnTo>
                  <a:lnTo>
                    <a:pt x="4234671" y="1430742"/>
                  </a:lnTo>
                  <a:lnTo>
                    <a:pt x="4235331" y="1430742"/>
                  </a:lnTo>
                  <a:lnTo>
                    <a:pt x="4235992" y="1430742"/>
                  </a:lnTo>
                  <a:lnTo>
                    <a:pt x="4236652" y="1430742"/>
                  </a:lnTo>
                  <a:lnTo>
                    <a:pt x="4237313" y="1430742"/>
                  </a:lnTo>
                  <a:lnTo>
                    <a:pt x="4237973" y="1430742"/>
                  </a:lnTo>
                  <a:lnTo>
                    <a:pt x="4238634" y="1430742"/>
                  </a:lnTo>
                  <a:lnTo>
                    <a:pt x="4239295" y="1430742"/>
                  </a:lnTo>
                  <a:lnTo>
                    <a:pt x="4239955" y="1430742"/>
                  </a:lnTo>
                  <a:lnTo>
                    <a:pt x="4240616" y="1430742"/>
                  </a:lnTo>
                  <a:lnTo>
                    <a:pt x="4241276" y="1430742"/>
                  </a:lnTo>
                  <a:lnTo>
                    <a:pt x="4241937" y="1402496"/>
                  </a:lnTo>
                  <a:lnTo>
                    <a:pt x="4242597" y="1359685"/>
                  </a:lnTo>
                  <a:lnTo>
                    <a:pt x="4243258" y="1322946"/>
                  </a:lnTo>
                  <a:lnTo>
                    <a:pt x="4243918" y="1322946"/>
                  </a:lnTo>
                  <a:lnTo>
                    <a:pt x="4244579" y="1322946"/>
                  </a:lnTo>
                  <a:lnTo>
                    <a:pt x="4245239" y="1343431"/>
                  </a:lnTo>
                  <a:lnTo>
                    <a:pt x="4245900" y="1362662"/>
                  </a:lnTo>
                  <a:lnTo>
                    <a:pt x="4246560" y="1362662"/>
                  </a:lnTo>
                  <a:lnTo>
                    <a:pt x="4247221" y="1325528"/>
                  </a:lnTo>
                  <a:lnTo>
                    <a:pt x="4247881" y="1325528"/>
                  </a:lnTo>
                  <a:lnTo>
                    <a:pt x="4248542" y="1325528"/>
                  </a:lnTo>
                  <a:lnTo>
                    <a:pt x="4249203" y="1343431"/>
                  </a:lnTo>
                  <a:lnTo>
                    <a:pt x="4249863" y="1383432"/>
                  </a:lnTo>
                  <a:lnTo>
                    <a:pt x="4250524" y="1430742"/>
                  </a:lnTo>
                  <a:lnTo>
                    <a:pt x="4251184" y="1424335"/>
                  </a:lnTo>
                  <a:lnTo>
                    <a:pt x="4251845" y="1378081"/>
                  </a:lnTo>
                  <a:lnTo>
                    <a:pt x="4252505" y="1338839"/>
                  </a:lnTo>
                  <a:lnTo>
                    <a:pt x="4253166" y="1321239"/>
                  </a:lnTo>
                  <a:lnTo>
                    <a:pt x="4253826" y="1321239"/>
                  </a:lnTo>
                  <a:lnTo>
                    <a:pt x="4254487" y="1325528"/>
                  </a:lnTo>
                  <a:lnTo>
                    <a:pt x="4255147" y="1362662"/>
                  </a:lnTo>
                  <a:lnTo>
                    <a:pt x="4255808" y="1406010"/>
                  </a:lnTo>
                  <a:lnTo>
                    <a:pt x="4256468" y="1430742"/>
                  </a:lnTo>
                  <a:lnTo>
                    <a:pt x="4257129" y="1430742"/>
                  </a:lnTo>
                  <a:lnTo>
                    <a:pt x="4257789" y="1430742"/>
                  </a:lnTo>
                  <a:lnTo>
                    <a:pt x="4258450" y="1406010"/>
                  </a:lnTo>
                  <a:lnTo>
                    <a:pt x="4259111" y="1362662"/>
                  </a:lnTo>
                  <a:lnTo>
                    <a:pt x="4259771" y="1343431"/>
                  </a:lnTo>
                  <a:lnTo>
                    <a:pt x="4260432" y="1343431"/>
                  </a:lnTo>
                  <a:lnTo>
                    <a:pt x="4261092" y="1343431"/>
                  </a:lnTo>
                  <a:lnTo>
                    <a:pt x="4261753" y="1362662"/>
                  </a:lnTo>
                  <a:lnTo>
                    <a:pt x="4262413" y="1406010"/>
                  </a:lnTo>
                  <a:lnTo>
                    <a:pt x="4263074" y="1430742"/>
                  </a:lnTo>
                  <a:lnTo>
                    <a:pt x="4263734" y="1430742"/>
                  </a:lnTo>
                  <a:lnTo>
                    <a:pt x="4264395" y="1430742"/>
                  </a:lnTo>
                  <a:lnTo>
                    <a:pt x="4265055" y="1430742"/>
                  </a:lnTo>
                  <a:lnTo>
                    <a:pt x="4265716" y="1430742"/>
                  </a:lnTo>
                  <a:lnTo>
                    <a:pt x="4266376" y="1430742"/>
                  </a:lnTo>
                  <a:lnTo>
                    <a:pt x="4267037" y="1430742"/>
                  </a:lnTo>
                  <a:lnTo>
                    <a:pt x="4267697" y="1430742"/>
                  </a:lnTo>
                  <a:lnTo>
                    <a:pt x="4268358" y="1430742"/>
                  </a:lnTo>
                  <a:lnTo>
                    <a:pt x="4269019" y="1430742"/>
                  </a:lnTo>
                  <a:lnTo>
                    <a:pt x="4269679" y="1430742"/>
                  </a:lnTo>
                  <a:lnTo>
                    <a:pt x="4270340" y="1430742"/>
                  </a:lnTo>
                  <a:lnTo>
                    <a:pt x="4271000" y="1430742"/>
                  </a:lnTo>
                  <a:lnTo>
                    <a:pt x="4271661" y="1430742"/>
                  </a:lnTo>
                  <a:lnTo>
                    <a:pt x="4272321" y="1430742"/>
                  </a:lnTo>
                  <a:lnTo>
                    <a:pt x="4272982" y="1430742"/>
                  </a:lnTo>
                  <a:lnTo>
                    <a:pt x="4273642" y="1430742"/>
                  </a:lnTo>
                  <a:lnTo>
                    <a:pt x="4274303" y="1430742"/>
                  </a:lnTo>
                  <a:lnTo>
                    <a:pt x="4274963" y="1430742"/>
                  </a:lnTo>
                  <a:lnTo>
                    <a:pt x="4275624" y="1406010"/>
                  </a:lnTo>
                  <a:lnTo>
                    <a:pt x="4276284" y="1362662"/>
                  </a:lnTo>
                  <a:lnTo>
                    <a:pt x="4276945" y="1343431"/>
                  </a:lnTo>
                  <a:lnTo>
                    <a:pt x="4277605" y="1343431"/>
                  </a:lnTo>
                  <a:lnTo>
                    <a:pt x="4278266" y="1343431"/>
                  </a:lnTo>
                  <a:lnTo>
                    <a:pt x="4278926" y="1362662"/>
                  </a:lnTo>
                  <a:lnTo>
                    <a:pt x="4279587" y="1406010"/>
                  </a:lnTo>
                  <a:lnTo>
                    <a:pt x="4280248" y="1430742"/>
                  </a:lnTo>
                  <a:lnTo>
                    <a:pt x="4280908" y="1430742"/>
                  </a:lnTo>
                  <a:lnTo>
                    <a:pt x="4281569" y="1430742"/>
                  </a:lnTo>
                  <a:lnTo>
                    <a:pt x="4282229" y="1430742"/>
                  </a:lnTo>
                  <a:lnTo>
                    <a:pt x="4282890" y="1430742"/>
                  </a:lnTo>
                  <a:lnTo>
                    <a:pt x="4283550" y="1430742"/>
                  </a:lnTo>
                  <a:lnTo>
                    <a:pt x="4284211" y="1430742"/>
                  </a:lnTo>
                  <a:lnTo>
                    <a:pt x="4284871" y="1430742"/>
                  </a:lnTo>
                  <a:lnTo>
                    <a:pt x="4285532" y="1430742"/>
                  </a:lnTo>
                  <a:lnTo>
                    <a:pt x="4286192" y="1430742"/>
                  </a:lnTo>
                  <a:lnTo>
                    <a:pt x="4286853" y="1430742"/>
                  </a:lnTo>
                  <a:lnTo>
                    <a:pt x="4287513" y="1430742"/>
                  </a:lnTo>
                  <a:lnTo>
                    <a:pt x="4288174" y="1430742"/>
                  </a:lnTo>
                  <a:lnTo>
                    <a:pt x="4288834" y="1430742"/>
                  </a:lnTo>
                  <a:lnTo>
                    <a:pt x="4289495" y="1430742"/>
                  </a:lnTo>
                  <a:lnTo>
                    <a:pt x="4290156" y="1430742"/>
                  </a:lnTo>
                  <a:lnTo>
                    <a:pt x="4290816" y="1430742"/>
                  </a:lnTo>
                  <a:lnTo>
                    <a:pt x="4291477" y="1430742"/>
                  </a:lnTo>
                  <a:lnTo>
                    <a:pt x="4292137" y="1430742"/>
                  </a:lnTo>
                  <a:lnTo>
                    <a:pt x="4292798" y="1430742"/>
                  </a:lnTo>
                  <a:lnTo>
                    <a:pt x="4293458" y="1430742"/>
                  </a:lnTo>
                  <a:lnTo>
                    <a:pt x="4294119" y="1430742"/>
                  </a:lnTo>
                  <a:lnTo>
                    <a:pt x="4294779" y="1430742"/>
                  </a:lnTo>
                  <a:lnTo>
                    <a:pt x="4295440" y="1430742"/>
                  </a:lnTo>
                  <a:lnTo>
                    <a:pt x="4296100" y="1430742"/>
                  </a:lnTo>
                  <a:lnTo>
                    <a:pt x="4296761" y="1430742"/>
                  </a:lnTo>
                  <a:lnTo>
                    <a:pt x="4297421" y="1430742"/>
                  </a:lnTo>
                  <a:lnTo>
                    <a:pt x="4298082" y="1430742"/>
                  </a:lnTo>
                  <a:lnTo>
                    <a:pt x="4298742" y="1430742"/>
                  </a:lnTo>
                  <a:lnTo>
                    <a:pt x="4299403" y="1430742"/>
                  </a:lnTo>
                  <a:lnTo>
                    <a:pt x="4300064" y="1430742"/>
                  </a:lnTo>
                  <a:lnTo>
                    <a:pt x="4300724" y="1430742"/>
                  </a:lnTo>
                  <a:lnTo>
                    <a:pt x="4301385" y="1430742"/>
                  </a:lnTo>
                  <a:lnTo>
                    <a:pt x="4302045" y="1430742"/>
                  </a:lnTo>
                  <a:lnTo>
                    <a:pt x="4302706" y="1430742"/>
                  </a:lnTo>
                  <a:lnTo>
                    <a:pt x="4303366" y="1430742"/>
                  </a:lnTo>
                  <a:lnTo>
                    <a:pt x="4304027" y="1430742"/>
                  </a:lnTo>
                  <a:lnTo>
                    <a:pt x="4304687" y="1430742"/>
                  </a:lnTo>
                  <a:lnTo>
                    <a:pt x="4305348" y="1430742"/>
                  </a:lnTo>
                  <a:lnTo>
                    <a:pt x="4306008" y="1430742"/>
                  </a:lnTo>
                  <a:lnTo>
                    <a:pt x="4306669" y="1430742"/>
                  </a:lnTo>
                  <a:lnTo>
                    <a:pt x="4307329" y="1430742"/>
                  </a:lnTo>
                  <a:lnTo>
                    <a:pt x="4307990" y="1430742"/>
                  </a:lnTo>
                  <a:lnTo>
                    <a:pt x="4308650" y="1430742"/>
                  </a:lnTo>
                  <a:lnTo>
                    <a:pt x="4309311" y="1430742"/>
                  </a:lnTo>
                  <a:lnTo>
                    <a:pt x="4309971" y="1430742"/>
                  </a:lnTo>
                  <a:lnTo>
                    <a:pt x="4310632" y="1430742"/>
                  </a:lnTo>
                  <a:lnTo>
                    <a:pt x="4311293" y="1430742"/>
                  </a:lnTo>
                  <a:lnTo>
                    <a:pt x="4311953" y="1430742"/>
                  </a:lnTo>
                  <a:lnTo>
                    <a:pt x="4312614" y="1430742"/>
                  </a:lnTo>
                  <a:lnTo>
                    <a:pt x="4313274" y="1430742"/>
                  </a:lnTo>
                  <a:lnTo>
                    <a:pt x="4313935" y="1430742"/>
                  </a:lnTo>
                  <a:lnTo>
                    <a:pt x="4314595" y="1430742"/>
                  </a:lnTo>
                  <a:lnTo>
                    <a:pt x="4315256" y="1430742"/>
                  </a:lnTo>
                  <a:lnTo>
                    <a:pt x="4315916" y="1430742"/>
                  </a:lnTo>
                  <a:lnTo>
                    <a:pt x="4316577" y="1430742"/>
                  </a:lnTo>
                  <a:lnTo>
                    <a:pt x="4317237" y="1430742"/>
                  </a:lnTo>
                  <a:lnTo>
                    <a:pt x="4317898" y="1430742"/>
                  </a:lnTo>
                  <a:lnTo>
                    <a:pt x="4318558" y="1430742"/>
                  </a:lnTo>
                  <a:lnTo>
                    <a:pt x="4319219" y="1430742"/>
                  </a:lnTo>
                  <a:lnTo>
                    <a:pt x="4319879" y="1430742"/>
                  </a:lnTo>
                  <a:lnTo>
                    <a:pt x="4320540" y="1430742"/>
                  </a:lnTo>
                  <a:lnTo>
                    <a:pt x="4321201" y="1430742"/>
                  </a:lnTo>
                  <a:lnTo>
                    <a:pt x="4321861" y="1430742"/>
                  </a:lnTo>
                  <a:lnTo>
                    <a:pt x="4322522" y="1406010"/>
                  </a:lnTo>
                  <a:lnTo>
                    <a:pt x="4323182" y="1362662"/>
                  </a:lnTo>
                  <a:lnTo>
                    <a:pt x="4323843" y="1343431"/>
                  </a:lnTo>
                  <a:lnTo>
                    <a:pt x="4324503" y="1308781"/>
                  </a:lnTo>
                  <a:lnTo>
                    <a:pt x="4325164" y="1278940"/>
                  </a:lnTo>
                  <a:lnTo>
                    <a:pt x="4325824" y="1251528"/>
                  </a:lnTo>
                  <a:lnTo>
                    <a:pt x="4326485" y="1251528"/>
                  </a:lnTo>
                  <a:lnTo>
                    <a:pt x="4327145" y="1251528"/>
                  </a:lnTo>
                  <a:lnTo>
                    <a:pt x="4327806" y="1264872"/>
                  </a:lnTo>
                  <a:lnTo>
                    <a:pt x="4328466" y="1293050"/>
                  </a:lnTo>
                  <a:lnTo>
                    <a:pt x="4329127" y="1343431"/>
                  </a:lnTo>
                  <a:lnTo>
                    <a:pt x="4329787" y="1362662"/>
                  </a:lnTo>
                  <a:lnTo>
                    <a:pt x="4330448" y="1343431"/>
                  </a:lnTo>
                  <a:lnTo>
                    <a:pt x="4331109" y="1325528"/>
                  </a:lnTo>
                  <a:lnTo>
                    <a:pt x="4331769" y="1308781"/>
                  </a:lnTo>
                  <a:lnTo>
                    <a:pt x="4332430" y="1278218"/>
                  </a:lnTo>
                  <a:lnTo>
                    <a:pt x="4333090" y="1238218"/>
                  </a:lnTo>
                  <a:lnTo>
                    <a:pt x="4333751" y="1192456"/>
                  </a:lnTo>
                  <a:lnTo>
                    <a:pt x="4334411" y="1154014"/>
                  </a:lnTo>
                  <a:lnTo>
                    <a:pt x="4335072" y="1163104"/>
                  </a:lnTo>
                  <a:lnTo>
                    <a:pt x="4335732" y="1182299"/>
                  </a:lnTo>
                  <a:lnTo>
                    <a:pt x="4336393" y="1225557"/>
                  </a:lnTo>
                  <a:lnTo>
                    <a:pt x="4337053" y="1298448"/>
                  </a:lnTo>
                  <a:lnTo>
                    <a:pt x="4337714" y="1391113"/>
                  </a:lnTo>
                  <a:lnTo>
                    <a:pt x="4338374" y="1350001"/>
                  </a:lnTo>
                  <a:lnTo>
                    <a:pt x="4339035" y="1331655"/>
                  </a:lnTo>
                  <a:lnTo>
                    <a:pt x="4339695" y="1314521"/>
                  </a:lnTo>
                  <a:lnTo>
                    <a:pt x="4340356" y="1325528"/>
                  </a:lnTo>
                  <a:lnTo>
                    <a:pt x="4341017" y="1343431"/>
                  </a:lnTo>
                  <a:lnTo>
                    <a:pt x="4341677" y="1383432"/>
                  </a:lnTo>
                  <a:lnTo>
                    <a:pt x="4342338" y="1406010"/>
                  </a:lnTo>
                  <a:lnTo>
                    <a:pt x="4342998" y="1430742"/>
                  </a:lnTo>
                  <a:lnTo>
                    <a:pt x="4343659" y="1430742"/>
                  </a:lnTo>
                  <a:lnTo>
                    <a:pt x="4344319" y="1430742"/>
                  </a:lnTo>
                  <a:lnTo>
                    <a:pt x="4344980" y="1430742"/>
                  </a:lnTo>
                  <a:lnTo>
                    <a:pt x="4345640" y="1430742"/>
                  </a:lnTo>
                  <a:lnTo>
                    <a:pt x="4346301" y="1430742"/>
                  </a:lnTo>
                  <a:lnTo>
                    <a:pt x="4346961" y="1430742"/>
                  </a:lnTo>
                  <a:lnTo>
                    <a:pt x="4347622" y="1430742"/>
                  </a:lnTo>
                  <a:lnTo>
                    <a:pt x="4348282" y="1430742"/>
                  </a:lnTo>
                  <a:lnTo>
                    <a:pt x="4348943" y="1430742"/>
                  </a:lnTo>
                  <a:lnTo>
                    <a:pt x="4349603" y="1430742"/>
                  </a:lnTo>
                  <a:lnTo>
                    <a:pt x="4350264" y="1430742"/>
                  </a:lnTo>
                  <a:lnTo>
                    <a:pt x="4350924" y="1430742"/>
                  </a:lnTo>
                  <a:lnTo>
                    <a:pt x="4351585" y="1430742"/>
                  </a:lnTo>
                  <a:lnTo>
                    <a:pt x="4352246" y="1430742"/>
                  </a:lnTo>
                  <a:lnTo>
                    <a:pt x="4352906" y="1430742"/>
                  </a:lnTo>
                  <a:lnTo>
                    <a:pt x="4353567" y="1430742"/>
                  </a:lnTo>
                  <a:lnTo>
                    <a:pt x="4354227" y="1430742"/>
                  </a:lnTo>
                  <a:lnTo>
                    <a:pt x="4354888" y="1430742"/>
                  </a:lnTo>
                  <a:lnTo>
                    <a:pt x="4355548" y="1430742"/>
                  </a:lnTo>
                  <a:lnTo>
                    <a:pt x="4356209" y="1430742"/>
                  </a:lnTo>
                  <a:lnTo>
                    <a:pt x="4356869" y="1430742"/>
                  </a:lnTo>
                  <a:lnTo>
                    <a:pt x="4357530" y="1430742"/>
                  </a:lnTo>
                  <a:lnTo>
                    <a:pt x="4358190" y="1430742"/>
                  </a:lnTo>
                  <a:lnTo>
                    <a:pt x="4358851" y="1406010"/>
                  </a:lnTo>
                  <a:lnTo>
                    <a:pt x="4359511" y="1383432"/>
                  </a:lnTo>
                  <a:lnTo>
                    <a:pt x="4360172" y="1327264"/>
                  </a:lnTo>
                  <a:lnTo>
                    <a:pt x="4360832" y="1279664"/>
                  </a:lnTo>
                  <a:lnTo>
                    <a:pt x="4361493" y="1240078"/>
                  </a:lnTo>
                  <a:lnTo>
                    <a:pt x="4362154" y="1217447"/>
                  </a:lnTo>
                  <a:lnTo>
                    <a:pt x="4362814" y="1195583"/>
                  </a:lnTo>
                  <a:lnTo>
                    <a:pt x="4363475" y="1205195"/>
                  </a:lnTo>
                  <a:lnTo>
                    <a:pt x="4364135" y="1227921"/>
                  </a:lnTo>
                  <a:lnTo>
                    <a:pt x="4364796" y="1265557"/>
                  </a:lnTo>
                  <a:lnTo>
                    <a:pt x="4365456" y="1293050"/>
                  </a:lnTo>
                  <a:lnTo>
                    <a:pt x="4366117" y="1325528"/>
                  </a:lnTo>
                  <a:lnTo>
                    <a:pt x="4366777" y="1328136"/>
                  </a:lnTo>
                  <a:lnTo>
                    <a:pt x="4367438" y="1328136"/>
                  </a:lnTo>
                  <a:lnTo>
                    <a:pt x="4368098" y="1328136"/>
                  </a:lnTo>
                  <a:lnTo>
                    <a:pt x="4368759" y="1346227"/>
                  </a:lnTo>
                  <a:lnTo>
                    <a:pt x="4369419" y="1346227"/>
                  </a:lnTo>
                  <a:lnTo>
                    <a:pt x="4370080" y="1343431"/>
                  </a:lnTo>
                  <a:lnTo>
                    <a:pt x="4370740" y="1343431"/>
                  </a:lnTo>
                  <a:lnTo>
                    <a:pt x="4371401" y="1343431"/>
                  </a:lnTo>
                  <a:lnTo>
                    <a:pt x="4372062" y="1343431"/>
                  </a:lnTo>
                  <a:lnTo>
                    <a:pt x="4372722" y="1362662"/>
                  </a:lnTo>
                  <a:lnTo>
                    <a:pt x="4373383" y="1406010"/>
                  </a:lnTo>
                  <a:lnTo>
                    <a:pt x="4374043" y="1430742"/>
                  </a:lnTo>
                  <a:lnTo>
                    <a:pt x="4374704" y="1430742"/>
                  </a:lnTo>
                  <a:lnTo>
                    <a:pt x="4375364" y="1430742"/>
                  </a:lnTo>
                  <a:lnTo>
                    <a:pt x="4376025" y="1406010"/>
                  </a:lnTo>
                  <a:lnTo>
                    <a:pt x="4376685" y="1383432"/>
                  </a:lnTo>
                  <a:lnTo>
                    <a:pt x="4377346" y="1362662"/>
                  </a:lnTo>
                  <a:lnTo>
                    <a:pt x="4378006" y="1325528"/>
                  </a:lnTo>
                  <a:lnTo>
                    <a:pt x="4378667" y="1308781"/>
                  </a:lnTo>
                  <a:lnTo>
                    <a:pt x="4379327" y="1308781"/>
                  </a:lnTo>
                  <a:lnTo>
                    <a:pt x="4379988" y="1308781"/>
                  </a:lnTo>
                  <a:lnTo>
                    <a:pt x="4380648" y="1325528"/>
                  </a:lnTo>
                  <a:lnTo>
                    <a:pt x="4381309" y="1362662"/>
                  </a:lnTo>
                  <a:lnTo>
                    <a:pt x="4381969" y="1383432"/>
                  </a:lnTo>
                  <a:lnTo>
                    <a:pt x="4382630" y="1379143"/>
                  </a:lnTo>
                  <a:lnTo>
                    <a:pt x="4383291" y="1322091"/>
                  </a:lnTo>
                  <a:lnTo>
                    <a:pt x="4383951" y="1275351"/>
                  </a:lnTo>
                  <a:lnTo>
                    <a:pt x="4384612" y="1247015"/>
                  </a:lnTo>
                  <a:lnTo>
                    <a:pt x="4385272" y="1222632"/>
                  </a:lnTo>
                  <a:lnTo>
                    <a:pt x="4385933" y="1224969"/>
                  </a:lnTo>
                  <a:lnTo>
                    <a:pt x="4386593" y="1276780"/>
                  </a:lnTo>
                  <a:lnTo>
                    <a:pt x="4387254" y="1323804"/>
                  </a:lnTo>
                  <a:lnTo>
                    <a:pt x="4387914" y="1343431"/>
                  </a:lnTo>
                  <a:lnTo>
                    <a:pt x="4388575" y="1343431"/>
                  </a:lnTo>
                  <a:lnTo>
                    <a:pt x="4389235" y="1339751"/>
                  </a:lnTo>
                  <a:lnTo>
                    <a:pt x="4389896" y="1339751"/>
                  </a:lnTo>
                  <a:lnTo>
                    <a:pt x="4390556" y="1339751"/>
                  </a:lnTo>
                  <a:lnTo>
                    <a:pt x="4391217" y="1358700"/>
                  </a:lnTo>
                  <a:lnTo>
                    <a:pt x="4391877" y="1401335"/>
                  </a:lnTo>
                  <a:lnTo>
                    <a:pt x="4392538" y="1430742"/>
                  </a:lnTo>
                  <a:lnTo>
                    <a:pt x="4393199" y="1406010"/>
                  </a:lnTo>
                  <a:lnTo>
                    <a:pt x="4393859" y="1362662"/>
                  </a:lnTo>
                  <a:lnTo>
                    <a:pt x="4394520" y="1343431"/>
                  </a:lnTo>
                  <a:lnTo>
                    <a:pt x="4395180" y="1343431"/>
                  </a:lnTo>
                  <a:lnTo>
                    <a:pt x="4395841" y="1343431"/>
                  </a:lnTo>
                  <a:lnTo>
                    <a:pt x="4396501" y="1362662"/>
                  </a:lnTo>
                  <a:lnTo>
                    <a:pt x="4397162" y="1406010"/>
                  </a:lnTo>
                  <a:lnTo>
                    <a:pt x="4397822" y="1430742"/>
                  </a:lnTo>
                  <a:lnTo>
                    <a:pt x="4398483" y="1406010"/>
                  </a:lnTo>
                  <a:lnTo>
                    <a:pt x="4399143" y="1362662"/>
                  </a:lnTo>
                  <a:lnTo>
                    <a:pt x="4399804" y="1343431"/>
                  </a:lnTo>
                  <a:lnTo>
                    <a:pt x="4400464" y="1343431"/>
                  </a:lnTo>
                  <a:lnTo>
                    <a:pt x="4401125" y="1343431"/>
                  </a:lnTo>
                  <a:lnTo>
                    <a:pt x="4401785" y="1362662"/>
                  </a:lnTo>
                  <a:lnTo>
                    <a:pt x="4402446" y="1383432"/>
                  </a:lnTo>
                  <a:lnTo>
                    <a:pt x="4403107" y="1362662"/>
                  </a:lnTo>
                  <a:lnTo>
                    <a:pt x="4403767" y="1308781"/>
                  </a:lnTo>
                  <a:lnTo>
                    <a:pt x="4404428" y="1250878"/>
                  </a:lnTo>
                  <a:lnTo>
                    <a:pt x="4405088" y="1226146"/>
                  </a:lnTo>
                  <a:lnTo>
                    <a:pt x="4405749" y="1222632"/>
                  </a:lnTo>
                  <a:lnTo>
                    <a:pt x="4406409" y="1189879"/>
                  </a:lnTo>
                  <a:lnTo>
                    <a:pt x="4407070" y="1158065"/>
                  </a:lnTo>
                  <a:lnTo>
                    <a:pt x="4407730" y="1148709"/>
                  </a:lnTo>
                  <a:lnTo>
                    <a:pt x="4408391" y="1112805"/>
                  </a:lnTo>
                  <a:lnTo>
                    <a:pt x="4409051" y="1086037"/>
                  </a:lnTo>
                  <a:lnTo>
                    <a:pt x="4409712" y="1093003"/>
                  </a:lnTo>
                  <a:lnTo>
                    <a:pt x="4410372" y="1124097"/>
                  </a:lnTo>
                  <a:lnTo>
                    <a:pt x="4411033" y="1153123"/>
                  </a:lnTo>
                  <a:lnTo>
                    <a:pt x="4411693" y="1212365"/>
                  </a:lnTo>
                  <a:lnTo>
                    <a:pt x="4412354" y="1248296"/>
                  </a:lnTo>
                  <a:lnTo>
                    <a:pt x="4413015" y="1261471"/>
                  </a:lnTo>
                  <a:lnTo>
                    <a:pt x="4413675" y="1263506"/>
                  </a:lnTo>
                  <a:lnTo>
                    <a:pt x="4414336" y="1245104"/>
                  </a:lnTo>
                  <a:lnTo>
                    <a:pt x="4414996" y="1226146"/>
                  </a:lnTo>
                  <a:lnTo>
                    <a:pt x="4415657" y="1229112"/>
                  </a:lnTo>
                  <a:lnTo>
                    <a:pt x="4416317" y="1260796"/>
                  </a:lnTo>
                  <a:lnTo>
                    <a:pt x="4416978" y="1289262"/>
                  </a:lnTo>
                  <a:lnTo>
                    <a:pt x="4417638" y="1338839"/>
                  </a:lnTo>
                  <a:lnTo>
                    <a:pt x="4418299" y="1378081"/>
                  </a:lnTo>
                  <a:lnTo>
                    <a:pt x="4418959" y="1418082"/>
                  </a:lnTo>
                  <a:lnTo>
                    <a:pt x="4419620" y="1430742"/>
                  </a:lnTo>
                  <a:lnTo>
                    <a:pt x="4420280" y="1406010"/>
                  </a:lnTo>
                  <a:lnTo>
                    <a:pt x="4420941" y="1362662"/>
                  </a:lnTo>
                  <a:lnTo>
                    <a:pt x="4421601" y="1308781"/>
                  </a:lnTo>
                  <a:lnTo>
                    <a:pt x="4422262" y="1264188"/>
                  </a:lnTo>
                  <a:lnTo>
                    <a:pt x="4422922" y="1238218"/>
                  </a:lnTo>
                  <a:lnTo>
                    <a:pt x="4423583" y="1238218"/>
                  </a:lnTo>
                  <a:lnTo>
                    <a:pt x="4424244" y="1264188"/>
                  </a:lnTo>
                  <a:lnTo>
                    <a:pt x="4424904" y="1308781"/>
                  </a:lnTo>
                  <a:lnTo>
                    <a:pt x="4425565" y="1362662"/>
                  </a:lnTo>
                  <a:lnTo>
                    <a:pt x="4426225" y="1406010"/>
                  </a:lnTo>
                  <a:lnTo>
                    <a:pt x="4426886" y="1430742"/>
                  </a:lnTo>
                  <a:lnTo>
                    <a:pt x="4427546" y="1430742"/>
                  </a:lnTo>
                  <a:lnTo>
                    <a:pt x="4428207" y="1430742"/>
                  </a:lnTo>
                  <a:lnTo>
                    <a:pt x="4428867" y="1430742"/>
                  </a:lnTo>
                  <a:lnTo>
                    <a:pt x="4429528" y="1430742"/>
                  </a:lnTo>
                  <a:lnTo>
                    <a:pt x="4430188" y="1430742"/>
                  </a:lnTo>
                  <a:lnTo>
                    <a:pt x="4430849" y="1430742"/>
                  </a:lnTo>
                  <a:lnTo>
                    <a:pt x="4431509" y="1430742"/>
                  </a:lnTo>
                  <a:lnTo>
                    <a:pt x="4432170" y="1430742"/>
                  </a:lnTo>
                  <a:lnTo>
                    <a:pt x="4432830" y="1430742"/>
                  </a:lnTo>
                  <a:lnTo>
                    <a:pt x="4433491" y="1430742"/>
                  </a:lnTo>
                  <a:lnTo>
                    <a:pt x="4434152" y="1430742"/>
                  </a:lnTo>
                  <a:lnTo>
                    <a:pt x="4434812" y="1430742"/>
                  </a:lnTo>
                  <a:lnTo>
                    <a:pt x="4435473" y="1430742"/>
                  </a:lnTo>
                  <a:lnTo>
                    <a:pt x="4436133" y="1430742"/>
                  </a:lnTo>
                  <a:lnTo>
                    <a:pt x="4436794" y="1430742"/>
                  </a:lnTo>
                  <a:lnTo>
                    <a:pt x="4437454" y="1430742"/>
                  </a:lnTo>
                  <a:lnTo>
                    <a:pt x="4438115" y="1430742"/>
                  </a:lnTo>
                  <a:lnTo>
                    <a:pt x="4438775" y="1430742"/>
                  </a:lnTo>
                  <a:lnTo>
                    <a:pt x="4439436" y="1430742"/>
                  </a:lnTo>
                  <a:lnTo>
                    <a:pt x="4440096" y="1430742"/>
                  </a:lnTo>
                  <a:lnTo>
                    <a:pt x="4440757" y="1430742"/>
                  </a:lnTo>
                  <a:lnTo>
                    <a:pt x="4441417" y="1430742"/>
                  </a:lnTo>
                  <a:lnTo>
                    <a:pt x="4442078" y="1430742"/>
                  </a:lnTo>
                  <a:lnTo>
                    <a:pt x="4442738" y="1430742"/>
                  </a:lnTo>
                  <a:lnTo>
                    <a:pt x="4443399" y="1430742"/>
                  </a:lnTo>
                  <a:lnTo>
                    <a:pt x="4444060" y="1430742"/>
                  </a:lnTo>
                  <a:lnTo>
                    <a:pt x="4444720" y="1430742"/>
                  </a:lnTo>
                  <a:lnTo>
                    <a:pt x="4445381" y="1430742"/>
                  </a:lnTo>
                  <a:lnTo>
                    <a:pt x="4446041" y="1430742"/>
                  </a:lnTo>
                  <a:lnTo>
                    <a:pt x="4446702" y="1430742"/>
                  </a:lnTo>
                  <a:lnTo>
                    <a:pt x="4447362" y="1430742"/>
                  </a:lnTo>
                  <a:lnTo>
                    <a:pt x="4448023" y="1430742"/>
                  </a:lnTo>
                  <a:lnTo>
                    <a:pt x="4448683" y="1430742"/>
                  </a:lnTo>
                  <a:lnTo>
                    <a:pt x="4449344" y="1430742"/>
                  </a:lnTo>
                  <a:lnTo>
                    <a:pt x="4450004" y="1430742"/>
                  </a:lnTo>
                  <a:lnTo>
                    <a:pt x="4450665" y="1406010"/>
                  </a:lnTo>
                  <a:lnTo>
                    <a:pt x="4451325" y="1362662"/>
                  </a:lnTo>
                  <a:lnTo>
                    <a:pt x="4451986" y="1343431"/>
                  </a:lnTo>
                  <a:lnTo>
                    <a:pt x="4452646" y="1322091"/>
                  </a:lnTo>
                  <a:lnTo>
                    <a:pt x="4453307" y="1290015"/>
                  </a:lnTo>
                  <a:lnTo>
                    <a:pt x="4453967" y="1254800"/>
                  </a:lnTo>
                  <a:lnTo>
                    <a:pt x="4454628" y="1241951"/>
                  </a:lnTo>
                  <a:lnTo>
                    <a:pt x="4455289" y="1206832"/>
                  </a:lnTo>
                  <a:lnTo>
                    <a:pt x="4455949" y="1187836"/>
                  </a:lnTo>
                  <a:lnTo>
                    <a:pt x="4456610" y="1187836"/>
                  </a:lnTo>
                  <a:lnTo>
                    <a:pt x="4457270" y="1203568"/>
                  </a:lnTo>
                  <a:lnTo>
                    <a:pt x="4457931" y="1226146"/>
                  </a:lnTo>
                  <a:lnTo>
                    <a:pt x="4458591" y="1272515"/>
                  </a:lnTo>
                  <a:lnTo>
                    <a:pt x="4459252" y="1302374"/>
                  </a:lnTo>
                  <a:lnTo>
                    <a:pt x="4459912" y="1287015"/>
                  </a:lnTo>
                  <a:lnTo>
                    <a:pt x="4460573" y="1272515"/>
                  </a:lnTo>
                  <a:lnTo>
                    <a:pt x="4461233" y="1233321"/>
                  </a:lnTo>
                  <a:lnTo>
                    <a:pt x="4461894" y="1192975"/>
                  </a:lnTo>
                  <a:lnTo>
                    <a:pt x="4462554" y="1163567"/>
                  </a:lnTo>
                  <a:lnTo>
                    <a:pt x="4463215" y="1163567"/>
                  </a:lnTo>
                  <a:lnTo>
                    <a:pt x="4463875" y="1155807"/>
                  </a:lnTo>
                  <a:lnTo>
                    <a:pt x="4464536" y="1164961"/>
                  </a:lnTo>
                  <a:lnTo>
                    <a:pt x="4465197" y="1191422"/>
                  </a:lnTo>
                  <a:lnTo>
                    <a:pt x="4465857" y="1236371"/>
                  </a:lnTo>
                  <a:lnTo>
                    <a:pt x="4466518" y="1276065"/>
                  </a:lnTo>
                  <a:lnTo>
                    <a:pt x="4467178" y="1337930"/>
                  </a:lnTo>
                  <a:lnTo>
                    <a:pt x="4467839" y="1399028"/>
                  </a:lnTo>
                  <a:lnTo>
                    <a:pt x="4468499" y="1430742"/>
                  </a:lnTo>
                  <a:lnTo>
                    <a:pt x="4469160" y="1430742"/>
                  </a:lnTo>
                  <a:lnTo>
                    <a:pt x="4469820" y="1430742"/>
                  </a:lnTo>
                  <a:lnTo>
                    <a:pt x="4470481" y="1383432"/>
                  </a:lnTo>
                  <a:lnTo>
                    <a:pt x="4471141" y="1308781"/>
                  </a:lnTo>
                  <a:lnTo>
                    <a:pt x="4471802" y="1278218"/>
                  </a:lnTo>
                  <a:lnTo>
                    <a:pt x="4472462" y="1278218"/>
                  </a:lnTo>
                  <a:lnTo>
                    <a:pt x="4473123" y="1278218"/>
                  </a:lnTo>
                  <a:lnTo>
                    <a:pt x="4473783" y="1308781"/>
                  </a:lnTo>
                  <a:lnTo>
                    <a:pt x="4474444" y="1383432"/>
                  </a:lnTo>
                  <a:lnTo>
                    <a:pt x="4475105" y="1430742"/>
                  </a:lnTo>
                  <a:lnTo>
                    <a:pt x="4475765" y="1430742"/>
                  </a:lnTo>
                  <a:lnTo>
                    <a:pt x="4476426" y="1430742"/>
                  </a:lnTo>
                  <a:lnTo>
                    <a:pt x="4477086" y="1430742"/>
                  </a:lnTo>
                  <a:lnTo>
                    <a:pt x="4477747" y="1406010"/>
                  </a:lnTo>
                  <a:lnTo>
                    <a:pt x="4478407" y="1383432"/>
                  </a:lnTo>
                  <a:lnTo>
                    <a:pt x="4479068" y="1362662"/>
                  </a:lnTo>
                  <a:lnTo>
                    <a:pt x="4479728" y="1343431"/>
                  </a:lnTo>
                  <a:lnTo>
                    <a:pt x="4480389" y="1343431"/>
                  </a:lnTo>
                  <a:lnTo>
                    <a:pt x="4481049" y="1362662"/>
                  </a:lnTo>
                  <a:lnTo>
                    <a:pt x="4481710" y="1383432"/>
                  </a:lnTo>
                  <a:lnTo>
                    <a:pt x="4482370" y="1402496"/>
                  </a:lnTo>
                  <a:lnTo>
                    <a:pt x="4483031" y="1402496"/>
                  </a:lnTo>
                  <a:lnTo>
                    <a:pt x="4483691" y="1359685"/>
                  </a:lnTo>
                  <a:lnTo>
                    <a:pt x="4484352" y="1340666"/>
                  </a:lnTo>
                  <a:lnTo>
                    <a:pt x="4485013" y="1322946"/>
                  </a:lnTo>
                  <a:lnTo>
                    <a:pt x="4485673" y="1325528"/>
                  </a:lnTo>
                  <a:lnTo>
                    <a:pt x="4486334" y="1343431"/>
                  </a:lnTo>
                  <a:lnTo>
                    <a:pt x="4486994" y="1383432"/>
                  </a:lnTo>
                  <a:lnTo>
                    <a:pt x="4487655" y="1406010"/>
                  </a:lnTo>
                  <a:lnTo>
                    <a:pt x="4488315" y="1430742"/>
                  </a:lnTo>
                  <a:lnTo>
                    <a:pt x="4488976" y="1430742"/>
                  </a:lnTo>
                  <a:lnTo>
                    <a:pt x="4489636" y="1430742"/>
                  </a:lnTo>
                  <a:lnTo>
                    <a:pt x="4490297" y="1430742"/>
                  </a:lnTo>
                  <a:lnTo>
                    <a:pt x="4490957" y="1430742"/>
                  </a:lnTo>
                  <a:lnTo>
                    <a:pt x="4491618" y="1430742"/>
                  </a:lnTo>
                  <a:lnTo>
                    <a:pt x="4492278" y="1430742"/>
                  </a:lnTo>
                  <a:lnTo>
                    <a:pt x="4492939" y="1430742"/>
                  </a:lnTo>
                  <a:lnTo>
                    <a:pt x="4493599" y="1430742"/>
                  </a:lnTo>
                  <a:lnTo>
                    <a:pt x="4494260" y="1430742"/>
                  </a:lnTo>
                  <a:lnTo>
                    <a:pt x="4494920" y="1430742"/>
                  </a:lnTo>
                  <a:lnTo>
                    <a:pt x="4495581" y="1430742"/>
                  </a:lnTo>
                  <a:lnTo>
                    <a:pt x="4496242" y="1430742"/>
                  </a:lnTo>
                  <a:lnTo>
                    <a:pt x="4496902" y="1430742"/>
                  </a:lnTo>
                  <a:lnTo>
                    <a:pt x="4497563" y="1430742"/>
                  </a:lnTo>
                  <a:lnTo>
                    <a:pt x="4498223" y="1430742"/>
                  </a:lnTo>
                  <a:lnTo>
                    <a:pt x="4498884" y="1430742"/>
                  </a:lnTo>
                  <a:lnTo>
                    <a:pt x="4499544" y="1430742"/>
                  </a:lnTo>
                  <a:lnTo>
                    <a:pt x="4500205" y="1430742"/>
                  </a:lnTo>
                  <a:lnTo>
                    <a:pt x="4500865" y="1430742"/>
                  </a:lnTo>
                  <a:lnTo>
                    <a:pt x="4501526" y="1430742"/>
                  </a:lnTo>
                  <a:lnTo>
                    <a:pt x="4502186" y="1430742"/>
                  </a:lnTo>
                  <a:lnTo>
                    <a:pt x="4502847" y="1430742"/>
                  </a:lnTo>
                  <a:lnTo>
                    <a:pt x="4503507" y="1406010"/>
                  </a:lnTo>
                  <a:lnTo>
                    <a:pt x="4504168" y="1343431"/>
                  </a:lnTo>
                  <a:lnTo>
                    <a:pt x="4504828" y="1293050"/>
                  </a:lnTo>
                  <a:lnTo>
                    <a:pt x="4505489" y="1278218"/>
                  </a:lnTo>
                  <a:lnTo>
                    <a:pt x="4506150" y="1278218"/>
                  </a:lnTo>
                  <a:lnTo>
                    <a:pt x="4506810" y="1293050"/>
                  </a:lnTo>
                  <a:lnTo>
                    <a:pt x="4507471" y="1343431"/>
                  </a:lnTo>
                  <a:lnTo>
                    <a:pt x="4508131" y="1406010"/>
                  </a:lnTo>
                  <a:lnTo>
                    <a:pt x="4508792" y="1430742"/>
                  </a:lnTo>
                  <a:lnTo>
                    <a:pt x="4509452" y="1430742"/>
                  </a:lnTo>
                  <a:lnTo>
                    <a:pt x="4510113" y="1430742"/>
                  </a:lnTo>
                  <a:lnTo>
                    <a:pt x="4510773" y="1406010"/>
                  </a:lnTo>
                  <a:lnTo>
                    <a:pt x="4511434" y="1383432"/>
                  </a:lnTo>
                  <a:lnTo>
                    <a:pt x="4512094" y="1330771"/>
                  </a:lnTo>
                  <a:lnTo>
                    <a:pt x="4512755" y="1297670"/>
                  </a:lnTo>
                  <a:lnTo>
                    <a:pt x="4513415" y="1268318"/>
                  </a:lnTo>
                  <a:lnTo>
                    <a:pt x="4514076" y="1268318"/>
                  </a:lnTo>
                  <a:lnTo>
                    <a:pt x="4514736" y="1282579"/>
                  </a:lnTo>
                  <a:lnTo>
                    <a:pt x="4515397" y="1325528"/>
                  </a:lnTo>
                  <a:lnTo>
                    <a:pt x="4516058" y="1362662"/>
                  </a:lnTo>
                  <a:lnTo>
                    <a:pt x="4516718" y="1383432"/>
                  </a:lnTo>
                  <a:lnTo>
                    <a:pt x="4517379" y="1362662"/>
                  </a:lnTo>
                  <a:lnTo>
                    <a:pt x="4518039" y="1343431"/>
                  </a:lnTo>
                  <a:lnTo>
                    <a:pt x="4518700" y="1343431"/>
                  </a:lnTo>
                  <a:lnTo>
                    <a:pt x="4519360" y="1343431"/>
                  </a:lnTo>
                  <a:lnTo>
                    <a:pt x="4520021" y="1362662"/>
                  </a:lnTo>
                  <a:lnTo>
                    <a:pt x="4520681" y="1406010"/>
                  </a:lnTo>
                  <a:lnTo>
                    <a:pt x="4521342" y="1430742"/>
                  </a:lnTo>
                  <a:lnTo>
                    <a:pt x="4522002" y="1430742"/>
                  </a:lnTo>
                  <a:lnTo>
                    <a:pt x="4522663" y="1430742"/>
                  </a:lnTo>
                  <a:lnTo>
                    <a:pt x="4523323" y="1430742"/>
                  </a:lnTo>
                  <a:lnTo>
                    <a:pt x="4523984" y="1430742"/>
                  </a:lnTo>
                  <a:lnTo>
                    <a:pt x="4524644" y="1430742"/>
                  </a:lnTo>
                  <a:lnTo>
                    <a:pt x="4525305" y="1430742"/>
                  </a:lnTo>
                  <a:lnTo>
                    <a:pt x="4525965" y="1430742"/>
                  </a:lnTo>
                  <a:lnTo>
                    <a:pt x="4526626" y="1430742"/>
                  </a:lnTo>
                  <a:lnTo>
                    <a:pt x="4527287" y="1406010"/>
                  </a:lnTo>
                  <a:lnTo>
                    <a:pt x="4527947" y="1362662"/>
                  </a:lnTo>
                  <a:lnTo>
                    <a:pt x="4528608" y="1278218"/>
                  </a:lnTo>
                  <a:lnTo>
                    <a:pt x="4529268" y="1226146"/>
                  </a:lnTo>
                  <a:lnTo>
                    <a:pt x="4529929" y="1203568"/>
                  </a:lnTo>
                  <a:lnTo>
                    <a:pt x="4530589" y="1183797"/>
                  </a:lnTo>
                  <a:lnTo>
                    <a:pt x="4531250" y="1183797"/>
                  </a:lnTo>
                  <a:lnTo>
                    <a:pt x="4531910" y="1215742"/>
                  </a:lnTo>
                  <a:lnTo>
                    <a:pt x="4532571" y="1239456"/>
                  </a:lnTo>
                  <a:lnTo>
                    <a:pt x="4533231" y="1252179"/>
                  </a:lnTo>
                  <a:lnTo>
                    <a:pt x="4533892" y="1293050"/>
                  </a:lnTo>
                  <a:lnTo>
                    <a:pt x="4534552" y="1308781"/>
                  </a:lnTo>
                  <a:lnTo>
                    <a:pt x="4535213" y="1325528"/>
                  </a:lnTo>
                  <a:lnTo>
                    <a:pt x="4535873" y="1325528"/>
                  </a:lnTo>
                  <a:lnTo>
                    <a:pt x="4536534" y="1325528"/>
                  </a:lnTo>
                  <a:lnTo>
                    <a:pt x="4537195" y="1308781"/>
                  </a:lnTo>
                  <a:lnTo>
                    <a:pt x="4537855" y="1293050"/>
                  </a:lnTo>
                  <a:lnTo>
                    <a:pt x="4538516" y="1293050"/>
                  </a:lnTo>
                  <a:lnTo>
                    <a:pt x="4539176" y="1308781"/>
                  </a:lnTo>
                  <a:lnTo>
                    <a:pt x="4539837" y="1293050"/>
                  </a:lnTo>
                  <a:lnTo>
                    <a:pt x="4540497" y="1293050"/>
                  </a:lnTo>
                  <a:lnTo>
                    <a:pt x="4541158" y="1308781"/>
                  </a:lnTo>
                  <a:lnTo>
                    <a:pt x="4541818" y="1308781"/>
                  </a:lnTo>
                  <a:lnTo>
                    <a:pt x="4542479" y="1293050"/>
                  </a:lnTo>
                  <a:lnTo>
                    <a:pt x="4543139" y="1308781"/>
                  </a:lnTo>
                  <a:lnTo>
                    <a:pt x="4543800" y="1325528"/>
                  </a:lnTo>
                  <a:lnTo>
                    <a:pt x="4544460" y="1343431"/>
                  </a:lnTo>
                  <a:lnTo>
                    <a:pt x="4545121" y="1362662"/>
                  </a:lnTo>
                  <a:lnTo>
                    <a:pt x="4545781" y="1406010"/>
                  </a:lnTo>
                  <a:lnTo>
                    <a:pt x="4546442" y="1406010"/>
                  </a:lnTo>
                  <a:lnTo>
                    <a:pt x="4547103" y="1362662"/>
                  </a:lnTo>
                  <a:lnTo>
                    <a:pt x="4547763" y="1329890"/>
                  </a:lnTo>
                  <a:lnTo>
                    <a:pt x="4548424" y="1312868"/>
                  </a:lnTo>
                  <a:lnTo>
                    <a:pt x="4549084" y="1312868"/>
                  </a:lnTo>
                  <a:lnTo>
                    <a:pt x="4549745" y="1329890"/>
                  </a:lnTo>
                  <a:lnTo>
                    <a:pt x="4550405" y="1367700"/>
                  </a:lnTo>
                  <a:lnTo>
                    <a:pt x="4551066" y="1406010"/>
                  </a:lnTo>
                  <a:lnTo>
                    <a:pt x="4551726" y="1430742"/>
                  </a:lnTo>
                  <a:lnTo>
                    <a:pt x="4552387" y="1430742"/>
                  </a:lnTo>
                  <a:lnTo>
                    <a:pt x="4553047" y="1430742"/>
                  </a:lnTo>
                  <a:lnTo>
                    <a:pt x="4553708" y="1430742"/>
                  </a:lnTo>
                  <a:lnTo>
                    <a:pt x="4554368" y="1430742"/>
                  </a:lnTo>
                  <a:lnTo>
                    <a:pt x="4555029" y="1430742"/>
                  </a:lnTo>
                  <a:lnTo>
                    <a:pt x="4555689" y="1430742"/>
                  </a:lnTo>
                  <a:lnTo>
                    <a:pt x="4556350" y="1430742"/>
                  </a:lnTo>
                  <a:lnTo>
                    <a:pt x="4557011" y="1430742"/>
                  </a:lnTo>
                  <a:lnTo>
                    <a:pt x="4557671" y="1430742"/>
                  </a:lnTo>
                  <a:lnTo>
                    <a:pt x="4558332" y="1430742"/>
                  </a:lnTo>
                  <a:lnTo>
                    <a:pt x="4558992" y="1430742"/>
                  </a:lnTo>
                  <a:lnTo>
                    <a:pt x="4559653" y="1430742"/>
                  </a:lnTo>
                  <a:lnTo>
                    <a:pt x="4560313" y="1430742"/>
                  </a:lnTo>
                  <a:lnTo>
                    <a:pt x="4560974" y="1430742"/>
                  </a:lnTo>
                  <a:lnTo>
                    <a:pt x="4561634" y="1430742"/>
                  </a:lnTo>
                  <a:lnTo>
                    <a:pt x="4562295" y="1430742"/>
                  </a:lnTo>
                  <a:lnTo>
                    <a:pt x="4562955" y="1430742"/>
                  </a:lnTo>
                  <a:lnTo>
                    <a:pt x="4563616" y="1430742"/>
                  </a:lnTo>
                  <a:lnTo>
                    <a:pt x="4564276" y="1430742"/>
                  </a:lnTo>
                  <a:lnTo>
                    <a:pt x="4564937" y="1430742"/>
                  </a:lnTo>
                  <a:lnTo>
                    <a:pt x="4565597" y="1430742"/>
                  </a:lnTo>
                  <a:lnTo>
                    <a:pt x="4566258" y="1430742"/>
                  </a:lnTo>
                  <a:lnTo>
                    <a:pt x="4566918" y="1430742"/>
                  </a:lnTo>
                  <a:lnTo>
                    <a:pt x="4567579" y="1430742"/>
                  </a:lnTo>
                  <a:lnTo>
                    <a:pt x="4568240" y="1430742"/>
                  </a:lnTo>
                  <a:lnTo>
                    <a:pt x="4568900" y="1430742"/>
                  </a:lnTo>
                  <a:lnTo>
                    <a:pt x="4569561" y="1430742"/>
                  </a:lnTo>
                  <a:lnTo>
                    <a:pt x="4570221" y="1430742"/>
                  </a:lnTo>
                  <a:lnTo>
                    <a:pt x="4570882" y="1430742"/>
                  </a:lnTo>
                  <a:lnTo>
                    <a:pt x="4571542" y="1430742"/>
                  </a:lnTo>
                  <a:lnTo>
                    <a:pt x="4572203" y="1430742"/>
                  </a:lnTo>
                  <a:lnTo>
                    <a:pt x="4572863" y="1430742"/>
                  </a:lnTo>
                  <a:lnTo>
                    <a:pt x="4573524" y="1430742"/>
                  </a:lnTo>
                  <a:lnTo>
                    <a:pt x="4574184" y="1430742"/>
                  </a:lnTo>
                  <a:lnTo>
                    <a:pt x="4574845" y="1430742"/>
                  </a:lnTo>
                  <a:lnTo>
                    <a:pt x="4575505" y="1430742"/>
                  </a:lnTo>
                  <a:lnTo>
                    <a:pt x="4576166" y="1430742"/>
                  </a:lnTo>
                  <a:lnTo>
                    <a:pt x="4576826" y="1430742"/>
                  </a:lnTo>
                  <a:lnTo>
                    <a:pt x="4577487" y="1430742"/>
                  </a:lnTo>
                  <a:lnTo>
                    <a:pt x="4578148" y="1430742"/>
                  </a:lnTo>
                  <a:lnTo>
                    <a:pt x="4578808" y="1430742"/>
                  </a:lnTo>
                  <a:lnTo>
                    <a:pt x="4579469" y="1430742"/>
                  </a:lnTo>
                  <a:lnTo>
                    <a:pt x="4580129" y="1430742"/>
                  </a:lnTo>
                  <a:lnTo>
                    <a:pt x="4580790" y="1430742"/>
                  </a:lnTo>
                  <a:lnTo>
                    <a:pt x="4581450" y="1430742"/>
                  </a:lnTo>
                  <a:lnTo>
                    <a:pt x="4582111" y="1430742"/>
                  </a:lnTo>
                  <a:lnTo>
                    <a:pt x="4582771" y="1430742"/>
                  </a:lnTo>
                  <a:lnTo>
                    <a:pt x="4583432" y="1430742"/>
                  </a:lnTo>
                  <a:lnTo>
                    <a:pt x="4584092" y="1424335"/>
                  </a:lnTo>
                  <a:lnTo>
                    <a:pt x="4584753" y="1378081"/>
                  </a:lnTo>
                  <a:lnTo>
                    <a:pt x="4585413" y="1338839"/>
                  </a:lnTo>
                  <a:lnTo>
                    <a:pt x="4586074" y="1321239"/>
                  </a:lnTo>
                  <a:lnTo>
                    <a:pt x="4586734" y="1321239"/>
                  </a:lnTo>
                  <a:lnTo>
                    <a:pt x="4587395" y="1325528"/>
                  </a:lnTo>
                  <a:lnTo>
                    <a:pt x="4588056" y="1362662"/>
                  </a:lnTo>
                  <a:lnTo>
                    <a:pt x="4588716" y="1406010"/>
                  </a:lnTo>
                  <a:lnTo>
                    <a:pt x="4589377" y="1430742"/>
                  </a:lnTo>
                  <a:lnTo>
                    <a:pt x="4590037" y="1430742"/>
                  </a:lnTo>
                  <a:lnTo>
                    <a:pt x="4590698" y="1430742"/>
                  </a:lnTo>
                  <a:lnTo>
                    <a:pt x="4591358" y="1430742"/>
                  </a:lnTo>
                  <a:lnTo>
                    <a:pt x="4592019" y="1430742"/>
                  </a:lnTo>
                  <a:lnTo>
                    <a:pt x="4592679" y="1430742"/>
                  </a:lnTo>
                  <a:lnTo>
                    <a:pt x="4593340" y="1430742"/>
                  </a:lnTo>
                  <a:lnTo>
                    <a:pt x="4594000" y="1430742"/>
                  </a:lnTo>
                  <a:lnTo>
                    <a:pt x="4594661" y="1430742"/>
                  </a:lnTo>
                  <a:lnTo>
                    <a:pt x="4595321" y="1430742"/>
                  </a:lnTo>
                  <a:lnTo>
                    <a:pt x="4595982" y="1430742"/>
                  </a:lnTo>
                  <a:lnTo>
                    <a:pt x="4596642" y="1430742"/>
                  </a:lnTo>
                  <a:lnTo>
                    <a:pt x="4597303" y="1430742"/>
                  </a:lnTo>
                  <a:lnTo>
                    <a:pt x="4597963" y="1430742"/>
                  </a:lnTo>
                  <a:lnTo>
                    <a:pt x="4598624" y="1430742"/>
                  </a:lnTo>
                  <a:lnTo>
                    <a:pt x="4599285" y="1430742"/>
                  </a:lnTo>
                  <a:lnTo>
                    <a:pt x="4599945" y="1430742"/>
                  </a:lnTo>
                  <a:lnTo>
                    <a:pt x="4600606" y="1430742"/>
                  </a:lnTo>
                  <a:lnTo>
                    <a:pt x="4601266" y="1430742"/>
                  </a:lnTo>
                  <a:lnTo>
                    <a:pt x="4601927" y="1430742"/>
                  </a:lnTo>
                  <a:lnTo>
                    <a:pt x="4602587" y="1430742"/>
                  </a:lnTo>
                  <a:lnTo>
                    <a:pt x="4603248" y="1430742"/>
                  </a:lnTo>
                  <a:lnTo>
                    <a:pt x="4603908" y="1430742"/>
                  </a:lnTo>
                  <a:lnTo>
                    <a:pt x="4604569" y="1430742"/>
                  </a:lnTo>
                  <a:lnTo>
                    <a:pt x="4605229" y="1430742"/>
                  </a:lnTo>
                  <a:lnTo>
                    <a:pt x="4605890" y="1406010"/>
                  </a:lnTo>
                  <a:lnTo>
                    <a:pt x="4606550" y="1362662"/>
                  </a:lnTo>
                  <a:lnTo>
                    <a:pt x="4607211" y="1331655"/>
                  </a:lnTo>
                  <a:lnTo>
                    <a:pt x="4607871" y="1323804"/>
                  </a:lnTo>
                  <a:lnTo>
                    <a:pt x="4608532" y="1323804"/>
                  </a:lnTo>
                  <a:lnTo>
                    <a:pt x="4609193" y="1341584"/>
                  </a:lnTo>
                  <a:lnTo>
                    <a:pt x="4609853" y="1381278"/>
                  </a:lnTo>
                  <a:lnTo>
                    <a:pt x="4610514" y="1419320"/>
                  </a:lnTo>
                  <a:lnTo>
                    <a:pt x="4611174" y="1430742"/>
                  </a:lnTo>
                  <a:lnTo>
                    <a:pt x="4611835" y="1430742"/>
                  </a:lnTo>
                  <a:lnTo>
                    <a:pt x="4612495" y="1430742"/>
                  </a:lnTo>
                  <a:lnTo>
                    <a:pt x="4613156" y="1430742"/>
                  </a:lnTo>
                  <a:lnTo>
                    <a:pt x="4613816" y="1406010"/>
                  </a:lnTo>
                  <a:lnTo>
                    <a:pt x="4614477" y="1362662"/>
                  </a:lnTo>
                  <a:lnTo>
                    <a:pt x="4615137" y="1325528"/>
                  </a:lnTo>
                  <a:lnTo>
                    <a:pt x="4615798" y="1308781"/>
                  </a:lnTo>
                  <a:lnTo>
                    <a:pt x="4616458" y="1308781"/>
                  </a:lnTo>
                  <a:lnTo>
                    <a:pt x="4617119" y="1325528"/>
                  </a:lnTo>
                  <a:lnTo>
                    <a:pt x="4617779" y="1362662"/>
                  </a:lnTo>
                  <a:lnTo>
                    <a:pt x="4618440" y="1406010"/>
                  </a:lnTo>
                  <a:lnTo>
                    <a:pt x="4619101" y="1430742"/>
                  </a:lnTo>
                  <a:lnTo>
                    <a:pt x="4619761" y="1430742"/>
                  </a:lnTo>
                  <a:lnTo>
                    <a:pt x="4620422" y="1430742"/>
                  </a:lnTo>
                  <a:lnTo>
                    <a:pt x="4621082" y="1406010"/>
                  </a:lnTo>
                  <a:lnTo>
                    <a:pt x="4621743" y="1383432"/>
                  </a:lnTo>
                  <a:lnTo>
                    <a:pt x="4622403" y="1343431"/>
                  </a:lnTo>
                  <a:lnTo>
                    <a:pt x="4623064" y="1325528"/>
                  </a:lnTo>
                  <a:lnTo>
                    <a:pt x="4623724" y="1325528"/>
                  </a:lnTo>
                  <a:lnTo>
                    <a:pt x="4624385" y="1343431"/>
                  </a:lnTo>
                  <a:lnTo>
                    <a:pt x="4625045" y="1362662"/>
                  </a:lnTo>
                  <a:lnTo>
                    <a:pt x="4625706" y="1406010"/>
                  </a:lnTo>
                  <a:lnTo>
                    <a:pt x="4626366" y="1430742"/>
                  </a:lnTo>
                  <a:lnTo>
                    <a:pt x="4627027" y="1430742"/>
                  </a:lnTo>
                  <a:lnTo>
                    <a:pt x="4627687" y="1430742"/>
                  </a:lnTo>
                  <a:lnTo>
                    <a:pt x="4628348" y="1430742"/>
                  </a:lnTo>
                  <a:lnTo>
                    <a:pt x="4629009" y="1430742"/>
                  </a:lnTo>
                  <a:lnTo>
                    <a:pt x="4629669" y="1430742"/>
                  </a:lnTo>
                  <a:lnTo>
                    <a:pt x="4630330" y="1430742"/>
                  </a:lnTo>
                  <a:lnTo>
                    <a:pt x="4630990" y="1430742"/>
                  </a:lnTo>
                  <a:lnTo>
                    <a:pt x="4631651" y="1430742"/>
                  </a:lnTo>
                  <a:lnTo>
                    <a:pt x="4632311" y="1430742"/>
                  </a:lnTo>
                  <a:lnTo>
                    <a:pt x="4632972" y="1430742"/>
                  </a:lnTo>
                  <a:lnTo>
                    <a:pt x="4633632" y="1430742"/>
                  </a:lnTo>
                  <a:lnTo>
                    <a:pt x="4634293" y="1430742"/>
                  </a:lnTo>
                  <a:lnTo>
                    <a:pt x="4634953" y="1430742"/>
                  </a:lnTo>
                  <a:lnTo>
                    <a:pt x="4635614" y="1430742"/>
                  </a:lnTo>
                  <a:lnTo>
                    <a:pt x="4636274" y="1430742"/>
                  </a:lnTo>
                  <a:lnTo>
                    <a:pt x="4636935" y="1430742"/>
                  </a:lnTo>
                  <a:lnTo>
                    <a:pt x="4637595" y="1430742"/>
                  </a:lnTo>
                  <a:lnTo>
                    <a:pt x="4638256" y="1430742"/>
                  </a:lnTo>
                  <a:lnTo>
                    <a:pt x="4638916" y="1430742"/>
                  </a:lnTo>
                  <a:lnTo>
                    <a:pt x="4639577" y="1430742"/>
                  </a:lnTo>
                  <a:lnTo>
                    <a:pt x="4640238" y="1430742"/>
                  </a:lnTo>
                  <a:lnTo>
                    <a:pt x="4640898" y="1430742"/>
                  </a:lnTo>
                  <a:lnTo>
                    <a:pt x="4641559" y="1430742"/>
                  </a:lnTo>
                  <a:lnTo>
                    <a:pt x="4642219" y="1430742"/>
                  </a:lnTo>
                  <a:lnTo>
                    <a:pt x="4642880" y="1430742"/>
                  </a:lnTo>
                  <a:lnTo>
                    <a:pt x="4643540" y="1430742"/>
                  </a:lnTo>
                  <a:lnTo>
                    <a:pt x="4644201" y="1430742"/>
                  </a:lnTo>
                  <a:lnTo>
                    <a:pt x="4644861" y="1430742"/>
                  </a:lnTo>
                  <a:lnTo>
                    <a:pt x="4645522" y="1430742"/>
                  </a:lnTo>
                  <a:lnTo>
                    <a:pt x="4646182" y="1430742"/>
                  </a:lnTo>
                  <a:lnTo>
                    <a:pt x="4646843" y="1430742"/>
                  </a:lnTo>
                  <a:lnTo>
                    <a:pt x="4647503" y="1430742"/>
                  </a:lnTo>
                  <a:lnTo>
                    <a:pt x="4648164" y="1430742"/>
                  </a:lnTo>
                  <a:lnTo>
                    <a:pt x="4648824" y="1430742"/>
                  </a:lnTo>
                  <a:lnTo>
                    <a:pt x="4649485" y="1430742"/>
                  </a:lnTo>
                  <a:lnTo>
                    <a:pt x="4650146" y="1430742"/>
                  </a:lnTo>
                  <a:lnTo>
                    <a:pt x="4650806" y="1430742"/>
                  </a:lnTo>
                  <a:lnTo>
                    <a:pt x="4651467" y="1430742"/>
                  </a:lnTo>
                  <a:lnTo>
                    <a:pt x="4652127" y="1430742"/>
                  </a:lnTo>
                  <a:lnTo>
                    <a:pt x="4652788" y="1430742"/>
                  </a:lnTo>
                  <a:lnTo>
                    <a:pt x="4653448" y="1430742"/>
                  </a:lnTo>
                  <a:lnTo>
                    <a:pt x="4654109" y="1430742"/>
                  </a:lnTo>
                  <a:lnTo>
                    <a:pt x="4654769" y="1430742"/>
                  </a:lnTo>
                  <a:lnTo>
                    <a:pt x="4655430" y="1430742"/>
                  </a:lnTo>
                  <a:lnTo>
                    <a:pt x="4656090" y="1394476"/>
                  </a:lnTo>
                  <a:lnTo>
                    <a:pt x="4656751" y="1352868"/>
                  </a:lnTo>
                  <a:lnTo>
                    <a:pt x="4657411" y="1334326"/>
                  </a:lnTo>
                  <a:lnTo>
                    <a:pt x="4658072" y="1334326"/>
                  </a:lnTo>
                  <a:lnTo>
                    <a:pt x="4658732" y="1334326"/>
                  </a:lnTo>
                  <a:lnTo>
                    <a:pt x="4659393" y="1362662"/>
                  </a:lnTo>
                  <a:lnTo>
                    <a:pt x="4660054" y="1406010"/>
                  </a:lnTo>
                  <a:lnTo>
                    <a:pt x="4660714" y="1430742"/>
                  </a:lnTo>
                  <a:lnTo>
                    <a:pt x="4661375" y="1430742"/>
                  </a:lnTo>
                  <a:lnTo>
                    <a:pt x="4662035" y="1430742"/>
                  </a:lnTo>
                  <a:lnTo>
                    <a:pt x="4662696" y="1430742"/>
                  </a:lnTo>
                  <a:lnTo>
                    <a:pt x="4663356" y="1430742"/>
                  </a:lnTo>
                  <a:lnTo>
                    <a:pt x="4664017" y="1430742"/>
                  </a:lnTo>
                  <a:lnTo>
                    <a:pt x="4664677" y="1430742"/>
                  </a:lnTo>
                  <a:lnTo>
                    <a:pt x="4665338" y="1430742"/>
                  </a:lnTo>
                  <a:lnTo>
                    <a:pt x="4665998" y="1430742"/>
                  </a:lnTo>
                  <a:lnTo>
                    <a:pt x="4666659" y="1430742"/>
                  </a:lnTo>
                  <a:lnTo>
                    <a:pt x="4667319" y="1430742"/>
                  </a:lnTo>
                  <a:lnTo>
                    <a:pt x="4667980" y="1430742"/>
                  </a:lnTo>
                  <a:lnTo>
                    <a:pt x="4668640" y="1430742"/>
                  </a:lnTo>
                  <a:lnTo>
                    <a:pt x="4669301" y="1430742"/>
                  </a:lnTo>
                  <a:lnTo>
                    <a:pt x="4669961" y="1430742"/>
                  </a:lnTo>
                  <a:lnTo>
                    <a:pt x="4670622" y="1430742"/>
                  </a:lnTo>
                  <a:lnTo>
                    <a:pt x="4671283" y="1430742"/>
                  </a:lnTo>
                  <a:lnTo>
                    <a:pt x="4671943" y="1430742"/>
                  </a:lnTo>
                  <a:lnTo>
                    <a:pt x="4672604" y="1430742"/>
                  </a:lnTo>
                  <a:lnTo>
                    <a:pt x="4673264" y="1430742"/>
                  </a:lnTo>
                  <a:lnTo>
                    <a:pt x="4673925" y="1430742"/>
                  </a:lnTo>
                  <a:lnTo>
                    <a:pt x="4674585" y="1430742"/>
                  </a:lnTo>
                  <a:lnTo>
                    <a:pt x="4675246" y="1430742"/>
                  </a:lnTo>
                  <a:lnTo>
                    <a:pt x="4675906" y="1430742"/>
                  </a:lnTo>
                  <a:lnTo>
                    <a:pt x="4676567" y="1430742"/>
                  </a:lnTo>
                  <a:lnTo>
                    <a:pt x="4677227" y="1430742"/>
                  </a:lnTo>
                  <a:lnTo>
                    <a:pt x="4677888" y="1430742"/>
                  </a:lnTo>
                  <a:lnTo>
                    <a:pt x="4678548" y="1430742"/>
                  </a:lnTo>
                  <a:lnTo>
                    <a:pt x="4679209" y="1430742"/>
                  </a:lnTo>
                  <a:lnTo>
                    <a:pt x="4679869" y="1430742"/>
                  </a:lnTo>
                  <a:lnTo>
                    <a:pt x="4680530" y="1430742"/>
                  </a:lnTo>
                  <a:lnTo>
                    <a:pt x="4681191" y="1406010"/>
                  </a:lnTo>
                  <a:lnTo>
                    <a:pt x="4681851" y="1343431"/>
                  </a:lnTo>
                  <a:lnTo>
                    <a:pt x="4682512" y="1290770"/>
                  </a:lnTo>
                  <a:lnTo>
                    <a:pt x="4683172" y="1236371"/>
                  </a:lnTo>
                  <a:lnTo>
                    <a:pt x="4683833" y="1207380"/>
                  </a:lnTo>
                  <a:lnTo>
                    <a:pt x="4684493" y="1196633"/>
                  </a:lnTo>
                  <a:lnTo>
                    <a:pt x="4685154" y="1196633"/>
                  </a:lnTo>
                  <a:lnTo>
                    <a:pt x="4685814" y="1209031"/>
                  </a:lnTo>
                  <a:lnTo>
                    <a:pt x="4686475" y="1244471"/>
                  </a:lnTo>
                  <a:lnTo>
                    <a:pt x="4687135" y="1278218"/>
                  </a:lnTo>
                  <a:lnTo>
                    <a:pt x="4687796" y="1308781"/>
                  </a:lnTo>
                  <a:lnTo>
                    <a:pt x="4688456" y="1362662"/>
                  </a:lnTo>
                  <a:lnTo>
                    <a:pt x="4689117" y="1406010"/>
                  </a:lnTo>
                  <a:lnTo>
                    <a:pt x="4689777" y="1430742"/>
                  </a:lnTo>
                  <a:lnTo>
                    <a:pt x="4690438" y="1430742"/>
                  </a:lnTo>
                  <a:lnTo>
                    <a:pt x="4691099" y="1430742"/>
                  </a:lnTo>
                  <a:lnTo>
                    <a:pt x="4691759" y="1430742"/>
                  </a:lnTo>
                  <a:lnTo>
                    <a:pt x="4692420" y="1430742"/>
                  </a:lnTo>
                  <a:lnTo>
                    <a:pt x="4693080" y="1430742"/>
                  </a:lnTo>
                  <a:lnTo>
                    <a:pt x="4693741" y="1430742"/>
                  </a:lnTo>
                  <a:lnTo>
                    <a:pt x="4694401" y="1430742"/>
                  </a:lnTo>
                  <a:lnTo>
                    <a:pt x="4695062" y="1402496"/>
                  </a:lnTo>
                  <a:lnTo>
                    <a:pt x="4695722" y="1340666"/>
                  </a:lnTo>
                  <a:lnTo>
                    <a:pt x="4696383" y="1289262"/>
                  </a:lnTo>
                  <a:lnTo>
                    <a:pt x="4697043" y="1274639"/>
                  </a:lnTo>
                  <a:lnTo>
                    <a:pt x="4697704" y="1247655"/>
                  </a:lnTo>
                  <a:lnTo>
                    <a:pt x="4698364" y="1236985"/>
                  </a:lnTo>
                  <a:lnTo>
                    <a:pt x="4699025" y="1260123"/>
                  </a:lnTo>
                  <a:lnTo>
                    <a:pt x="4699685" y="1305558"/>
                  </a:lnTo>
                  <a:lnTo>
                    <a:pt x="4700346" y="1322091"/>
                  </a:lnTo>
                  <a:lnTo>
                    <a:pt x="4701007" y="1358700"/>
                  </a:lnTo>
                  <a:lnTo>
                    <a:pt x="4701667" y="1401335"/>
                  </a:lnTo>
                  <a:lnTo>
                    <a:pt x="4702328" y="1430742"/>
                  </a:lnTo>
                  <a:lnTo>
                    <a:pt x="4702988" y="1430742"/>
                  </a:lnTo>
                  <a:lnTo>
                    <a:pt x="4703649" y="1430742"/>
                  </a:lnTo>
                  <a:lnTo>
                    <a:pt x="4704309" y="1430742"/>
                  </a:lnTo>
                  <a:lnTo>
                    <a:pt x="4704970" y="1430742"/>
                  </a:lnTo>
                  <a:lnTo>
                    <a:pt x="4705630" y="1430742"/>
                  </a:lnTo>
                  <a:lnTo>
                    <a:pt x="4706291" y="1430742"/>
                  </a:lnTo>
                  <a:lnTo>
                    <a:pt x="4706951" y="1430742"/>
                  </a:lnTo>
                  <a:lnTo>
                    <a:pt x="4707612" y="1430742"/>
                  </a:lnTo>
                  <a:lnTo>
                    <a:pt x="4708272" y="1430742"/>
                  </a:lnTo>
                  <a:lnTo>
                    <a:pt x="4708933" y="1430742"/>
                  </a:lnTo>
                  <a:lnTo>
                    <a:pt x="4709593" y="1430742"/>
                  </a:lnTo>
                  <a:lnTo>
                    <a:pt x="4710254" y="1430742"/>
                  </a:lnTo>
                  <a:lnTo>
                    <a:pt x="4710914" y="1383432"/>
                  </a:lnTo>
                  <a:lnTo>
                    <a:pt x="4711575" y="1325528"/>
                  </a:lnTo>
                  <a:lnTo>
                    <a:pt x="4712236" y="1264188"/>
                  </a:lnTo>
                  <a:lnTo>
                    <a:pt x="4712896" y="1238218"/>
                  </a:lnTo>
                  <a:lnTo>
                    <a:pt x="4713557" y="1218590"/>
                  </a:lnTo>
                  <a:lnTo>
                    <a:pt x="4714217" y="1230308"/>
                  </a:lnTo>
                  <a:lnTo>
                    <a:pt x="4714878" y="1255459"/>
                  </a:lnTo>
                  <a:lnTo>
                    <a:pt x="4715538" y="1314521"/>
                  </a:lnTo>
                  <a:lnTo>
                    <a:pt x="4716199" y="1350001"/>
                  </a:lnTo>
                  <a:lnTo>
                    <a:pt x="4716859" y="1383432"/>
                  </a:lnTo>
                  <a:lnTo>
                    <a:pt x="4717520" y="1406010"/>
                  </a:lnTo>
                  <a:lnTo>
                    <a:pt x="4718180" y="1430742"/>
                  </a:lnTo>
                  <a:lnTo>
                    <a:pt x="4718841" y="1430742"/>
                  </a:lnTo>
                  <a:lnTo>
                    <a:pt x="4719501" y="1406010"/>
                  </a:lnTo>
                  <a:lnTo>
                    <a:pt x="4720162" y="1362662"/>
                  </a:lnTo>
                  <a:lnTo>
                    <a:pt x="4720822" y="1343431"/>
                  </a:lnTo>
                  <a:lnTo>
                    <a:pt x="4721483" y="1337024"/>
                  </a:lnTo>
                  <a:lnTo>
                    <a:pt x="4722144" y="1319543"/>
                  </a:lnTo>
                  <a:lnTo>
                    <a:pt x="4722804" y="1319543"/>
                  </a:lnTo>
                  <a:lnTo>
                    <a:pt x="4723465" y="1319543"/>
                  </a:lnTo>
                  <a:lnTo>
                    <a:pt x="4724125" y="1287762"/>
                  </a:lnTo>
                  <a:lnTo>
                    <a:pt x="4724786" y="1264188"/>
                  </a:lnTo>
                  <a:lnTo>
                    <a:pt x="4725446" y="1254800"/>
                  </a:lnTo>
                  <a:lnTo>
                    <a:pt x="4726107" y="1254800"/>
                  </a:lnTo>
                  <a:lnTo>
                    <a:pt x="4726767" y="1241951"/>
                  </a:lnTo>
                  <a:lnTo>
                    <a:pt x="4727428" y="1241951"/>
                  </a:lnTo>
                  <a:lnTo>
                    <a:pt x="4728088" y="1254800"/>
                  </a:lnTo>
                  <a:lnTo>
                    <a:pt x="4728749" y="1278218"/>
                  </a:lnTo>
                  <a:lnTo>
                    <a:pt x="4729409" y="1293050"/>
                  </a:lnTo>
                  <a:lnTo>
                    <a:pt x="4730070" y="1343431"/>
                  </a:lnTo>
                  <a:lnTo>
                    <a:pt x="4730730" y="1383432"/>
                  </a:lnTo>
                  <a:lnTo>
                    <a:pt x="4731391" y="1383432"/>
                  </a:lnTo>
                  <a:lnTo>
                    <a:pt x="4732052" y="1345292"/>
                  </a:lnTo>
                  <a:lnTo>
                    <a:pt x="4732712" y="1327264"/>
                  </a:lnTo>
                  <a:lnTo>
                    <a:pt x="4733373" y="1310408"/>
                  </a:lnTo>
                  <a:lnTo>
                    <a:pt x="4734033" y="1327264"/>
                  </a:lnTo>
                  <a:lnTo>
                    <a:pt x="4734694" y="1345292"/>
                  </a:lnTo>
                  <a:lnTo>
                    <a:pt x="4735354" y="1383432"/>
                  </a:lnTo>
                  <a:lnTo>
                    <a:pt x="4736015" y="1406010"/>
                  </a:lnTo>
                  <a:lnTo>
                    <a:pt x="4736675" y="1406010"/>
                  </a:lnTo>
                  <a:lnTo>
                    <a:pt x="4737336" y="1362662"/>
                  </a:lnTo>
                  <a:lnTo>
                    <a:pt x="4737996" y="1337930"/>
                  </a:lnTo>
                  <a:lnTo>
                    <a:pt x="4738657" y="1320390"/>
                  </a:lnTo>
                  <a:lnTo>
                    <a:pt x="4739317" y="1320390"/>
                  </a:lnTo>
                  <a:lnTo>
                    <a:pt x="4739978" y="1320390"/>
                  </a:lnTo>
                  <a:lnTo>
                    <a:pt x="4740638" y="1320390"/>
                  </a:lnTo>
                  <a:lnTo>
                    <a:pt x="4741299" y="1325528"/>
                  </a:lnTo>
                  <a:lnTo>
                    <a:pt x="4741959" y="1343431"/>
                  </a:lnTo>
                  <a:lnTo>
                    <a:pt x="4742620" y="1343431"/>
                  </a:lnTo>
                  <a:lnTo>
                    <a:pt x="4743281" y="1362662"/>
                  </a:lnTo>
                  <a:lnTo>
                    <a:pt x="4743941" y="1406010"/>
                  </a:lnTo>
                  <a:lnTo>
                    <a:pt x="4744602" y="1430742"/>
                  </a:lnTo>
                  <a:lnTo>
                    <a:pt x="4745262" y="1430742"/>
                  </a:lnTo>
                  <a:lnTo>
                    <a:pt x="4745923" y="1430742"/>
                  </a:lnTo>
                  <a:lnTo>
                    <a:pt x="4746583" y="1430742"/>
                  </a:lnTo>
                  <a:lnTo>
                    <a:pt x="4747244" y="1430742"/>
                  </a:lnTo>
                  <a:lnTo>
                    <a:pt x="4747904" y="1430742"/>
                  </a:lnTo>
                  <a:lnTo>
                    <a:pt x="4748565" y="1430742"/>
                  </a:lnTo>
                  <a:lnTo>
                    <a:pt x="4749225" y="1430742"/>
                  </a:lnTo>
                  <a:lnTo>
                    <a:pt x="4749886" y="1430742"/>
                  </a:lnTo>
                  <a:lnTo>
                    <a:pt x="4750546" y="1430742"/>
                  </a:lnTo>
                  <a:lnTo>
                    <a:pt x="4751207" y="1430742"/>
                  </a:lnTo>
                  <a:lnTo>
                    <a:pt x="4751867" y="1430742"/>
                  </a:lnTo>
                  <a:lnTo>
                    <a:pt x="4752528" y="1430742"/>
                  </a:lnTo>
                  <a:lnTo>
                    <a:pt x="4753189" y="1430742"/>
                  </a:lnTo>
                  <a:lnTo>
                    <a:pt x="4753849" y="1430742"/>
                  </a:lnTo>
                  <a:lnTo>
                    <a:pt x="4754510" y="1430742"/>
                  </a:lnTo>
                  <a:lnTo>
                    <a:pt x="4755170" y="1430742"/>
                  </a:lnTo>
                  <a:lnTo>
                    <a:pt x="4755831" y="1430742"/>
                  </a:lnTo>
                  <a:lnTo>
                    <a:pt x="4756491" y="1430742"/>
                  </a:lnTo>
                  <a:lnTo>
                    <a:pt x="4757152" y="1430742"/>
                  </a:lnTo>
                  <a:lnTo>
                    <a:pt x="4757812" y="1430742"/>
                  </a:lnTo>
                  <a:lnTo>
                    <a:pt x="4758473" y="1430742"/>
                  </a:lnTo>
                  <a:lnTo>
                    <a:pt x="4759133" y="1430742"/>
                  </a:lnTo>
                  <a:lnTo>
                    <a:pt x="4759794" y="1430742"/>
                  </a:lnTo>
                  <a:lnTo>
                    <a:pt x="4760454" y="1430742"/>
                  </a:lnTo>
                  <a:lnTo>
                    <a:pt x="4761115" y="1430742"/>
                  </a:lnTo>
                  <a:lnTo>
                    <a:pt x="4761775" y="1430742"/>
                  </a:lnTo>
                  <a:lnTo>
                    <a:pt x="4762436" y="1430742"/>
                  </a:lnTo>
                  <a:lnTo>
                    <a:pt x="4763097" y="1430742"/>
                  </a:lnTo>
                  <a:lnTo>
                    <a:pt x="4763757" y="1430742"/>
                  </a:lnTo>
                  <a:lnTo>
                    <a:pt x="4764418" y="1430742"/>
                  </a:lnTo>
                  <a:lnTo>
                    <a:pt x="4765078" y="1430742"/>
                  </a:lnTo>
                  <a:lnTo>
                    <a:pt x="4765739" y="1430742"/>
                  </a:lnTo>
                  <a:lnTo>
                    <a:pt x="4766399" y="1430742"/>
                  </a:lnTo>
                  <a:lnTo>
                    <a:pt x="4767060" y="1430742"/>
                  </a:lnTo>
                  <a:lnTo>
                    <a:pt x="4767720" y="1430742"/>
                  </a:lnTo>
                  <a:lnTo>
                    <a:pt x="4768381" y="1430742"/>
                  </a:lnTo>
                  <a:lnTo>
                    <a:pt x="4769041" y="1430742"/>
                  </a:lnTo>
                  <a:lnTo>
                    <a:pt x="4769702" y="1430742"/>
                  </a:lnTo>
                  <a:lnTo>
                    <a:pt x="4770362" y="1430742"/>
                  </a:lnTo>
                  <a:lnTo>
                    <a:pt x="4771023" y="1430742"/>
                  </a:lnTo>
                  <a:lnTo>
                    <a:pt x="4771683" y="1430742"/>
                  </a:lnTo>
                  <a:lnTo>
                    <a:pt x="4772344" y="1430742"/>
                  </a:lnTo>
                  <a:lnTo>
                    <a:pt x="4773005" y="1430742"/>
                  </a:lnTo>
                  <a:lnTo>
                    <a:pt x="4773665" y="1406010"/>
                  </a:lnTo>
                  <a:lnTo>
                    <a:pt x="4774326" y="1383432"/>
                  </a:lnTo>
                  <a:lnTo>
                    <a:pt x="4774986" y="1362662"/>
                  </a:lnTo>
                  <a:lnTo>
                    <a:pt x="4775647" y="1343431"/>
                  </a:lnTo>
                  <a:lnTo>
                    <a:pt x="4776307" y="1343431"/>
                  </a:lnTo>
                  <a:lnTo>
                    <a:pt x="4776968" y="1362662"/>
                  </a:lnTo>
                  <a:lnTo>
                    <a:pt x="4777628" y="1383432"/>
                  </a:lnTo>
                  <a:lnTo>
                    <a:pt x="4778289" y="1406010"/>
                  </a:lnTo>
                  <a:lnTo>
                    <a:pt x="4778949" y="1430742"/>
                  </a:lnTo>
                  <a:lnTo>
                    <a:pt x="4779610" y="1430742"/>
                  </a:lnTo>
                  <a:lnTo>
                    <a:pt x="4780270" y="1430742"/>
                  </a:lnTo>
                  <a:lnTo>
                    <a:pt x="4780931" y="1430742"/>
                  </a:lnTo>
                  <a:lnTo>
                    <a:pt x="4781591" y="1430742"/>
                  </a:lnTo>
                  <a:lnTo>
                    <a:pt x="4782252" y="1430742"/>
                  </a:lnTo>
                  <a:lnTo>
                    <a:pt x="4782912" y="1430742"/>
                  </a:lnTo>
                  <a:lnTo>
                    <a:pt x="4783573" y="1430742"/>
                  </a:lnTo>
                  <a:lnTo>
                    <a:pt x="4784234" y="1430742"/>
                  </a:lnTo>
                  <a:lnTo>
                    <a:pt x="4784894" y="1430742"/>
                  </a:lnTo>
                  <a:lnTo>
                    <a:pt x="4785555" y="1430742"/>
                  </a:lnTo>
                  <a:lnTo>
                    <a:pt x="4786215" y="1430742"/>
                  </a:lnTo>
                  <a:lnTo>
                    <a:pt x="4786876" y="1430742"/>
                  </a:lnTo>
                  <a:lnTo>
                    <a:pt x="4787536" y="1430742"/>
                  </a:lnTo>
                  <a:lnTo>
                    <a:pt x="4788197" y="1406010"/>
                  </a:lnTo>
                  <a:lnTo>
                    <a:pt x="4788857" y="1383432"/>
                  </a:lnTo>
                  <a:lnTo>
                    <a:pt x="4789518" y="1383432"/>
                  </a:lnTo>
                  <a:lnTo>
                    <a:pt x="4790178" y="1362662"/>
                  </a:lnTo>
                  <a:lnTo>
                    <a:pt x="4790839" y="1343431"/>
                  </a:lnTo>
                  <a:lnTo>
                    <a:pt x="4791499" y="1362662"/>
                  </a:lnTo>
                  <a:lnTo>
                    <a:pt x="4792160" y="1383432"/>
                  </a:lnTo>
                  <a:lnTo>
                    <a:pt x="4792820" y="1383432"/>
                  </a:lnTo>
                  <a:lnTo>
                    <a:pt x="4793481" y="1406010"/>
                  </a:lnTo>
                  <a:lnTo>
                    <a:pt x="4794142" y="1430742"/>
                  </a:lnTo>
                  <a:lnTo>
                    <a:pt x="4794802" y="1430742"/>
                  </a:lnTo>
                  <a:lnTo>
                    <a:pt x="4795463" y="1430742"/>
                  </a:lnTo>
                  <a:lnTo>
                    <a:pt x="4796123" y="1430742"/>
                  </a:lnTo>
                  <a:lnTo>
                    <a:pt x="4796784" y="1430742"/>
                  </a:lnTo>
                  <a:lnTo>
                    <a:pt x="4797444" y="1430742"/>
                  </a:lnTo>
                  <a:lnTo>
                    <a:pt x="4798105" y="1430742"/>
                  </a:lnTo>
                  <a:lnTo>
                    <a:pt x="4798765" y="1430742"/>
                  </a:lnTo>
                  <a:lnTo>
                    <a:pt x="4799426" y="1430742"/>
                  </a:lnTo>
                  <a:lnTo>
                    <a:pt x="4800086" y="1430742"/>
                  </a:lnTo>
                  <a:lnTo>
                    <a:pt x="4800747" y="1430742"/>
                  </a:lnTo>
                  <a:lnTo>
                    <a:pt x="4801407" y="1430742"/>
                  </a:lnTo>
                  <a:lnTo>
                    <a:pt x="4802068" y="1430742"/>
                  </a:lnTo>
                  <a:lnTo>
                    <a:pt x="4802728" y="1430742"/>
                  </a:lnTo>
                  <a:lnTo>
                    <a:pt x="4803389" y="1430742"/>
                  </a:lnTo>
                  <a:lnTo>
                    <a:pt x="4804050" y="1430742"/>
                  </a:lnTo>
                  <a:lnTo>
                    <a:pt x="4804710" y="1430742"/>
                  </a:lnTo>
                  <a:lnTo>
                    <a:pt x="4805371" y="1430742"/>
                  </a:lnTo>
                  <a:lnTo>
                    <a:pt x="4806031" y="1430742"/>
                  </a:lnTo>
                  <a:lnTo>
                    <a:pt x="4806692" y="1430742"/>
                  </a:lnTo>
                  <a:lnTo>
                    <a:pt x="4807352" y="1430742"/>
                  </a:lnTo>
                  <a:lnTo>
                    <a:pt x="4808013" y="1430742"/>
                  </a:lnTo>
                  <a:lnTo>
                    <a:pt x="4808673" y="1430742"/>
                  </a:lnTo>
                  <a:lnTo>
                    <a:pt x="4809334" y="1430742"/>
                  </a:lnTo>
                  <a:lnTo>
                    <a:pt x="4809994" y="1430742"/>
                  </a:lnTo>
                  <a:lnTo>
                    <a:pt x="4810655" y="1430742"/>
                  </a:lnTo>
                  <a:lnTo>
                    <a:pt x="4811315" y="1430742"/>
                  </a:lnTo>
                  <a:lnTo>
                    <a:pt x="4811976" y="1430742"/>
                  </a:lnTo>
                  <a:lnTo>
                    <a:pt x="4812636" y="1430742"/>
                  </a:lnTo>
                  <a:lnTo>
                    <a:pt x="4813297" y="1430742"/>
                  </a:lnTo>
                  <a:lnTo>
                    <a:pt x="4813957" y="1430742"/>
                  </a:lnTo>
                  <a:lnTo>
                    <a:pt x="4814618" y="1430742"/>
                  </a:lnTo>
                  <a:lnTo>
                    <a:pt x="4815279" y="1430742"/>
                  </a:lnTo>
                  <a:lnTo>
                    <a:pt x="4815939" y="1430742"/>
                  </a:lnTo>
                  <a:lnTo>
                    <a:pt x="4816600" y="1430742"/>
                  </a:lnTo>
                  <a:lnTo>
                    <a:pt x="4817260" y="1430742"/>
                  </a:lnTo>
                  <a:lnTo>
                    <a:pt x="4817921" y="1430742"/>
                  </a:lnTo>
                  <a:lnTo>
                    <a:pt x="4818581" y="1406010"/>
                  </a:lnTo>
                  <a:lnTo>
                    <a:pt x="4819242" y="1362662"/>
                  </a:lnTo>
                  <a:lnTo>
                    <a:pt x="4819902" y="1343431"/>
                  </a:lnTo>
                  <a:lnTo>
                    <a:pt x="4820563" y="1343431"/>
                  </a:lnTo>
                  <a:lnTo>
                    <a:pt x="4821223" y="1343431"/>
                  </a:lnTo>
                  <a:lnTo>
                    <a:pt x="4821884" y="1362662"/>
                  </a:lnTo>
                  <a:lnTo>
                    <a:pt x="4822544" y="1406010"/>
                  </a:lnTo>
                  <a:lnTo>
                    <a:pt x="4823205" y="1430742"/>
                  </a:lnTo>
                  <a:lnTo>
                    <a:pt x="4823865" y="1430742"/>
                  </a:lnTo>
                  <a:lnTo>
                    <a:pt x="4824526" y="1430742"/>
                  </a:lnTo>
                  <a:lnTo>
                    <a:pt x="4825187" y="1430742"/>
                  </a:lnTo>
                  <a:lnTo>
                    <a:pt x="4825847" y="1430742"/>
                  </a:lnTo>
                  <a:lnTo>
                    <a:pt x="4826508" y="1430742"/>
                  </a:lnTo>
                  <a:lnTo>
                    <a:pt x="4827168" y="1383432"/>
                  </a:lnTo>
                  <a:lnTo>
                    <a:pt x="4827829" y="1343431"/>
                  </a:lnTo>
                  <a:lnTo>
                    <a:pt x="4828489" y="1343431"/>
                  </a:lnTo>
                  <a:lnTo>
                    <a:pt x="4829150" y="1343431"/>
                  </a:lnTo>
                  <a:lnTo>
                    <a:pt x="4829810" y="1343431"/>
                  </a:lnTo>
                  <a:lnTo>
                    <a:pt x="4830471" y="1383432"/>
                  </a:lnTo>
                  <a:lnTo>
                    <a:pt x="4831131" y="1430742"/>
                  </a:lnTo>
                  <a:lnTo>
                    <a:pt x="4831792" y="1430742"/>
                  </a:lnTo>
                  <a:lnTo>
                    <a:pt x="4832452" y="1430742"/>
                  </a:lnTo>
                  <a:lnTo>
                    <a:pt x="4833113" y="1430742"/>
                  </a:lnTo>
                  <a:lnTo>
                    <a:pt x="4833773" y="1430742"/>
                  </a:lnTo>
                  <a:lnTo>
                    <a:pt x="4834434" y="1430742"/>
                  </a:lnTo>
                  <a:lnTo>
                    <a:pt x="4835095" y="1430742"/>
                  </a:lnTo>
                  <a:lnTo>
                    <a:pt x="4835755" y="1430742"/>
                  </a:lnTo>
                  <a:lnTo>
                    <a:pt x="4836416" y="1430742"/>
                  </a:lnTo>
                  <a:lnTo>
                    <a:pt x="4837076" y="1430742"/>
                  </a:lnTo>
                  <a:lnTo>
                    <a:pt x="4837737" y="1430742"/>
                  </a:lnTo>
                  <a:lnTo>
                    <a:pt x="4838397" y="1430742"/>
                  </a:lnTo>
                  <a:lnTo>
                    <a:pt x="4839058" y="1430742"/>
                  </a:lnTo>
                  <a:lnTo>
                    <a:pt x="4839718" y="1430742"/>
                  </a:lnTo>
                  <a:lnTo>
                    <a:pt x="4840379" y="1430742"/>
                  </a:lnTo>
                  <a:lnTo>
                    <a:pt x="4841039" y="1430742"/>
                  </a:lnTo>
                  <a:lnTo>
                    <a:pt x="4841700" y="1430742"/>
                  </a:lnTo>
                  <a:lnTo>
                    <a:pt x="4842360" y="1430742"/>
                  </a:lnTo>
                  <a:lnTo>
                    <a:pt x="4843021" y="1430742"/>
                  </a:lnTo>
                  <a:lnTo>
                    <a:pt x="4843681" y="1430742"/>
                  </a:lnTo>
                  <a:lnTo>
                    <a:pt x="4844342" y="1430742"/>
                  </a:lnTo>
                  <a:lnTo>
                    <a:pt x="4845003" y="1430742"/>
                  </a:lnTo>
                  <a:lnTo>
                    <a:pt x="4845663" y="1430742"/>
                  </a:lnTo>
                  <a:lnTo>
                    <a:pt x="4846324" y="1430742"/>
                  </a:lnTo>
                  <a:lnTo>
                    <a:pt x="4846984" y="1430742"/>
                  </a:lnTo>
                  <a:lnTo>
                    <a:pt x="4847645" y="1430742"/>
                  </a:lnTo>
                  <a:lnTo>
                    <a:pt x="4848305" y="1430742"/>
                  </a:lnTo>
                  <a:lnTo>
                    <a:pt x="4848966" y="1430742"/>
                  </a:lnTo>
                  <a:lnTo>
                    <a:pt x="4849626" y="1430742"/>
                  </a:lnTo>
                  <a:lnTo>
                    <a:pt x="4850287" y="1430742"/>
                  </a:lnTo>
                  <a:lnTo>
                    <a:pt x="4850947" y="1430742"/>
                  </a:lnTo>
                  <a:lnTo>
                    <a:pt x="4851608" y="1430742"/>
                  </a:lnTo>
                  <a:lnTo>
                    <a:pt x="4852268" y="1430742"/>
                  </a:lnTo>
                  <a:lnTo>
                    <a:pt x="4852929" y="1430742"/>
                  </a:lnTo>
                  <a:lnTo>
                    <a:pt x="4853589" y="1430742"/>
                  </a:lnTo>
                  <a:lnTo>
                    <a:pt x="4854250" y="1430742"/>
                  </a:lnTo>
                  <a:lnTo>
                    <a:pt x="4854910" y="1430742"/>
                  </a:lnTo>
                  <a:lnTo>
                    <a:pt x="4855571" y="1430742"/>
                  </a:lnTo>
                  <a:lnTo>
                    <a:pt x="4856232" y="1430742"/>
                  </a:lnTo>
                  <a:lnTo>
                    <a:pt x="4856892" y="1430742"/>
                  </a:lnTo>
                  <a:lnTo>
                    <a:pt x="4857553" y="1430742"/>
                  </a:lnTo>
                  <a:lnTo>
                    <a:pt x="4858213" y="1430742"/>
                  </a:lnTo>
                  <a:lnTo>
                    <a:pt x="4858874" y="1430742"/>
                  </a:lnTo>
                  <a:lnTo>
                    <a:pt x="4859534" y="1430742"/>
                  </a:lnTo>
                  <a:lnTo>
                    <a:pt x="4860195" y="1430742"/>
                  </a:lnTo>
                  <a:lnTo>
                    <a:pt x="4860855" y="1430742"/>
                  </a:lnTo>
                  <a:lnTo>
                    <a:pt x="4861516" y="1430742"/>
                  </a:lnTo>
                  <a:lnTo>
                    <a:pt x="4862176" y="1430742"/>
                  </a:lnTo>
                  <a:lnTo>
                    <a:pt x="4862837" y="1430742"/>
                  </a:lnTo>
                  <a:lnTo>
                    <a:pt x="4863497" y="1430742"/>
                  </a:lnTo>
                  <a:lnTo>
                    <a:pt x="4864158" y="1430742"/>
                  </a:lnTo>
                  <a:lnTo>
                    <a:pt x="4864818" y="1430742"/>
                  </a:lnTo>
                  <a:lnTo>
                    <a:pt x="4865479" y="1430742"/>
                  </a:lnTo>
                  <a:lnTo>
                    <a:pt x="4866140" y="1430742"/>
                  </a:lnTo>
                  <a:lnTo>
                    <a:pt x="4866800" y="1430742"/>
                  </a:lnTo>
                  <a:lnTo>
                    <a:pt x="4867461" y="1430742"/>
                  </a:lnTo>
                  <a:lnTo>
                    <a:pt x="4868121" y="1430742"/>
                  </a:lnTo>
                  <a:lnTo>
                    <a:pt x="4868782" y="1430742"/>
                  </a:lnTo>
                  <a:lnTo>
                    <a:pt x="4869442" y="1430742"/>
                  </a:lnTo>
                  <a:lnTo>
                    <a:pt x="4870103" y="1430742"/>
                  </a:lnTo>
                  <a:lnTo>
                    <a:pt x="4870763" y="1430742"/>
                  </a:lnTo>
                  <a:lnTo>
                    <a:pt x="4871424" y="1430742"/>
                  </a:lnTo>
                  <a:lnTo>
                    <a:pt x="4872084" y="1430742"/>
                  </a:lnTo>
                  <a:lnTo>
                    <a:pt x="4872745" y="1430742"/>
                  </a:lnTo>
                  <a:lnTo>
                    <a:pt x="4873405" y="1430742"/>
                  </a:lnTo>
                  <a:lnTo>
                    <a:pt x="4874066" y="1430742"/>
                  </a:lnTo>
                  <a:lnTo>
                    <a:pt x="4874726" y="1396742"/>
                  </a:lnTo>
                  <a:lnTo>
                    <a:pt x="4875387" y="1354798"/>
                  </a:lnTo>
                  <a:lnTo>
                    <a:pt x="4876048" y="1336121"/>
                  </a:lnTo>
                  <a:lnTo>
                    <a:pt x="4876708" y="1336121"/>
                  </a:lnTo>
                  <a:lnTo>
                    <a:pt x="4877369" y="1336121"/>
                  </a:lnTo>
                  <a:lnTo>
                    <a:pt x="4878029" y="1362662"/>
                  </a:lnTo>
                  <a:lnTo>
                    <a:pt x="4878690" y="1406010"/>
                  </a:lnTo>
                  <a:lnTo>
                    <a:pt x="4879350" y="1430742"/>
                  </a:lnTo>
                  <a:lnTo>
                    <a:pt x="4880011" y="1430742"/>
                  </a:lnTo>
                  <a:lnTo>
                    <a:pt x="4880671" y="1430742"/>
                  </a:lnTo>
                  <a:lnTo>
                    <a:pt x="4881332" y="1430742"/>
                  </a:lnTo>
                  <a:lnTo>
                    <a:pt x="4881992" y="1430742"/>
                  </a:lnTo>
                  <a:lnTo>
                    <a:pt x="4882653" y="1406010"/>
                  </a:lnTo>
                  <a:lnTo>
                    <a:pt x="4883313" y="1362662"/>
                  </a:lnTo>
                  <a:lnTo>
                    <a:pt x="4883974" y="1343431"/>
                  </a:lnTo>
                  <a:lnTo>
                    <a:pt x="4884634" y="1343431"/>
                  </a:lnTo>
                  <a:lnTo>
                    <a:pt x="4885295" y="1343431"/>
                  </a:lnTo>
                  <a:lnTo>
                    <a:pt x="4885955" y="1362662"/>
                  </a:lnTo>
                  <a:lnTo>
                    <a:pt x="4886616" y="1406010"/>
                  </a:lnTo>
                  <a:lnTo>
                    <a:pt x="4887277" y="1430742"/>
                  </a:lnTo>
                  <a:lnTo>
                    <a:pt x="4887937" y="1430742"/>
                  </a:lnTo>
                  <a:lnTo>
                    <a:pt x="4888598" y="1430742"/>
                  </a:lnTo>
                  <a:lnTo>
                    <a:pt x="4889258" y="1430742"/>
                  </a:lnTo>
                  <a:lnTo>
                    <a:pt x="4889919" y="1430742"/>
                  </a:lnTo>
                  <a:lnTo>
                    <a:pt x="4890579" y="1430742"/>
                  </a:lnTo>
                  <a:lnTo>
                    <a:pt x="4891240" y="1430742"/>
                  </a:lnTo>
                  <a:lnTo>
                    <a:pt x="4891900" y="1430742"/>
                  </a:lnTo>
                  <a:lnTo>
                    <a:pt x="4892561" y="1430742"/>
                  </a:lnTo>
                  <a:lnTo>
                    <a:pt x="4893221" y="1430742"/>
                  </a:lnTo>
                  <a:lnTo>
                    <a:pt x="4893882" y="1406010"/>
                  </a:lnTo>
                  <a:lnTo>
                    <a:pt x="4894542" y="1362662"/>
                  </a:lnTo>
                  <a:lnTo>
                    <a:pt x="4895203" y="1325528"/>
                  </a:lnTo>
                  <a:lnTo>
                    <a:pt x="4895863" y="1293050"/>
                  </a:lnTo>
                  <a:lnTo>
                    <a:pt x="4896524" y="1264188"/>
                  </a:lnTo>
                  <a:lnTo>
                    <a:pt x="4897185" y="1264188"/>
                  </a:lnTo>
                  <a:lnTo>
                    <a:pt x="4897845" y="1293050"/>
                  </a:lnTo>
                  <a:lnTo>
                    <a:pt x="4898506" y="1325528"/>
                  </a:lnTo>
                  <a:lnTo>
                    <a:pt x="4899166" y="1343431"/>
                  </a:lnTo>
                  <a:lnTo>
                    <a:pt x="4899827" y="1343431"/>
                  </a:lnTo>
                  <a:lnTo>
                    <a:pt x="4900487" y="1343431"/>
                  </a:lnTo>
                  <a:lnTo>
                    <a:pt x="4901148" y="1343431"/>
                  </a:lnTo>
                  <a:lnTo>
                    <a:pt x="4901808" y="1343431"/>
                  </a:lnTo>
                  <a:lnTo>
                    <a:pt x="4902469" y="1362662"/>
                  </a:lnTo>
                  <a:lnTo>
                    <a:pt x="4903129" y="1406010"/>
                  </a:lnTo>
                  <a:lnTo>
                    <a:pt x="4903790" y="1430742"/>
                  </a:lnTo>
                  <a:lnTo>
                    <a:pt x="4904450" y="1430742"/>
                  </a:lnTo>
                  <a:lnTo>
                    <a:pt x="4905111" y="1430742"/>
                  </a:lnTo>
                  <a:lnTo>
                    <a:pt x="4905771" y="1430742"/>
                  </a:lnTo>
                  <a:lnTo>
                    <a:pt x="4906432" y="1430742"/>
                  </a:lnTo>
                  <a:lnTo>
                    <a:pt x="4907093" y="1383432"/>
                  </a:lnTo>
                  <a:lnTo>
                    <a:pt x="4907753" y="1325528"/>
                  </a:lnTo>
                  <a:lnTo>
                    <a:pt x="4908414" y="1278218"/>
                  </a:lnTo>
                  <a:lnTo>
                    <a:pt x="4909074" y="1264188"/>
                  </a:lnTo>
                  <a:lnTo>
                    <a:pt x="4909735" y="1264188"/>
                  </a:lnTo>
                  <a:lnTo>
                    <a:pt x="4910395" y="1293050"/>
                  </a:lnTo>
                  <a:lnTo>
                    <a:pt x="4911056" y="1343431"/>
                  </a:lnTo>
                  <a:lnTo>
                    <a:pt x="4911716" y="1406010"/>
                  </a:lnTo>
                  <a:lnTo>
                    <a:pt x="4912377" y="1430742"/>
                  </a:lnTo>
                  <a:lnTo>
                    <a:pt x="4913037" y="1430742"/>
                  </a:lnTo>
                  <a:lnTo>
                    <a:pt x="4913698" y="1430742"/>
                  </a:lnTo>
                  <a:lnTo>
                    <a:pt x="4914358" y="1430742"/>
                  </a:lnTo>
                  <a:lnTo>
                    <a:pt x="4915019" y="1430742"/>
                  </a:lnTo>
                  <a:lnTo>
                    <a:pt x="4915679" y="1430742"/>
                  </a:lnTo>
                  <a:lnTo>
                    <a:pt x="4916340" y="1406010"/>
                  </a:lnTo>
                  <a:lnTo>
                    <a:pt x="4917001" y="1383432"/>
                  </a:lnTo>
                  <a:lnTo>
                    <a:pt x="4917661" y="1343431"/>
                  </a:lnTo>
                  <a:lnTo>
                    <a:pt x="4918322" y="1325528"/>
                  </a:lnTo>
                  <a:lnTo>
                    <a:pt x="4918982" y="1325528"/>
                  </a:lnTo>
                  <a:lnTo>
                    <a:pt x="4919643" y="1343431"/>
                  </a:lnTo>
                  <a:lnTo>
                    <a:pt x="4920303" y="1362662"/>
                  </a:lnTo>
                  <a:lnTo>
                    <a:pt x="4920964" y="1383432"/>
                  </a:lnTo>
                  <a:lnTo>
                    <a:pt x="4921624" y="1362662"/>
                  </a:lnTo>
                  <a:lnTo>
                    <a:pt x="4922285" y="1325528"/>
                  </a:lnTo>
                  <a:lnTo>
                    <a:pt x="4922945" y="1323804"/>
                  </a:lnTo>
                  <a:lnTo>
                    <a:pt x="4923606" y="1323804"/>
                  </a:lnTo>
                  <a:lnTo>
                    <a:pt x="4924266" y="1323804"/>
                  </a:lnTo>
                  <a:lnTo>
                    <a:pt x="4924927" y="1341584"/>
                  </a:lnTo>
                  <a:lnTo>
                    <a:pt x="4925587" y="1341584"/>
                  </a:lnTo>
                  <a:lnTo>
                    <a:pt x="4926248" y="1325528"/>
                  </a:lnTo>
                  <a:lnTo>
                    <a:pt x="4926908" y="1325528"/>
                  </a:lnTo>
                  <a:lnTo>
                    <a:pt x="4927569" y="1343431"/>
                  </a:lnTo>
                  <a:lnTo>
                    <a:pt x="4928230" y="1362662"/>
                  </a:lnTo>
                  <a:lnTo>
                    <a:pt x="4928890" y="1406010"/>
                  </a:lnTo>
                  <a:lnTo>
                    <a:pt x="4929551" y="1430742"/>
                  </a:lnTo>
                  <a:lnTo>
                    <a:pt x="4930211" y="1430742"/>
                  </a:lnTo>
                  <a:lnTo>
                    <a:pt x="4930872" y="1430742"/>
                  </a:lnTo>
                  <a:lnTo>
                    <a:pt x="4931532" y="1430742"/>
                  </a:lnTo>
                  <a:lnTo>
                    <a:pt x="4932193" y="1430742"/>
                  </a:lnTo>
                  <a:lnTo>
                    <a:pt x="4932853" y="1430742"/>
                  </a:lnTo>
                  <a:lnTo>
                    <a:pt x="4933514" y="1430742"/>
                  </a:lnTo>
                  <a:lnTo>
                    <a:pt x="4934174" y="1430742"/>
                  </a:lnTo>
                  <a:lnTo>
                    <a:pt x="4934835" y="1430742"/>
                  </a:lnTo>
                  <a:lnTo>
                    <a:pt x="4935495" y="1430742"/>
                  </a:lnTo>
                  <a:lnTo>
                    <a:pt x="4936156" y="1424335"/>
                  </a:lnTo>
                  <a:lnTo>
                    <a:pt x="4936816" y="1378081"/>
                  </a:lnTo>
                  <a:lnTo>
                    <a:pt x="4937477" y="1338839"/>
                  </a:lnTo>
                  <a:lnTo>
                    <a:pt x="4938138" y="1338839"/>
                  </a:lnTo>
                  <a:lnTo>
                    <a:pt x="4938798" y="1321239"/>
                  </a:lnTo>
                  <a:lnTo>
                    <a:pt x="4939459" y="1293050"/>
                  </a:lnTo>
                  <a:lnTo>
                    <a:pt x="4940119" y="1308781"/>
                  </a:lnTo>
                  <a:lnTo>
                    <a:pt x="4940780" y="1343431"/>
                  </a:lnTo>
                  <a:lnTo>
                    <a:pt x="4941440" y="1343431"/>
                  </a:lnTo>
                  <a:lnTo>
                    <a:pt x="4942101" y="1362662"/>
                  </a:lnTo>
                  <a:lnTo>
                    <a:pt x="4942761" y="1406010"/>
                  </a:lnTo>
                  <a:lnTo>
                    <a:pt x="4943422" y="1430742"/>
                  </a:lnTo>
                  <a:lnTo>
                    <a:pt x="4944082" y="1430742"/>
                  </a:lnTo>
                  <a:lnTo>
                    <a:pt x="4944743" y="1430742"/>
                  </a:lnTo>
                  <a:lnTo>
                    <a:pt x="4945403" y="1430742"/>
                  </a:lnTo>
                  <a:lnTo>
                    <a:pt x="4946064" y="1430742"/>
                  </a:lnTo>
                  <a:lnTo>
                    <a:pt x="4946724" y="1406010"/>
                  </a:lnTo>
                  <a:lnTo>
                    <a:pt x="4947385" y="1362662"/>
                  </a:lnTo>
                  <a:lnTo>
                    <a:pt x="4948046" y="1325528"/>
                  </a:lnTo>
                  <a:lnTo>
                    <a:pt x="4948706" y="1325528"/>
                  </a:lnTo>
                  <a:lnTo>
                    <a:pt x="4949367" y="1314521"/>
                  </a:lnTo>
                  <a:lnTo>
                    <a:pt x="4950027" y="1298448"/>
                  </a:lnTo>
                  <a:lnTo>
                    <a:pt x="4950688" y="1298448"/>
                  </a:lnTo>
                  <a:lnTo>
                    <a:pt x="4951348" y="1314521"/>
                  </a:lnTo>
                  <a:lnTo>
                    <a:pt x="4952009" y="1314521"/>
                  </a:lnTo>
                  <a:lnTo>
                    <a:pt x="4952669" y="1325528"/>
                  </a:lnTo>
                  <a:lnTo>
                    <a:pt x="4953330" y="1362662"/>
                  </a:lnTo>
                  <a:lnTo>
                    <a:pt x="4953990" y="1406010"/>
                  </a:lnTo>
                  <a:lnTo>
                    <a:pt x="4954651" y="1430742"/>
                  </a:lnTo>
                  <a:lnTo>
                    <a:pt x="4955311" y="1430742"/>
                  </a:lnTo>
                  <a:lnTo>
                    <a:pt x="4955972" y="1406010"/>
                  </a:lnTo>
                  <a:lnTo>
                    <a:pt x="4956632" y="1362662"/>
                  </a:lnTo>
                  <a:lnTo>
                    <a:pt x="4957293" y="1328136"/>
                  </a:lnTo>
                  <a:lnTo>
                    <a:pt x="4957953" y="1295350"/>
                  </a:lnTo>
                  <a:lnTo>
                    <a:pt x="4958614" y="1266245"/>
                  </a:lnTo>
                  <a:lnTo>
                    <a:pt x="4959275" y="1252832"/>
                  </a:lnTo>
                  <a:lnTo>
                    <a:pt x="4959935" y="1266245"/>
                  </a:lnTo>
                  <a:lnTo>
                    <a:pt x="4960596" y="1293050"/>
                  </a:lnTo>
                  <a:lnTo>
                    <a:pt x="4961256" y="1325528"/>
                  </a:lnTo>
                  <a:lnTo>
                    <a:pt x="4961917" y="1362662"/>
                  </a:lnTo>
                  <a:lnTo>
                    <a:pt x="4962577" y="1406010"/>
                  </a:lnTo>
                  <a:lnTo>
                    <a:pt x="4963238" y="1430742"/>
                  </a:lnTo>
                  <a:lnTo>
                    <a:pt x="4963898" y="1430742"/>
                  </a:lnTo>
                  <a:lnTo>
                    <a:pt x="4964559" y="1430742"/>
                  </a:lnTo>
                  <a:lnTo>
                    <a:pt x="4965219" y="1430742"/>
                  </a:lnTo>
                  <a:lnTo>
                    <a:pt x="4965880" y="1430742"/>
                  </a:lnTo>
                  <a:lnTo>
                    <a:pt x="4966540" y="1430742"/>
                  </a:lnTo>
                  <a:lnTo>
                    <a:pt x="4967201" y="1430742"/>
                  </a:lnTo>
                  <a:lnTo>
                    <a:pt x="4967861" y="1430742"/>
                  </a:lnTo>
                  <a:lnTo>
                    <a:pt x="4968522" y="1406010"/>
                  </a:lnTo>
                  <a:lnTo>
                    <a:pt x="4969183" y="1362662"/>
                  </a:lnTo>
                  <a:lnTo>
                    <a:pt x="4969843" y="1343431"/>
                  </a:lnTo>
                  <a:lnTo>
                    <a:pt x="4970504" y="1343431"/>
                  </a:lnTo>
                  <a:lnTo>
                    <a:pt x="4971164" y="1343431"/>
                  </a:lnTo>
                  <a:lnTo>
                    <a:pt x="4971825" y="1362662"/>
                  </a:lnTo>
                  <a:lnTo>
                    <a:pt x="4972485" y="1406010"/>
                  </a:lnTo>
                  <a:lnTo>
                    <a:pt x="4973146" y="1430742"/>
                  </a:lnTo>
                  <a:lnTo>
                    <a:pt x="4973806" y="1430742"/>
                  </a:lnTo>
                  <a:lnTo>
                    <a:pt x="4974467" y="1430742"/>
                  </a:lnTo>
                  <a:lnTo>
                    <a:pt x="4975127" y="1430742"/>
                  </a:lnTo>
                  <a:lnTo>
                    <a:pt x="4975788" y="1430742"/>
                  </a:lnTo>
                  <a:lnTo>
                    <a:pt x="4976448" y="1430742"/>
                  </a:lnTo>
                  <a:lnTo>
                    <a:pt x="4977109" y="1430742"/>
                  </a:lnTo>
                  <a:lnTo>
                    <a:pt x="4977769" y="1430742"/>
                  </a:lnTo>
                  <a:lnTo>
                    <a:pt x="4978430" y="1430742"/>
                  </a:lnTo>
                  <a:lnTo>
                    <a:pt x="4979091" y="1430742"/>
                  </a:lnTo>
                  <a:lnTo>
                    <a:pt x="4979751" y="1430742"/>
                  </a:lnTo>
                  <a:lnTo>
                    <a:pt x="4980412" y="1430742"/>
                  </a:lnTo>
                  <a:lnTo>
                    <a:pt x="4981072" y="1430742"/>
                  </a:lnTo>
                  <a:lnTo>
                    <a:pt x="4981733" y="1406010"/>
                  </a:lnTo>
                  <a:lnTo>
                    <a:pt x="4982393" y="1379143"/>
                  </a:lnTo>
                  <a:lnTo>
                    <a:pt x="4983054" y="1358700"/>
                  </a:lnTo>
                  <a:lnTo>
                    <a:pt x="4983714" y="1339751"/>
                  </a:lnTo>
                  <a:lnTo>
                    <a:pt x="4984375" y="1339751"/>
                  </a:lnTo>
                  <a:lnTo>
                    <a:pt x="4985035" y="1358700"/>
                  </a:lnTo>
                  <a:lnTo>
                    <a:pt x="4985696" y="1362662"/>
                  </a:lnTo>
                  <a:lnTo>
                    <a:pt x="4986356" y="1343431"/>
                  </a:lnTo>
                  <a:lnTo>
                    <a:pt x="4987017" y="1343431"/>
                  </a:lnTo>
                  <a:lnTo>
                    <a:pt x="4987677" y="1343431"/>
                  </a:lnTo>
                  <a:lnTo>
                    <a:pt x="4988338" y="1343431"/>
                  </a:lnTo>
                  <a:lnTo>
                    <a:pt x="4988998" y="1362662"/>
                  </a:lnTo>
                  <a:lnTo>
                    <a:pt x="4989659" y="1406010"/>
                  </a:lnTo>
                  <a:lnTo>
                    <a:pt x="4990320" y="1430742"/>
                  </a:lnTo>
                  <a:lnTo>
                    <a:pt x="4990980" y="1430742"/>
                  </a:lnTo>
                  <a:lnTo>
                    <a:pt x="4991641" y="1430742"/>
                  </a:lnTo>
                  <a:lnTo>
                    <a:pt x="4992301" y="1430742"/>
                  </a:lnTo>
                  <a:lnTo>
                    <a:pt x="4992962" y="1430742"/>
                  </a:lnTo>
                  <a:lnTo>
                    <a:pt x="4993622" y="1430742"/>
                  </a:lnTo>
                  <a:lnTo>
                    <a:pt x="4994283" y="1430742"/>
                  </a:lnTo>
                  <a:lnTo>
                    <a:pt x="4994943" y="1430742"/>
                  </a:lnTo>
                  <a:lnTo>
                    <a:pt x="4995604" y="1406010"/>
                  </a:lnTo>
                  <a:lnTo>
                    <a:pt x="4996264" y="1325528"/>
                  </a:lnTo>
                  <a:lnTo>
                    <a:pt x="4996925" y="1250878"/>
                  </a:lnTo>
                  <a:lnTo>
                    <a:pt x="4997585" y="1203568"/>
                  </a:lnTo>
                  <a:lnTo>
                    <a:pt x="4998246" y="1165894"/>
                  </a:lnTo>
                  <a:lnTo>
                    <a:pt x="4998906" y="1146097"/>
                  </a:lnTo>
                  <a:lnTo>
                    <a:pt x="4999567" y="1173485"/>
                  </a:lnTo>
                  <a:lnTo>
                    <a:pt x="5000228" y="1215176"/>
                  </a:lnTo>
                  <a:lnTo>
                    <a:pt x="5000888" y="1251528"/>
                  </a:lnTo>
                  <a:lnTo>
                    <a:pt x="5001549" y="1290015"/>
                  </a:lnTo>
                  <a:lnTo>
                    <a:pt x="5002209" y="1325528"/>
                  </a:lnTo>
                  <a:lnTo>
                    <a:pt x="5002870" y="1343431"/>
                  </a:lnTo>
                  <a:lnTo>
                    <a:pt x="5003530" y="1362662"/>
                  </a:lnTo>
                  <a:lnTo>
                    <a:pt x="5004191" y="1383432"/>
                  </a:lnTo>
                  <a:lnTo>
                    <a:pt x="5004851" y="1406010"/>
                  </a:lnTo>
                  <a:lnTo>
                    <a:pt x="5005512" y="1430742"/>
                  </a:lnTo>
                  <a:lnTo>
                    <a:pt x="5006172" y="1430742"/>
                  </a:lnTo>
                  <a:lnTo>
                    <a:pt x="5006833" y="1430742"/>
                  </a:lnTo>
                  <a:lnTo>
                    <a:pt x="5007493" y="1430742"/>
                  </a:lnTo>
                  <a:lnTo>
                    <a:pt x="5008154" y="1430742"/>
                  </a:lnTo>
                  <a:lnTo>
                    <a:pt x="5008814" y="1430742"/>
                  </a:lnTo>
                  <a:lnTo>
                    <a:pt x="5009475" y="1430742"/>
                  </a:lnTo>
                  <a:lnTo>
                    <a:pt x="5010136" y="1430742"/>
                  </a:lnTo>
                  <a:lnTo>
                    <a:pt x="5010796" y="1430742"/>
                  </a:lnTo>
                  <a:lnTo>
                    <a:pt x="5011457" y="1430742"/>
                  </a:lnTo>
                  <a:lnTo>
                    <a:pt x="5012117" y="1430742"/>
                  </a:lnTo>
                  <a:lnTo>
                    <a:pt x="5012778" y="1406010"/>
                  </a:lnTo>
                  <a:lnTo>
                    <a:pt x="5013438" y="1335222"/>
                  </a:lnTo>
                  <a:lnTo>
                    <a:pt x="5014099" y="1271811"/>
                  </a:lnTo>
                  <a:lnTo>
                    <a:pt x="5014759" y="1258114"/>
                  </a:lnTo>
                  <a:lnTo>
                    <a:pt x="5015420" y="1258114"/>
                  </a:lnTo>
                  <a:lnTo>
                    <a:pt x="5016080" y="1271811"/>
                  </a:lnTo>
                  <a:lnTo>
                    <a:pt x="5016741" y="1325528"/>
                  </a:lnTo>
                  <a:lnTo>
                    <a:pt x="5017401" y="1406010"/>
                  </a:lnTo>
                  <a:lnTo>
                    <a:pt x="5018062" y="1430742"/>
                  </a:lnTo>
                  <a:lnTo>
                    <a:pt x="5018722" y="1430742"/>
                  </a:lnTo>
                  <a:lnTo>
                    <a:pt x="5019383" y="1430742"/>
                  </a:lnTo>
                  <a:lnTo>
                    <a:pt x="5020044" y="1383432"/>
                  </a:lnTo>
                  <a:lnTo>
                    <a:pt x="5020704" y="1308781"/>
                  </a:lnTo>
                  <a:lnTo>
                    <a:pt x="5021365" y="1226146"/>
                  </a:lnTo>
                  <a:lnTo>
                    <a:pt x="5022025" y="1182797"/>
                  </a:lnTo>
                  <a:lnTo>
                    <a:pt x="5022686" y="1163567"/>
                  </a:lnTo>
                  <a:lnTo>
                    <a:pt x="5023346" y="1182797"/>
                  </a:lnTo>
                  <a:lnTo>
                    <a:pt x="5024007" y="1226146"/>
                  </a:lnTo>
                  <a:lnTo>
                    <a:pt x="5024667" y="1308781"/>
                  </a:lnTo>
                  <a:lnTo>
                    <a:pt x="5025328" y="1383432"/>
                  </a:lnTo>
                  <a:lnTo>
                    <a:pt x="5025988" y="1430742"/>
                  </a:lnTo>
                  <a:lnTo>
                    <a:pt x="5026649" y="1430742"/>
                  </a:lnTo>
                  <a:lnTo>
                    <a:pt x="5027309" y="1430742"/>
                  </a:lnTo>
                  <a:lnTo>
                    <a:pt x="5027970" y="1430742"/>
                  </a:lnTo>
                  <a:lnTo>
                    <a:pt x="5028630" y="1430742"/>
                  </a:lnTo>
                  <a:lnTo>
                    <a:pt x="5029291" y="1430742"/>
                  </a:lnTo>
                  <a:lnTo>
                    <a:pt x="5029951" y="1430742"/>
                  </a:lnTo>
                  <a:lnTo>
                    <a:pt x="5030612" y="1430742"/>
                  </a:lnTo>
                  <a:lnTo>
                    <a:pt x="5031273" y="1430742"/>
                  </a:lnTo>
                  <a:lnTo>
                    <a:pt x="5031933" y="1430742"/>
                  </a:lnTo>
                  <a:lnTo>
                    <a:pt x="5032594" y="1430742"/>
                  </a:lnTo>
                  <a:lnTo>
                    <a:pt x="5033254" y="1430742"/>
                  </a:lnTo>
                  <a:lnTo>
                    <a:pt x="5033915" y="1430742"/>
                  </a:lnTo>
                  <a:lnTo>
                    <a:pt x="5034575" y="1430742"/>
                  </a:lnTo>
                  <a:lnTo>
                    <a:pt x="5035236" y="1430742"/>
                  </a:lnTo>
                  <a:lnTo>
                    <a:pt x="5035896" y="1406010"/>
                  </a:lnTo>
                  <a:lnTo>
                    <a:pt x="5036557" y="1343431"/>
                  </a:lnTo>
                  <a:lnTo>
                    <a:pt x="5037217" y="1293050"/>
                  </a:lnTo>
                  <a:lnTo>
                    <a:pt x="5037878" y="1265557"/>
                  </a:lnTo>
                  <a:lnTo>
                    <a:pt x="5038538" y="1252179"/>
                  </a:lnTo>
                  <a:lnTo>
                    <a:pt x="5039199" y="1265557"/>
                  </a:lnTo>
                  <a:lnTo>
                    <a:pt x="5039859" y="1294581"/>
                  </a:lnTo>
                  <a:lnTo>
                    <a:pt x="5040520" y="1310408"/>
                  </a:lnTo>
                  <a:lnTo>
                    <a:pt x="5041181" y="1293050"/>
                  </a:lnTo>
                  <a:lnTo>
                    <a:pt x="5041841" y="1278218"/>
                  </a:lnTo>
                  <a:lnTo>
                    <a:pt x="5042502" y="1264188"/>
                  </a:lnTo>
                  <a:lnTo>
                    <a:pt x="5043162" y="1264188"/>
                  </a:lnTo>
                  <a:lnTo>
                    <a:pt x="5043823" y="1278218"/>
                  </a:lnTo>
                  <a:lnTo>
                    <a:pt x="5044483" y="1325528"/>
                  </a:lnTo>
                  <a:lnTo>
                    <a:pt x="5045144" y="1362662"/>
                  </a:lnTo>
                  <a:lnTo>
                    <a:pt x="5045804" y="1383432"/>
                  </a:lnTo>
                  <a:lnTo>
                    <a:pt x="5046465" y="1406010"/>
                  </a:lnTo>
                  <a:lnTo>
                    <a:pt x="5047125" y="1430742"/>
                  </a:lnTo>
                  <a:lnTo>
                    <a:pt x="5047786" y="1430742"/>
                  </a:lnTo>
                  <a:lnTo>
                    <a:pt x="5048446" y="1430742"/>
                  </a:lnTo>
                  <a:lnTo>
                    <a:pt x="5049107" y="1430742"/>
                  </a:lnTo>
                  <a:lnTo>
                    <a:pt x="5049767" y="1430742"/>
                  </a:lnTo>
                  <a:lnTo>
                    <a:pt x="5050428" y="1430742"/>
                  </a:lnTo>
                  <a:lnTo>
                    <a:pt x="5051089" y="1430742"/>
                  </a:lnTo>
                  <a:lnTo>
                    <a:pt x="5051749" y="1406010"/>
                  </a:lnTo>
                  <a:lnTo>
                    <a:pt x="5052410" y="1364665"/>
                  </a:lnTo>
                  <a:lnTo>
                    <a:pt x="5053070" y="1327264"/>
                  </a:lnTo>
                  <a:lnTo>
                    <a:pt x="5053731" y="1310408"/>
                  </a:lnTo>
                  <a:lnTo>
                    <a:pt x="5054391" y="1310408"/>
                  </a:lnTo>
                  <a:lnTo>
                    <a:pt x="5055052" y="1327264"/>
                  </a:lnTo>
                  <a:lnTo>
                    <a:pt x="5055712" y="1325528"/>
                  </a:lnTo>
                  <a:lnTo>
                    <a:pt x="5056373" y="1308781"/>
                  </a:lnTo>
                  <a:lnTo>
                    <a:pt x="5057033" y="1278218"/>
                  </a:lnTo>
                  <a:lnTo>
                    <a:pt x="5057694" y="1251528"/>
                  </a:lnTo>
                  <a:lnTo>
                    <a:pt x="5058354" y="1251528"/>
                  </a:lnTo>
                  <a:lnTo>
                    <a:pt x="5059015" y="1278940"/>
                  </a:lnTo>
                  <a:lnTo>
                    <a:pt x="5059675" y="1326395"/>
                  </a:lnTo>
                  <a:lnTo>
                    <a:pt x="5060336" y="1363662"/>
                  </a:lnTo>
                  <a:lnTo>
                    <a:pt x="5060996" y="1362662"/>
                  </a:lnTo>
                  <a:lnTo>
                    <a:pt x="5061657" y="1325528"/>
                  </a:lnTo>
                  <a:lnTo>
                    <a:pt x="5062318" y="1308781"/>
                  </a:lnTo>
                  <a:lnTo>
                    <a:pt x="5062978" y="1308781"/>
                  </a:lnTo>
                  <a:lnTo>
                    <a:pt x="5063639" y="1325528"/>
                  </a:lnTo>
                  <a:lnTo>
                    <a:pt x="5064299" y="1362662"/>
                  </a:lnTo>
                  <a:lnTo>
                    <a:pt x="5064960" y="1383432"/>
                  </a:lnTo>
                  <a:lnTo>
                    <a:pt x="5065620" y="1362662"/>
                  </a:lnTo>
                  <a:lnTo>
                    <a:pt x="5066281" y="1308781"/>
                  </a:lnTo>
                  <a:lnTo>
                    <a:pt x="5066941" y="1266934"/>
                  </a:lnTo>
                  <a:lnTo>
                    <a:pt x="5067602" y="1240701"/>
                  </a:lnTo>
                  <a:lnTo>
                    <a:pt x="5068262" y="1228516"/>
                  </a:lnTo>
                  <a:lnTo>
                    <a:pt x="5068923" y="1216878"/>
                  </a:lnTo>
                  <a:lnTo>
                    <a:pt x="5069583" y="1205739"/>
                  </a:lnTo>
                  <a:lnTo>
                    <a:pt x="5070244" y="1214611"/>
                  </a:lnTo>
                  <a:lnTo>
                    <a:pt x="5070904" y="1214611"/>
                  </a:lnTo>
                  <a:lnTo>
                    <a:pt x="5071565" y="1226146"/>
                  </a:lnTo>
                  <a:lnTo>
                    <a:pt x="5072226" y="1240701"/>
                  </a:lnTo>
                  <a:lnTo>
                    <a:pt x="5072886" y="1266934"/>
                  </a:lnTo>
                  <a:lnTo>
                    <a:pt x="5073547" y="1281117"/>
                  </a:lnTo>
                  <a:lnTo>
                    <a:pt x="5074207" y="1296121"/>
                  </a:lnTo>
                  <a:lnTo>
                    <a:pt x="5074868" y="1312045"/>
                  </a:lnTo>
                  <a:lnTo>
                    <a:pt x="5075528" y="1343431"/>
                  </a:lnTo>
                  <a:lnTo>
                    <a:pt x="5076189" y="1383432"/>
                  </a:lnTo>
                  <a:lnTo>
                    <a:pt x="5076849" y="1406010"/>
                  </a:lnTo>
                  <a:lnTo>
                    <a:pt x="5077510" y="1430742"/>
                  </a:lnTo>
                  <a:lnTo>
                    <a:pt x="5078170" y="1430742"/>
                  </a:lnTo>
                  <a:lnTo>
                    <a:pt x="5078831" y="1430742"/>
                  </a:lnTo>
                  <a:lnTo>
                    <a:pt x="5079491" y="1430742"/>
                  </a:lnTo>
                  <a:lnTo>
                    <a:pt x="5080152" y="1430742"/>
                  </a:lnTo>
                  <a:lnTo>
                    <a:pt x="5080812" y="1430742"/>
                  </a:lnTo>
                  <a:lnTo>
                    <a:pt x="5081473" y="1430742"/>
                  </a:lnTo>
                  <a:lnTo>
                    <a:pt x="5082134" y="1430742"/>
                  </a:lnTo>
                  <a:lnTo>
                    <a:pt x="5082794" y="1430742"/>
                  </a:lnTo>
                  <a:lnTo>
                    <a:pt x="5083455" y="1430742"/>
                  </a:lnTo>
                  <a:lnTo>
                    <a:pt x="5084115" y="1430742"/>
                  </a:lnTo>
                  <a:lnTo>
                    <a:pt x="5084776" y="1430742"/>
                  </a:lnTo>
                  <a:lnTo>
                    <a:pt x="5085436" y="1430742"/>
                  </a:lnTo>
                  <a:lnTo>
                    <a:pt x="5086097" y="1430742"/>
                  </a:lnTo>
                  <a:lnTo>
                    <a:pt x="5086757" y="1430742"/>
                  </a:lnTo>
                  <a:lnTo>
                    <a:pt x="5087418" y="1430742"/>
                  </a:lnTo>
                  <a:lnTo>
                    <a:pt x="5088078" y="1430742"/>
                  </a:lnTo>
                  <a:lnTo>
                    <a:pt x="5088739" y="1406010"/>
                  </a:lnTo>
                  <a:lnTo>
                    <a:pt x="5089399" y="1362662"/>
                  </a:lnTo>
                  <a:lnTo>
                    <a:pt x="5090060" y="1343431"/>
                  </a:lnTo>
                  <a:lnTo>
                    <a:pt x="5090720" y="1325528"/>
                  </a:lnTo>
                  <a:lnTo>
                    <a:pt x="5091381" y="1325528"/>
                  </a:lnTo>
                  <a:lnTo>
                    <a:pt x="5092042" y="1343431"/>
                  </a:lnTo>
                  <a:lnTo>
                    <a:pt x="5092702" y="1383432"/>
                  </a:lnTo>
                  <a:lnTo>
                    <a:pt x="5093363" y="1406010"/>
                  </a:lnTo>
                  <a:lnTo>
                    <a:pt x="5094023" y="1430742"/>
                  </a:lnTo>
                  <a:lnTo>
                    <a:pt x="5094684" y="1430742"/>
                  </a:lnTo>
                  <a:lnTo>
                    <a:pt x="5095344" y="1430742"/>
                  </a:lnTo>
                  <a:lnTo>
                    <a:pt x="5096005" y="1430742"/>
                  </a:lnTo>
                  <a:lnTo>
                    <a:pt x="5096665" y="1430742"/>
                  </a:lnTo>
                  <a:lnTo>
                    <a:pt x="5097326" y="1430742"/>
                  </a:lnTo>
                  <a:lnTo>
                    <a:pt x="5097986" y="1406010"/>
                  </a:lnTo>
                  <a:lnTo>
                    <a:pt x="5098647" y="1383432"/>
                  </a:lnTo>
                  <a:lnTo>
                    <a:pt x="5099307" y="1343431"/>
                  </a:lnTo>
                  <a:lnTo>
                    <a:pt x="5099968" y="1325528"/>
                  </a:lnTo>
                  <a:lnTo>
                    <a:pt x="5100628" y="1293050"/>
                  </a:lnTo>
                  <a:lnTo>
                    <a:pt x="5101289" y="1293050"/>
                  </a:lnTo>
                  <a:lnTo>
                    <a:pt x="5101949" y="1308781"/>
                  </a:lnTo>
                  <a:lnTo>
                    <a:pt x="5102610" y="1308781"/>
                  </a:lnTo>
                  <a:lnTo>
                    <a:pt x="5103271" y="1266245"/>
                  </a:lnTo>
                  <a:lnTo>
                    <a:pt x="5103931" y="1240078"/>
                  </a:lnTo>
                  <a:lnTo>
                    <a:pt x="5104592" y="1216309"/>
                  </a:lnTo>
                  <a:lnTo>
                    <a:pt x="5105252" y="1205195"/>
                  </a:lnTo>
                  <a:lnTo>
                    <a:pt x="5105913" y="1227921"/>
                  </a:lnTo>
                  <a:lnTo>
                    <a:pt x="5106573" y="1278218"/>
                  </a:lnTo>
                  <a:lnTo>
                    <a:pt x="5107234" y="1325528"/>
                  </a:lnTo>
                  <a:lnTo>
                    <a:pt x="5107894" y="1343431"/>
                  </a:lnTo>
                  <a:lnTo>
                    <a:pt x="5108555" y="1343431"/>
                  </a:lnTo>
                  <a:lnTo>
                    <a:pt x="5109215" y="1325528"/>
                  </a:lnTo>
                  <a:lnTo>
                    <a:pt x="5109876" y="1325528"/>
                  </a:lnTo>
                  <a:lnTo>
                    <a:pt x="5110536" y="1343431"/>
                  </a:lnTo>
                  <a:lnTo>
                    <a:pt x="5111197" y="1362662"/>
                  </a:lnTo>
                  <a:lnTo>
                    <a:pt x="5111857" y="1362662"/>
                  </a:lnTo>
                  <a:lnTo>
                    <a:pt x="5112518" y="1362662"/>
                  </a:lnTo>
                  <a:lnTo>
                    <a:pt x="5113179" y="1343431"/>
                  </a:lnTo>
                  <a:lnTo>
                    <a:pt x="5113839" y="1343431"/>
                  </a:lnTo>
                  <a:lnTo>
                    <a:pt x="5114500" y="1362662"/>
                  </a:lnTo>
                  <a:lnTo>
                    <a:pt x="5115160" y="1383432"/>
                  </a:lnTo>
                  <a:lnTo>
                    <a:pt x="5115821" y="1406010"/>
                  </a:lnTo>
                  <a:lnTo>
                    <a:pt x="5116481" y="1430742"/>
                  </a:lnTo>
                  <a:lnTo>
                    <a:pt x="5117142" y="1406010"/>
                  </a:lnTo>
                  <a:lnTo>
                    <a:pt x="5117802" y="1383432"/>
                  </a:lnTo>
                  <a:lnTo>
                    <a:pt x="5118463" y="1362662"/>
                  </a:lnTo>
                  <a:lnTo>
                    <a:pt x="5119123" y="1343431"/>
                  </a:lnTo>
                  <a:lnTo>
                    <a:pt x="5119784" y="1303166"/>
                  </a:lnTo>
                  <a:lnTo>
                    <a:pt x="5120444" y="1259452"/>
                  </a:lnTo>
                  <a:lnTo>
                    <a:pt x="5121105" y="1233928"/>
                  </a:lnTo>
                  <a:lnTo>
                    <a:pt x="5121765" y="1233928"/>
                  </a:lnTo>
                  <a:lnTo>
                    <a:pt x="5122426" y="1246376"/>
                  </a:lnTo>
                  <a:lnTo>
                    <a:pt x="5123087" y="1278218"/>
                  </a:lnTo>
                  <a:lnTo>
                    <a:pt x="5123747" y="1343431"/>
                  </a:lnTo>
                  <a:lnTo>
                    <a:pt x="5124408" y="1406010"/>
                  </a:lnTo>
                  <a:lnTo>
                    <a:pt x="5125068" y="1430742"/>
                  </a:lnTo>
                  <a:lnTo>
                    <a:pt x="5125729" y="1430742"/>
                  </a:lnTo>
                  <a:lnTo>
                    <a:pt x="5126389" y="1430742"/>
                  </a:lnTo>
                  <a:lnTo>
                    <a:pt x="5127050" y="1430742"/>
                  </a:lnTo>
                  <a:lnTo>
                    <a:pt x="5127710" y="1406010"/>
                  </a:lnTo>
                  <a:lnTo>
                    <a:pt x="5128371" y="1362662"/>
                  </a:lnTo>
                  <a:lnTo>
                    <a:pt x="5129031" y="1343431"/>
                  </a:lnTo>
                  <a:lnTo>
                    <a:pt x="5129692" y="1325528"/>
                  </a:lnTo>
                  <a:lnTo>
                    <a:pt x="5130352" y="1325528"/>
                  </a:lnTo>
                  <a:lnTo>
                    <a:pt x="5131013" y="1343431"/>
                  </a:lnTo>
                  <a:lnTo>
                    <a:pt x="5131673" y="1383432"/>
                  </a:lnTo>
                  <a:lnTo>
                    <a:pt x="5132334" y="1406010"/>
                  </a:lnTo>
                  <a:lnTo>
                    <a:pt x="5132994" y="1430742"/>
                  </a:lnTo>
                  <a:lnTo>
                    <a:pt x="5133655" y="1430742"/>
                  </a:lnTo>
                  <a:lnTo>
                    <a:pt x="5134316" y="1430742"/>
                  </a:lnTo>
                  <a:lnTo>
                    <a:pt x="5134976" y="1430742"/>
                  </a:lnTo>
                  <a:lnTo>
                    <a:pt x="5135637" y="1430742"/>
                  </a:lnTo>
                  <a:lnTo>
                    <a:pt x="5136297" y="1430742"/>
                  </a:lnTo>
                  <a:lnTo>
                    <a:pt x="5136958" y="1430742"/>
                  </a:lnTo>
                  <a:lnTo>
                    <a:pt x="5137618" y="1430742"/>
                  </a:lnTo>
                  <a:lnTo>
                    <a:pt x="5138279" y="1430742"/>
                  </a:lnTo>
                  <a:lnTo>
                    <a:pt x="5138939" y="1406010"/>
                  </a:lnTo>
                  <a:lnTo>
                    <a:pt x="5139600" y="1343431"/>
                  </a:lnTo>
                  <a:lnTo>
                    <a:pt x="5140260" y="1244471"/>
                  </a:lnTo>
                  <a:lnTo>
                    <a:pt x="5140921" y="1150907"/>
                  </a:lnTo>
                  <a:lnTo>
                    <a:pt x="5141581" y="1062087"/>
                  </a:lnTo>
                  <a:lnTo>
                    <a:pt x="5142242" y="1021550"/>
                  </a:lnTo>
                  <a:lnTo>
                    <a:pt x="5142902" y="1026968"/>
                  </a:lnTo>
                  <a:lnTo>
                    <a:pt x="5143563" y="1065240"/>
                  </a:lnTo>
                  <a:lnTo>
                    <a:pt x="5144224" y="1128917"/>
                  </a:lnTo>
                  <a:lnTo>
                    <a:pt x="5144884" y="1250878"/>
                  </a:lnTo>
                  <a:lnTo>
                    <a:pt x="5145545" y="1362662"/>
                  </a:lnTo>
                  <a:lnTo>
                    <a:pt x="5146205" y="1365673"/>
                  </a:lnTo>
                  <a:lnTo>
                    <a:pt x="5146866" y="1328136"/>
                  </a:lnTo>
                  <a:lnTo>
                    <a:pt x="5147526" y="1311226"/>
                  </a:lnTo>
                  <a:lnTo>
                    <a:pt x="5148187" y="1311226"/>
                  </a:lnTo>
                  <a:lnTo>
                    <a:pt x="5148847" y="1328136"/>
                  </a:lnTo>
                  <a:lnTo>
                    <a:pt x="5149508" y="1343431"/>
                  </a:lnTo>
                  <a:lnTo>
                    <a:pt x="5150168" y="1343431"/>
                  </a:lnTo>
                  <a:lnTo>
                    <a:pt x="5150829" y="1343431"/>
                  </a:lnTo>
                  <a:lnTo>
                    <a:pt x="5151489" y="1325528"/>
                  </a:lnTo>
                  <a:lnTo>
                    <a:pt x="5152150" y="1325528"/>
                  </a:lnTo>
                  <a:lnTo>
                    <a:pt x="5152810" y="1325528"/>
                  </a:lnTo>
                  <a:lnTo>
                    <a:pt x="5153471" y="1343431"/>
                  </a:lnTo>
                  <a:lnTo>
                    <a:pt x="5154132" y="1325528"/>
                  </a:lnTo>
                  <a:lnTo>
                    <a:pt x="5154792" y="1325528"/>
                  </a:lnTo>
                  <a:lnTo>
                    <a:pt x="5155453" y="1325528"/>
                  </a:lnTo>
                  <a:lnTo>
                    <a:pt x="5156113" y="1343431"/>
                  </a:lnTo>
                  <a:lnTo>
                    <a:pt x="5156774" y="1362662"/>
                  </a:lnTo>
                  <a:lnTo>
                    <a:pt x="5157434" y="1406010"/>
                  </a:lnTo>
                  <a:lnTo>
                    <a:pt x="5158095" y="1430742"/>
                  </a:lnTo>
                  <a:lnTo>
                    <a:pt x="5158755" y="1430742"/>
                  </a:lnTo>
                  <a:lnTo>
                    <a:pt x="5159416" y="1430742"/>
                  </a:lnTo>
                  <a:lnTo>
                    <a:pt x="5160076" y="1430742"/>
                  </a:lnTo>
                  <a:lnTo>
                    <a:pt x="5160737" y="1430742"/>
                  </a:lnTo>
                  <a:lnTo>
                    <a:pt x="5161397" y="1430742"/>
                  </a:lnTo>
                  <a:lnTo>
                    <a:pt x="5162058" y="1430742"/>
                  </a:lnTo>
                  <a:lnTo>
                    <a:pt x="5162718" y="1430742"/>
                  </a:lnTo>
                  <a:lnTo>
                    <a:pt x="5163379" y="1430742"/>
                  </a:lnTo>
                  <a:lnTo>
                    <a:pt x="5164040" y="1430742"/>
                  </a:lnTo>
                  <a:lnTo>
                    <a:pt x="5164700" y="1406010"/>
                  </a:lnTo>
                  <a:lnTo>
                    <a:pt x="5165361" y="1362662"/>
                  </a:lnTo>
                  <a:lnTo>
                    <a:pt x="5166021" y="1325528"/>
                  </a:lnTo>
                  <a:lnTo>
                    <a:pt x="5166682" y="1278218"/>
                  </a:lnTo>
                  <a:lnTo>
                    <a:pt x="5167342" y="1226146"/>
                  </a:lnTo>
                  <a:lnTo>
                    <a:pt x="5168003" y="1214611"/>
                  </a:lnTo>
                  <a:lnTo>
                    <a:pt x="5168663" y="1219739"/>
                  </a:lnTo>
                  <a:lnTo>
                    <a:pt x="5169324" y="1219739"/>
                  </a:lnTo>
                  <a:lnTo>
                    <a:pt x="5169984" y="1243838"/>
                  </a:lnTo>
                  <a:lnTo>
                    <a:pt x="5170645" y="1300011"/>
                  </a:lnTo>
                  <a:lnTo>
                    <a:pt x="5171305" y="1333432"/>
                  </a:lnTo>
                  <a:lnTo>
                    <a:pt x="5171966" y="1362662"/>
                  </a:lnTo>
                  <a:lnTo>
                    <a:pt x="5172626" y="1406010"/>
                  </a:lnTo>
                  <a:lnTo>
                    <a:pt x="5173287" y="1430742"/>
                  </a:lnTo>
                  <a:lnTo>
                    <a:pt x="5173947" y="1430742"/>
                  </a:lnTo>
                  <a:lnTo>
                    <a:pt x="5174608" y="1430742"/>
                  </a:lnTo>
                  <a:lnTo>
                    <a:pt x="5175269" y="1430742"/>
                  </a:lnTo>
                  <a:lnTo>
                    <a:pt x="5175929" y="1430742"/>
                  </a:lnTo>
                  <a:lnTo>
                    <a:pt x="5176590" y="1430742"/>
                  </a:lnTo>
                  <a:lnTo>
                    <a:pt x="5177250" y="1430742"/>
                  </a:lnTo>
                  <a:lnTo>
                    <a:pt x="5177911" y="1430742"/>
                  </a:lnTo>
                  <a:lnTo>
                    <a:pt x="5178571" y="1430742"/>
                  </a:lnTo>
                  <a:lnTo>
                    <a:pt x="5179232" y="1430742"/>
                  </a:lnTo>
                  <a:lnTo>
                    <a:pt x="5179892" y="1430742"/>
                  </a:lnTo>
                  <a:lnTo>
                    <a:pt x="5180553" y="1430742"/>
                  </a:lnTo>
                  <a:lnTo>
                    <a:pt x="5181213" y="1430742"/>
                  </a:lnTo>
                  <a:lnTo>
                    <a:pt x="5181874" y="1430742"/>
                  </a:lnTo>
                  <a:lnTo>
                    <a:pt x="5182534" y="1430742"/>
                  </a:lnTo>
                  <a:lnTo>
                    <a:pt x="5183195" y="1430742"/>
                  </a:lnTo>
                  <a:lnTo>
                    <a:pt x="5183855" y="1430742"/>
                  </a:lnTo>
                  <a:lnTo>
                    <a:pt x="5184516" y="1430742"/>
                  </a:lnTo>
                  <a:lnTo>
                    <a:pt x="5185177" y="1430742"/>
                  </a:lnTo>
                  <a:lnTo>
                    <a:pt x="5185837" y="1430742"/>
                  </a:lnTo>
                  <a:lnTo>
                    <a:pt x="5186498" y="1430742"/>
                  </a:lnTo>
                  <a:lnTo>
                    <a:pt x="5187158" y="1430742"/>
                  </a:lnTo>
                  <a:lnTo>
                    <a:pt x="5187819" y="1430742"/>
                  </a:lnTo>
                  <a:lnTo>
                    <a:pt x="5188479" y="1430742"/>
                  </a:lnTo>
                  <a:lnTo>
                    <a:pt x="5189140" y="1430742"/>
                  </a:lnTo>
                  <a:lnTo>
                    <a:pt x="5189800" y="1430742"/>
                  </a:lnTo>
                  <a:lnTo>
                    <a:pt x="5190461" y="1430742"/>
                  </a:lnTo>
                  <a:lnTo>
                    <a:pt x="5191121" y="1430742"/>
                  </a:lnTo>
                  <a:lnTo>
                    <a:pt x="5191782" y="1430742"/>
                  </a:lnTo>
                  <a:lnTo>
                    <a:pt x="5192442" y="1430742"/>
                  </a:lnTo>
                  <a:lnTo>
                    <a:pt x="5193103" y="1430742"/>
                  </a:lnTo>
                  <a:lnTo>
                    <a:pt x="5193763" y="1430742"/>
                  </a:lnTo>
                  <a:lnTo>
                    <a:pt x="5194424" y="1430742"/>
                  </a:lnTo>
                  <a:lnTo>
                    <a:pt x="5195085" y="1430742"/>
                  </a:lnTo>
                  <a:lnTo>
                    <a:pt x="5195745" y="1430742"/>
                  </a:lnTo>
                  <a:lnTo>
                    <a:pt x="5196406" y="1430742"/>
                  </a:lnTo>
                  <a:lnTo>
                    <a:pt x="5197066" y="1430742"/>
                  </a:lnTo>
                  <a:lnTo>
                    <a:pt x="5197727" y="1430742"/>
                  </a:lnTo>
                  <a:lnTo>
                    <a:pt x="5198387" y="1430742"/>
                  </a:lnTo>
                  <a:lnTo>
                    <a:pt x="5199048" y="1430742"/>
                  </a:lnTo>
                  <a:lnTo>
                    <a:pt x="5199708" y="1430742"/>
                  </a:lnTo>
                  <a:lnTo>
                    <a:pt x="5200369" y="1430742"/>
                  </a:lnTo>
                  <a:lnTo>
                    <a:pt x="5201029" y="1430742"/>
                  </a:lnTo>
                  <a:lnTo>
                    <a:pt x="5201690" y="1430742"/>
                  </a:lnTo>
                  <a:lnTo>
                    <a:pt x="5202350" y="1430742"/>
                  </a:lnTo>
                  <a:lnTo>
                    <a:pt x="5203011" y="1430742"/>
                  </a:lnTo>
                  <a:lnTo>
                    <a:pt x="5203671" y="1430742"/>
                  </a:lnTo>
                  <a:lnTo>
                    <a:pt x="5204332" y="1430742"/>
                  </a:lnTo>
                  <a:lnTo>
                    <a:pt x="5204992" y="1430742"/>
                  </a:lnTo>
                  <a:lnTo>
                    <a:pt x="5205653" y="1430742"/>
                  </a:lnTo>
                  <a:lnTo>
                    <a:pt x="5206314" y="1430742"/>
                  </a:lnTo>
                  <a:lnTo>
                    <a:pt x="5206974" y="1430742"/>
                  </a:lnTo>
                  <a:lnTo>
                    <a:pt x="5207635" y="1430742"/>
                  </a:lnTo>
                  <a:lnTo>
                    <a:pt x="5208295" y="1430742"/>
                  </a:lnTo>
                  <a:lnTo>
                    <a:pt x="5208956" y="1406010"/>
                  </a:lnTo>
                  <a:lnTo>
                    <a:pt x="5209616" y="1362662"/>
                  </a:lnTo>
                  <a:lnTo>
                    <a:pt x="5210277" y="1343431"/>
                  </a:lnTo>
                  <a:lnTo>
                    <a:pt x="5210937" y="1343431"/>
                  </a:lnTo>
                  <a:lnTo>
                    <a:pt x="5211598" y="1343431"/>
                  </a:lnTo>
                  <a:lnTo>
                    <a:pt x="5212258" y="1362662"/>
                  </a:lnTo>
                  <a:lnTo>
                    <a:pt x="5212919" y="1406010"/>
                  </a:lnTo>
                  <a:lnTo>
                    <a:pt x="5213579" y="1406010"/>
                  </a:lnTo>
                  <a:lnTo>
                    <a:pt x="5214240" y="1362662"/>
                  </a:lnTo>
                  <a:lnTo>
                    <a:pt x="5214900" y="1326395"/>
                  </a:lnTo>
                  <a:lnTo>
                    <a:pt x="5215561" y="1309594"/>
                  </a:lnTo>
                  <a:lnTo>
                    <a:pt x="5216222" y="1309594"/>
                  </a:lnTo>
                  <a:lnTo>
                    <a:pt x="5216882" y="1326395"/>
                  </a:lnTo>
                  <a:lnTo>
                    <a:pt x="5217543" y="1363662"/>
                  </a:lnTo>
                  <a:lnTo>
                    <a:pt x="5218203" y="1406010"/>
                  </a:lnTo>
                  <a:lnTo>
                    <a:pt x="5218864" y="1430742"/>
                  </a:lnTo>
                  <a:lnTo>
                    <a:pt x="5219524" y="1430742"/>
                  </a:lnTo>
                  <a:lnTo>
                    <a:pt x="5220185" y="1430742"/>
                  </a:lnTo>
                  <a:lnTo>
                    <a:pt x="5220845" y="1430742"/>
                  </a:lnTo>
                  <a:lnTo>
                    <a:pt x="5221506" y="1430742"/>
                  </a:lnTo>
                  <a:lnTo>
                    <a:pt x="5222166" y="1393350"/>
                  </a:lnTo>
                  <a:lnTo>
                    <a:pt x="5222827" y="1316184"/>
                  </a:lnTo>
                  <a:lnTo>
                    <a:pt x="5223487" y="1270408"/>
                  </a:lnTo>
                  <a:lnTo>
                    <a:pt x="5224148" y="1270408"/>
                  </a:lnTo>
                  <a:lnTo>
                    <a:pt x="5224808" y="1256783"/>
                  </a:lnTo>
                  <a:lnTo>
                    <a:pt x="5225469" y="1250878"/>
                  </a:lnTo>
                  <a:lnTo>
                    <a:pt x="5226130" y="1278218"/>
                  </a:lnTo>
                  <a:lnTo>
                    <a:pt x="5226790" y="1312868"/>
                  </a:lnTo>
                  <a:lnTo>
                    <a:pt x="5227451" y="1312868"/>
                  </a:lnTo>
                  <a:lnTo>
                    <a:pt x="5228111" y="1329890"/>
                  </a:lnTo>
                  <a:lnTo>
                    <a:pt x="5228772" y="1367700"/>
                  </a:lnTo>
                  <a:lnTo>
                    <a:pt x="5229432" y="1411976"/>
                  </a:lnTo>
                  <a:lnTo>
                    <a:pt x="5230093" y="1430742"/>
                  </a:lnTo>
                  <a:lnTo>
                    <a:pt x="5230753" y="1430742"/>
                  </a:lnTo>
                  <a:lnTo>
                    <a:pt x="5231414" y="1430742"/>
                  </a:lnTo>
                  <a:lnTo>
                    <a:pt x="5232074" y="1430742"/>
                  </a:lnTo>
                  <a:lnTo>
                    <a:pt x="5232735" y="1430742"/>
                  </a:lnTo>
                  <a:lnTo>
                    <a:pt x="5233395" y="1430742"/>
                  </a:lnTo>
                  <a:lnTo>
                    <a:pt x="5234056" y="1430742"/>
                  </a:lnTo>
                  <a:lnTo>
                    <a:pt x="5234716" y="1430742"/>
                  </a:lnTo>
                  <a:lnTo>
                    <a:pt x="5235377" y="1430742"/>
                  </a:lnTo>
                  <a:lnTo>
                    <a:pt x="5236038" y="1406010"/>
                  </a:lnTo>
                  <a:lnTo>
                    <a:pt x="5236698" y="1362662"/>
                  </a:lnTo>
                  <a:lnTo>
                    <a:pt x="5237359" y="1325528"/>
                  </a:lnTo>
                  <a:lnTo>
                    <a:pt x="5238019" y="1270408"/>
                  </a:lnTo>
                  <a:lnTo>
                    <a:pt x="5238680" y="1231509"/>
                  </a:lnTo>
                  <a:lnTo>
                    <a:pt x="5239340" y="1231509"/>
                  </a:lnTo>
                  <a:lnTo>
                    <a:pt x="5240001" y="1256783"/>
                  </a:lnTo>
                  <a:lnTo>
                    <a:pt x="5240661" y="1284788"/>
                  </a:lnTo>
                  <a:lnTo>
                    <a:pt x="5241322" y="1343431"/>
                  </a:lnTo>
                  <a:lnTo>
                    <a:pt x="5241982" y="1406010"/>
                  </a:lnTo>
                  <a:lnTo>
                    <a:pt x="5242643" y="1430742"/>
                  </a:lnTo>
                  <a:lnTo>
                    <a:pt x="5243303" y="1430742"/>
                  </a:lnTo>
                  <a:lnTo>
                    <a:pt x="5243964" y="1430742"/>
                  </a:lnTo>
                  <a:lnTo>
                    <a:pt x="5244624" y="1430742"/>
                  </a:lnTo>
                  <a:lnTo>
                    <a:pt x="5245285" y="1406010"/>
                  </a:lnTo>
                  <a:lnTo>
                    <a:pt x="5245945" y="1383432"/>
                  </a:lnTo>
                  <a:lnTo>
                    <a:pt x="5246606" y="1362662"/>
                  </a:lnTo>
                  <a:lnTo>
                    <a:pt x="5247267" y="1343431"/>
                  </a:lnTo>
                  <a:lnTo>
                    <a:pt x="5247927" y="1325528"/>
                  </a:lnTo>
                  <a:lnTo>
                    <a:pt x="5248588" y="1328136"/>
                  </a:lnTo>
                  <a:lnTo>
                    <a:pt x="5249248" y="1346227"/>
                  </a:lnTo>
                  <a:lnTo>
                    <a:pt x="5249909" y="1365673"/>
                  </a:lnTo>
                  <a:lnTo>
                    <a:pt x="5250569" y="1386696"/>
                  </a:lnTo>
                  <a:lnTo>
                    <a:pt x="5251230" y="1409573"/>
                  </a:lnTo>
                  <a:lnTo>
                    <a:pt x="5251890" y="1430742"/>
                  </a:lnTo>
                  <a:lnTo>
                    <a:pt x="5252551" y="1430742"/>
                  </a:lnTo>
                  <a:lnTo>
                    <a:pt x="5253211" y="1430742"/>
                  </a:lnTo>
                  <a:lnTo>
                    <a:pt x="5253872" y="1430742"/>
                  </a:lnTo>
                  <a:lnTo>
                    <a:pt x="5254532" y="1430742"/>
                  </a:lnTo>
                  <a:lnTo>
                    <a:pt x="5255193" y="1406010"/>
                  </a:lnTo>
                  <a:lnTo>
                    <a:pt x="5255853" y="1362662"/>
                  </a:lnTo>
                  <a:lnTo>
                    <a:pt x="5256514" y="1343431"/>
                  </a:lnTo>
                  <a:lnTo>
                    <a:pt x="5257175" y="1343431"/>
                  </a:lnTo>
                  <a:lnTo>
                    <a:pt x="5257835" y="1308781"/>
                  </a:lnTo>
                  <a:lnTo>
                    <a:pt x="5258496" y="1293050"/>
                  </a:lnTo>
                  <a:lnTo>
                    <a:pt x="5259156" y="1308781"/>
                  </a:lnTo>
                  <a:lnTo>
                    <a:pt x="5259817" y="1325528"/>
                  </a:lnTo>
                  <a:lnTo>
                    <a:pt x="5260477" y="1325528"/>
                  </a:lnTo>
                  <a:lnTo>
                    <a:pt x="5261138" y="1362662"/>
                  </a:lnTo>
                  <a:lnTo>
                    <a:pt x="5261798" y="1406010"/>
                  </a:lnTo>
                  <a:lnTo>
                    <a:pt x="5262459" y="1430742"/>
                  </a:lnTo>
                  <a:lnTo>
                    <a:pt x="5263119" y="1430742"/>
                  </a:lnTo>
                  <a:lnTo>
                    <a:pt x="5263780" y="1430742"/>
                  </a:lnTo>
                  <a:lnTo>
                    <a:pt x="5264440" y="1430742"/>
                  </a:lnTo>
                  <a:lnTo>
                    <a:pt x="5265101" y="1430742"/>
                  </a:lnTo>
                  <a:lnTo>
                    <a:pt x="5265761" y="1383432"/>
                  </a:lnTo>
                  <a:lnTo>
                    <a:pt x="5266422" y="1343431"/>
                  </a:lnTo>
                  <a:lnTo>
                    <a:pt x="5267083" y="1325528"/>
                  </a:lnTo>
                  <a:lnTo>
                    <a:pt x="5267743" y="1325528"/>
                  </a:lnTo>
                  <a:lnTo>
                    <a:pt x="5268404" y="1325528"/>
                  </a:lnTo>
                  <a:lnTo>
                    <a:pt x="5269064" y="1362662"/>
                  </a:lnTo>
                  <a:lnTo>
                    <a:pt x="5269725" y="1406010"/>
                  </a:lnTo>
                  <a:lnTo>
                    <a:pt x="5270385" y="1430742"/>
                  </a:lnTo>
                  <a:lnTo>
                    <a:pt x="5271046" y="1430742"/>
                  </a:lnTo>
                  <a:lnTo>
                    <a:pt x="5271706" y="1430742"/>
                  </a:lnTo>
                  <a:lnTo>
                    <a:pt x="5272367" y="1430742"/>
                  </a:lnTo>
                  <a:lnTo>
                    <a:pt x="5273027" y="1430742"/>
                  </a:lnTo>
                  <a:lnTo>
                    <a:pt x="5273688" y="1430742"/>
                  </a:lnTo>
                  <a:lnTo>
                    <a:pt x="5274348" y="1430742"/>
                  </a:lnTo>
                  <a:lnTo>
                    <a:pt x="5275009" y="1430742"/>
                  </a:lnTo>
                  <a:lnTo>
                    <a:pt x="5275669" y="1430742"/>
                  </a:lnTo>
                  <a:lnTo>
                    <a:pt x="5276330" y="1430742"/>
                  </a:lnTo>
                  <a:lnTo>
                    <a:pt x="5276990" y="1430742"/>
                  </a:lnTo>
                  <a:lnTo>
                    <a:pt x="5277651" y="1430742"/>
                  </a:lnTo>
                  <a:lnTo>
                    <a:pt x="5278312" y="1430742"/>
                  </a:lnTo>
                  <a:lnTo>
                    <a:pt x="5278972" y="1430742"/>
                  </a:lnTo>
                  <a:lnTo>
                    <a:pt x="5279633" y="1430742"/>
                  </a:lnTo>
                  <a:lnTo>
                    <a:pt x="5280293" y="1406010"/>
                  </a:lnTo>
                  <a:lnTo>
                    <a:pt x="5280954" y="1380208"/>
                  </a:lnTo>
                  <a:lnTo>
                    <a:pt x="5281614" y="1359685"/>
                  </a:lnTo>
                  <a:lnTo>
                    <a:pt x="5282275" y="1340666"/>
                  </a:lnTo>
                  <a:lnTo>
                    <a:pt x="5282935" y="1340666"/>
                  </a:lnTo>
                  <a:lnTo>
                    <a:pt x="5283596" y="1359685"/>
                  </a:lnTo>
                  <a:lnTo>
                    <a:pt x="5284256" y="1383432"/>
                  </a:lnTo>
                  <a:lnTo>
                    <a:pt x="5284917" y="1406010"/>
                  </a:lnTo>
                  <a:lnTo>
                    <a:pt x="5285577" y="1430742"/>
                  </a:lnTo>
                  <a:lnTo>
                    <a:pt x="5286238" y="1430742"/>
                  </a:lnTo>
                  <a:lnTo>
                    <a:pt x="5286898" y="1430742"/>
                  </a:lnTo>
                  <a:lnTo>
                    <a:pt x="5287559" y="1430742"/>
                  </a:lnTo>
                  <a:lnTo>
                    <a:pt x="5288220" y="1430742"/>
                  </a:lnTo>
                  <a:lnTo>
                    <a:pt x="5288880" y="1430742"/>
                  </a:lnTo>
                  <a:lnTo>
                    <a:pt x="5289541" y="1406010"/>
                  </a:lnTo>
                  <a:lnTo>
                    <a:pt x="5290201" y="1362662"/>
                  </a:lnTo>
                  <a:lnTo>
                    <a:pt x="5290862" y="1293050"/>
                  </a:lnTo>
                  <a:lnTo>
                    <a:pt x="5291522" y="1264188"/>
                  </a:lnTo>
                  <a:lnTo>
                    <a:pt x="5292183" y="1253486"/>
                  </a:lnTo>
                  <a:lnTo>
                    <a:pt x="5292843" y="1266934"/>
                  </a:lnTo>
                  <a:lnTo>
                    <a:pt x="5293504" y="1296121"/>
                  </a:lnTo>
                  <a:lnTo>
                    <a:pt x="5294164" y="1366685"/>
                  </a:lnTo>
                  <a:lnTo>
                    <a:pt x="5294825" y="1384515"/>
                  </a:lnTo>
                  <a:lnTo>
                    <a:pt x="5295485" y="1359685"/>
                  </a:lnTo>
                  <a:lnTo>
                    <a:pt x="5296146" y="1340666"/>
                  </a:lnTo>
                  <a:lnTo>
                    <a:pt x="5296806" y="1340666"/>
                  </a:lnTo>
                  <a:lnTo>
                    <a:pt x="5297467" y="1340666"/>
                  </a:lnTo>
                  <a:lnTo>
                    <a:pt x="5298128" y="1362662"/>
                  </a:lnTo>
                  <a:lnTo>
                    <a:pt x="5298788" y="1406010"/>
                  </a:lnTo>
                  <a:lnTo>
                    <a:pt x="5299449" y="1430742"/>
                  </a:lnTo>
                  <a:lnTo>
                    <a:pt x="5300109" y="1406010"/>
                  </a:lnTo>
                  <a:lnTo>
                    <a:pt x="5300770" y="1362662"/>
                  </a:lnTo>
                  <a:lnTo>
                    <a:pt x="5301430" y="1343431"/>
                  </a:lnTo>
                  <a:lnTo>
                    <a:pt x="5302091" y="1325528"/>
                  </a:lnTo>
                  <a:lnTo>
                    <a:pt x="5302751" y="1308781"/>
                  </a:lnTo>
                  <a:lnTo>
                    <a:pt x="5303412" y="1293050"/>
                  </a:lnTo>
                  <a:lnTo>
                    <a:pt x="5304072" y="1308781"/>
                  </a:lnTo>
                  <a:lnTo>
                    <a:pt x="5304733" y="1324665"/>
                  </a:lnTo>
                  <a:lnTo>
                    <a:pt x="5305393" y="1342506"/>
                  </a:lnTo>
                  <a:lnTo>
                    <a:pt x="5306054" y="1361665"/>
                  </a:lnTo>
                  <a:lnTo>
                    <a:pt x="5306714" y="1404833"/>
                  </a:lnTo>
                  <a:lnTo>
                    <a:pt x="5307375" y="1404833"/>
                  </a:lnTo>
                  <a:lnTo>
                    <a:pt x="5308036" y="1343431"/>
                  </a:lnTo>
                  <a:lnTo>
                    <a:pt x="5308696" y="1293050"/>
                  </a:lnTo>
                  <a:lnTo>
                    <a:pt x="5309357" y="1238218"/>
                  </a:lnTo>
                  <a:lnTo>
                    <a:pt x="5310017" y="1182797"/>
                  </a:lnTo>
                  <a:lnTo>
                    <a:pt x="5310678" y="1154461"/>
                  </a:lnTo>
                  <a:lnTo>
                    <a:pt x="5311338" y="1163567"/>
                  </a:lnTo>
                  <a:lnTo>
                    <a:pt x="5311999" y="1173004"/>
                  </a:lnTo>
                  <a:lnTo>
                    <a:pt x="5312659" y="1192975"/>
                  </a:lnTo>
                  <a:lnTo>
                    <a:pt x="5313320" y="1247015"/>
                  </a:lnTo>
                  <a:lnTo>
                    <a:pt x="5313980" y="1303961"/>
                  </a:lnTo>
                  <a:lnTo>
                    <a:pt x="5314641" y="1337930"/>
                  </a:lnTo>
                  <a:lnTo>
                    <a:pt x="5315301" y="1377024"/>
                  </a:lnTo>
                  <a:lnTo>
                    <a:pt x="5315962" y="1377024"/>
                  </a:lnTo>
                  <a:lnTo>
                    <a:pt x="5316622" y="1343431"/>
                  </a:lnTo>
                  <a:lnTo>
                    <a:pt x="5317283" y="1325528"/>
                  </a:lnTo>
                  <a:lnTo>
                    <a:pt x="5317943" y="1293050"/>
                  </a:lnTo>
                  <a:lnTo>
                    <a:pt x="5318604" y="1264188"/>
                  </a:lnTo>
                  <a:lnTo>
                    <a:pt x="5319265" y="1264188"/>
                  </a:lnTo>
                  <a:lnTo>
                    <a:pt x="5319925" y="1264188"/>
                  </a:lnTo>
                  <a:lnTo>
                    <a:pt x="5320586" y="1278218"/>
                  </a:lnTo>
                  <a:lnTo>
                    <a:pt x="5321246" y="1308781"/>
                  </a:lnTo>
                  <a:lnTo>
                    <a:pt x="5321907" y="1343431"/>
                  </a:lnTo>
                  <a:lnTo>
                    <a:pt x="5322567" y="1362662"/>
                  </a:lnTo>
                  <a:lnTo>
                    <a:pt x="5323228" y="1308781"/>
                  </a:lnTo>
                  <a:lnTo>
                    <a:pt x="5323888" y="1226146"/>
                  </a:lnTo>
                  <a:lnTo>
                    <a:pt x="5324549" y="1180314"/>
                  </a:lnTo>
                  <a:lnTo>
                    <a:pt x="5325209" y="1161261"/>
                  </a:lnTo>
                  <a:lnTo>
                    <a:pt x="5325870" y="1152234"/>
                  </a:lnTo>
                  <a:lnTo>
                    <a:pt x="5326530" y="1190393"/>
                  </a:lnTo>
                  <a:lnTo>
                    <a:pt x="5327191" y="1223214"/>
                  </a:lnTo>
                  <a:lnTo>
                    <a:pt x="5327851" y="1226146"/>
                  </a:lnTo>
                  <a:lnTo>
                    <a:pt x="5328512" y="1214611"/>
                  </a:lnTo>
                  <a:lnTo>
                    <a:pt x="5329173" y="1203568"/>
                  </a:lnTo>
                  <a:lnTo>
                    <a:pt x="5329833" y="1192975"/>
                  </a:lnTo>
                  <a:lnTo>
                    <a:pt x="5330494" y="1203568"/>
                  </a:lnTo>
                  <a:lnTo>
                    <a:pt x="5331154" y="1250878"/>
                  </a:lnTo>
                  <a:lnTo>
                    <a:pt x="5331815" y="1293050"/>
                  </a:lnTo>
                  <a:lnTo>
                    <a:pt x="5332475" y="1343431"/>
                  </a:lnTo>
                  <a:lnTo>
                    <a:pt x="5333136" y="1343431"/>
                  </a:lnTo>
                  <a:lnTo>
                    <a:pt x="5333796" y="1325528"/>
                  </a:lnTo>
                  <a:lnTo>
                    <a:pt x="5334457" y="1221471"/>
                  </a:lnTo>
                  <a:lnTo>
                    <a:pt x="5335117" y="1135071"/>
                  </a:lnTo>
                  <a:lnTo>
                    <a:pt x="5335778" y="1102349"/>
                  </a:lnTo>
                  <a:lnTo>
                    <a:pt x="5336438" y="1093003"/>
                  </a:lnTo>
                  <a:lnTo>
                    <a:pt x="5337099" y="1035595"/>
                  </a:lnTo>
                  <a:lnTo>
                    <a:pt x="5337759" y="965584"/>
                  </a:lnTo>
                  <a:lnTo>
                    <a:pt x="5338420" y="902758"/>
                  </a:lnTo>
                  <a:lnTo>
                    <a:pt x="5339081" y="806751"/>
                  </a:lnTo>
                  <a:lnTo>
                    <a:pt x="5339741" y="723234"/>
                  </a:lnTo>
                  <a:lnTo>
                    <a:pt x="5340402" y="663773"/>
                  </a:lnTo>
                  <a:lnTo>
                    <a:pt x="5341062" y="625835"/>
                  </a:lnTo>
                  <a:lnTo>
                    <a:pt x="5341723" y="602262"/>
                  </a:lnTo>
                  <a:lnTo>
                    <a:pt x="5342383" y="594030"/>
                  </a:lnTo>
                  <a:lnTo>
                    <a:pt x="5343044" y="607862"/>
                  </a:lnTo>
                  <a:lnTo>
                    <a:pt x="5343704" y="645712"/>
                  </a:lnTo>
                  <a:lnTo>
                    <a:pt x="5344365" y="695325"/>
                  </a:lnTo>
                  <a:lnTo>
                    <a:pt x="5345025" y="755661"/>
                  </a:lnTo>
                  <a:lnTo>
                    <a:pt x="5345686" y="835986"/>
                  </a:lnTo>
                  <a:lnTo>
                    <a:pt x="5346346" y="912610"/>
                  </a:lnTo>
                  <a:lnTo>
                    <a:pt x="5347007" y="972148"/>
                  </a:lnTo>
                  <a:lnTo>
                    <a:pt x="5347667" y="1048950"/>
                  </a:lnTo>
                  <a:lnTo>
                    <a:pt x="5348328" y="1117806"/>
                  </a:lnTo>
                  <a:lnTo>
                    <a:pt x="5348988" y="1197160"/>
                  </a:lnTo>
                  <a:lnTo>
                    <a:pt x="5349649" y="1243208"/>
                  </a:lnTo>
                  <a:lnTo>
                    <a:pt x="5350310" y="1269709"/>
                  </a:lnTo>
                  <a:lnTo>
                    <a:pt x="5350970" y="1284049"/>
                  </a:lnTo>
                  <a:lnTo>
                    <a:pt x="5351631" y="1299229"/>
                  </a:lnTo>
                  <a:lnTo>
                    <a:pt x="5352291" y="1325528"/>
                  </a:lnTo>
                  <a:lnTo>
                    <a:pt x="5352952" y="1383432"/>
                  </a:lnTo>
                  <a:lnTo>
                    <a:pt x="5353612" y="1430742"/>
                  </a:lnTo>
                  <a:lnTo>
                    <a:pt x="5354273" y="1430742"/>
                  </a:lnTo>
                  <a:lnTo>
                    <a:pt x="5354933" y="1430742"/>
                  </a:lnTo>
                  <a:lnTo>
                    <a:pt x="5355594" y="1430742"/>
                  </a:lnTo>
                  <a:lnTo>
                    <a:pt x="5356254" y="1430742"/>
                  </a:lnTo>
                  <a:lnTo>
                    <a:pt x="5356915" y="1406010"/>
                  </a:lnTo>
                  <a:lnTo>
                    <a:pt x="5357575" y="1362662"/>
                  </a:lnTo>
                  <a:lnTo>
                    <a:pt x="5358236" y="1325528"/>
                  </a:lnTo>
                  <a:lnTo>
                    <a:pt x="5358896" y="1308781"/>
                  </a:lnTo>
                  <a:lnTo>
                    <a:pt x="5359557" y="1308781"/>
                  </a:lnTo>
                  <a:lnTo>
                    <a:pt x="5360218" y="1325528"/>
                  </a:lnTo>
                  <a:lnTo>
                    <a:pt x="5360878" y="1362662"/>
                  </a:lnTo>
                  <a:lnTo>
                    <a:pt x="5361539" y="1406010"/>
                  </a:lnTo>
                  <a:lnTo>
                    <a:pt x="5362199" y="1430742"/>
                  </a:lnTo>
                  <a:lnTo>
                    <a:pt x="5362860" y="1430742"/>
                  </a:lnTo>
                  <a:lnTo>
                    <a:pt x="5363520" y="1430742"/>
                  </a:lnTo>
                  <a:lnTo>
                    <a:pt x="5364181" y="1430742"/>
                  </a:lnTo>
                  <a:lnTo>
                    <a:pt x="5364841" y="1430742"/>
                  </a:lnTo>
                  <a:lnTo>
                    <a:pt x="5365502" y="1430742"/>
                  </a:lnTo>
                  <a:lnTo>
                    <a:pt x="5366162" y="1430742"/>
                  </a:lnTo>
                  <a:lnTo>
                    <a:pt x="5366823" y="1430742"/>
                  </a:lnTo>
                  <a:lnTo>
                    <a:pt x="5367483" y="1430742"/>
                  </a:lnTo>
                  <a:lnTo>
                    <a:pt x="5368144" y="1430742"/>
                  </a:lnTo>
                  <a:lnTo>
                    <a:pt x="5368804" y="1430742"/>
                  </a:lnTo>
                  <a:lnTo>
                    <a:pt x="5369465" y="1430742"/>
                  </a:lnTo>
                  <a:lnTo>
                    <a:pt x="5370126" y="1430742"/>
                  </a:lnTo>
                  <a:lnTo>
                    <a:pt x="5370786" y="1406010"/>
                  </a:lnTo>
                  <a:lnTo>
                    <a:pt x="5371447" y="1362662"/>
                  </a:lnTo>
                  <a:lnTo>
                    <a:pt x="5372107" y="1325528"/>
                  </a:lnTo>
                  <a:lnTo>
                    <a:pt x="5372768" y="1325528"/>
                  </a:lnTo>
                  <a:lnTo>
                    <a:pt x="5373428" y="1325528"/>
                  </a:lnTo>
                  <a:lnTo>
                    <a:pt x="5374089" y="1343431"/>
                  </a:lnTo>
                  <a:lnTo>
                    <a:pt x="5374749" y="1383432"/>
                  </a:lnTo>
                  <a:lnTo>
                    <a:pt x="5375410" y="1430742"/>
                  </a:lnTo>
                  <a:lnTo>
                    <a:pt x="5376070" y="1406010"/>
                  </a:lnTo>
                  <a:lnTo>
                    <a:pt x="5376731" y="1383432"/>
                  </a:lnTo>
                  <a:lnTo>
                    <a:pt x="5377391" y="1362662"/>
                  </a:lnTo>
                  <a:lnTo>
                    <a:pt x="5378052" y="1343431"/>
                  </a:lnTo>
                  <a:lnTo>
                    <a:pt x="5378712" y="1325528"/>
                  </a:lnTo>
                  <a:lnTo>
                    <a:pt x="5379373" y="1329012"/>
                  </a:lnTo>
                  <a:lnTo>
                    <a:pt x="5380034" y="1347165"/>
                  </a:lnTo>
                  <a:lnTo>
                    <a:pt x="5380694" y="1366685"/>
                  </a:lnTo>
                  <a:lnTo>
                    <a:pt x="5381355" y="1387793"/>
                  </a:lnTo>
                  <a:lnTo>
                    <a:pt x="5382015" y="1410772"/>
                  </a:lnTo>
                  <a:lnTo>
                    <a:pt x="5382676" y="1430742"/>
                  </a:lnTo>
                  <a:lnTo>
                    <a:pt x="5383336" y="1430742"/>
                  </a:lnTo>
                  <a:lnTo>
                    <a:pt x="5383997" y="1430742"/>
                  </a:lnTo>
                  <a:lnTo>
                    <a:pt x="5384657" y="1430742"/>
                  </a:lnTo>
                  <a:lnTo>
                    <a:pt x="5385318" y="1430742"/>
                  </a:lnTo>
                  <a:lnTo>
                    <a:pt x="5385978" y="1430742"/>
                  </a:lnTo>
                  <a:lnTo>
                    <a:pt x="5386639" y="1430742"/>
                  </a:lnTo>
                  <a:lnTo>
                    <a:pt x="5387299" y="1430742"/>
                  </a:lnTo>
                  <a:lnTo>
                    <a:pt x="5387960" y="1430742"/>
                  </a:lnTo>
                  <a:lnTo>
                    <a:pt x="5388620" y="1430742"/>
                  </a:lnTo>
                  <a:lnTo>
                    <a:pt x="5389281" y="1430742"/>
                  </a:lnTo>
                  <a:lnTo>
                    <a:pt x="5389941" y="1430742"/>
                  </a:lnTo>
                  <a:lnTo>
                    <a:pt x="5390602" y="1430742"/>
                  </a:lnTo>
                  <a:lnTo>
                    <a:pt x="5391263" y="1430742"/>
                  </a:lnTo>
                  <a:lnTo>
                    <a:pt x="5391923" y="1430742"/>
                  </a:lnTo>
                  <a:lnTo>
                    <a:pt x="5392584" y="1406010"/>
                  </a:lnTo>
                  <a:lnTo>
                    <a:pt x="5393244" y="1383432"/>
                  </a:lnTo>
                  <a:lnTo>
                    <a:pt x="5393905" y="1381278"/>
                  </a:lnTo>
                  <a:lnTo>
                    <a:pt x="5394565" y="1307165"/>
                  </a:lnTo>
                  <a:lnTo>
                    <a:pt x="5395226" y="1249584"/>
                  </a:lnTo>
                  <a:lnTo>
                    <a:pt x="5395886" y="1223214"/>
                  </a:lnTo>
                  <a:lnTo>
                    <a:pt x="5396547" y="1223214"/>
                  </a:lnTo>
                  <a:lnTo>
                    <a:pt x="5397207" y="1212925"/>
                  </a:lnTo>
                  <a:lnTo>
                    <a:pt x="5397868" y="1262148"/>
                  </a:lnTo>
                  <a:lnTo>
                    <a:pt x="5398528" y="1322946"/>
                  </a:lnTo>
                  <a:lnTo>
                    <a:pt x="5399189" y="1383432"/>
                  </a:lnTo>
                  <a:lnTo>
                    <a:pt x="5399849" y="1406010"/>
                  </a:lnTo>
                  <a:lnTo>
                    <a:pt x="5400510" y="1430742"/>
                  </a:lnTo>
                  <a:lnTo>
                    <a:pt x="5401171" y="1430742"/>
                  </a:lnTo>
                  <a:lnTo>
                    <a:pt x="5401831" y="1430742"/>
                  </a:lnTo>
                  <a:lnTo>
                    <a:pt x="5402492" y="1430742"/>
                  </a:lnTo>
                  <a:lnTo>
                    <a:pt x="5403152" y="1430742"/>
                  </a:lnTo>
                  <a:lnTo>
                    <a:pt x="5403813" y="1430742"/>
                  </a:lnTo>
                  <a:lnTo>
                    <a:pt x="5404473" y="1430742"/>
                  </a:lnTo>
                  <a:lnTo>
                    <a:pt x="5405134" y="1430742"/>
                  </a:lnTo>
                  <a:lnTo>
                    <a:pt x="5405794" y="1430742"/>
                  </a:lnTo>
                  <a:lnTo>
                    <a:pt x="5406455" y="1430742"/>
                  </a:lnTo>
                  <a:lnTo>
                    <a:pt x="5407115" y="1430742"/>
                  </a:lnTo>
                  <a:lnTo>
                    <a:pt x="5407776" y="1430742"/>
                  </a:lnTo>
                  <a:lnTo>
                    <a:pt x="5408436" y="1430742"/>
                  </a:lnTo>
                  <a:lnTo>
                    <a:pt x="5409097" y="1430742"/>
                  </a:lnTo>
                  <a:lnTo>
                    <a:pt x="5409757" y="1430742"/>
                  </a:lnTo>
                  <a:lnTo>
                    <a:pt x="5410418" y="1430742"/>
                  </a:lnTo>
                  <a:lnTo>
                    <a:pt x="5411079" y="1430742"/>
                  </a:lnTo>
                  <a:lnTo>
                    <a:pt x="5411739" y="1430742"/>
                  </a:lnTo>
                  <a:lnTo>
                    <a:pt x="5412400" y="1406010"/>
                  </a:lnTo>
                  <a:lnTo>
                    <a:pt x="5413060" y="1362662"/>
                  </a:lnTo>
                  <a:lnTo>
                    <a:pt x="5413721" y="1325528"/>
                  </a:lnTo>
                  <a:lnTo>
                    <a:pt x="5414381" y="1293050"/>
                  </a:lnTo>
                  <a:lnTo>
                    <a:pt x="5415042" y="1250878"/>
                  </a:lnTo>
                  <a:lnTo>
                    <a:pt x="5415702" y="1226146"/>
                  </a:lnTo>
                  <a:lnTo>
                    <a:pt x="5416363" y="1226146"/>
                  </a:lnTo>
                  <a:lnTo>
                    <a:pt x="5417023" y="1238218"/>
                  </a:lnTo>
                  <a:lnTo>
                    <a:pt x="5417684" y="1250878"/>
                  </a:lnTo>
                  <a:lnTo>
                    <a:pt x="5418344" y="1286270"/>
                  </a:lnTo>
                  <a:lnTo>
                    <a:pt x="5419005" y="1319543"/>
                  </a:lnTo>
                  <a:lnTo>
                    <a:pt x="5419665" y="1337024"/>
                  </a:lnTo>
                  <a:lnTo>
                    <a:pt x="5420326" y="1303166"/>
                  </a:lnTo>
                  <a:lnTo>
                    <a:pt x="5420986" y="1273221"/>
                  </a:lnTo>
                  <a:lnTo>
                    <a:pt x="5421647" y="1239456"/>
                  </a:lnTo>
                  <a:lnTo>
                    <a:pt x="5422308" y="1247015"/>
                  </a:lnTo>
                  <a:lnTo>
                    <a:pt x="5422968" y="1260123"/>
                  </a:lnTo>
                  <a:lnTo>
                    <a:pt x="5423629" y="1303961"/>
                  </a:lnTo>
                  <a:lnTo>
                    <a:pt x="5424289" y="1346227"/>
                  </a:lnTo>
                  <a:lnTo>
                    <a:pt x="5424950" y="1386696"/>
                  </a:lnTo>
                  <a:lnTo>
                    <a:pt x="5425610" y="1371803"/>
                  </a:lnTo>
                  <a:lnTo>
                    <a:pt x="5426271" y="1351909"/>
                  </a:lnTo>
                  <a:lnTo>
                    <a:pt x="5426931" y="1333432"/>
                  </a:lnTo>
                  <a:lnTo>
                    <a:pt x="5427592" y="1343431"/>
                  </a:lnTo>
                  <a:lnTo>
                    <a:pt x="5428252" y="1358700"/>
                  </a:lnTo>
                  <a:lnTo>
                    <a:pt x="5428913" y="1339751"/>
                  </a:lnTo>
                  <a:lnTo>
                    <a:pt x="5429573" y="1290015"/>
                  </a:lnTo>
                  <a:lnTo>
                    <a:pt x="5430234" y="1275351"/>
                  </a:lnTo>
                  <a:lnTo>
                    <a:pt x="5430894" y="1248296"/>
                  </a:lnTo>
                  <a:lnTo>
                    <a:pt x="5431555" y="1250878"/>
                  </a:lnTo>
                  <a:lnTo>
                    <a:pt x="5432216" y="1278218"/>
                  </a:lnTo>
                  <a:lnTo>
                    <a:pt x="5432876" y="1343431"/>
                  </a:lnTo>
                  <a:lnTo>
                    <a:pt x="5433537" y="1383432"/>
                  </a:lnTo>
                  <a:lnTo>
                    <a:pt x="5434197" y="1430742"/>
                  </a:lnTo>
                  <a:lnTo>
                    <a:pt x="5434858" y="1406010"/>
                  </a:lnTo>
                  <a:lnTo>
                    <a:pt x="5435518" y="1383432"/>
                  </a:lnTo>
                  <a:lnTo>
                    <a:pt x="5436179" y="1362662"/>
                  </a:lnTo>
                  <a:lnTo>
                    <a:pt x="5436839" y="1343431"/>
                  </a:lnTo>
                  <a:lnTo>
                    <a:pt x="5437500" y="1343431"/>
                  </a:lnTo>
                  <a:lnTo>
                    <a:pt x="5438160" y="1362662"/>
                  </a:lnTo>
                  <a:lnTo>
                    <a:pt x="5438821" y="1383432"/>
                  </a:lnTo>
                  <a:lnTo>
                    <a:pt x="5439481" y="1406010"/>
                  </a:lnTo>
                  <a:lnTo>
                    <a:pt x="5440142" y="1430742"/>
                  </a:lnTo>
                  <a:lnTo>
                    <a:pt x="5440802" y="1430742"/>
                  </a:lnTo>
                  <a:lnTo>
                    <a:pt x="5441463" y="1430742"/>
                  </a:lnTo>
                  <a:lnTo>
                    <a:pt x="5442124" y="1430742"/>
                  </a:lnTo>
                  <a:lnTo>
                    <a:pt x="5442784" y="1430742"/>
                  </a:lnTo>
                  <a:lnTo>
                    <a:pt x="5443445" y="1430742"/>
                  </a:lnTo>
                  <a:lnTo>
                    <a:pt x="5444105" y="1430742"/>
                  </a:lnTo>
                  <a:lnTo>
                    <a:pt x="5444766" y="1430742"/>
                  </a:lnTo>
                  <a:lnTo>
                    <a:pt x="5445426" y="1430742"/>
                  </a:lnTo>
                  <a:lnTo>
                    <a:pt x="5446087" y="1430742"/>
                  </a:lnTo>
                  <a:lnTo>
                    <a:pt x="5446747" y="1430742"/>
                  </a:lnTo>
                  <a:lnTo>
                    <a:pt x="5447408" y="1430742"/>
                  </a:lnTo>
                  <a:lnTo>
                    <a:pt x="5448068" y="1430742"/>
                  </a:lnTo>
                  <a:lnTo>
                    <a:pt x="5448729" y="1430742"/>
                  </a:lnTo>
                  <a:lnTo>
                    <a:pt x="5449389" y="1430742"/>
                  </a:lnTo>
                  <a:lnTo>
                    <a:pt x="5450050" y="1430742"/>
                  </a:lnTo>
                  <a:lnTo>
                    <a:pt x="5450710" y="1430742"/>
                  </a:lnTo>
                  <a:lnTo>
                    <a:pt x="5451371" y="1430742"/>
                  </a:lnTo>
                  <a:lnTo>
                    <a:pt x="5452032" y="1430742"/>
                  </a:lnTo>
                  <a:lnTo>
                    <a:pt x="5452692" y="1406010"/>
                  </a:lnTo>
                  <a:lnTo>
                    <a:pt x="5453353" y="1362662"/>
                  </a:lnTo>
                  <a:lnTo>
                    <a:pt x="5454013" y="1293050"/>
                  </a:lnTo>
                  <a:lnTo>
                    <a:pt x="5454674" y="1227328"/>
                  </a:lnTo>
                  <a:lnTo>
                    <a:pt x="5455334" y="1194015"/>
                  </a:lnTo>
                  <a:lnTo>
                    <a:pt x="5455995" y="1194015"/>
                  </a:lnTo>
                  <a:lnTo>
                    <a:pt x="5456655" y="1204651"/>
                  </a:lnTo>
                  <a:lnTo>
                    <a:pt x="5457316" y="1227328"/>
                  </a:lnTo>
                  <a:lnTo>
                    <a:pt x="5457976" y="1278218"/>
                  </a:lnTo>
                  <a:lnTo>
                    <a:pt x="5458637" y="1325528"/>
                  </a:lnTo>
                  <a:lnTo>
                    <a:pt x="5459297" y="1343431"/>
                  </a:lnTo>
                  <a:lnTo>
                    <a:pt x="5459958" y="1362662"/>
                  </a:lnTo>
                  <a:lnTo>
                    <a:pt x="5460618" y="1406010"/>
                  </a:lnTo>
                  <a:lnTo>
                    <a:pt x="5461279" y="1430742"/>
                  </a:lnTo>
                  <a:lnTo>
                    <a:pt x="5461939" y="1430742"/>
                  </a:lnTo>
                  <a:lnTo>
                    <a:pt x="5462600" y="1430742"/>
                  </a:lnTo>
                  <a:lnTo>
                    <a:pt x="5463261" y="1430742"/>
                  </a:lnTo>
                  <a:lnTo>
                    <a:pt x="5463921" y="1430742"/>
                  </a:lnTo>
                  <a:lnTo>
                    <a:pt x="5464582" y="1430742"/>
                  </a:lnTo>
                  <a:lnTo>
                    <a:pt x="5465242" y="1430742"/>
                  </a:lnTo>
                  <a:lnTo>
                    <a:pt x="5465903" y="1430742"/>
                  </a:lnTo>
                  <a:lnTo>
                    <a:pt x="5466563" y="1430742"/>
                  </a:lnTo>
                  <a:lnTo>
                    <a:pt x="5467224" y="1430742"/>
                  </a:lnTo>
                  <a:lnTo>
                    <a:pt x="5467884" y="1430742"/>
                  </a:lnTo>
                  <a:lnTo>
                    <a:pt x="5468545" y="1430742"/>
                  </a:lnTo>
                  <a:lnTo>
                    <a:pt x="5469205" y="1430742"/>
                  </a:lnTo>
                  <a:lnTo>
                    <a:pt x="5469866" y="1430742"/>
                  </a:lnTo>
                  <a:lnTo>
                    <a:pt x="5470526" y="1430742"/>
                  </a:lnTo>
                  <a:lnTo>
                    <a:pt x="5471187" y="1430742"/>
                  </a:lnTo>
                  <a:lnTo>
                    <a:pt x="5471847" y="1430742"/>
                  </a:lnTo>
                  <a:lnTo>
                    <a:pt x="5472508" y="1430742"/>
                  </a:lnTo>
                  <a:lnTo>
                    <a:pt x="5473169" y="1430742"/>
                  </a:lnTo>
                  <a:lnTo>
                    <a:pt x="5473829" y="1430742"/>
                  </a:lnTo>
                  <a:lnTo>
                    <a:pt x="5474490" y="1430742"/>
                  </a:lnTo>
                  <a:lnTo>
                    <a:pt x="5475150" y="1430742"/>
                  </a:lnTo>
                  <a:lnTo>
                    <a:pt x="5475811" y="1430742"/>
                  </a:lnTo>
                  <a:lnTo>
                    <a:pt x="5476471" y="1430742"/>
                  </a:lnTo>
                  <a:lnTo>
                    <a:pt x="5477132" y="1430742"/>
                  </a:lnTo>
                  <a:lnTo>
                    <a:pt x="5477792" y="1430742"/>
                  </a:lnTo>
                  <a:lnTo>
                    <a:pt x="5478453" y="1430742"/>
                  </a:lnTo>
                  <a:lnTo>
                    <a:pt x="5479113" y="1430742"/>
                  </a:lnTo>
                  <a:lnTo>
                    <a:pt x="5479774" y="1430742"/>
                  </a:lnTo>
                  <a:lnTo>
                    <a:pt x="5480434" y="1430742"/>
                  </a:lnTo>
                  <a:lnTo>
                    <a:pt x="5481095" y="1430742"/>
                  </a:lnTo>
                  <a:lnTo>
                    <a:pt x="5481755" y="1430742"/>
                  </a:lnTo>
                  <a:lnTo>
                    <a:pt x="5482416" y="1430742"/>
                  </a:lnTo>
                  <a:lnTo>
                    <a:pt x="5483077" y="1430742"/>
                  </a:lnTo>
                  <a:lnTo>
                    <a:pt x="5483737" y="1430742"/>
                  </a:lnTo>
                  <a:lnTo>
                    <a:pt x="5484398" y="1430742"/>
                  </a:lnTo>
                  <a:lnTo>
                    <a:pt x="5485058" y="1430742"/>
                  </a:lnTo>
                  <a:lnTo>
                    <a:pt x="5485719" y="1430742"/>
                  </a:lnTo>
                  <a:lnTo>
                    <a:pt x="5486379" y="1430742"/>
                  </a:lnTo>
                  <a:lnTo>
                    <a:pt x="5487040" y="1430742"/>
                  </a:lnTo>
                  <a:lnTo>
                    <a:pt x="5487700" y="1430742"/>
                  </a:lnTo>
                  <a:lnTo>
                    <a:pt x="5488361" y="1430742"/>
                  </a:lnTo>
                  <a:lnTo>
                    <a:pt x="5489021" y="1430742"/>
                  </a:lnTo>
                  <a:lnTo>
                    <a:pt x="5489682" y="1410772"/>
                  </a:lnTo>
                  <a:lnTo>
                    <a:pt x="5490342" y="1347165"/>
                  </a:lnTo>
                  <a:lnTo>
                    <a:pt x="5491003" y="1281117"/>
                  </a:lnTo>
                  <a:lnTo>
                    <a:pt x="5491663" y="1245740"/>
                  </a:lnTo>
                  <a:lnTo>
                    <a:pt x="5492324" y="1233321"/>
                  </a:lnTo>
                  <a:lnTo>
                    <a:pt x="5492984" y="1243208"/>
                  </a:lnTo>
                  <a:lnTo>
                    <a:pt x="5493645" y="1284049"/>
                  </a:lnTo>
                  <a:lnTo>
                    <a:pt x="5494306" y="1350953"/>
                  </a:lnTo>
                  <a:lnTo>
                    <a:pt x="5494966" y="1383432"/>
                  </a:lnTo>
                  <a:lnTo>
                    <a:pt x="5495627" y="1362662"/>
                  </a:lnTo>
                  <a:lnTo>
                    <a:pt x="5496287" y="1325528"/>
                  </a:lnTo>
                  <a:lnTo>
                    <a:pt x="5496948" y="1325528"/>
                  </a:lnTo>
                  <a:lnTo>
                    <a:pt x="5497608" y="1325528"/>
                  </a:lnTo>
                  <a:lnTo>
                    <a:pt x="5498269" y="1343431"/>
                  </a:lnTo>
                  <a:lnTo>
                    <a:pt x="5498929" y="1383432"/>
                  </a:lnTo>
                  <a:lnTo>
                    <a:pt x="5499590" y="1406010"/>
                  </a:lnTo>
                  <a:lnTo>
                    <a:pt x="5500250" y="1362662"/>
                  </a:lnTo>
                  <a:lnTo>
                    <a:pt x="5500911" y="1343431"/>
                  </a:lnTo>
                  <a:lnTo>
                    <a:pt x="5501571" y="1343431"/>
                  </a:lnTo>
                  <a:lnTo>
                    <a:pt x="5502232" y="1343431"/>
                  </a:lnTo>
                  <a:lnTo>
                    <a:pt x="5502892" y="1362662"/>
                  </a:lnTo>
                  <a:lnTo>
                    <a:pt x="5503553" y="1383432"/>
                  </a:lnTo>
                  <a:lnTo>
                    <a:pt x="5504214" y="1362662"/>
                  </a:lnTo>
                  <a:lnTo>
                    <a:pt x="5504874" y="1343431"/>
                  </a:lnTo>
                  <a:lnTo>
                    <a:pt x="5505535" y="1343431"/>
                  </a:lnTo>
                  <a:lnTo>
                    <a:pt x="5506195" y="1343431"/>
                  </a:lnTo>
                  <a:lnTo>
                    <a:pt x="5506856" y="1362662"/>
                  </a:lnTo>
                  <a:lnTo>
                    <a:pt x="5507516" y="1406010"/>
                  </a:lnTo>
                  <a:lnTo>
                    <a:pt x="5508177" y="1430742"/>
                  </a:lnTo>
                  <a:lnTo>
                    <a:pt x="5508837" y="1430742"/>
                  </a:lnTo>
                  <a:lnTo>
                    <a:pt x="5509498" y="1430742"/>
                  </a:lnTo>
                  <a:lnTo>
                    <a:pt x="5510158" y="1430742"/>
                  </a:lnTo>
                  <a:lnTo>
                    <a:pt x="5510819" y="1430742"/>
                  </a:lnTo>
                  <a:lnTo>
                    <a:pt x="5511479" y="1430742"/>
                  </a:lnTo>
                  <a:lnTo>
                    <a:pt x="5512140" y="1430742"/>
                  </a:lnTo>
                  <a:lnTo>
                    <a:pt x="5512800" y="1430742"/>
                  </a:lnTo>
                  <a:lnTo>
                    <a:pt x="5513461" y="1430742"/>
                  </a:lnTo>
                  <a:lnTo>
                    <a:pt x="5514122" y="1430742"/>
                  </a:lnTo>
                  <a:lnTo>
                    <a:pt x="5514782" y="1430742"/>
                  </a:lnTo>
                  <a:lnTo>
                    <a:pt x="5515443" y="1430742"/>
                  </a:lnTo>
                  <a:lnTo>
                    <a:pt x="5516103" y="1406010"/>
                  </a:lnTo>
                  <a:lnTo>
                    <a:pt x="5516764" y="1362662"/>
                  </a:lnTo>
                  <a:lnTo>
                    <a:pt x="5517424" y="1325528"/>
                  </a:lnTo>
                  <a:lnTo>
                    <a:pt x="5518085" y="1308781"/>
                  </a:lnTo>
                  <a:lnTo>
                    <a:pt x="5518745" y="1308781"/>
                  </a:lnTo>
                  <a:lnTo>
                    <a:pt x="5519406" y="1325528"/>
                  </a:lnTo>
                  <a:lnTo>
                    <a:pt x="5520066" y="1362662"/>
                  </a:lnTo>
                  <a:lnTo>
                    <a:pt x="5520727" y="1406010"/>
                  </a:lnTo>
                  <a:lnTo>
                    <a:pt x="5521387" y="1430742"/>
                  </a:lnTo>
                  <a:lnTo>
                    <a:pt x="5522048" y="1430742"/>
                  </a:lnTo>
                  <a:lnTo>
                    <a:pt x="5522708" y="1430742"/>
                  </a:lnTo>
                  <a:lnTo>
                    <a:pt x="5523369" y="1430742"/>
                  </a:lnTo>
                  <a:lnTo>
                    <a:pt x="5524030" y="1430742"/>
                  </a:lnTo>
                  <a:lnTo>
                    <a:pt x="5524690" y="1430742"/>
                  </a:lnTo>
                  <a:lnTo>
                    <a:pt x="5525351" y="1430742"/>
                  </a:lnTo>
                  <a:lnTo>
                    <a:pt x="5526011" y="1406010"/>
                  </a:lnTo>
                  <a:lnTo>
                    <a:pt x="5526672" y="1362662"/>
                  </a:lnTo>
                  <a:lnTo>
                    <a:pt x="5527332" y="1343431"/>
                  </a:lnTo>
                  <a:lnTo>
                    <a:pt x="5527993" y="1325528"/>
                  </a:lnTo>
                  <a:lnTo>
                    <a:pt x="5528653" y="1308781"/>
                  </a:lnTo>
                  <a:lnTo>
                    <a:pt x="5529314" y="1293050"/>
                  </a:lnTo>
                  <a:lnTo>
                    <a:pt x="5529974" y="1308781"/>
                  </a:lnTo>
                  <a:lnTo>
                    <a:pt x="5530635" y="1325528"/>
                  </a:lnTo>
                  <a:lnTo>
                    <a:pt x="5531295" y="1343431"/>
                  </a:lnTo>
                  <a:lnTo>
                    <a:pt x="5531956" y="1362662"/>
                  </a:lnTo>
                  <a:lnTo>
                    <a:pt x="5532616" y="1406010"/>
                  </a:lnTo>
                  <a:lnTo>
                    <a:pt x="5533277" y="1430742"/>
                  </a:lnTo>
                  <a:lnTo>
                    <a:pt x="5533937" y="1430742"/>
                  </a:lnTo>
                  <a:lnTo>
                    <a:pt x="5534598" y="1430742"/>
                  </a:lnTo>
                  <a:lnTo>
                    <a:pt x="5535259" y="1430742"/>
                  </a:lnTo>
                  <a:lnTo>
                    <a:pt x="5535919" y="1430742"/>
                  </a:lnTo>
                  <a:lnTo>
                    <a:pt x="5536580" y="1430742"/>
                  </a:lnTo>
                  <a:lnTo>
                    <a:pt x="5537240" y="1430742"/>
                  </a:lnTo>
                  <a:lnTo>
                    <a:pt x="5537901" y="1430742"/>
                  </a:lnTo>
                  <a:lnTo>
                    <a:pt x="5538561" y="1430742"/>
                  </a:lnTo>
                  <a:lnTo>
                    <a:pt x="5539222" y="1383432"/>
                  </a:lnTo>
                  <a:lnTo>
                    <a:pt x="5539882" y="1325528"/>
                  </a:lnTo>
                  <a:lnTo>
                    <a:pt x="5540543" y="1308781"/>
                  </a:lnTo>
                  <a:lnTo>
                    <a:pt x="5541203" y="1308781"/>
                  </a:lnTo>
                  <a:lnTo>
                    <a:pt x="5541864" y="1308781"/>
                  </a:lnTo>
                  <a:lnTo>
                    <a:pt x="5542524" y="1325528"/>
                  </a:lnTo>
                  <a:lnTo>
                    <a:pt x="5543185" y="1343431"/>
                  </a:lnTo>
                  <a:lnTo>
                    <a:pt x="5543845" y="1343431"/>
                  </a:lnTo>
                  <a:lnTo>
                    <a:pt x="5544506" y="1343431"/>
                  </a:lnTo>
                  <a:lnTo>
                    <a:pt x="5545167" y="1343431"/>
                  </a:lnTo>
                  <a:lnTo>
                    <a:pt x="5545827" y="1362662"/>
                  </a:lnTo>
                  <a:lnTo>
                    <a:pt x="5546488" y="1383432"/>
                  </a:lnTo>
                  <a:lnTo>
                    <a:pt x="5547148" y="1343431"/>
                  </a:lnTo>
                  <a:lnTo>
                    <a:pt x="5547809" y="1279664"/>
                  </a:lnTo>
                  <a:lnTo>
                    <a:pt x="5548469" y="1231509"/>
                  </a:lnTo>
                  <a:lnTo>
                    <a:pt x="5549130" y="1208479"/>
                  </a:lnTo>
                  <a:lnTo>
                    <a:pt x="5549790" y="1208479"/>
                  </a:lnTo>
                  <a:lnTo>
                    <a:pt x="5550451" y="1243838"/>
                  </a:lnTo>
                  <a:lnTo>
                    <a:pt x="5551111" y="1298448"/>
                  </a:lnTo>
                  <a:lnTo>
                    <a:pt x="5551772" y="1362662"/>
                  </a:lnTo>
                  <a:lnTo>
                    <a:pt x="5552432" y="1406010"/>
                  </a:lnTo>
                  <a:lnTo>
                    <a:pt x="5553093" y="1430742"/>
                  </a:lnTo>
                  <a:lnTo>
                    <a:pt x="5553753" y="1430742"/>
                  </a:lnTo>
                  <a:lnTo>
                    <a:pt x="5554414" y="1430742"/>
                  </a:lnTo>
                  <a:lnTo>
                    <a:pt x="5555075" y="1430742"/>
                  </a:lnTo>
                  <a:lnTo>
                    <a:pt x="5555735" y="1430742"/>
                  </a:lnTo>
                  <a:lnTo>
                    <a:pt x="5556396" y="1430742"/>
                  </a:lnTo>
                  <a:lnTo>
                    <a:pt x="5557056" y="1383432"/>
                  </a:lnTo>
                  <a:lnTo>
                    <a:pt x="5557717" y="1343431"/>
                  </a:lnTo>
                  <a:lnTo>
                    <a:pt x="5558377" y="1325528"/>
                  </a:lnTo>
                  <a:lnTo>
                    <a:pt x="5559038" y="1325528"/>
                  </a:lnTo>
                  <a:lnTo>
                    <a:pt x="5559698" y="1325528"/>
                  </a:lnTo>
                  <a:lnTo>
                    <a:pt x="5560359" y="1362662"/>
                  </a:lnTo>
                  <a:lnTo>
                    <a:pt x="5561019" y="1362662"/>
                  </a:lnTo>
                  <a:lnTo>
                    <a:pt x="5561680" y="1343431"/>
                  </a:lnTo>
                  <a:lnTo>
                    <a:pt x="5562340" y="1325528"/>
                  </a:lnTo>
                  <a:lnTo>
                    <a:pt x="5563001" y="1325528"/>
                  </a:lnTo>
                  <a:lnTo>
                    <a:pt x="5563661" y="1325528"/>
                  </a:lnTo>
                  <a:lnTo>
                    <a:pt x="5564322" y="1362662"/>
                  </a:lnTo>
                  <a:lnTo>
                    <a:pt x="5564982" y="1406010"/>
                  </a:lnTo>
                  <a:lnTo>
                    <a:pt x="5565643" y="1430742"/>
                  </a:lnTo>
                  <a:lnTo>
                    <a:pt x="5566304" y="1430742"/>
                  </a:lnTo>
                  <a:lnTo>
                    <a:pt x="5566964" y="1406010"/>
                  </a:lnTo>
                  <a:lnTo>
                    <a:pt x="5567625" y="1362662"/>
                  </a:lnTo>
                  <a:lnTo>
                    <a:pt x="5568285" y="1325528"/>
                  </a:lnTo>
                  <a:lnTo>
                    <a:pt x="5568946" y="1314521"/>
                  </a:lnTo>
                  <a:lnTo>
                    <a:pt x="5569606" y="1314521"/>
                  </a:lnTo>
                  <a:lnTo>
                    <a:pt x="5570267" y="1331655"/>
                  </a:lnTo>
                  <a:lnTo>
                    <a:pt x="5570927" y="1369744"/>
                  </a:lnTo>
                  <a:lnTo>
                    <a:pt x="5571588" y="1414401"/>
                  </a:lnTo>
                  <a:lnTo>
                    <a:pt x="5572248" y="1430742"/>
                  </a:lnTo>
                  <a:lnTo>
                    <a:pt x="5572909" y="1430742"/>
                  </a:lnTo>
                  <a:lnTo>
                    <a:pt x="5573569" y="1430742"/>
                  </a:lnTo>
                  <a:lnTo>
                    <a:pt x="5574230" y="1430742"/>
                  </a:lnTo>
                  <a:lnTo>
                    <a:pt x="5574890" y="1430742"/>
                  </a:lnTo>
                  <a:lnTo>
                    <a:pt x="5575551" y="1430742"/>
                  </a:lnTo>
                  <a:lnTo>
                    <a:pt x="5576212" y="1430742"/>
                  </a:lnTo>
                  <a:lnTo>
                    <a:pt x="5576872" y="1430742"/>
                  </a:lnTo>
                  <a:lnTo>
                    <a:pt x="5577533" y="1430742"/>
                  </a:lnTo>
                  <a:lnTo>
                    <a:pt x="5578193" y="1430742"/>
                  </a:lnTo>
                  <a:lnTo>
                    <a:pt x="5578854" y="1430742"/>
                  </a:lnTo>
                  <a:lnTo>
                    <a:pt x="5579514" y="1408380"/>
                  </a:lnTo>
                  <a:lnTo>
                    <a:pt x="5580175" y="1364665"/>
                  </a:lnTo>
                  <a:lnTo>
                    <a:pt x="5580835" y="1310408"/>
                  </a:lnTo>
                  <a:lnTo>
                    <a:pt x="5581496" y="1279664"/>
                  </a:lnTo>
                  <a:lnTo>
                    <a:pt x="5582156" y="1265557"/>
                  </a:lnTo>
                  <a:lnTo>
                    <a:pt x="5582817" y="1278218"/>
                  </a:lnTo>
                  <a:lnTo>
                    <a:pt x="5583477" y="1308781"/>
                  </a:lnTo>
                  <a:lnTo>
                    <a:pt x="5584138" y="1362662"/>
                  </a:lnTo>
                  <a:lnTo>
                    <a:pt x="5584798" y="1406010"/>
                  </a:lnTo>
                  <a:lnTo>
                    <a:pt x="5585459" y="1430742"/>
                  </a:lnTo>
                  <a:lnTo>
                    <a:pt x="5586120" y="1430742"/>
                  </a:lnTo>
                  <a:lnTo>
                    <a:pt x="5586780" y="1430742"/>
                  </a:lnTo>
                  <a:lnTo>
                    <a:pt x="5587441" y="1430742"/>
                  </a:lnTo>
                  <a:lnTo>
                    <a:pt x="5588101" y="1430742"/>
                  </a:lnTo>
                  <a:lnTo>
                    <a:pt x="5588762" y="1430742"/>
                  </a:lnTo>
                  <a:lnTo>
                    <a:pt x="5589422" y="1430742"/>
                  </a:lnTo>
                  <a:lnTo>
                    <a:pt x="5590083" y="1430742"/>
                  </a:lnTo>
                  <a:lnTo>
                    <a:pt x="5590743" y="1430742"/>
                  </a:lnTo>
                  <a:lnTo>
                    <a:pt x="5591404" y="1430742"/>
                  </a:lnTo>
                  <a:lnTo>
                    <a:pt x="5592064" y="1406010"/>
                  </a:lnTo>
                  <a:lnTo>
                    <a:pt x="5592725" y="1362662"/>
                  </a:lnTo>
                  <a:lnTo>
                    <a:pt x="5593385" y="1337024"/>
                  </a:lnTo>
                  <a:lnTo>
                    <a:pt x="5594046" y="1337024"/>
                  </a:lnTo>
                  <a:lnTo>
                    <a:pt x="5594706" y="1337024"/>
                  </a:lnTo>
                  <a:lnTo>
                    <a:pt x="5595367" y="1355768"/>
                  </a:lnTo>
                  <a:lnTo>
                    <a:pt x="5596028" y="1397882"/>
                  </a:lnTo>
                  <a:lnTo>
                    <a:pt x="5596688" y="1406010"/>
                  </a:lnTo>
                  <a:lnTo>
                    <a:pt x="5597349" y="1362662"/>
                  </a:lnTo>
                  <a:lnTo>
                    <a:pt x="5598009" y="1308781"/>
                  </a:lnTo>
                  <a:lnTo>
                    <a:pt x="5598670" y="1282579"/>
                  </a:lnTo>
                  <a:lnTo>
                    <a:pt x="5599330" y="1264872"/>
                  </a:lnTo>
                  <a:lnTo>
                    <a:pt x="5599991" y="1264872"/>
                  </a:lnTo>
                  <a:lnTo>
                    <a:pt x="5600651" y="1293814"/>
                  </a:lnTo>
                  <a:lnTo>
                    <a:pt x="5601312" y="1344360"/>
                  </a:lnTo>
                  <a:lnTo>
                    <a:pt x="5601972" y="1378081"/>
                  </a:lnTo>
                  <a:lnTo>
                    <a:pt x="5602633" y="1406010"/>
                  </a:lnTo>
                  <a:lnTo>
                    <a:pt x="5603293" y="1430742"/>
                  </a:lnTo>
                  <a:lnTo>
                    <a:pt x="5603954" y="1430742"/>
                  </a:lnTo>
                  <a:lnTo>
                    <a:pt x="5604614" y="1430742"/>
                  </a:lnTo>
                  <a:lnTo>
                    <a:pt x="5605275" y="1430742"/>
                  </a:lnTo>
                  <a:lnTo>
                    <a:pt x="5605935" y="1430742"/>
                  </a:lnTo>
                  <a:lnTo>
                    <a:pt x="5606596" y="1430742"/>
                  </a:lnTo>
                  <a:lnTo>
                    <a:pt x="5607257" y="1430742"/>
                  </a:lnTo>
                  <a:lnTo>
                    <a:pt x="5607917" y="1430742"/>
                  </a:lnTo>
                  <a:lnTo>
                    <a:pt x="5608578" y="1430742"/>
                  </a:lnTo>
                  <a:lnTo>
                    <a:pt x="5609238" y="1430742"/>
                  </a:lnTo>
                  <a:lnTo>
                    <a:pt x="5609899" y="1430742"/>
                  </a:lnTo>
                  <a:lnTo>
                    <a:pt x="5610559" y="1430742"/>
                  </a:lnTo>
                  <a:lnTo>
                    <a:pt x="5611220" y="1430742"/>
                  </a:lnTo>
                  <a:lnTo>
                    <a:pt x="5611880" y="1408380"/>
                  </a:lnTo>
                  <a:lnTo>
                    <a:pt x="5612541" y="1364665"/>
                  </a:lnTo>
                  <a:lnTo>
                    <a:pt x="5613201" y="1327264"/>
                  </a:lnTo>
                  <a:lnTo>
                    <a:pt x="5613862" y="1310408"/>
                  </a:lnTo>
                  <a:lnTo>
                    <a:pt x="5614522" y="1310408"/>
                  </a:lnTo>
                  <a:lnTo>
                    <a:pt x="5615183" y="1325528"/>
                  </a:lnTo>
                  <a:lnTo>
                    <a:pt x="5615843" y="1362662"/>
                  </a:lnTo>
                  <a:lnTo>
                    <a:pt x="5616504" y="1406010"/>
                  </a:lnTo>
                  <a:lnTo>
                    <a:pt x="5617165" y="1430742"/>
                  </a:lnTo>
                  <a:lnTo>
                    <a:pt x="5617825" y="1430742"/>
                  </a:lnTo>
                  <a:lnTo>
                    <a:pt x="5618486" y="1430742"/>
                  </a:lnTo>
                  <a:lnTo>
                    <a:pt x="5619146" y="1430742"/>
                  </a:lnTo>
                  <a:lnTo>
                    <a:pt x="5619807" y="1430742"/>
                  </a:lnTo>
                  <a:lnTo>
                    <a:pt x="5620467" y="1430742"/>
                  </a:lnTo>
                  <a:lnTo>
                    <a:pt x="5621128" y="1430742"/>
                  </a:lnTo>
                  <a:lnTo>
                    <a:pt x="5621788" y="1430742"/>
                  </a:lnTo>
                  <a:lnTo>
                    <a:pt x="5622449" y="1430742"/>
                  </a:lnTo>
                  <a:lnTo>
                    <a:pt x="5623109" y="1406010"/>
                  </a:lnTo>
                  <a:lnTo>
                    <a:pt x="5623770" y="1343431"/>
                  </a:lnTo>
                  <a:lnTo>
                    <a:pt x="5624430" y="1293050"/>
                  </a:lnTo>
                  <a:lnTo>
                    <a:pt x="5625091" y="1264188"/>
                  </a:lnTo>
                  <a:lnTo>
                    <a:pt x="5625751" y="1264188"/>
                  </a:lnTo>
                  <a:lnTo>
                    <a:pt x="5626412" y="1278218"/>
                  </a:lnTo>
                  <a:lnTo>
                    <a:pt x="5627073" y="1278218"/>
                  </a:lnTo>
                  <a:lnTo>
                    <a:pt x="5627733" y="1250878"/>
                  </a:lnTo>
                  <a:lnTo>
                    <a:pt x="5628394" y="1226146"/>
                  </a:lnTo>
                  <a:lnTo>
                    <a:pt x="5629054" y="1196107"/>
                  </a:lnTo>
                  <a:lnTo>
                    <a:pt x="5629715" y="1175904"/>
                  </a:lnTo>
                  <a:lnTo>
                    <a:pt x="5630375" y="1196107"/>
                  </a:lnTo>
                  <a:lnTo>
                    <a:pt x="5631036" y="1241951"/>
                  </a:lnTo>
                  <a:lnTo>
                    <a:pt x="5631696" y="1297670"/>
                  </a:lnTo>
                  <a:lnTo>
                    <a:pt x="5632357" y="1343431"/>
                  </a:lnTo>
                  <a:lnTo>
                    <a:pt x="5633017" y="1383432"/>
                  </a:lnTo>
                  <a:lnTo>
                    <a:pt x="5633678" y="1406010"/>
                  </a:lnTo>
                  <a:lnTo>
                    <a:pt x="5634338" y="1430742"/>
                  </a:lnTo>
                  <a:lnTo>
                    <a:pt x="5634999" y="1430742"/>
                  </a:lnTo>
                  <a:lnTo>
                    <a:pt x="5635659" y="1430742"/>
                  </a:lnTo>
                  <a:lnTo>
                    <a:pt x="5636320" y="1430742"/>
                  </a:lnTo>
                  <a:lnTo>
                    <a:pt x="5636980" y="1430742"/>
                  </a:lnTo>
                  <a:lnTo>
                    <a:pt x="5637641" y="1430742"/>
                  </a:lnTo>
                  <a:lnTo>
                    <a:pt x="5638302" y="1406010"/>
                  </a:lnTo>
                  <a:lnTo>
                    <a:pt x="5638962" y="1362662"/>
                  </a:lnTo>
                  <a:lnTo>
                    <a:pt x="5639623" y="1343431"/>
                  </a:lnTo>
                  <a:lnTo>
                    <a:pt x="5640283" y="1343431"/>
                  </a:lnTo>
                  <a:lnTo>
                    <a:pt x="5640944" y="1343431"/>
                  </a:lnTo>
                  <a:lnTo>
                    <a:pt x="5641604" y="1362662"/>
                  </a:lnTo>
                  <a:lnTo>
                    <a:pt x="5642265" y="1406010"/>
                  </a:lnTo>
                  <a:lnTo>
                    <a:pt x="5642925" y="1430742"/>
                  </a:lnTo>
                  <a:lnTo>
                    <a:pt x="5643586" y="1430742"/>
                  </a:lnTo>
                  <a:lnTo>
                    <a:pt x="5644246" y="1430742"/>
                  </a:lnTo>
                  <a:lnTo>
                    <a:pt x="5644907" y="1430742"/>
                  </a:lnTo>
                  <a:lnTo>
                    <a:pt x="5645567" y="1430742"/>
                  </a:lnTo>
                  <a:lnTo>
                    <a:pt x="5646228" y="1430742"/>
                  </a:lnTo>
                  <a:lnTo>
                    <a:pt x="5646888" y="1430742"/>
                  </a:lnTo>
                  <a:lnTo>
                    <a:pt x="5647549" y="1430742"/>
                  </a:lnTo>
                  <a:lnTo>
                    <a:pt x="5648210" y="1430742"/>
                  </a:lnTo>
                  <a:lnTo>
                    <a:pt x="5648870" y="1430742"/>
                  </a:lnTo>
                  <a:lnTo>
                    <a:pt x="5649531" y="1430742"/>
                  </a:lnTo>
                  <a:lnTo>
                    <a:pt x="5650191" y="1430742"/>
                  </a:lnTo>
                  <a:lnTo>
                    <a:pt x="5650852" y="1430742"/>
                  </a:lnTo>
                  <a:lnTo>
                    <a:pt x="5651512" y="1430742"/>
                  </a:lnTo>
                  <a:lnTo>
                    <a:pt x="5652173" y="1430742"/>
                  </a:lnTo>
                  <a:lnTo>
                    <a:pt x="5652833" y="1430742"/>
                  </a:lnTo>
                  <a:lnTo>
                    <a:pt x="5653494" y="1430742"/>
                  </a:lnTo>
                  <a:lnTo>
                    <a:pt x="5654154" y="1406010"/>
                  </a:lnTo>
                  <a:lnTo>
                    <a:pt x="5654815" y="1362662"/>
                  </a:lnTo>
                  <a:lnTo>
                    <a:pt x="5655475" y="1343431"/>
                  </a:lnTo>
                  <a:lnTo>
                    <a:pt x="5656136" y="1343431"/>
                  </a:lnTo>
                  <a:lnTo>
                    <a:pt x="5656796" y="1343431"/>
                  </a:lnTo>
                  <a:lnTo>
                    <a:pt x="5657457" y="1362662"/>
                  </a:lnTo>
                  <a:lnTo>
                    <a:pt x="5658118" y="1406010"/>
                  </a:lnTo>
                  <a:lnTo>
                    <a:pt x="5658778" y="1430742"/>
                  </a:lnTo>
                  <a:lnTo>
                    <a:pt x="5659439" y="1430742"/>
                  </a:lnTo>
                  <a:lnTo>
                    <a:pt x="5660099" y="1430742"/>
                  </a:lnTo>
                  <a:lnTo>
                    <a:pt x="5660760" y="1430742"/>
                  </a:lnTo>
                  <a:lnTo>
                    <a:pt x="5661420" y="1430742"/>
                  </a:lnTo>
                  <a:lnTo>
                    <a:pt x="5662081" y="1430742"/>
                  </a:lnTo>
                  <a:lnTo>
                    <a:pt x="5662741" y="1430742"/>
                  </a:lnTo>
                  <a:lnTo>
                    <a:pt x="5663402" y="1430742"/>
                  </a:lnTo>
                  <a:lnTo>
                    <a:pt x="5664062" y="1430742"/>
                  </a:lnTo>
                  <a:lnTo>
                    <a:pt x="5664723" y="1430742"/>
                  </a:lnTo>
                  <a:lnTo>
                    <a:pt x="5665383" y="1430742"/>
                  </a:lnTo>
                  <a:lnTo>
                    <a:pt x="5666044" y="1430742"/>
                  </a:lnTo>
                  <a:lnTo>
                    <a:pt x="5666704" y="1430742"/>
                  </a:lnTo>
                  <a:lnTo>
                    <a:pt x="5667365" y="1430742"/>
                  </a:lnTo>
                  <a:lnTo>
                    <a:pt x="5668026" y="1430742"/>
                  </a:lnTo>
                  <a:lnTo>
                    <a:pt x="5668686" y="1430742"/>
                  </a:lnTo>
                  <a:lnTo>
                    <a:pt x="5669347" y="1430742"/>
                  </a:lnTo>
                  <a:lnTo>
                    <a:pt x="5670007" y="1430742"/>
                  </a:lnTo>
                  <a:lnTo>
                    <a:pt x="5670668" y="1430742"/>
                  </a:lnTo>
                  <a:lnTo>
                    <a:pt x="5671328" y="1430742"/>
                  </a:lnTo>
                  <a:lnTo>
                    <a:pt x="5671989" y="1430742"/>
                  </a:lnTo>
                  <a:lnTo>
                    <a:pt x="5672649" y="1430742"/>
                  </a:lnTo>
                  <a:lnTo>
                    <a:pt x="5673310" y="1430742"/>
                  </a:lnTo>
                  <a:lnTo>
                    <a:pt x="5673970" y="1430742"/>
                  </a:lnTo>
                  <a:lnTo>
                    <a:pt x="5674631" y="1430742"/>
                  </a:lnTo>
                  <a:lnTo>
                    <a:pt x="5675291" y="1430742"/>
                  </a:lnTo>
                  <a:lnTo>
                    <a:pt x="5675952" y="1430742"/>
                  </a:lnTo>
                  <a:lnTo>
                    <a:pt x="5676612" y="1406010"/>
                  </a:lnTo>
                  <a:lnTo>
                    <a:pt x="5677273" y="1362662"/>
                  </a:lnTo>
                  <a:lnTo>
                    <a:pt x="5677933" y="1332542"/>
                  </a:lnTo>
                  <a:lnTo>
                    <a:pt x="5678594" y="1315351"/>
                  </a:lnTo>
                  <a:lnTo>
                    <a:pt x="5679255" y="1315351"/>
                  </a:lnTo>
                  <a:lnTo>
                    <a:pt x="5679915" y="1332542"/>
                  </a:lnTo>
                  <a:lnTo>
                    <a:pt x="5680576" y="1370771"/>
                  </a:lnTo>
                  <a:lnTo>
                    <a:pt x="5681236" y="1406010"/>
                  </a:lnTo>
                  <a:lnTo>
                    <a:pt x="5681897" y="1406010"/>
                  </a:lnTo>
                  <a:lnTo>
                    <a:pt x="5682557" y="1383432"/>
                  </a:lnTo>
                  <a:lnTo>
                    <a:pt x="5683218" y="1346227"/>
                  </a:lnTo>
                  <a:lnTo>
                    <a:pt x="5683878" y="1311226"/>
                  </a:lnTo>
                  <a:lnTo>
                    <a:pt x="5684539" y="1290770"/>
                  </a:lnTo>
                  <a:lnTo>
                    <a:pt x="5685199" y="1290770"/>
                  </a:lnTo>
                  <a:lnTo>
                    <a:pt x="5685860" y="1276065"/>
                  </a:lnTo>
                  <a:lnTo>
                    <a:pt x="5686520" y="1288511"/>
                  </a:lnTo>
                  <a:lnTo>
                    <a:pt x="5687181" y="1273929"/>
                  </a:lnTo>
                  <a:lnTo>
                    <a:pt x="5687841" y="1229709"/>
                  </a:lnTo>
                  <a:lnTo>
                    <a:pt x="5688502" y="1175904"/>
                  </a:lnTo>
                  <a:lnTo>
                    <a:pt x="5689163" y="1148272"/>
                  </a:lnTo>
                  <a:lnTo>
                    <a:pt x="5689823" y="1139257"/>
                  </a:lnTo>
                  <a:lnTo>
                    <a:pt x="5690484" y="1165894"/>
                  </a:lnTo>
                  <a:lnTo>
                    <a:pt x="5691144" y="1214048"/>
                  </a:lnTo>
                  <a:lnTo>
                    <a:pt x="5691805" y="1292288"/>
                  </a:lnTo>
                  <a:lnTo>
                    <a:pt x="5692465" y="1382353"/>
                  </a:lnTo>
                  <a:lnTo>
                    <a:pt x="5693126" y="1430742"/>
                  </a:lnTo>
                  <a:lnTo>
                    <a:pt x="5693786" y="1383432"/>
                  </a:lnTo>
                  <a:lnTo>
                    <a:pt x="5694447" y="1325528"/>
                  </a:lnTo>
                  <a:lnTo>
                    <a:pt x="5695107" y="1278218"/>
                  </a:lnTo>
                  <a:lnTo>
                    <a:pt x="5695768" y="1238218"/>
                  </a:lnTo>
                  <a:lnTo>
                    <a:pt x="5696428" y="1214611"/>
                  </a:lnTo>
                  <a:lnTo>
                    <a:pt x="5697089" y="1226146"/>
                  </a:lnTo>
                  <a:lnTo>
                    <a:pt x="5697749" y="1250878"/>
                  </a:lnTo>
                  <a:lnTo>
                    <a:pt x="5698410" y="1293050"/>
                  </a:lnTo>
                  <a:lnTo>
                    <a:pt x="5699071" y="1343431"/>
                  </a:lnTo>
                  <a:lnTo>
                    <a:pt x="5699731" y="1383432"/>
                  </a:lnTo>
                  <a:lnTo>
                    <a:pt x="5700392" y="1406010"/>
                  </a:lnTo>
                  <a:lnTo>
                    <a:pt x="5701052" y="1430742"/>
                  </a:lnTo>
                  <a:lnTo>
                    <a:pt x="5701713" y="1430742"/>
                  </a:lnTo>
                  <a:lnTo>
                    <a:pt x="5702373" y="1406010"/>
                  </a:lnTo>
                  <a:lnTo>
                    <a:pt x="5703034" y="1362662"/>
                  </a:lnTo>
                  <a:lnTo>
                    <a:pt x="5703694" y="1343431"/>
                  </a:lnTo>
                  <a:lnTo>
                    <a:pt x="5704355" y="1343431"/>
                  </a:lnTo>
                  <a:lnTo>
                    <a:pt x="5705015" y="1343431"/>
                  </a:lnTo>
                  <a:lnTo>
                    <a:pt x="5705676" y="1362662"/>
                  </a:lnTo>
                  <a:lnTo>
                    <a:pt x="5706336" y="1406010"/>
                  </a:lnTo>
                  <a:lnTo>
                    <a:pt x="5706997" y="1430742"/>
                  </a:lnTo>
                  <a:lnTo>
                    <a:pt x="5707657" y="1430742"/>
                  </a:lnTo>
                  <a:lnTo>
                    <a:pt x="5708318" y="1430742"/>
                  </a:lnTo>
                  <a:lnTo>
                    <a:pt x="5708978" y="1430742"/>
                  </a:lnTo>
                  <a:lnTo>
                    <a:pt x="5709639" y="1430742"/>
                  </a:lnTo>
                  <a:lnTo>
                    <a:pt x="5710300" y="1430742"/>
                  </a:lnTo>
                  <a:lnTo>
                    <a:pt x="5710960" y="1430742"/>
                  </a:lnTo>
                  <a:lnTo>
                    <a:pt x="5711621" y="1430742"/>
                  </a:lnTo>
                  <a:lnTo>
                    <a:pt x="5712281" y="1406010"/>
                  </a:lnTo>
                  <a:lnTo>
                    <a:pt x="5712942" y="1362662"/>
                  </a:lnTo>
                  <a:lnTo>
                    <a:pt x="5713602" y="1343431"/>
                  </a:lnTo>
                  <a:lnTo>
                    <a:pt x="5714263" y="1343431"/>
                  </a:lnTo>
                  <a:lnTo>
                    <a:pt x="5714923" y="1343431"/>
                  </a:lnTo>
                  <a:lnTo>
                    <a:pt x="5715584" y="1325528"/>
                  </a:lnTo>
                  <a:lnTo>
                    <a:pt x="5716244" y="1325528"/>
                  </a:lnTo>
                  <a:lnTo>
                    <a:pt x="5716905" y="1325528"/>
                  </a:lnTo>
                  <a:lnTo>
                    <a:pt x="5717565" y="1325528"/>
                  </a:lnTo>
                  <a:lnTo>
                    <a:pt x="5718226" y="1325528"/>
                  </a:lnTo>
                  <a:lnTo>
                    <a:pt x="5718886" y="1362662"/>
                  </a:lnTo>
                  <a:lnTo>
                    <a:pt x="5719547" y="1383432"/>
                  </a:lnTo>
                  <a:lnTo>
                    <a:pt x="5720208" y="1362662"/>
                  </a:lnTo>
                  <a:lnTo>
                    <a:pt x="5720868" y="1343431"/>
                  </a:lnTo>
                  <a:lnTo>
                    <a:pt x="5721529" y="1325528"/>
                  </a:lnTo>
                  <a:lnTo>
                    <a:pt x="5722189" y="1325528"/>
                  </a:lnTo>
                  <a:lnTo>
                    <a:pt x="5722850" y="1343431"/>
                  </a:lnTo>
                  <a:lnTo>
                    <a:pt x="5723510" y="1383432"/>
                  </a:lnTo>
                  <a:lnTo>
                    <a:pt x="5724171" y="1406010"/>
                  </a:lnTo>
                  <a:lnTo>
                    <a:pt x="5724831" y="1430742"/>
                  </a:lnTo>
                  <a:lnTo>
                    <a:pt x="5725492" y="1406010"/>
                  </a:lnTo>
                  <a:lnTo>
                    <a:pt x="5726152" y="1362662"/>
                  </a:lnTo>
                  <a:lnTo>
                    <a:pt x="5726813" y="1343431"/>
                  </a:lnTo>
                  <a:lnTo>
                    <a:pt x="5727473" y="1325528"/>
                  </a:lnTo>
                  <a:lnTo>
                    <a:pt x="5728134" y="1325528"/>
                  </a:lnTo>
                  <a:lnTo>
                    <a:pt x="5728794" y="1343431"/>
                  </a:lnTo>
                  <a:lnTo>
                    <a:pt x="5729455" y="1383432"/>
                  </a:lnTo>
                  <a:lnTo>
                    <a:pt x="5730116" y="1406010"/>
                  </a:lnTo>
                  <a:lnTo>
                    <a:pt x="5730776" y="1430742"/>
                  </a:lnTo>
                  <a:lnTo>
                    <a:pt x="5731437" y="1430742"/>
                  </a:lnTo>
                  <a:lnTo>
                    <a:pt x="5732097" y="1430742"/>
                  </a:lnTo>
                  <a:lnTo>
                    <a:pt x="5732758" y="1430742"/>
                  </a:lnTo>
                  <a:lnTo>
                    <a:pt x="5733418" y="1430742"/>
                  </a:lnTo>
                  <a:lnTo>
                    <a:pt x="5734079" y="1430742"/>
                  </a:lnTo>
                  <a:lnTo>
                    <a:pt x="5734739" y="1430742"/>
                  </a:lnTo>
                  <a:lnTo>
                    <a:pt x="5735400" y="1430742"/>
                  </a:lnTo>
                  <a:lnTo>
                    <a:pt x="5736060" y="1430742"/>
                  </a:lnTo>
                  <a:lnTo>
                    <a:pt x="5736721" y="1408380"/>
                  </a:lnTo>
                  <a:lnTo>
                    <a:pt x="5737381" y="1385603"/>
                  </a:lnTo>
                  <a:lnTo>
                    <a:pt x="5738042" y="1345292"/>
                  </a:lnTo>
                  <a:lnTo>
                    <a:pt x="5738702" y="1327264"/>
                  </a:lnTo>
                  <a:lnTo>
                    <a:pt x="5739363" y="1310408"/>
                  </a:lnTo>
                  <a:lnTo>
                    <a:pt x="5740024" y="1325528"/>
                  </a:lnTo>
                  <a:lnTo>
                    <a:pt x="5740684" y="1343431"/>
                  </a:lnTo>
                  <a:lnTo>
                    <a:pt x="5741345" y="1383432"/>
                  </a:lnTo>
                  <a:lnTo>
                    <a:pt x="5742005" y="1406010"/>
                  </a:lnTo>
                  <a:lnTo>
                    <a:pt x="5742666" y="1430742"/>
                  </a:lnTo>
                  <a:lnTo>
                    <a:pt x="5743326" y="1430742"/>
                  </a:lnTo>
                  <a:lnTo>
                    <a:pt x="5743987" y="1430742"/>
                  </a:lnTo>
                  <a:lnTo>
                    <a:pt x="5744647" y="1430742"/>
                  </a:lnTo>
                  <a:lnTo>
                    <a:pt x="5745308" y="1406010"/>
                  </a:lnTo>
                  <a:lnTo>
                    <a:pt x="5745968" y="1362662"/>
                  </a:lnTo>
                  <a:lnTo>
                    <a:pt x="5746629" y="1325528"/>
                  </a:lnTo>
                  <a:lnTo>
                    <a:pt x="5747289" y="1308781"/>
                  </a:lnTo>
                  <a:lnTo>
                    <a:pt x="5747950" y="1308781"/>
                  </a:lnTo>
                  <a:lnTo>
                    <a:pt x="5748610" y="1325528"/>
                  </a:lnTo>
                  <a:lnTo>
                    <a:pt x="5749271" y="1362662"/>
                  </a:lnTo>
                  <a:lnTo>
                    <a:pt x="5749931" y="1406010"/>
                  </a:lnTo>
                  <a:lnTo>
                    <a:pt x="5750592" y="1430742"/>
                  </a:lnTo>
                  <a:lnTo>
                    <a:pt x="5751253" y="1430742"/>
                  </a:lnTo>
                  <a:lnTo>
                    <a:pt x="5751913" y="1430742"/>
                  </a:lnTo>
                  <a:lnTo>
                    <a:pt x="5752574" y="1430742"/>
                  </a:lnTo>
                  <a:lnTo>
                    <a:pt x="5753234" y="1430742"/>
                  </a:lnTo>
                  <a:lnTo>
                    <a:pt x="5753895" y="1430742"/>
                  </a:lnTo>
                  <a:lnTo>
                    <a:pt x="5754555" y="1430742"/>
                  </a:lnTo>
                  <a:lnTo>
                    <a:pt x="5755216" y="1430742"/>
                  </a:lnTo>
                  <a:lnTo>
                    <a:pt x="5755876" y="1430742"/>
                  </a:lnTo>
                  <a:lnTo>
                    <a:pt x="5756537" y="1430742"/>
                  </a:lnTo>
                  <a:lnTo>
                    <a:pt x="5757197" y="1430742"/>
                  </a:lnTo>
                  <a:lnTo>
                    <a:pt x="5757858" y="1430742"/>
                  </a:lnTo>
                  <a:lnTo>
                    <a:pt x="5758518" y="1430742"/>
                  </a:lnTo>
                  <a:lnTo>
                    <a:pt x="5759179" y="1430742"/>
                  </a:lnTo>
                  <a:lnTo>
                    <a:pt x="5759839" y="1430742"/>
                  </a:lnTo>
                  <a:lnTo>
                    <a:pt x="5760500" y="1430742"/>
                  </a:lnTo>
                  <a:lnTo>
                    <a:pt x="5761161" y="1430742"/>
                  </a:lnTo>
                  <a:lnTo>
                    <a:pt x="5761821" y="1430742"/>
                  </a:lnTo>
                  <a:lnTo>
                    <a:pt x="5762482" y="1430742"/>
                  </a:lnTo>
                  <a:lnTo>
                    <a:pt x="5763142" y="1430742"/>
                  </a:lnTo>
                  <a:lnTo>
                    <a:pt x="5763803" y="1430742"/>
                  </a:lnTo>
                  <a:lnTo>
                    <a:pt x="5764463" y="1430742"/>
                  </a:lnTo>
                  <a:lnTo>
                    <a:pt x="5765124" y="1430742"/>
                  </a:lnTo>
                  <a:lnTo>
                    <a:pt x="5765784" y="1430742"/>
                  </a:lnTo>
                  <a:lnTo>
                    <a:pt x="5766445" y="1406010"/>
                  </a:lnTo>
                  <a:lnTo>
                    <a:pt x="5767105" y="1362662"/>
                  </a:lnTo>
                  <a:lnTo>
                    <a:pt x="5767766" y="1308781"/>
                  </a:lnTo>
                  <a:lnTo>
                    <a:pt x="5768426" y="1278218"/>
                  </a:lnTo>
                  <a:lnTo>
                    <a:pt x="5769087" y="1264188"/>
                  </a:lnTo>
                  <a:lnTo>
                    <a:pt x="5769747" y="1264188"/>
                  </a:lnTo>
                  <a:lnTo>
                    <a:pt x="5770408" y="1278218"/>
                  </a:lnTo>
                  <a:lnTo>
                    <a:pt x="5771069" y="1293050"/>
                  </a:lnTo>
                  <a:lnTo>
                    <a:pt x="5771729" y="1278218"/>
                  </a:lnTo>
                  <a:lnTo>
                    <a:pt x="5772390" y="1238218"/>
                  </a:lnTo>
                  <a:lnTo>
                    <a:pt x="5773050" y="1226146"/>
                  </a:lnTo>
                  <a:lnTo>
                    <a:pt x="5773711" y="1214611"/>
                  </a:lnTo>
                  <a:lnTo>
                    <a:pt x="5774371" y="1226146"/>
                  </a:lnTo>
                  <a:lnTo>
                    <a:pt x="5775032" y="1238218"/>
                  </a:lnTo>
                  <a:lnTo>
                    <a:pt x="5775692" y="1264188"/>
                  </a:lnTo>
                  <a:lnTo>
                    <a:pt x="5776353" y="1264188"/>
                  </a:lnTo>
                  <a:lnTo>
                    <a:pt x="5777013" y="1278218"/>
                  </a:lnTo>
                  <a:lnTo>
                    <a:pt x="5777674" y="1293050"/>
                  </a:lnTo>
                  <a:lnTo>
                    <a:pt x="5778334" y="1325528"/>
                  </a:lnTo>
                  <a:lnTo>
                    <a:pt x="5778995" y="1362662"/>
                  </a:lnTo>
                  <a:lnTo>
                    <a:pt x="5779655" y="1406010"/>
                  </a:lnTo>
                  <a:lnTo>
                    <a:pt x="5780316" y="1430742"/>
                  </a:lnTo>
                  <a:lnTo>
                    <a:pt x="5780976" y="1430742"/>
                  </a:lnTo>
                  <a:lnTo>
                    <a:pt x="5781637" y="1430742"/>
                  </a:lnTo>
                  <a:lnTo>
                    <a:pt x="5782298" y="1430742"/>
                  </a:lnTo>
                  <a:lnTo>
                    <a:pt x="5782958" y="1430742"/>
                  </a:lnTo>
                  <a:lnTo>
                    <a:pt x="5783619" y="1430742"/>
                  </a:lnTo>
                  <a:lnTo>
                    <a:pt x="5784279" y="1430742"/>
                  </a:lnTo>
                  <a:lnTo>
                    <a:pt x="5784940" y="1430742"/>
                  </a:lnTo>
                  <a:lnTo>
                    <a:pt x="5785600" y="1430742"/>
                  </a:lnTo>
                  <a:lnTo>
                    <a:pt x="5786261" y="1430742"/>
                  </a:lnTo>
                  <a:lnTo>
                    <a:pt x="5786921" y="1383432"/>
                  </a:lnTo>
                  <a:lnTo>
                    <a:pt x="5787582" y="1343431"/>
                  </a:lnTo>
                  <a:lnTo>
                    <a:pt x="5788242" y="1325528"/>
                  </a:lnTo>
                  <a:lnTo>
                    <a:pt x="5788903" y="1325528"/>
                  </a:lnTo>
                  <a:lnTo>
                    <a:pt x="5789563" y="1325528"/>
                  </a:lnTo>
                  <a:lnTo>
                    <a:pt x="5790224" y="1362662"/>
                  </a:lnTo>
                  <a:lnTo>
                    <a:pt x="5790884" y="1406010"/>
                  </a:lnTo>
                  <a:lnTo>
                    <a:pt x="5791545" y="1430742"/>
                  </a:lnTo>
                  <a:lnTo>
                    <a:pt x="5792206" y="1430742"/>
                  </a:lnTo>
                  <a:lnTo>
                    <a:pt x="5792866" y="1406010"/>
                  </a:lnTo>
                  <a:lnTo>
                    <a:pt x="5793527" y="1362662"/>
                  </a:lnTo>
                  <a:lnTo>
                    <a:pt x="5794187" y="1325528"/>
                  </a:lnTo>
                  <a:lnTo>
                    <a:pt x="5794848" y="1325528"/>
                  </a:lnTo>
                  <a:lnTo>
                    <a:pt x="5795508" y="1325528"/>
                  </a:lnTo>
                  <a:lnTo>
                    <a:pt x="5796169" y="1343431"/>
                  </a:lnTo>
                  <a:lnTo>
                    <a:pt x="5796829" y="1383432"/>
                  </a:lnTo>
                  <a:lnTo>
                    <a:pt x="5797490" y="1430742"/>
                  </a:lnTo>
                  <a:lnTo>
                    <a:pt x="5798150" y="1430742"/>
                  </a:lnTo>
                  <a:lnTo>
                    <a:pt x="5798811" y="1430742"/>
                  </a:lnTo>
                  <a:lnTo>
                    <a:pt x="5799471" y="1430742"/>
                  </a:lnTo>
                  <a:lnTo>
                    <a:pt x="5800132" y="1430742"/>
                  </a:lnTo>
                  <a:lnTo>
                    <a:pt x="5800792" y="1430742"/>
                  </a:lnTo>
                  <a:lnTo>
                    <a:pt x="5801453" y="1430742"/>
                  </a:lnTo>
                  <a:lnTo>
                    <a:pt x="5802114" y="1430742"/>
                  </a:lnTo>
                  <a:lnTo>
                    <a:pt x="5802774" y="1430742"/>
                  </a:lnTo>
                  <a:lnTo>
                    <a:pt x="5803435" y="1430742"/>
                  </a:lnTo>
                  <a:lnTo>
                    <a:pt x="5804095" y="1430742"/>
                  </a:lnTo>
                  <a:lnTo>
                    <a:pt x="5804756" y="1430742"/>
                  </a:lnTo>
                  <a:lnTo>
                    <a:pt x="5805416" y="1430742"/>
                  </a:lnTo>
                  <a:lnTo>
                    <a:pt x="5806077" y="1430742"/>
                  </a:lnTo>
                  <a:lnTo>
                    <a:pt x="5806737" y="1430742"/>
                  </a:lnTo>
                  <a:lnTo>
                    <a:pt x="5807398" y="1430742"/>
                  </a:lnTo>
                  <a:lnTo>
                    <a:pt x="5808058" y="1430742"/>
                  </a:lnTo>
                  <a:lnTo>
                    <a:pt x="5808719" y="1430742"/>
                  </a:lnTo>
                  <a:lnTo>
                    <a:pt x="5809379" y="1430742"/>
                  </a:lnTo>
                  <a:lnTo>
                    <a:pt x="5810040" y="1430742"/>
                  </a:lnTo>
                  <a:lnTo>
                    <a:pt x="5810700" y="1430742"/>
                  </a:lnTo>
                  <a:lnTo>
                    <a:pt x="5811361" y="1430742"/>
                  </a:lnTo>
                  <a:lnTo>
                    <a:pt x="5812022" y="1430742"/>
                  </a:lnTo>
                  <a:lnTo>
                    <a:pt x="5812682" y="1430742"/>
                  </a:lnTo>
                  <a:lnTo>
                    <a:pt x="5813343" y="1430742"/>
                  </a:lnTo>
                  <a:lnTo>
                    <a:pt x="5814003" y="1430742"/>
                  </a:lnTo>
                  <a:lnTo>
                    <a:pt x="5814664" y="1430742"/>
                  </a:lnTo>
                  <a:lnTo>
                    <a:pt x="5815324" y="1430742"/>
                  </a:lnTo>
                  <a:lnTo>
                    <a:pt x="5815985" y="1430742"/>
                  </a:lnTo>
                  <a:lnTo>
                    <a:pt x="5816645" y="1430742"/>
                  </a:lnTo>
                  <a:lnTo>
                    <a:pt x="5817306" y="1430742"/>
                  </a:lnTo>
                  <a:lnTo>
                    <a:pt x="5817966" y="1430742"/>
                  </a:lnTo>
                  <a:lnTo>
                    <a:pt x="5818627" y="1406010"/>
                  </a:lnTo>
                  <a:lnTo>
                    <a:pt x="5819287" y="1383432"/>
                  </a:lnTo>
                  <a:lnTo>
                    <a:pt x="5819948" y="1356741"/>
                  </a:lnTo>
                  <a:lnTo>
                    <a:pt x="5820608" y="1337930"/>
                  </a:lnTo>
                  <a:lnTo>
                    <a:pt x="5821269" y="1337930"/>
                  </a:lnTo>
                  <a:lnTo>
                    <a:pt x="5821929" y="1356741"/>
                  </a:lnTo>
                  <a:lnTo>
                    <a:pt x="5822590" y="1377024"/>
                  </a:lnTo>
                  <a:lnTo>
                    <a:pt x="5823251" y="1406010"/>
                  </a:lnTo>
                  <a:lnTo>
                    <a:pt x="5823911" y="1430742"/>
                  </a:lnTo>
                  <a:lnTo>
                    <a:pt x="5824572" y="1430742"/>
                  </a:lnTo>
                  <a:lnTo>
                    <a:pt x="5825232" y="1430742"/>
                  </a:lnTo>
                  <a:lnTo>
                    <a:pt x="5825893" y="1430742"/>
                  </a:lnTo>
                  <a:lnTo>
                    <a:pt x="5826553" y="1430742"/>
                  </a:lnTo>
                  <a:lnTo>
                    <a:pt x="5827214" y="1430742"/>
                  </a:lnTo>
                  <a:lnTo>
                    <a:pt x="5827874" y="1430742"/>
                  </a:lnTo>
                  <a:lnTo>
                    <a:pt x="5828535" y="1414401"/>
                  </a:lnTo>
                  <a:lnTo>
                    <a:pt x="5829195" y="1369744"/>
                  </a:lnTo>
                  <a:lnTo>
                    <a:pt x="5829856" y="1331655"/>
                  </a:lnTo>
                  <a:lnTo>
                    <a:pt x="5830516" y="1314521"/>
                  </a:lnTo>
                  <a:lnTo>
                    <a:pt x="5831177" y="1314521"/>
                  </a:lnTo>
                  <a:lnTo>
                    <a:pt x="5831837" y="1325528"/>
                  </a:lnTo>
                  <a:lnTo>
                    <a:pt x="5832498" y="1362662"/>
                  </a:lnTo>
                  <a:lnTo>
                    <a:pt x="5833159" y="1406010"/>
                  </a:lnTo>
                  <a:lnTo>
                    <a:pt x="5833819" y="1430742"/>
                  </a:lnTo>
                  <a:lnTo>
                    <a:pt x="5834480" y="1430742"/>
                  </a:lnTo>
                  <a:lnTo>
                    <a:pt x="5835140" y="1430742"/>
                  </a:lnTo>
                  <a:lnTo>
                    <a:pt x="5835801" y="1430742"/>
                  </a:lnTo>
                  <a:lnTo>
                    <a:pt x="5836461" y="1430742"/>
                  </a:lnTo>
                  <a:lnTo>
                    <a:pt x="5837122" y="1430742"/>
                  </a:lnTo>
                  <a:lnTo>
                    <a:pt x="5837782" y="1430742"/>
                  </a:lnTo>
                  <a:lnTo>
                    <a:pt x="5838443" y="1430742"/>
                  </a:lnTo>
                  <a:lnTo>
                    <a:pt x="5839103" y="1430742"/>
                  </a:lnTo>
                  <a:lnTo>
                    <a:pt x="5839764" y="1430742"/>
                  </a:lnTo>
                  <a:lnTo>
                    <a:pt x="5840424" y="1430742"/>
                  </a:lnTo>
                  <a:lnTo>
                    <a:pt x="5841085" y="1430742"/>
                  </a:lnTo>
                  <a:lnTo>
                    <a:pt x="5841745" y="1430742"/>
                  </a:lnTo>
                  <a:lnTo>
                    <a:pt x="5842406" y="1430742"/>
                  </a:lnTo>
                  <a:lnTo>
                    <a:pt x="5843067" y="1430742"/>
                  </a:lnTo>
                  <a:lnTo>
                    <a:pt x="5843727" y="1430742"/>
                  </a:lnTo>
                  <a:lnTo>
                    <a:pt x="5844388" y="1430742"/>
                  </a:lnTo>
                  <a:lnTo>
                    <a:pt x="5845048" y="1430742"/>
                  </a:lnTo>
                  <a:lnTo>
                    <a:pt x="5845709" y="1430742"/>
                  </a:lnTo>
                  <a:lnTo>
                    <a:pt x="5846369" y="1430742"/>
                  </a:lnTo>
                  <a:lnTo>
                    <a:pt x="5847030" y="1430742"/>
                  </a:lnTo>
                  <a:lnTo>
                    <a:pt x="5847690" y="1430742"/>
                  </a:lnTo>
                  <a:lnTo>
                    <a:pt x="5848351" y="1430742"/>
                  </a:lnTo>
                  <a:lnTo>
                    <a:pt x="5849011" y="1430742"/>
                  </a:lnTo>
                  <a:lnTo>
                    <a:pt x="5849672" y="1406010"/>
                  </a:lnTo>
                  <a:lnTo>
                    <a:pt x="5850332" y="1362662"/>
                  </a:lnTo>
                  <a:lnTo>
                    <a:pt x="5850993" y="1343431"/>
                  </a:lnTo>
                  <a:lnTo>
                    <a:pt x="5851653" y="1343431"/>
                  </a:lnTo>
                  <a:lnTo>
                    <a:pt x="5852314" y="1343431"/>
                  </a:lnTo>
                  <a:lnTo>
                    <a:pt x="5852974" y="1362662"/>
                  </a:lnTo>
                  <a:lnTo>
                    <a:pt x="5853635" y="1406010"/>
                  </a:lnTo>
                  <a:lnTo>
                    <a:pt x="5854296" y="1430742"/>
                  </a:lnTo>
                  <a:lnTo>
                    <a:pt x="5854956" y="1430742"/>
                  </a:lnTo>
                  <a:lnTo>
                    <a:pt x="5855617" y="1430742"/>
                  </a:lnTo>
                  <a:lnTo>
                    <a:pt x="5856277" y="1430742"/>
                  </a:lnTo>
                  <a:lnTo>
                    <a:pt x="5856938" y="1430742"/>
                  </a:lnTo>
                  <a:lnTo>
                    <a:pt x="5857598" y="1430742"/>
                  </a:lnTo>
                  <a:lnTo>
                    <a:pt x="5858259" y="1430742"/>
                  </a:lnTo>
                  <a:lnTo>
                    <a:pt x="5858919" y="1430742"/>
                  </a:lnTo>
                  <a:lnTo>
                    <a:pt x="5859580" y="1430742"/>
                  </a:lnTo>
                  <a:lnTo>
                    <a:pt x="5860240" y="1430742"/>
                  </a:lnTo>
                  <a:lnTo>
                    <a:pt x="5860901" y="1430742"/>
                  </a:lnTo>
                  <a:lnTo>
                    <a:pt x="5861561" y="1406010"/>
                  </a:lnTo>
                  <a:lnTo>
                    <a:pt x="5862222" y="1343431"/>
                  </a:lnTo>
                  <a:lnTo>
                    <a:pt x="5862882" y="1308781"/>
                  </a:lnTo>
                  <a:lnTo>
                    <a:pt x="5863543" y="1271811"/>
                  </a:lnTo>
                  <a:lnTo>
                    <a:pt x="5864204" y="1258114"/>
                  </a:lnTo>
                  <a:lnTo>
                    <a:pt x="5864864" y="1258114"/>
                  </a:lnTo>
                  <a:lnTo>
                    <a:pt x="5865525" y="1301584"/>
                  </a:lnTo>
                  <a:lnTo>
                    <a:pt x="5866185" y="1335222"/>
                  </a:lnTo>
                  <a:lnTo>
                    <a:pt x="5866846" y="1383432"/>
                  </a:lnTo>
                  <a:lnTo>
                    <a:pt x="5867506" y="1406010"/>
                  </a:lnTo>
                  <a:lnTo>
                    <a:pt x="5868167" y="1430742"/>
                  </a:lnTo>
                  <a:lnTo>
                    <a:pt x="5868827" y="1430742"/>
                  </a:lnTo>
                  <a:lnTo>
                    <a:pt x="5869488" y="1430742"/>
                  </a:lnTo>
                  <a:lnTo>
                    <a:pt x="5870148" y="1430742"/>
                  </a:lnTo>
                  <a:lnTo>
                    <a:pt x="5870809" y="1430742"/>
                  </a:lnTo>
                  <a:lnTo>
                    <a:pt x="5871469" y="1430742"/>
                  </a:lnTo>
                  <a:lnTo>
                    <a:pt x="5872130" y="1430742"/>
                  </a:lnTo>
                  <a:lnTo>
                    <a:pt x="5872790" y="1430742"/>
                  </a:lnTo>
                  <a:lnTo>
                    <a:pt x="5873451" y="1430742"/>
                  </a:lnTo>
                  <a:lnTo>
                    <a:pt x="5874112" y="1430742"/>
                  </a:lnTo>
                  <a:lnTo>
                    <a:pt x="5874772" y="1430742"/>
                  </a:lnTo>
                  <a:lnTo>
                    <a:pt x="5875433" y="1430742"/>
                  </a:lnTo>
                  <a:lnTo>
                    <a:pt x="5876093" y="1430742"/>
                  </a:lnTo>
                  <a:lnTo>
                    <a:pt x="5876754" y="1430742"/>
                  </a:lnTo>
                  <a:lnTo>
                    <a:pt x="5877414" y="1430742"/>
                  </a:lnTo>
                  <a:lnTo>
                    <a:pt x="5878075" y="1430742"/>
                  </a:lnTo>
                  <a:lnTo>
                    <a:pt x="5878735" y="1430742"/>
                  </a:lnTo>
                  <a:lnTo>
                    <a:pt x="5879396" y="1430742"/>
                  </a:lnTo>
                  <a:lnTo>
                    <a:pt x="5880056" y="1430742"/>
                  </a:lnTo>
                  <a:lnTo>
                    <a:pt x="5880717" y="1430742"/>
                  </a:lnTo>
                  <a:lnTo>
                    <a:pt x="5881377" y="1430742"/>
                  </a:lnTo>
                  <a:lnTo>
                    <a:pt x="5882038" y="1430742"/>
                  </a:lnTo>
                  <a:lnTo>
                    <a:pt x="5882698" y="1430742"/>
                  </a:lnTo>
                  <a:lnTo>
                    <a:pt x="5883359" y="1430742"/>
                  </a:lnTo>
                  <a:lnTo>
                    <a:pt x="5884020" y="1430742"/>
                  </a:lnTo>
                  <a:lnTo>
                    <a:pt x="5884680" y="1430742"/>
                  </a:lnTo>
                  <a:lnTo>
                    <a:pt x="5885341" y="1430742"/>
                  </a:lnTo>
                  <a:lnTo>
                    <a:pt x="5886001" y="1406010"/>
                  </a:lnTo>
                  <a:lnTo>
                    <a:pt x="5886662" y="1383432"/>
                  </a:lnTo>
                  <a:lnTo>
                    <a:pt x="5887322" y="1343431"/>
                  </a:lnTo>
                  <a:lnTo>
                    <a:pt x="5887983" y="1325528"/>
                  </a:lnTo>
                  <a:lnTo>
                    <a:pt x="5888643" y="1308781"/>
                  </a:lnTo>
                  <a:lnTo>
                    <a:pt x="5889304" y="1308781"/>
                  </a:lnTo>
                  <a:lnTo>
                    <a:pt x="5889964" y="1306360"/>
                  </a:lnTo>
                  <a:lnTo>
                    <a:pt x="5890625" y="1276065"/>
                  </a:lnTo>
                  <a:lnTo>
                    <a:pt x="5891285" y="1224383"/>
                  </a:lnTo>
                  <a:lnTo>
                    <a:pt x="5891946" y="1181305"/>
                  </a:lnTo>
                  <a:lnTo>
                    <a:pt x="5892606" y="1162181"/>
                  </a:lnTo>
                  <a:lnTo>
                    <a:pt x="5893267" y="1163567"/>
                  </a:lnTo>
                  <a:lnTo>
                    <a:pt x="5893927" y="1203568"/>
                  </a:lnTo>
                  <a:lnTo>
                    <a:pt x="5894588" y="1264188"/>
                  </a:lnTo>
                  <a:lnTo>
                    <a:pt x="5895249" y="1343431"/>
                  </a:lnTo>
                  <a:lnTo>
                    <a:pt x="5895909" y="1406010"/>
                  </a:lnTo>
                  <a:lnTo>
                    <a:pt x="5896570" y="1430742"/>
                  </a:lnTo>
                  <a:lnTo>
                    <a:pt x="5897230" y="1430742"/>
                  </a:lnTo>
                  <a:lnTo>
                    <a:pt x="5897891" y="1430742"/>
                  </a:lnTo>
                  <a:lnTo>
                    <a:pt x="5898551" y="1430742"/>
                  </a:lnTo>
                  <a:lnTo>
                    <a:pt x="5899212" y="1358700"/>
                  </a:lnTo>
                  <a:lnTo>
                    <a:pt x="5899872" y="1261471"/>
                  </a:lnTo>
                  <a:lnTo>
                    <a:pt x="5900533" y="1201414"/>
                  </a:lnTo>
                  <a:lnTo>
                    <a:pt x="5901193" y="1187836"/>
                  </a:lnTo>
                  <a:lnTo>
                    <a:pt x="5901854" y="1187836"/>
                  </a:lnTo>
                  <a:lnTo>
                    <a:pt x="5902514" y="1222632"/>
                  </a:lnTo>
                  <a:lnTo>
                    <a:pt x="5903175" y="1303961"/>
                  </a:lnTo>
                  <a:lnTo>
                    <a:pt x="5903835" y="1399028"/>
                  </a:lnTo>
                  <a:lnTo>
                    <a:pt x="5904496" y="1406010"/>
                  </a:lnTo>
                  <a:lnTo>
                    <a:pt x="5905157" y="1383432"/>
                  </a:lnTo>
                  <a:lnTo>
                    <a:pt x="5905817" y="1362662"/>
                  </a:lnTo>
                  <a:lnTo>
                    <a:pt x="5906478" y="1343431"/>
                  </a:lnTo>
                  <a:lnTo>
                    <a:pt x="5907138" y="1343431"/>
                  </a:lnTo>
                  <a:lnTo>
                    <a:pt x="5907799" y="1362662"/>
                  </a:lnTo>
                  <a:lnTo>
                    <a:pt x="5908459" y="1383432"/>
                  </a:lnTo>
                  <a:lnTo>
                    <a:pt x="5909120" y="1406010"/>
                  </a:lnTo>
                  <a:lnTo>
                    <a:pt x="5909780" y="1430742"/>
                  </a:lnTo>
                  <a:lnTo>
                    <a:pt x="5910441" y="1430742"/>
                  </a:lnTo>
                  <a:lnTo>
                    <a:pt x="5911101" y="1430742"/>
                  </a:lnTo>
                  <a:lnTo>
                    <a:pt x="5911762" y="1430742"/>
                  </a:lnTo>
                  <a:lnTo>
                    <a:pt x="5912422" y="1430742"/>
                  </a:lnTo>
                  <a:lnTo>
                    <a:pt x="5913083" y="1430742"/>
                  </a:lnTo>
                  <a:lnTo>
                    <a:pt x="5913743" y="1430742"/>
                  </a:lnTo>
                  <a:lnTo>
                    <a:pt x="5914404" y="1430742"/>
                  </a:lnTo>
                  <a:lnTo>
                    <a:pt x="5915065" y="1406010"/>
                  </a:lnTo>
                  <a:lnTo>
                    <a:pt x="5915725" y="1362662"/>
                  </a:lnTo>
                  <a:lnTo>
                    <a:pt x="5916386" y="1325528"/>
                  </a:lnTo>
                  <a:lnTo>
                    <a:pt x="5917046" y="1325528"/>
                  </a:lnTo>
                  <a:lnTo>
                    <a:pt x="5917707" y="1325528"/>
                  </a:lnTo>
                  <a:lnTo>
                    <a:pt x="5918367" y="1343431"/>
                  </a:lnTo>
                  <a:lnTo>
                    <a:pt x="5919028" y="1383432"/>
                  </a:lnTo>
                  <a:lnTo>
                    <a:pt x="5919688" y="1430742"/>
                  </a:lnTo>
                  <a:lnTo>
                    <a:pt x="5920349" y="1430742"/>
                  </a:lnTo>
                  <a:lnTo>
                    <a:pt x="5921009" y="1430742"/>
                  </a:lnTo>
                  <a:lnTo>
                    <a:pt x="5921670" y="1430742"/>
                  </a:lnTo>
                  <a:lnTo>
                    <a:pt x="5922330" y="1430742"/>
                  </a:lnTo>
                  <a:lnTo>
                    <a:pt x="5922991" y="1430742"/>
                  </a:lnTo>
                  <a:lnTo>
                    <a:pt x="5923651" y="1430742"/>
                  </a:lnTo>
                  <a:lnTo>
                    <a:pt x="5924312" y="1406010"/>
                  </a:lnTo>
                  <a:lnTo>
                    <a:pt x="5924972" y="1362662"/>
                  </a:lnTo>
                  <a:lnTo>
                    <a:pt x="5925633" y="1343431"/>
                  </a:lnTo>
                  <a:lnTo>
                    <a:pt x="5926294" y="1343431"/>
                  </a:lnTo>
                  <a:lnTo>
                    <a:pt x="5926954" y="1343431"/>
                  </a:lnTo>
                  <a:lnTo>
                    <a:pt x="5927615" y="1362662"/>
                  </a:lnTo>
                  <a:lnTo>
                    <a:pt x="5928275" y="1406010"/>
                  </a:lnTo>
                  <a:lnTo>
                    <a:pt x="5928936" y="1430742"/>
                  </a:lnTo>
                  <a:lnTo>
                    <a:pt x="5929596" y="1430742"/>
                  </a:lnTo>
                  <a:lnTo>
                    <a:pt x="5930257" y="1430742"/>
                  </a:lnTo>
                  <a:lnTo>
                    <a:pt x="5930917" y="1430742"/>
                  </a:lnTo>
                  <a:lnTo>
                    <a:pt x="5931578" y="1430742"/>
                  </a:lnTo>
                  <a:lnTo>
                    <a:pt x="5932238" y="1362662"/>
                  </a:lnTo>
                  <a:lnTo>
                    <a:pt x="5932899" y="1293050"/>
                  </a:lnTo>
                  <a:lnTo>
                    <a:pt x="5933559" y="1191422"/>
                  </a:lnTo>
                  <a:lnTo>
                    <a:pt x="5934220" y="1110528"/>
                  </a:lnTo>
                  <a:lnTo>
                    <a:pt x="5934880" y="1068753"/>
                  </a:lnTo>
                  <a:lnTo>
                    <a:pt x="5935541" y="1062401"/>
                  </a:lnTo>
                  <a:lnTo>
                    <a:pt x="5936202" y="1075265"/>
                  </a:lnTo>
                  <a:lnTo>
                    <a:pt x="5936862" y="1122115"/>
                  </a:lnTo>
                  <a:lnTo>
                    <a:pt x="5937523" y="1186314"/>
                  </a:lnTo>
                  <a:lnTo>
                    <a:pt x="5938183" y="1230308"/>
                  </a:lnTo>
                  <a:lnTo>
                    <a:pt x="5938844" y="1269013"/>
                  </a:lnTo>
                  <a:lnTo>
                    <a:pt x="5939504" y="1298448"/>
                  </a:lnTo>
                  <a:lnTo>
                    <a:pt x="5940165" y="1325528"/>
                  </a:lnTo>
                  <a:lnTo>
                    <a:pt x="5940825" y="1362662"/>
                  </a:lnTo>
                  <a:lnTo>
                    <a:pt x="5941486" y="1406010"/>
                  </a:lnTo>
                  <a:lnTo>
                    <a:pt x="5942146" y="1430742"/>
                  </a:lnTo>
                  <a:lnTo>
                    <a:pt x="5942807" y="1430742"/>
                  </a:lnTo>
                  <a:lnTo>
                    <a:pt x="5943467" y="1430742"/>
                  </a:lnTo>
                  <a:lnTo>
                    <a:pt x="5944128" y="1430742"/>
                  </a:lnTo>
                  <a:lnTo>
                    <a:pt x="5944788" y="1430742"/>
                  </a:lnTo>
                  <a:lnTo>
                    <a:pt x="5945449" y="1430742"/>
                  </a:lnTo>
                  <a:lnTo>
                    <a:pt x="5946110" y="1430742"/>
                  </a:lnTo>
                  <a:lnTo>
                    <a:pt x="5946770" y="1430742"/>
                  </a:lnTo>
                  <a:lnTo>
                    <a:pt x="5947431" y="1430742"/>
                  </a:lnTo>
                  <a:lnTo>
                    <a:pt x="5948091" y="1430742"/>
                  </a:lnTo>
                  <a:lnTo>
                    <a:pt x="5948752" y="1430742"/>
                  </a:lnTo>
                  <a:lnTo>
                    <a:pt x="5949412" y="1430742"/>
                  </a:lnTo>
                  <a:lnTo>
                    <a:pt x="5950073" y="1430742"/>
                  </a:lnTo>
                  <a:lnTo>
                    <a:pt x="5950733" y="1430742"/>
                  </a:lnTo>
                  <a:lnTo>
                    <a:pt x="5951394" y="1430742"/>
                  </a:lnTo>
                  <a:lnTo>
                    <a:pt x="5952054" y="1430742"/>
                  </a:lnTo>
                  <a:lnTo>
                    <a:pt x="5952715" y="1430742"/>
                  </a:lnTo>
                  <a:lnTo>
                    <a:pt x="5953375" y="1430742"/>
                  </a:lnTo>
                  <a:lnTo>
                    <a:pt x="5954036" y="1430742"/>
                  </a:lnTo>
                  <a:lnTo>
                    <a:pt x="5954696" y="1430742"/>
                  </a:lnTo>
                  <a:lnTo>
                    <a:pt x="5955357" y="1430742"/>
                  </a:lnTo>
                  <a:lnTo>
                    <a:pt x="5956018" y="1430742"/>
                  </a:lnTo>
                  <a:lnTo>
                    <a:pt x="5956678" y="1430742"/>
                  </a:lnTo>
                  <a:lnTo>
                    <a:pt x="5957339" y="1430742"/>
                  </a:lnTo>
                  <a:lnTo>
                    <a:pt x="5957999" y="1430742"/>
                  </a:lnTo>
                  <a:lnTo>
                    <a:pt x="5958660" y="1430742"/>
                  </a:lnTo>
                  <a:lnTo>
                    <a:pt x="5959320" y="1430742"/>
                  </a:lnTo>
                  <a:lnTo>
                    <a:pt x="5959981" y="1430742"/>
                  </a:lnTo>
                  <a:lnTo>
                    <a:pt x="5960641" y="1430742"/>
                  </a:lnTo>
                  <a:lnTo>
                    <a:pt x="5961302" y="1430742"/>
                  </a:lnTo>
                  <a:lnTo>
                    <a:pt x="5961962" y="1430742"/>
                  </a:lnTo>
                  <a:lnTo>
                    <a:pt x="5962623" y="1430742"/>
                  </a:lnTo>
                  <a:lnTo>
                    <a:pt x="5963283" y="1430742"/>
                  </a:lnTo>
                  <a:lnTo>
                    <a:pt x="5963944" y="1430742"/>
                  </a:lnTo>
                  <a:lnTo>
                    <a:pt x="5964604" y="1430742"/>
                  </a:lnTo>
                  <a:lnTo>
                    <a:pt x="5965265" y="1430742"/>
                  </a:lnTo>
                  <a:lnTo>
                    <a:pt x="5965925" y="1430742"/>
                  </a:lnTo>
                  <a:lnTo>
                    <a:pt x="5966586" y="1430742"/>
                  </a:lnTo>
                  <a:lnTo>
                    <a:pt x="5967247" y="1430742"/>
                  </a:lnTo>
                  <a:lnTo>
                    <a:pt x="5967907" y="1430742"/>
                  </a:lnTo>
                  <a:lnTo>
                    <a:pt x="5968568" y="1430742"/>
                  </a:lnTo>
                  <a:lnTo>
                    <a:pt x="5969228" y="1430742"/>
                  </a:lnTo>
                  <a:lnTo>
                    <a:pt x="5969889" y="1430742"/>
                  </a:lnTo>
                  <a:lnTo>
                    <a:pt x="5970549" y="1430742"/>
                  </a:lnTo>
                  <a:lnTo>
                    <a:pt x="5971210" y="1430742"/>
                  </a:lnTo>
                  <a:lnTo>
                    <a:pt x="5971870" y="1430742"/>
                  </a:lnTo>
                  <a:lnTo>
                    <a:pt x="5972531" y="1421815"/>
                  </a:lnTo>
                  <a:lnTo>
                    <a:pt x="5973191" y="1375972"/>
                  </a:lnTo>
                  <a:lnTo>
                    <a:pt x="5973852" y="1337024"/>
                  </a:lnTo>
                  <a:lnTo>
                    <a:pt x="5974512" y="1319543"/>
                  </a:lnTo>
                  <a:lnTo>
                    <a:pt x="5975173" y="1303166"/>
                  </a:lnTo>
                  <a:lnTo>
                    <a:pt x="5975833" y="1264188"/>
                  </a:lnTo>
                  <a:lnTo>
                    <a:pt x="5976494" y="1250878"/>
                  </a:lnTo>
                  <a:lnTo>
                    <a:pt x="5977155" y="1264188"/>
                  </a:lnTo>
                  <a:lnTo>
                    <a:pt x="5977815" y="1278218"/>
                  </a:lnTo>
                  <a:lnTo>
                    <a:pt x="5978476" y="1293050"/>
                  </a:lnTo>
                  <a:lnTo>
                    <a:pt x="5979136" y="1343431"/>
                  </a:lnTo>
                  <a:lnTo>
                    <a:pt x="5979797" y="1406010"/>
                  </a:lnTo>
                  <a:lnTo>
                    <a:pt x="5980457" y="1430742"/>
                  </a:lnTo>
                  <a:lnTo>
                    <a:pt x="5981118" y="1430742"/>
                  </a:lnTo>
                  <a:lnTo>
                    <a:pt x="5981778" y="1430742"/>
                  </a:lnTo>
                  <a:lnTo>
                    <a:pt x="5982439" y="1430742"/>
                  </a:lnTo>
                  <a:lnTo>
                    <a:pt x="5983099" y="1430742"/>
                  </a:lnTo>
                  <a:lnTo>
                    <a:pt x="5983760" y="1430742"/>
                  </a:lnTo>
                  <a:lnTo>
                    <a:pt x="5984420" y="1430742"/>
                  </a:lnTo>
                  <a:lnTo>
                    <a:pt x="5985081" y="1430742"/>
                  </a:lnTo>
                  <a:lnTo>
                    <a:pt x="5985741" y="1430742"/>
                  </a:lnTo>
                  <a:lnTo>
                    <a:pt x="5986402" y="1430742"/>
                  </a:lnTo>
                  <a:lnTo>
                    <a:pt x="5987063" y="1430742"/>
                  </a:lnTo>
                  <a:lnTo>
                    <a:pt x="5987723" y="1430742"/>
                  </a:lnTo>
                  <a:lnTo>
                    <a:pt x="5988384" y="1430742"/>
                  </a:lnTo>
                  <a:lnTo>
                    <a:pt x="5989044" y="1430742"/>
                  </a:lnTo>
                  <a:lnTo>
                    <a:pt x="5989705" y="1430742"/>
                  </a:lnTo>
                  <a:lnTo>
                    <a:pt x="5990365" y="1430742"/>
                  </a:lnTo>
                  <a:lnTo>
                    <a:pt x="5991026" y="1430742"/>
                  </a:lnTo>
                  <a:lnTo>
                    <a:pt x="5991686" y="1430742"/>
                  </a:lnTo>
                  <a:lnTo>
                    <a:pt x="5992347" y="1430742"/>
                  </a:lnTo>
                  <a:lnTo>
                    <a:pt x="5993007" y="1430742"/>
                  </a:lnTo>
                  <a:lnTo>
                    <a:pt x="5993668" y="1430742"/>
                  </a:lnTo>
                  <a:lnTo>
                    <a:pt x="5994328" y="1430742"/>
                  </a:lnTo>
                  <a:lnTo>
                    <a:pt x="5994989" y="1430742"/>
                  </a:lnTo>
                  <a:lnTo>
                    <a:pt x="5995649" y="1406010"/>
                  </a:lnTo>
                  <a:lnTo>
                    <a:pt x="5996310" y="1362662"/>
                  </a:lnTo>
                  <a:lnTo>
                    <a:pt x="5996970" y="1343431"/>
                  </a:lnTo>
                  <a:lnTo>
                    <a:pt x="5997631" y="1325528"/>
                  </a:lnTo>
                  <a:lnTo>
                    <a:pt x="5998292" y="1325528"/>
                  </a:lnTo>
                  <a:lnTo>
                    <a:pt x="5998952" y="1325528"/>
                  </a:lnTo>
                  <a:lnTo>
                    <a:pt x="5999613" y="1325528"/>
                  </a:lnTo>
                  <a:lnTo>
                    <a:pt x="6000273" y="1323804"/>
                  </a:lnTo>
                  <a:lnTo>
                    <a:pt x="6000934" y="1323804"/>
                  </a:lnTo>
                  <a:lnTo>
                    <a:pt x="6001594" y="1307165"/>
                  </a:lnTo>
                  <a:lnTo>
                    <a:pt x="6002255" y="1323804"/>
                  </a:lnTo>
                  <a:lnTo>
                    <a:pt x="6002915" y="1360673"/>
                  </a:lnTo>
                  <a:lnTo>
                    <a:pt x="6003576" y="1383432"/>
                  </a:lnTo>
                  <a:lnTo>
                    <a:pt x="6004236" y="1406010"/>
                  </a:lnTo>
                  <a:lnTo>
                    <a:pt x="6004897" y="1430742"/>
                  </a:lnTo>
                  <a:lnTo>
                    <a:pt x="6005557" y="1430742"/>
                  </a:lnTo>
                  <a:lnTo>
                    <a:pt x="6006218" y="1430742"/>
                  </a:lnTo>
                  <a:lnTo>
                    <a:pt x="6006878" y="1430742"/>
                  </a:lnTo>
                  <a:lnTo>
                    <a:pt x="6007539" y="1430742"/>
                  </a:lnTo>
                  <a:lnTo>
                    <a:pt x="6008200" y="1430742"/>
                  </a:lnTo>
                  <a:lnTo>
                    <a:pt x="6008860" y="1406010"/>
                  </a:lnTo>
                  <a:lnTo>
                    <a:pt x="6009521" y="1383432"/>
                  </a:lnTo>
                  <a:lnTo>
                    <a:pt x="6010181" y="1362662"/>
                  </a:lnTo>
                  <a:lnTo>
                    <a:pt x="6010842" y="1343431"/>
                  </a:lnTo>
                  <a:lnTo>
                    <a:pt x="6011502" y="1343431"/>
                  </a:lnTo>
                  <a:lnTo>
                    <a:pt x="6012163" y="1362662"/>
                  </a:lnTo>
                  <a:lnTo>
                    <a:pt x="6012823" y="1383432"/>
                  </a:lnTo>
                  <a:lnTo>
                    <a:pt x="6013484" y="1406010"/>
                  </a:lnTo>
                  <a:lnTo>
                    <a:pt x="6014144" y="1383432"/>
                  </a:lnTo>
                  <a:lnTo>
                    <a:pt x="6014805" y="1343431"/>
                  </a:lnTo>
                  <a:lnTo>
                    <a:pt x="6015465" y="1317020"/>
                  </a:lnTo>
                  <a:lnTo>
                    <a:pt x="6016126" y="1317020"/>
                  </a:lnTo>
                  <a:lnTo>
                    <a:pt x="6016786" y="1300797"/>
                  </a:lnTo>
                  <a:lnTo>
                    <a:pt x="6017447" y="1317020"/>
                  </a:lnTo>
                  <a:lnTo>
                    <a:pt x="6018108" y="1334326"/>
                  </a:lnTo>
                  <a:lnTo>
                    <a:pt x="6018768" y="1343431"/>
                  </a:lnTo>
                  <a:lnTo>
                    <a:pt x="6019429" y="1343431"/>
                  </a:lnTo>
                  <a:lnTo>
                    <a:pt x="6020089" y="1362662"/>
                  </a:lnTo>
                  <a:lnTo>
                    <a:pt x="6020750" y="1383432"/>
                  </a:lnTo>
                  <a:lnTo>
                    <a:pt x="6021410" y="1406010"/>
                  </a:lnTo>
                  <a:lnTo>
                    <a:pt x="6022071" y="1430742"/>
                  </a:lnTo>
                  <a:lnTo>
                    <a:pt x="6022731" y="1430742"/>
                  </a:lnTo>
                  <a:lnTo>
                    <a:pt x="6023392" y="1430742"/>
                  </a:lnTo>
                  <a:lnTo>
                    <a:pt x="6024052" y="1430742"/>
                  </a:lnTo>
                  <a:lnTo>
                    <a:pt x="6024713" y="1430742"/>
                  </a:lnTo>
                  <a:lnTo>
                    <a:pt x="6025373" y="1430742"/>
                  </a:lnTo>
                  <a:lnTo>
                    <a:pt x="6026034" y="1430742"/>
                  </a:lnTo>
                  <a:lnTo>
                    <a:pt x="6026694" y="1430742"/>
                  </a:lnTo>
                  <a:lnTo>
                    <a:pt x="6027355" y="1430742"/>
                  </a:lnTo>
                  <a:lnTo>
                    <a:pt x="6028016" y="1430742"/>
                  </a:lnTo>
                  <a:lnTo>
                    <a:pt x="6028676" y="1430742"/>
                  </a:lnTo>
                  <a:lnTo>
                    <a:pt x="6029337" y="1430742"/>
                  </a:lnTo>
                  <a:lnTo>
                    <a:pt x="6029997" y="1430742"/>
                  </a:lnTo>
                  <a:lnTo>
                    <a:pt x="6030658" y="1430742"/>
                  </a:lnTo>
                  <a:lnTo>
                    <a:pt x="6031318" y="1430742"/>
                  </a:lnTo>
                  <a:lnTo>
                    <a:pt x="6031979" y="1430742"/>
                  </a:lnTo>
                  <a:lnTo>
                    <a:pt x="6032639" y="1406010"/>
                  </a:lnTo>
                  <a:lnTo>
                    <a:pt x="6033300" y="1343431"/>
                  </a:lnTo>
                  <a:lnTo>
                    <a:pt x="6033960" y="1278218"/>
                  </a:lnTo>
                  <a:lnTo>
                    <a:pt x="6034621" y="1225557"/>
                  </a:lnTo>
                  <a:lnTo>
                    <a:pt x="6035281" y="1172524"/>
                  </a:lnTo>
                  <a:lnTo>
                    <a:pt x="6035942" y="1134657"/>
                  </a:lnTo>
                  <a:lnTo>
                    <a:pt x="6036602" y="1099437"/>
                  </a:lnTo>
                  <a:lnTo>
                    <a:pt x="6037263" y="1065558"/>
                  </a:lnTo>
                  <a:lnTo>
                    <a:pt x="6037923" y="1003933"/>
                  </a:lnTo>
                  <a:lnTo>
                    <a:pt x="6038584" y="942646"/>
                  </a:lnTo>
                  <a:lnTo>
                    <a:pt x="6039245" y="877410"/>
                  </a:lnTo>
                  <a:lnTo>
                    <a:pt x="6039905" y="852217"/>
                  </a:lnTo>
                  <a:lnTo>
                    <a:pt x="6040566" y="831694"/>
                  </a:lnTo>
                  <a:lnTo>
                    <a:pt x="6041226" y="798678"/>
                  </a:lnTo>
                  <a:lnTo>
                    <a:pt x="6041887" y="759441"/>
                  </a:lnTo>
                  <a:lnTo>
                    <a:pt x="6042547" y="721288"/>
                  </a:lnTo>
                  <a:lnTo>
                    <a:pt x="6043208" y="687440"/>
                  </a:lnTo>
                  <a:lnTo>
                    <a:pt x="6043868" y="664855"/>
                  </a:lnTo>
                  <a:lnTo>
                    <a:pt x="6044529" y="667650"/>
                  </a:lnTo>
                  <a:lnTo>
                    <a:pt x="6045189" y="701655"/>
                  </a:lnTo>
                  <a:lnTo>
                    <a:pt x="6045850" y="771224"/>
                  </a:lnTo>
                  <a:lnTo>
                    <a:pt x="6046510" y="856439"/>
                  </a:lnTo>
                  <a:lnTo>
                    <a:pt x="6047171" y="962150"/>
                  </a:lnTo>
                  <a:lnTo>
                    <a:pt x="6047831" y="1096558"/>
                  </a:lnTo>
                  <a:lnTo>
                    <a:pt x="6048492" y="1203028"/>
                  </a:lnTo>
                  <a:lnTo>
                    <a:pt x="6049153" y="1237600"/>
                  </a:lnTo>
                  <a:lnTo>
                    <a:pt x="6049813" y="1250878"/>
                  </a:lnTo>
                  <a:lnTo>
                    <a:pt x="6050474" y="1264188"/>
                  </a:lnTo>
                  <a:lnTo>
                    <a:pt x="6051134" y="1264188"/>
                  </a:lnTo>
                  <a:lnTo>
                    <a:pt x="6051795" y="1278218"/>
                  </a:lnTo>
                  <a:lnTo>
                    <a:pt x="6052455" y="1325528"/>
                  </a:lnTo>
                  <a:lnTo>
                    <a:pt x="6053116" y="1343431"/>
                  </a:lnTo>
                  <a:lnTo>
                    <a:pt x="6053776" y="1362662"/>
                  </a:lnTo>
                  <a:lnTo>
                    <a:pt x="6054437" y="1406010"/>
                  </a:lnTo>
                  <a:lnTo>
                    <a:pt x="6055097" y="1430742"/>
                  </a:lnTo>
                  <a:lnTo>
                    <a:pt x="6055758" y="1406010"/>
                  </a:lnTo>
                  <a:lnTo>
                    <a:pt x="6056418" y="1259452"/>
                  </a:lnTo>
                  <a:lnTo>
                    <a:pt x="6057079" y="1160344"/>
                  </a:lnTo>
                  <a:lnTo>
                    <a:pt x="6057739" y="1110528"/>
                  </a:lnTo>
                  <a:lnTo>
                    <a:pt x="6058400" y="1095487"/>
                  </a:lnTo>
                  <a:lnTo>
                    <a:pt x="6059061" y="1088454"/>
                  </a:lnTo>
                  <a:lnTo>
                    <a:pt x="6059721" y="1131771"/>
                  </a:lnTo>
                  <a:lnTo>
                    <a:pt x="6060382" y="1196633"/>
                  </a:lnTo>
                  <a:lnTo>
                    <a:pt x="6061042" y="1255459"/>
                  </a:lnTo>
                  <a:lnTo>
                    <a:pt x="6061703" y="1284049"/>
                  </a:lnTo>
                  <a:lnTo>
                    <a:pt x="6062363" y="1315351"/>
                  </a:lnTo>
                  <a:lnTo>
                    <a:pt x="6063024" y="1362662"/>
                  </a:lnTo>
                  <a:lnTo>
                    <a:pt x="6063684" y="1406010"/>
                  </a:lnTo>
                  <a:lnTo>
                    <a:pt x="6064345" y="1430742"/>
                  </a:lnTo>
                  <a:lnTo>
                    <a:pt x="6065005" y="1430742"/>
                  </a:lnTo>
                  <a:lnTo>
                    <a:pt x="6065666" y="1430742"/>
                  </a:lnTo>
                  <a:lnTo>
                    <a:pt x="6066326" y="1430742"/>
                  </a:lnTo>
                  <a:lnTo>
                    <a:pt x="6066987" y="1430742"/>
                  </a:lnTo>
                  <a:lnTo>
                    <a:pt x="6067647" y="1430742"/>
                  </a:lnTo>
                  <a:lnTo>
                    <a:pt x="6068308" y="1430742"/>
                  </a:lnTo>
                  <a:lnTo>
                    <a:pt x="6068968" y="1430742"/>
                  </a:lnTo>
                  <a:lnTo>
                    <a:pt x="6069629" y="1430742"/>
                  </a:lnTo>
                  <a:lnTo>
                    <a:pt x="6070290" y="1430742"/>
                  </a:lnTo>
                  <a:lnTo>
                    <a:pt x="6070950" y="1430742"/>
                  </a:lnTo>
                  <a:lnTo>
                    <a:pt x="6071611" y="1430742"/>
                  </a:lnTo>
                  <a:lnTo>
                    <a:pt x="6072271" y="1430742"/>
                  </a:lnTo>
                  <a:lnTo>
                    <a:pt x="6072932" y="1430742"/>
                  </a:lnTo>
                  <a:lnTo>
                    <a:pt x="6073592" y="1406010"/>
                  </a:lnTo>
                  <a:lnTo>
                    <a:pt x="6074253" y="1343431"/>
                  </a:lnTo>
                  <a:lnTo>
                    <a:pt x="6074913" y="1278218"/>
                  </a:lnTo>
                  <a:lnTo>
                    <a:pt x="6075574" y="1250878"/>
                  </a:lnTo>
                  <a:lnTo>
                    <a:pt x="6076234" y="1250878"/>
                  </a:lnTo>
                  <a:lnTo>
                    <a:pt x="6076895" y="1264188"/>
                  </a:lnTo>
                  <a:lnTo>
                    <a:pt x="6077555" y="1308781"/>
                  </a:lnTo>
                  <a:lnTo>
                    <a:pt x="6078216" y="1383432"/>
                  </a:lnTo>
                  <a:lnTo>
                    <a:pt x="6078876" y="1430742"/>
                  </a:lnTo>
                  <a:lnTo>
                    <a:pt x="6079537" y="1430742"/>
                  </a:lnTo>
                  <a:lnTo>
                    <a:pt x="6080198" y="1430742"/>
                  </a:lnTo>
                  <a:lnTo>
                    <a:pt x="6080858" y="1430742"/>
                  </a:lnTo>
                  <a:lnTo>
                    <a:pt x="6081519" y="1430742"/>
                  </a:lnTo>
                  <a:lnTo>
                    <a:pt x="6082179" y="1406010"/>
                  </a:lnTo>
                  <a:lnTo>
                    <a:pt x="6082840" y="1362662"/>
                  </a:lnTo>
                  <a:lnTo>
                    <a:pt x="6083500" y="1325528"/>
                  </a:lnTo>
                  <a:lnTo>
                    <a:pt x="6084161" y="1325528"/>
                  </a:lnTo>
                  <a:lnTo>
                    <a:pt x="6084821" y="1325528"/>
                  </a:lnTo>
                  <a:lnTo>
                    <a:pt x="6085482" y="1343431"/>
                  </a:lnTo>
                  <a:lnTo>
                    <a:pt x="6086142" y="1343431"/>
                  </a:lnTo>
                  <a:lnTo>
                    <a:pt x="6086803" y="1343431"/>
                  </a:lnTo>
                  <a:lnTo>
                    <a:pt x="6087463" y="1308781"/>
                  </a:lnTo>
                  <a:lnTo>
                    <a:pt x="6088124" y="1278218"/>
                  </a:lnTo>
                  <a:lnTo>
                    <a:pt x="6088784" y="1250878"/>
                  </a:lnTo>
                  <a:lnTo>
                    <a:pt x="6089445" y="1251528"/>
                  </a:lnTo>
                  <a:lnTo>
                    <a:pt x="6090106" y="1264872"/>
                  </a:lnTo>
                  <a:lnTo>
                    <a:pt x="6090766" y="1278940"/>
                  </a:lnTo>
                  <a:lnTo>
                    <a:pt x="6091427" y="1293814"/>
                  </a:lnTo>
                  <a:lnTo>
                    <a:pt x="6092087" y="1326395"/>
                  </a:lnTo>
                  <a:lnTo>
                    <a:pt x="6092748" y="1362662"/>
                  </a:lnTo>
                  <a:lnTo>
                    <a:pt x="6093408" y="1383432"/>
                  </a:lnTo>
                  <a:lnTo>
                    <a:pt x="6094069" y="1406010"/>
                  </a:lnTo>
                  <a:lnTo>
                    <a:pt x="6094729" y="1430742"/>
                  </a:lnTo>
                  <a:lnTo>
                    <a:pt x="6095390" y="1430742"/>
                  </a:lnTo>
                  <a:lnTo>
                    <a:pt x="6096050" y="1430742"/>
                  </a:lnTo>
                  <a:lnTo>
                    <a:pt x="6096711" y="1430742"/>
                  </a:lnTo>
                  <a:lnTo>
                    <a:pt x="6097371" y="1430742"/>
                  </a:lnTo>
                  <a:lnTo>
                    <a:pt x="6098032" y="1430742"/>
                  </a:lnTo>
                  <a:lnTo>
                    <a:pt x="6098692" y="1406010"/>
                  </a:lnTo>
                  <a:lnTo>
                    <a:pt x="6099353" y="1383432"/>
                  </a:lnTo>
                  <a:lnTo>
                    <a:pt x="6100014" y="1367700"/>
                  </a:lnTo>
                  <a:lnTo>
                    <a:pt x="6100674" y="1348107"/>
                  </a:lnTo>
                  <a:lnTo>
                    <a:pt x="6101335" y="1329890"/>
                  </a:lnTo>
                  <a:lnTo>
                    <a:pt x="6101995" y="1337024"/>
                  </a:lnTo>
                  <a:lnTo>
                    <a:pt x="6102656" y="1355768"/>
                  </a:lnTo>
                  <a:lnTo>
                    <a:pt x="6103316" y="1370771"/>
                  </a:lnTo>
                  <a:lnTo>
                    <a:pt x="6103977" y="1392229"/>
                  </a:lnTo>
                  <a:lnTo>
                    <a:pt x="6104637" y="1415622"/>
                  </a:lnTo>
                  <a:lnTo>
                    <a:pt x="6105298" y="1430742"/>
                  </a:lnTo>
                  <a:lnTo>
                    <a:pt x="6105958" y="1430742"/>
                  </a:lnTo>
                  <a:lnTo>
                    <a:pt x="6106619" y="1430742"/>
                  </a:lnTo>
                  <a:lnTo>
                    <a:pt x="6107279" y="1430742"/>
                  </a:lnTo>
                  <a:lnTo>
                    <a:pt x="6107940" y="1430742"/>
                  </a:lnTo>
                  <a:lnTo>
                    <a:pt x="6108600" y="1430742"/>
                  </a:lnTo>
                  <a:lnTo>
                    <a:pt x="6109261" y="1430742"/>
                  </a:lnTo>
                  <a:lnTo>
                    <a:pt x="6109921" y="1430742"/>
                  </a:lnTo>
                  <a:lnTo>
                    <a:pt x="6110582" y="1430742"/>
                  </a:lnTo>
                  <a:lnTo>
                    <a:pt x="6111243" y="1430742"/>
                  </a:lnTo>
                  <a:lnTo>
                    <a:pt x="6111903" y="1430742"/>
                  </a:lnTo>
                  <a:lnTo>
                    <a:pt x="6112564" y="1406010"/>
                  </a:lnTo>
                  <a:lnTo>
                    <a:pt x="6113224" y="1383432"/>
                  </a:lnTo>
                  <a:lnTo>
                    <a:pt x="6113885" y="1362662"/>
                  </a:lnTo>
                  <a:lnTo>
                    <a:pt x="6114545" y="1343431"/>
                  </a:lnTo>
                  <a:lnTo>
                    <a:pt x="6115206" y="1343431"/>
                  </a:lnTo>
                  <a:lnTo>
                    <a:pt x="6115866" y="1362662"/>
                  </a:lnTo>
                  <a:lnTo>
                    <a:pt x="6116527" y="1383432"/>
                  </a:lnTo>
                  <a:lnTo>
                    <a:pt x="6117187" y="1406010"/>
                  </a:lnTo>
                  <a:lnTo>
                    <a:pt x="6117848" y="1430742"/>
                  </a:lnTo>
                  <a:lnTo>
                    <a:pt x="6118508" y="1430742"/>
                  </a:lnTo>
                  <a:lnTo>
                    <a:pt x="6119169" y="1430742"/>
                  </a:lnTo>
                  <a:lnTo>
                    <a:pt x="6119829" y="1430742"/>
                  </a:lnTo>
                  <a:lnTo>
                    <a:pt x="6120490" y="1430742"/>
                  </a:lnTo>
                  <a:lnTo>
                    <a:pt x="6121151" y="1430742"/>
                  </a:lnTo>
                  <a:lnTo>
                    <a:pt x="6121811" y="1406010"/>
                  </a:lnTo>
                  <a:lnTo>
                    <a:pt x="6122472" y="1343431"/>
                  </a:lnTo>
                  <a:lnTo>
                    <a:pt x="6123132" y="1278218"/>
                  </a:lnTo>
                  <a:lnTo>
                    <a:pt x="6123793" y="1264188"/>
                  </a:lnTo>
                  <a:lnTo>
                    <a:pt x="6124453" y="1264188"/>
                  </a:lnTo>
                  <a:lnTo>
                    <a:pt x="6125114" y="1278218"/>
                  </a:lnTo>
                  <a:lnTo>
                    <a:pt x="6125774" y="1325528"/>
                  </a:lnTo>
                  <a:lnTo>
                    <a:pt x="6126435" y="1406010"/>
                  </a:lnTo>
                  <a:lnTo>
                    <a:pt x="6127095" y="1430742"/>
                  </a:lnTo>
                  <a:lnTo>
                    <a:pt x="6127756" y="1430742"/>
                  </a:lnTo>
                  <a:lnTo>
                    <a:pt x="6128416" y="1430742"/>
                  </a:lnTo>
                  <a:lnTo>
                    <a:pt x="6129077" y="1406010"/>
                  </a:lnTo>
                  <a:lnTo>
                    <a:pt x="6129737" y="1362662"/>
                  </a:lnTo>
                  <a:lnTo>
                    <a:pt x="6130398" y="1325528"/>
                  </a:lnTo>
                  <a:lnTo>
                    <a:pt x="6131059" y="1308781"/>
                  </a:lnTo>
                  <a:lnTo>
                    <a:pt x="6131719" y="1278218"/>
                  </a:lnTo>
                  <a:lnTo>
                    <a:pt x="6132380" y="1278218"/>
                  </a:lnTo>
                  <a:lnTo>
                    <a:pt x="6133040" y="1293050"/>
                  </a:lnTo>
                  <a:lnTo>
                    <a:pt x="6133701" y="1325528"/>
                  </a:lnTo>
                  <a:lnTo>
                    <a:pt x="6134361" y="1343431"/>
                  </a:lnTo>
                  <a:lnTo>
                    <a:pt x="6135022" y="1383432"/>
                  </a:lnTo>
                  <a:lnTo>
                    <a:pt x="6135682" y="1406010"/>
                  </a:lnTo>
                  <a:lnTo>
                    <a:pt x="6136343" y="1430742"/>
                  </a:lnTo>
                  <a:lnTo>
                    <a:pt x="6137003" y="1430742"/>
                  </a:lnTo>
                  <a:lnTo>
                    <a:pt x="6137664" y="1430742"/>
                  </a:lnTo>
                  <a:lnTo>
                    <a:pt x="6138324" y="1430742"/>
                  </a:lnTo>
                  <a:lnTo>
                    <a:pt x="6138985" y="1430742"/>
                  </a:lnTo>
                  <a:lnTo>
                    <a:pt x="6139645" y="1430742"/>
                  </a:lnTo>
                  <a:lnTo>
                    <a:pt x="6140306" y="1430742"/>
                  </a:lnTo>
                  <a:lnTo>
                    <a:pt x="6140966" y="1430742"/>
                  </a:lnTo>
                  <a:lnTo>
                    <a:pt x="6141627" y="1430742"/>
                  </a:lnTo>
                  <a:lnTo>
                    <a:pt x="6142288" y="1430742"/>
                  </a:lnTo>
                  <a:lnTo>
                    <a:pt x="6142948" y="1430742"/>
                  </a:lnTo>
                  <a:lnTo>
                    <a:pt x="6143609" y="1430742"/>
                  </a:lnTo>
                  <a:lnTo>
                    <a:pt x="6144269" y="1430742"/>
                  </a:lnTo>
                  <a:lnTo>
                    <a:pt x="6144930" y="1430742"/>
                  </a:lnTo>
                  <a:lnTo>
                    <a:pt x="6145590" y="1430742"/>
                  </a:lnTo>
                  <a:lnTo>
                    <a:pt x="6146251" y="1430742"/>
                  </a:lnTo>
                  <a:lnTo>
                    <a:pt x="6146911" y="1430742"/>
                  </a:lnTo>
                  <a:lnTo>
                    <a:pt x="6147572" y="1430742"/>
                  </a:lnTo>
                  <a:lnTo>
                    <a:pt x="6148232" y="1430742"/>
                  </a:lnTo>
                  <a:lnTo>
                    <a:pt x="6148893" y="1430742"/>
                  </a:lnTo>
                  <a:lnTo>
                    <a:pt x="6149553" y="1430742"/>
                  </a:lnTo>
                  <a:lnTo>
                    <a:pt x="6150214" y="1430742"/>
                  </a:lnTo>
                  <a:lnTo>
                    <a:pt x="6150874" y="1430742"/>
                  </a:lnTo>
                  <a:lnTo>
                    <a:pt x="6151535" y="1430742"/>
                  </a:lnTo>
                  <a:lnTo>
                    <a:pt x="6152196" y="1430742"/>
                  </a:lnTo>
                  <a:lnTo>
                    <a:pt x="6152856" y="1430742"/>
                  </a:lnTo>
                  <a:lnTo>
                    <a:pt x="6153517" y="1430742"/>
                  </a:lnTo>
                  <a:lnTo>
                    <a:pt x="6154177" y="1430742"/>
                  </a:lnTo>
                  <a:lnTo>
                    <a:pt x="6154838" y="1430742"/>
                  </a:lnTo>
                  <a:lnTo>
                    <a:pt x="6155498" y="1430742"/>
                  </a:lnTo>
                  <a:lnTo>
                    <a:pt x="6156159" y="1430742"/>
                  </a:lnTo>
                  <a:lnTo>
                    <a:pt x="6156819" y="1430742"/>
                  </a:lnTo>
                  <a:lnTo>
                    <a:pt x="6157480" y="1430742"/>
                  </a:lnTo>
                  <a:lnTo>
                    <a:pt x="6158140" y="1430742"/>
                  </a:lnTo>
                  <a:lnTo>
                    <a:pt x="6158801" y="1430742"/>
                  </a:lnTo>
                  <a:lnTo>
                    <a:pt x="6159461" y="1430742"/>
                  </a:lnTo>
                  <a:lnTo>
                    <a:pt x="6160122" y="1430742"/>
                  </a:lnTo>
                  <a:lnTo>
                    <a:pt x="6160782" y="1406010"/>
                  </a:lnTo>
                  <a:lnTo>
                    <a:pt x="6161443" y="1362662"/>
                  </a:lnTo>
                  <a:lnTo>
                    <a:pt x="6162104" y="1343431"/>
                  </a:lnTo>
                  <a:lnTo>
                    <a:pt x="6162764" y="1343431"/>
                  </a:lnTo>
                  <a:lnTo>
                    <a:pt x="6163425" y="1343431"/>
                  </a:lnTo>
                  <a:lnTo>
                    <a:pt x="6164085" y="1362662"/>
                  </a:lnTo>
                  <a:lnTo>
                    <a:pt x="6164746" y="1406010"/>
                  </a:lnTo>
                  <a:lnTo>
                    <a:pt x="6165406" y="1430742"/>
                  </a:lnTo>
                  <a:lnTo>
                    <a:pt x="6166067" y="1430742"/>
                  </a:lnTo>
                  <a:lnTo>
                    <a:pt x="6166727" y="1430742"/>
                  </a:lnTo>
                  <a:lnTo>
                    <a:pt x="6167388" y="1430742"/>
                  </a:lnTo>
                  <a:lnTo>
                    <a:pt x="6168048" y="1430742"/>
                  </a:lnTo>
                  <a:lnTo>
                    <a:pt x="6168709" y="1430742"/>
                  </a:lnTo>
                  <a:lnTo>
                    <a:pt x="6169369" y="1430742"/>
                  </a:lnTo>
                  <a:lnTo>
                    <a:pt x="6170030" y="1430742"/>
                  </a:lnTo>
                  <a:lnTo>
                    <a:pt x="6170690" y="1430742"/>
                  </a:lnTo>
                  <a:lnTo>
                    <a:pt x="6171351" y="1430742"/>
                  </a:lnTo>
                  <a:lnTo>
                    <a:pt x="6172012" y="1430742"/>
                  </a:lnTo>
                  <a:lnTo>
                    <a:pt x="6172672" y="1430742"/>
                  </a:lnTo>
                  <a:lnTo>
                    <a:pt x="6173333" y="1430742"/>
                  </a:lnTo>
                  <a:lnTo>
                    <a:pt x="6173993" y="1430742"/>
                  </a:lnTo>
                  <a:lnTo>
                    <a:pt x="6174654" y="1430742"/>
                  </a:lnTo>
                  <a:lnTo>
                    <a:pt x="6175314" y="1430742"/>
                  </a:lnTo>
                  <a:lnTo>
                    <a:pt x="6175975" y="1430742"/>
                  </a:lnTo>
                  <a:lnTo>
                    <a:pt x="6176635" y="1430742"/>
                  </a:lnTo>
                  <a:lnTo>
                    <a:pt x="6177296" y="1430742"/>
                  </a:lnTo>
                  <a:lnTo>
                    <a:pt x="6177956" y="1430742"/>
                  </a:lnTo>
                  <a:lnTo>
                    <a:pt x="6178617" y="1430742"/>
                  </a:lnTo>
                  <a:lnTo>
                    <a:pt x="6179277" y="1430742"/>
                  </a:lnTo>
                  <a:lnTo>
                    <a:pt x="6179938" y="1430742"/>
                  </a:lnTo>
                  <a:lnTo>
                    <a:pt x="6180598" y="1430742"/>
                  </a:lnTo>
                  <a:lnTo>
                    <a:pt x="6181259" y="1430742"/>
                  </a:lnTo>
                  <a:lnTo>
                    <a:pt x="6181919" y="1430742"/>
                  </a:lnTo>
                  <a:lnTo>
                    <a:pt x="6182580" y="1430742"/>
                  </a:lnTo>
                  <a:lnTo>
                    <a:pt x="6183241" y="1406010"/>
                  </a:lnTo>
                  <a:lnTo>
                    <a:pt x="6183901" y="1362662"/>
                  </a:lnTo>
                  <a:lnTo>
                    <a:pt x="6184562" y="1325528"/>
                  </a:lnTo>
                  <a:lnTo>
                    <a:pt x="6185222" y="1308781"/>
                  </a:lnTo>
                  <a:lnTo>
                    <a:pt x="6185883" y="1308781"/>
                  </a:lnTo>
                  <a:lnTo>
                    <a:pt x="6186543" y="1325528"/>
                  </a:lnTo>
                  <a:lnTo>
                    <a:pt x="6187204" y="1362662"/>
                  </a:lnTo>
                  <a:lnTo>
                    <a:pt x="6187864" y="1406010"/>
                  </a:lnTo>
                  <a:lnTo>
                    <a:pt x="6188525" y="1430742"/>
                  </a:lnTo>
                  <a:lnTo>
                    <a:pt x="6189185" y="1430742"/>
                  </a:lnTo>
                  <a:lnTo>
                    <a:pt x="6189846" y="1430742"/>
                  </a:lnTo>
                  <a:lnTo>
                    <a:pt x="6190506" y="1430742"/>
                  </a:lnTo>
                  <a:lnTo>
                    <a:pt x="6191167" y="1430742"/>
                  </a:lnTo>
                  <a:lnTo>
                    <a:pt x="6191827" y="1430742"/>
                  </a:lnTo>
                  <a:lnTo>
                    <a:pt x="6192488" y="1419320"/>
                  </a:lnTo>
                  <a:lnTo>
                    <a:pt x="6193149" y="1380208"/>
                  </a:lnTo>
                  <a:lnTo>
                    <a:pt x="6193809" y="1340666"/>
                  </a:lnTo>
                  <a:lnTo>
                    <a:pt x="6194470" y="1322946"/>
                  </a:lnTo>
                  <a:lnTo>
                    <a:pt x="6195130" y="1322946"/>
                  </a:lnTo>
                  <a:lnTo>
                    <a:pt x="6195791" y="1330771"/>
                  </a:lnTo>
                  <a:lnTo>
                    <a:pt x="6196451" y="1362662"/>
                  </a:lnTo>
                  <a:lnTo>
                    <a:pt x="6197112" y="1406010"/>
                  </a:lnTo>
                  <a:lnTo>
                    <a:pt x="6197772" y="1383432"/>
                  </a:lnTo>
                  <a:lnTo>
                    <a:pt x="6198433" y="1322946"/>
                  </a:lnTo>
                  <a:lnTo>
                    <a:pt x="6199093" y="1206832"/>
                  </a:lnTo>
                  <a:lnTo>
                    <a:pt x="6199754" y="1131361"/>
                  </a:lnTo>
                  <a:lnTo>
                    <a:pt x="6200414" y="1080259"/>
                  </a:lnTo>
                  <a:lnTo>
                    <a:pt x="6201075" y="1011816"/>
                  </a:lnTo>
                  <a:lnTo>
                    <a:pt x="6201735" y="948648"/>
                  </a:lnTo>
                  <a:lnTo>
                    <a:pt x="6202396" y="923769"/>
                  </a:lnTo>
                  <a:lnTo>
                    <a:pt x="6203057" y="934661"/>
                  </a:lnTo>
                  <a:lnTo>
                    <a:pt x="6203717" y="943438"/>
                  </a:lnTo>
                  <a:lnTo>
                    <a:pt x="6204378" y="991941"/>
                  </a:lnTo>
                  <a:lnTo>
                    <a:pt x="6205038" y="1056813"/>
                  </a:lnTo>
                  <a:lnTo>
                    <a:pt x="6205699" y="1135071"/>
                  </a:lnTo>
                  <a:lnTo>
                    <a:pt x="6206359" y="1162181"/>
                  </a:lnTo>
                  <a:lnTo>
                    <a:pt x="6207020" y="1209031"/>
                  </a:lnTo>
                  <a:lnTo>
                    <a:pt x="6207680" y="1238218"/>
                  </a:lnTo>
                  <a:lnTo>
                    <a:pt x="6208341" y="1308781"/>
                  </a:lnTo>
                  <a:lnTo>
                    <a:pt x="6209001" y="1383432"/>
                  </a:lnTo>
                  <a:lnTo>
                    <a:pt x="6209662" y="1430742"/>
                  </a:lnTo>
                  <a:lnTo>
                    <a:pt x="6210322" y="1430742"/>
                  </a:lnTo>
                  <a:lnTo>
                    <a:pt x="6210983" y="1406010"/>
                  </a:lnTo>
                  <a:lnTo>
                    <a:pt x="6211643" y="1383432"/>
                  </a:lnTo>
                  <a:lnTo>
                    <a:pt x="6212304" y="1343431"/>
                  </a:lnTo>
                  <a:lnTo>
                    <a:pt x="6212964" y="1325528"/>
                  </a:lnTo>
                  <a:lnTo>
                    <a:pt x="6213625" y="1325528"/>
                  </a:lnTo>
                  <a:lnTo>
                    <a:pt x="6214286" y="1343431"/>
                  </a:lnTo>
                  <a:lnTo>
                    <a:pt x="6214946" y="1362662"/>
                  </a:lnTo>
                  <a:lnTo>
                    <a:pt x="6215607" y="1406010"/>
                  </a:lnTo>
                  <a:lnTo>
                    <a:pt x="6216267" y="1430742"/>
                  </a:lnTo>
                  <a:lnTo>
                    <a:pt x="6216928" y="1430742"/>
                  </a:lnTo>
                  <a:lnTo>
                    <a:pt x="6217588" y="1430742"/>
                  </a:lnTo>
                  <a:lnTo>
                    <a:pt x="6218249" y="1430742"/>
                  </a:lnTo>
                  <a:lnTo>
                    <a:pt x="6218909" y="1430742"/>
                  </a:lnTo>
                  <a:lnTo>
                    <a:pt x="6219570" y="1430742"/>
                  </a:lnTo>
                  <a:lnTo>
                    <a:pt x="6220230" y="1430742"/>
                  </a:lnTo>
                  <a:lnTo>
                    <a:pt x="6220891" y="1430742"/>
                  </a:lnTo>
                  <a:lnTo>
                    <a:pt x="6221551" y="1430742"/>
                  </a:lnTo>
                  <a:lnTo>
                    <a:pt x="6222212" y="1430742"/>
                  </a:lnTo>
                  <a:lnTo>
                    <a:pt x="6222872" y="1430742"/>
                  </a:lnTo>
                  <a:lnTo>
                    <a:pt x="6223533" y="1430742"/>
                  </a:lnTo>
                  <a:lnTo>
                    <a:pt x="6224194" y="1414401"/>
                  </a:lnTo>
                  <a:lnTo>
                    <a:pt x="6224854" y="1369744"/>
                  </a:lnTo>
                  <a:lnTo>
                    <a:pt x="6225515" y="1331655"/>
                  </a:lnTo>
                  <a:lnTo>
                    <a:pt x="6226175" y="1314521"/>
                  </a:lnTo>
                  <a:lnTo>
                    <a:pt x="6226836" y="1314521"/>
                  </a:lnTo>
                  <a:lnTo>
                    <a:pt x="6227496" y="1325528"/>
                  </a:lnTo>
                  <a:lnTo>
                    <a:pt x="6228157" y="1343431"/>
                  </a:lnTo>
                  <a:lnTo>
                    <a:pt x="6228817" y="1362662"/>
                  </a:lnTo>
                  <a:lnTo>
                    <a:pt x="6229478" y="1343431"/>
                  </a:lnTo>
                  <a:lnTo>
                    <a:pt x="6230138" y="1325528"/>
                  </a:lnTo>
                  <a:lnTo>
                    <a:pt x="6230799" y="1325528"/>
                  </a:lnTo>
                  <a:lnTo>
                    <a:pt x="6231459" y="1343431"/>
                  </a:lnTo>
                  <a:lnTo>
                    <a:pt x="6232120" y="1362662"/>
                  </a:lnTo>
                  <a:lnTo>
                    <a:pt x="6232780" y="1406010"/>
                  </a:lnTo>
                  <a:lnTo>
                    <a:pt x="6233441" y="1430742"/>
                  </a:lnTo>
                  <a:lnTo>
                    <a:pt x="6234102" y="1406010"/>
                  </a:lnTo>
                  <a:lnTo>
                    <a:pt x="6234762" y="1362662"/>
                  </a:lnTo>
                  <a:lnTo>
                    <a:pt x="6235423" y="1308781"/>
                  </a:lnTo>
                  <a:lnTo>
                    <a:pt x="6236083" y="1278218"/>
                  </a:lnTo>
                  <a:lnTo>
                    <a:pt x="6236744" y="1250878"/>
                  </a:lnTo>
                  <a:lnTo>
                    <a:pt x="6237404" y="1250878"/>
                  </a:lnTo>
                  <a:lnTo>
                    <a:pt x="6238065" y="1278218"/>
                  </a:lnTo>
                  <a:lnTo>
                    <a:pt x="6238725" y="1325528"/>
                  </a:lnTo>
                  <a:lnTo>
                    <a:pt x="6239386" y="1362662"/>
                  </a:lnTo>
                  <a:lnTo>
                    <a:pt x="6240046" y="1406010"/>
                  </a:lnTo>
                  <a:lnTo>
                    <a:pt x="6240707" y="1430742"/>
                  </a:lnTo>
                  <a:lnTo>
                    <a:pt x="6241367" y="1430742"/>
                  </a:lnTo>
                  <a:lnTo>
                    <a:pt x="6242028" y="1430742"/>
                  </a:lnTo>
                  <a:lnTo>
                    <a:pt x="6242688" y="1430742"/>
                  </a:lnTo>
                  <a:lnTo>
                    <a:pt x="6243349" y="1430742"/>
                  </a:lnTo>
                  <a:lnTo>
                    <a:pt x="6244010" y="1430742"/>
                  </a:lnTo>
                  <a:lnTo>
                    <a:pt x="6244670" y="1430742"/>
                  </a:lnTo>
                  <a:lnTo>
                    <a:pt x="6245331" y="1430742"/>
                  </a:lnTo>
                  <a:lnTo>
                    <a:pt x="6245991" y="1430742"/>
                  </a:lnTo>
                  <a:lnTo>
                    <a:pt x="6246652" y="1430742"/>
                  </a:lnTo>
                  <a:lnTo>
                    <a:pt x="6247312" y="1367700"/>
                  </a:lnTo>
                  <a:lnTo>
                    <a:pt x="6247973" y="1258114"/>
                  </a:lnTo>
                  <a:lnTo>
                    <a:pt x="6248633" y="1151348"/>
                  </a:lnTo>
                  <a:lnTo>
                    <a:pt x="6249294" y="1051043"/>
                  </a:lnTo>
                  <a:lnTo>
                    <a:pt x="6249954" y="978201"/>
                  </a:lnTo>
                  <a:lnTo>
                    <a:pt x="6250615" y="917052"/>
                  </a:lnTo>
                  <a:lnTo>
                    <a:pt x="6251275" y="908937"/>
                  </a:lnTo>
                  <a:lnTo>
                    <a:pt x="6251936" y="916694"/>
                  </a:lnTo>
                  <a:lnTo>
                    <a:pt x="6252596" y="963004"/>
                  </a:lnTo>
                  <a:lnTo>
                    <a:pt x="6253257" y="1025603"/>
                  </a:lnTo>
                  <a:lnTo>
                    <a:pt x="6253917" y="1139679"/>
                  </a:lnTo>
                  <a:lnTo>
                    <a:pt x="6254578" y="1218018"/>
                  </a:lnTo>
                  <a:lnTo>
                    <a:pt x="6255239" y="1308781"/>
                  </a:lnTo>
                  <a:lnTo>
                    <a:pt x="6255899" y="1343431"/>
                  </a:lnTo>
                  <a:lnTo>
                    <a:pt x="6256560" y="1362662"/>
                  </a:lnTo>
                  <a:lnTo>
                    <a:pt x="6257220" y="1362662"/>
                  </a:lnTo>
                  <a:lnTo>
                    <a:pt x="6257881" y="1325528"/>
                  </a:lnTo>
                  <a:lnTo>
                    <a:pt x="6258541" y="1278218"/>
                  </a:lnTo>
                  <a:lnTo>
                    <a:pt x="6259202" y="1238218"/>
                  </a:lnTo>
                  <a:lnTo>
                    <a:pt x="6259862" y="1226146"/>
                  </a:lnTo>
                  <a:lnTo>
                    <a:pt x="6260523" y="1238218"/>
                  </a:lnTo>
                  <a:lnTo>
                    <a:pt x="6261183" y="1278218"/>
                  </a:lnTo>
                  <a:lnTo>
                    <a:pt x="6261844" y="1343431"/>
                  </a:lnTo>
                  <a:lnTo>
                    <a:pt x="6262504" y="1406010"/>
                  </a:lnTo>
                  <a:lnTo>
                    <a:pt x="6263165" y="1430742"/>
                  </a:lnTo>
                  <a:lnTo>
                    <a:pt x="6263825" y="1430742"/>
                  </a:lnTo>
                  <a:lnTo>
                    <a:pt x="6264486" y="1430742"/>
                  </a:lnTo>
                  <a:lnTo>
                    <a:pt x="6265147" y="1430742"/>
                  </a:lnTo>
                  <a:lnTo>
                    <a:pt x="6265807" y="1430742"/>
                  </a:lnTo>
                  <a:lnTo>
                    <a:pt x="6266468" y="1430742"/>
                  </a:lnTo>
                  <a:lnTo>
                    <a:pt x="6267128" y="1430742"/>
                  </a:lnTo>
                  <a:lnTo>
                    <a:pt x="6267789" y="1430742"/>
                  </a:lnTo>
                  <a:lnTo>
                    <a:pt x="6268449" y="1430742"/>
                  </a:lnTo>
                  <a:lnTo>
                    <a:pt x="6269110" y="1430742"/>
                  </a:lnTo>
                  <a:lnTo>
                    <a:pt x="6269770" y="1430742"/>
                  </a:lnTo>
                  <a:lnTo>
                    <a:pt x="6270431" y="1430742"/>
                  </a:lnTo>
                  <a:lnTo>
                    <a:pt x="6271091" y="1430742"/>
                  </a:lnTo>
                  <a:lnTo>
                    <a:pt x="6271752" y="1430742"/>
                  </a:lnTo>
                  <a:lnTo>
                    <a:pt x="6272412" y="1430742"/>
                  </a:lnTo>
                  <a:lnTo>
                    <a:pt x="6273073" y="1430742"/>
                  </a:lnTo>
                  <a:lnTo>
                    <a:pt x="6273733" y="1430742"/>
                  </a:lnTo>
                  <a:lnTo>
                    <a:pt x="6274394" y="1430742"/>
                  </a:lnTo>
                  <a:lnTo>
                    <a:pt x="6275055" y="1430742"/>
                  </a:lnTo>
                  <a:lnTo>
                    <a:pt x="6275715" y="1430742"/>
                  </a:lnTo>
                  <a:lnTo>
                    <a:pt x="6276376" y="1430742"/>
                  </a:lnTo>
                  <a:lnTo>
                    <a:pt x="6277036" y="1430742"/>
                  </a:lnTo>
                  <a:lnTo>
                    <a:pt x="6277697" y="1430742"/>
                  </a:lnTo>
                  <a:lnTo>
                    <a:pt x="6278357" y="1430742"/>
                  </a:lnTo>
                  <a:lnTo>
                    <a:pt x="6279018" y="1430742"/>
                  </a:lnTo>
                  <a:lnTo>
                    <a:pt x="6279678" y="1430742"/>
                  </a:lnTo>
                  <a:lnTo>
                    <a:pt x="6280339" y="1406010"/>
                  </a:lnTo>
                  <a:lnTo>
                    <a:pt x="6280999" y="1383432"/>
                  </a:lnTo>
                  <a:lnTo>
                    <a:pt x="6281660" y="1343431"/>
                  </a:lnTo>
                  <a:lnTo>
                    <a:pt x="6282320" y="1293050"/>
                  </a:lnTo>
                  <a:lnTo>
                    <a:pt x="6282981" y="1274639"/>
                  </a:lnTo>
                  <a:lnTo>
                    <a:pt x="6283641" y="1289262"/>
                  </a:lnTo>
                  <a:lnTo>
                    <a:pt x="6284302" y="1304758"/>
                  </a:lnTo>
                  <a:lnTo>
                    <a:pt x="6284962" y="1338839"/>
                  </a:lnTo>
                  <a:lnTo>
                    <a:pt x="6285623" y="1400179"/>
                  </a:lnTo>
                  <a:lnTo>
                    <a:pt x="6286284" y="1430742"/>
                  </a:lnTo>
                  <a:lnTo>
                    <a:pt x="6286944" y="1430742"/>
                  </a:lnTo>
                  <a:lnTo>
                    <a:pt x="6287605" y="1430742"/>
                  </a:lnTo>
                  <a:lnTo>
                    <a:pt x="6288265" y="1430742"/>
                  </a:lnTo>
                  <a:lnTo>
                    <a:pt x="6288926" y="1430742"/>
                  </a:lnTo>
                  <a:lnTo>
                    <a:pt x="6289586" y="1430742"/>
                  </a:lnTo>
                  <a:lnTo>
                    <a:pt x="6290247" y="1430742"/>
                  </a:lnTo>
                  <a:lnTo>
                    <a:pt x="6290907" y="1430742"/>
                  </a:lnTo>
                  <a:lnTo>
                    <a:pt x="6291568" y="1406010"/>
                  </a:lnTo>
                  <a:lnTo>
                    <a:pt x="6292228" y="1362662"/>
                  </a:lnTo>
                  <a:lnTo>
                    <a:pt x="6292889" y="1325528"/>
                  </a:lnTo>
                  <a:lnTo>
                    <a:pt x="6293549" y="1325528"/>
                  </a:lnTo>
                  <a:lnTo>
                    <a:pt x="6294210" y="1325528"/>
                  </a:lnTo>
                  <a:lnTo>
                    <a:pt x="6294870" y="1343431"/>
                  </a:lnTo>
                  <a:lnTo>
                    <a:pt x="6295531" y="1383432"/>
                  </a:lnTo>
                  <a:lnTo>
                    <a:pt x="6296192" y="1430742"/>
                  </a:lnTo>
                  <a:lnTo>
                    <a:pt x="6296852" y="1430742"/>
                  </a:lnTo>
                  <a:lnTo>
                    <a:pt x="6297513" y="1430742"/>
                  </a:lnTo>
                  <a:lnTo>
                    <a:pt x="6298173" y="1430742"/>
                  </a:lnTo>
                  <a:lnTo>
                    <a:pt x="6298834" y="1430742"/>
                  </a:lnTo>
                  <a:lnTo>
                    <a:pt x="6299494" y="1430742"/>
                  </a:lnTo>
                  <a:lnTo>
                    <a:pt x="6300155" y="1430742"/>
                  </a:lnTo>
                  <a:lnTo>
                    <a:pt x="6300815" y="1430742"/>
                  </a:lnTo>
                  <a:lnTo>
                    <a:pt x="6301476" y="1430742"/>
                  </a:lnTo>
                  <a:lnTo>
                    <a:pt x="6302136" y="1430742"/>
                  </a:lnTo>
                  <a:lnTo>
                    <a:pt x="6302797" y="1430742"/>
                  </a:lnTo>
                  <a:lnTo>
                    <a:pt x="6303457" y="1406010"/>
                  </a:lnTo>
                  <a:lnTo>
                    <a:pt x="6304118" y="1383432"/>
                  </a:lnTo>
                  <a:lnTo>
                    <a:pt x="6304778" y="1325528"/>
                  </a:lnTo>
                  <a:lnTo>
                    <a:pt x="6305439" y="1278218"/>
                  </a:lnTo>
                  <a:lnTo>
                    <a:pt x="6306100" y="1257448"/>
                  </a:lnTo>
                  <a:lnTo>
                    <a:pt x="6306760" y="1271108"/>
                  </a:lnTo>
                  <a:lnTo>
                    <a:pt x="6307421" y="1282579"/>
                  </a:lnTo>
                  <a:lnTo>
                    <a:pt x="6308081" y="1313693"/>
                  </a:lnTo>
                  <a:lnTo>
                    <a:pt x="6308742" y="1349052"/>
                  </a:lnTo>
                  <a:lnTo>
                    <a:pt x="6309402" y="1358700"/>
                  </a:lnTo>
                  <a:lnTo>
                    <a:pt x="6310063" y="1339751"/>
                  </a:lnTo>
                  <a:lnTo>
                    <a:pt x="6310723" y="1343431"/>
                  </a:lnTo>
                  <a:lnTo>
                    <a:pt x="6311384" y="1362662"/>
                  </a:lnTo>
                  <a:lnTo>
                    <a:pt x="6312044" y="1362662"/>
                  </a:lnTo>
                  <a:lnTo>
                    <a:pt x="6312705" y="1325528"/>
                  </a:lnTo>
                  <a:lnTo>
                    <a:pt x="6313365" y="1264188"/>
                  </a:lnTo>
                  <a:lnTo>
                    <a:pt x="6314026" y="1214611"/>
                  </a:lnTo>
                  <a:lnTo>
                    <a:pt x="6314686" y="1192975"/>
                  </a:lnTo>
                  <a:lnTo>
                    <a:pt x="6315347" y="1203568"/>
                  </a:lnTo>
                  <a:lnTo>
                    <a:pt x="6316008" y="1238218"/>
                  </a:lnTo>
                  <a:lnTo>
                    <a:pt x="6316668" y="1308781"/>
                  </a:lnTo>
                  <a:lnTo>
                    <a:pt x="6317329" y="1383432"/>
                  </a:lnTo>
                  <a:lnTo>
                    <a:pt x="6317989" y="1430742"/>
                  </a:lnTo>
                  <a:lnTo>
                    <a:pt x="6318650" y="1430742"/>
                  </a:lnTo>
                  <a:lnTo>
                    <a:pt x="6319310" y="1430742"/>
                  </a:lnTo>
                  <a:lnTo>
                    <a:pt x="6319971" y="1430742"/>
                  </a:lnTo>
                  <a:lnTo>
                    <a:pt x="6320631" y="1430742"/>
                  </a:lnTo>
                  <a:lnTo>
                    <a:pt x="6321292" y="1430742"/>
                  </a:lnTo>
                  <a:lnTo>
                    <a:pt x="6321952" y="1430742"/>
                  </a:lnTo>
                  <a:lnTo>
                    <a:pt x="6322613" y="1430742"/>
                  </a:lnTo>
                  <a:lnTo>
                    <a:pt x="6323273" y="1430742"/>
                  </a:lnTo>
                  <a:lnTo>
                    <a:pt x="6323934" y="1430742"/>
                  </a:lnTo>
                  <a:lnTo>
                    <a:pt x="6324594" y="1430742"/>
                  </a:lnTo>
                  <a:lnTo>
                    <a:pt x="6325255" y="1430742"/>
                  </a:lnTo>
                  <a:lnTo>
                    <a:pt x="6325915" y="1406010"/>
                  </a:lnTo>
                  <a:lnTo>
                    <a:pt x="6326576" y="1362662"/>
                  </a:lnTo>
                  <a:lnTo>
                    <a:pt x="6327237" y="1325528"/>
                  </a:lnTo>
                  <a:lnTo>
                    <a:pt x="6327897" y="1308781"/>
                  </a:lnTo>
                  <a:lnTo>
                    <a:pt x="6328558" y="1308781"/>
                  </a:lnTo>
                  <a:lnTo>
                    <a:pt x="6329218" y="1325528"/>
                  </a:lnTo>
                  <a:lnTo>
                    <a:pt x="6329879" y="1362662"/>
                  </a:lnTo>
                  <a:lnTo>
                    <a:pt x="6330539" y="1406010"/>
                  </a:lnTo>
                  <a:lnTo>
                    <a:pt x="6331200" y="1430742"/>
                  </a:lnTo>
                  <a:lnTo>
                    <a:pt x="6331860" y="1430742"/>
                  </a:lnTo>
                  <a:lnTo>
                    <a:pt x="6332521" y="1430742"/>
                  </a:lnTo>
                  <a:lnTo>
                    <a:pt x="6333181" y="1430742"/>
                  </a:lnTo>
                  <a:lnTo>
                    <a:pt x="6333842" y="1430742"/>
                  </a:lnTo>
                  <a:lnTo>
                    <a:pt x="6334502" y="1430742"/>
                  </a:lnTo>
                  <a:lnTo>
                    <a:pt x="6335163" y="1430742"/>
                  </a:lnTo>
                  <a:lnTo>
                    <a:pt x="6335823" y="1430742"/>
                  </a:lnTo>
                  <a:lnTo>
                    <a:pt x="6336484" y="1430742"/>
                  </a:lnTo>
                  <a:lnTo>
                    <a:pt x="6337145" y="1430742"/>
                  </a:lnTo>
                  <a:lnTo>
                    <a:pt x="6337805" y="1383432"/>
                  </a:lnTo>
                  <a:lnTo>
                    <a:pt x="6338466" y="1325528"/>
                  </a:lnTo>
                  <a:lnTo>
                    <a:pt x="6339126" y="1264188"/>
                  </a:lnTo>
                  <a:lnTo>
                    <a:pt x="6339787" y="1226146"/>
                  </a:lnTo>
                  <a:lnTo>
                    <a:pt x="6340447" y="1202489"/>
                  </a:lnTo>
                  <a:lnTo>
                    <a:pt x="6341108" y="1213486"/>
                  </a:lnTo>
                  <a:lnTo>
                    <a:pt x="6341768" y="1249584"/>
                  </a:lnTo>
                  <a:lnTo>
                    <a:pt x="6342429" y="1307165"/>
                  </a:lnTo>
                  <a:lnTo>
                    <a:pt x="6343089" y="1360673"/>
                  </a:lnTo>
                  <a:lnTo>
                    <a:pt x="6343750" y="1406010"/>
                  </a:lnTo>
                  <a:lnTo>
                    <a:pt x="6344410" y="1430742"/>
                  </a:lnTo>
                  <a:lnTo>
                    <a:pt x="6345071" y="1430742"/>
                  </a:lnTo>
                  <a:lnTo>
                    <a:pt x="6345731" y="1406010"/>
                  </a:lnTo>
                  <a:lnTo>
                    <a:pt x="6346392" y="1383432"/>
                  </a:lnTo>
                  <a:lnTo>
                    <a:pt x="6347053" y="1375972"/>
                  </a:lnTo>
                  <a:lnTo>
                    <a:pt x="6347713" y="1355768"/>
                  </a:lnTo>
                  <a:lnTo>
                    <a:pt x="6348374" y="1337024"/>
                  </a:lnTo>
                  <a:lnTo>
                    <a:pt x="6349034" y="1355768"/>
                  </a:lnTo>
                  <a:lnTo>
                    <a:pt x="6349695" y="1375972"/>
                  </a:lnTo>
                  <a:lnTo>
                    <a:pt x="6350355" y="1383432"/>
                  </a:lnTo>
                  <a:lnTo>
                    <a:pt x="6351016" y="1406010"/>
                  </a:lnTo>
                  <a:lnTo>
                    <a:pt x="6351676" y="1406010"/>
                  </a:lnTo>
                  <a:lnTo>
                    <a:pt x="6352337" y="1383432"/>
                  </a:lnTo>
                  <a:lnTo>
                    <a:pt x="6352997" y="1354798"/>
                  </a:lnTo>
                  <a:lnTo>
                    <a:pt x="6353658" y="1336121"/>
                  </a:lnTo>
                  <a:lnTo>
                    <a:pt x="6354318" y="1318699"/>
                  </a:lnTo>
                  <a:lnTo>
                    <a:pt x="6354979" y="1336121"/>
                  </a:lnTo>
                  <a:lnTo>
                    <a:pt x="6355639" y="1331655"/>
                  </a:lnTo>
                  <a:lnTo>
                    <a:pt x="6356300" y="1321239"/>
                  </a:lnTo>
                  <a:lnTo>
                    <a:pt x="6356960" y="1304758"/>
                  </a:lnTo>
                  <a:lnTo>
                    <a:pt x="6357621" y="1289262"/>
                  </a:lnTo>
                  <a:lnTo>
                    <a:pt x="6358282" y="1274639"/>
                  </a:lnTo>
                  <a:lnTo>
                    <a:pt x="6358942" y="1291528"/>
                  </a:lnTo>
                  <a:lnTo>
                    <a:pt x="6359603" y="1323804"/>
                  </a:lnTo>
                  <a:lnTo>
                    <a:pt x="6360263" y="1360673"/>
                  </a:lnTo>
                  <a:lnTo>
                    <a:pt x="6360924" y="1403662"/>
                  </a:lnTo>
                  <a:lnTo>
                    <a:pt x="6361584" y="1428160"/>
                  </a:lnTo>
                  <a:lnTo>
                    <a:pt x="6362245" y="1430742"/>
                  </a:lnTo>
                  <a:lnTo>
                    <a:pt x="6362905" y="1430742"/>
                  </a:lnTo>
                  <a:lnTo>
                    <a:pt x="6363566" y="1430742"/>
                  </a:lnTo>
                  <a:lnTo>
                    <a:pt x="6364226" y="1430742"/>
                  </a:lnTo>
                  <a:lnTo>
                    <a:pt x="6364887" y="1430742"/>
                  </a:lnTo>
                  <a:lnTo>
                    <a:pt x="6365547" y="1430742"/>
                  </a:lnTo>
                  <a:lnTo>
                    <a:pt x="6366208" y="1430742"/>
                  </a:lnTo>
                  <a:lnTo>
                    <a:pt x="6366868" y="1430742"/>
                  </a:lnTo>
                  <a:lnTo>
                    <a:pt x="6367529" y="1430742"/>
                  </a:lnTo>
                  <a:lnTo>
                    <a:pt x="6368190" y="1430742"/>
                  </a:lnTo>
                  <a:lnTo>
                    <a:pt x="6368850" y="1430742"/>
                  </a:lnTo>
                  <a:lnTo>
                    <a:pt x="6369511" y="1430742"/>
                  </a:lnTo>
                  <a:lnTo>
                    <a:pt x="6370171" y="1430742"/>
                  </a:lnTo>
                  <a:lnTo>
                    <a:pt x="6370832" y="1430742"/>
                  </a:lnTo>
                  <a:lnTo>
                    <a:pt x="6371492" y="1430742"/>
                  </a:lnTo>
                  <a:lnTo>
                    <a:pt x="6372153" y="1430742"/>
                  </a:lnTo>
                  <a:lnTo>
                    <a:pt x="6372813" y="1406010"/>
                  </a:lnTo>
                  <a:lnTo>
                    <a:pt x="6373474" y="1362662"/>
                  </a:lnTo>
                  <a:lnTo>
                    <a:pt x="6374134" y="1325528"/>
                  </a:lnTo>
                  <a:lnTo>
                    <a:pt x="6374795" y="1308781"/>
                  </a:lnTo>
                  <a:lnTo>
                    <a:pt x="6375455" y="1308781"/>
                  </a:lnTo>
                  <a:lnTo>
                    <a:pt x="6376116" y="1325528"/>
                  </a:lnTo>
                  <a:lnTo>
                    <a:pt x="6376776" y="1362662"/>
                  </a:lnTo>
                  <a:lnTo>
                    <a:pt x="6377437" y="1406010"/>
                  </a:lnTo>
                  <a:lnTo>
                    <a:pt x="6378098" y="1430742"/>
                  </a:lnTo>
                  <a:lnTo>
                    <a:pt x="6378758" y="1430742"/>
                  </a:lnTo>
                  <a:lnTo>
                    <a:pt x="6379419" y="1406010"/>
                  </a:lnTo>
                  <a:lnTo>
                    <a:pt x="6380079" y="1383432"/>
                  </a:lnTo>
                  <a:lnTo>
                    <a:pt x="6380740" y="1343431"/>
                  </a:lnTo>
                  <a:lnTo>
                    <a:pt x="6381400" y="1325528"/>
                  </a:lnTo>
                  <a:lnTo>
                    <a:pt x="6382061" y="1325528"/>
                  </a:lnTo>
                  <a:lnTo>
                    <a:pt x="6382721" y="1343431"/>
                  </a:lnTo>
                  <a:lnTo>
                    <a:pt x="6383382" y="1362662"/>
                  </a:lnTo>
                  <a:lnTo>
                    <a:pt x="6384042" y="1406010"/>
                  </a:lnTo>
                  <a:lnTo>
                    <a:pt x="6384703" y="1430742"/>
                  </a:lnTo>
                  <a:lnTo>
                    <a:pt x="6385363" y="1430742"/>
                  </a:lnTo>
                  <a:lnTo>
                    <a:pt x="6386024" y="1430742"/>
                  </a:lnTo>
                  <a:lnTo>
                    <a:pt x="6386684" y="1430742"/>
                  </a:lnTo>
                  <a:lnTo>
                    <a:pt x="6387345" y="1430742"/>
                  </a:lnTo>
                  <a:lnTo>
                    <a:pt x="6388006" y="1430742"/>
                  </a:lnTo>
                  <a:lnTo>
                    <a:pt x="6388666" y="1430742"/>
                  </a:lnTo>
                  <a:lnTo>
                    <a:pt x="6389327" y="1430742"/>
                  </a:lnTo>
                  <a:lnTo>
                    <a:pt x="6389987" y="1430742"/>
                  </a:lnTo>
                  <a:lnTo>
                    <a:pt x="6390648" y="1430742"/>
                  </a:lnTo>
                  <a:lnTo>
                    <a:pt x="6391308" y="1383432"/>
                  </a:lnTo>
                  <a:lnTo>
                    <a:pt x="6391969" y="1343431"/>
                  </a:lnTo>
                  <a:lnTo>
                    <a:pt x="6392629" y="1325528"/>
                  </a:lnTo>
                  <a:lnTo>
                    <a:pt x="6393290" y="1325528"/>
                  </a:lnTo>
                  <a:lnTo>
                    <a:pt x="6393950" y="1325528"/>
                  </a:lnTo>
                  <a:lnTo>
                    <a:pt x="6394611" y="1362662"/>
                  </a:lnTo>
                  <a:lnTo>
                    <a:pt x="6395271" y="1406010"/>
                  </a:lnTo>
                  <a:lnTo>
                    <a:pt x="6395932" y="1430742"/>
                  </a:lnTo>
                  <a:lnTo>
                    <a:pt x="6396592" y="1430742"/>
                  </a:lnTo>
                  <a:lnTo>
                    <a:pt x="6397253" y="1430742"/>
                  </a:lnTo>
                  <a:lnTo>
                    <a:pt x="6397913" y="1430742"/>
                  </a:lnTo>
                  <a:lnTo>
                    <a:pt x="6398574" y="1430742"/>
                  </a:lnTo>
                  <a:lnTo>
                    <a:pt x="6399235" y="1430742"/>
                  </a:lnTo>
                  <a:lnTo>
                    <a:pt x="6399895" y="1430742"/>
                  </a:lnTo>
                  <a:lnTo>
                    <a:pt x="6400556" y="1430742"/>
                  </a:lnTo>
                  <a:lnTo>
                    <a:pt x="6401216" y="1430742"/>
                  </a:lnTo>
                  <a:lnTo>
                    <a:pt x="6401877" y="1430742"/>
                  </a:lnTo>
                  <a:lnTo>
                    <a:pt x="6402537" y="1430742"/>
                  </a:lnTo>
                  <a:lnTo>
                    <a:pt x="6403198" y="1430742"/>
                  </a:lnTo>
                  <a:lnTo>
                    <a:pt x="6403858" y="1430742"/>
                  </a:lnTo>
                  <a:lnTo>
                    <a:pt x="6404519" y="1430742"/>
                  </a:lnTo>
                  <a:lnTo>
                    <a:pt x="6405179" y="1430742"/>
                  </a:lnTo>
                  <a:lnTo>
                    <a:pt x="6405840" y="1430742"/>
                  </a:lnTo>
                  <a:lnTo>
                    <a:pt x="6406500" y="1430742"/>
                  </a:lnTo>
                  <a:lnTo>
                    <a:pt x="6407161" y="1430742"/>
                  </a:lnTo>
                  <a:lnTo>
                    <a:pt x="6407821" y="1406010"/>
                  </a:lnTo>
                  <a:lnTo>
                    <a:pt x="6408482" y="1362662"/>
                  </a:lnTo>
                  <a:lnTo>
                    <a:pt x="6409143" y="1343431"/>
                  </a:lnTo>
                  <a:lnTo>
                    <a:pt x="6409803" y="1321239"/>
                  </a:lnTo>
                  <a:lnTo>
                    <a:pt x="6410464" y="1260796"/>
                  </a:lnTo>
                  <a:lnTo>
                    <a:pt x="6411124" y="1223214"/>
                  </a:lnTo>
                  <a:lnTo>
                    <a:pt x="6411785" y="1190393"/>
                  </a:lnTo>
                  <a:lnTo>
                    <a:pt x="6412445" y="1161261"/>
                  </a:lnTo>
                  <a:lnTo>
                    <a:pt x="6413106" y="1163567"/>
                  </a:lnTo>
                  <a:lnTo>
                    <a:pt x="6413766" y="1203568"/>
                  </a:lnTo>
                  <a:lnTo>
                    <a:pt x="6414427" y="1250878"/>
                  </a:lnTo>
                  <a:lnTo>
                    <a:pt x="6415087" y="1325528"/>
                  </a:lnTo>
                  <a:lnTo>
                    <a:pt x="6415748" y="1406010"/>
                  </a:lnTo>
                  <a:lnTo>
                    <a:pt x="6416408" y="1430742"/>
                  </a:lnTo>
                  <a:lnTo>
                    <a:pt x="6417069" y="1430742"/>
                  </a:lnTo>
                  <a:lnTo>
                    <a:pt x="6417729" y="1430742"/>
                  </a:lnTo>
                  <a:lnTo>
                    <a:pt x="6418390" y="1406010"/>
                  </a:lnTo>
                  <a:lnTo>
                    <a:pt x="6419051" y="1383432"/>
                  </a:lnTo>
                  <a:lnTo>
                    <a:pt x="6419711" y="1362662"/>
                  </a:lnTo>
                  <a:lnTo>
                    <a:pt x="6420372" y="1343431"/>
                  </a:lnTo>
                  <a:lnTo>
                    <a:pt x="6421032" y="1343431"/>
                  </a:lnTo>
                  <a:lnTo>
                    <a:pt x="6421693" y="1362662"/>
                  </a:lnTo>
                  <a:lnTo>
                    <a:pt x="6422353" y="1383432"/>
                  </a:lnTo>
                  <a:lnTo>
                    <a:pt x="6423014" y="1406010"/>
                  </a:lnTo>
                  <a:lnTo>
                    <a:pt x="6423674" y="1430742"/>
                  </a:lnTo>
                  <a:lnTo>
                    <a:pt x="6424335" y="1383432"/>
                  </a:lnTo>
                  <a:lnTo>
                    <a:pt x="6424995" y="1343431"/>
                  </a:lnTo>
                  <a:lnTo>
                    <a:pt x="6425656" y="1308781"/>
                  </a:lnTo>
                  <a:lnTo>
                    <a:pt x="6426316" y="1308781"/>
                  </a:lnTo>
                  <a:lnTo>
                    <a:pt x="6426977" y="1308781"/>
                  </a:lnTo>
                  <a:lnTo>
                    <a:pt x="6427637" y="1343431"/>
                  </a:lnTo>
                  <a:lnTo>
                    <a:pt x="6428298" y="1383432"/>
                  </a:lnTo>
                  <a:lnTo>
                    <a:pt x="6428958" y="1430742"/>
                  </a:lnTo>
                  <a:lnTo>
                    <a:pt x="6429619" y="1430742"/>
                  </a:lnTo>
                  <a:lnTo>
                    <a:pt x="6430280" y="1430742"/>
                  </a:lnTo>
                  <a:lnTo>
                    <a:pt x="6430940" y="1430742"/>
                  </a:lnTo>
                  <a:lnTo>
                    <a:pt x="6431601" y="1430742"/>
                  </a:lnTo>
                  <a:lnTo>
                    <a:pt x="6432261" y="1430742"/>
                  </a:lnTo>
                  <a:lnTo>
                    <a:pt x="6432922" y="1424335"/>
                  </a:lnTo>
                  <a:lnTo>
                    <a:pt x="6433582" y="1400179"/>
                  </a:lnTo>
                  <a:lnTo>
                    <a:pt x="6434243" y="1378081"/>
                  </a:lnTo>
                  <a:lnTo>
                    <a:pt x="6434903" y="1357719"/>
                  </a:lnTo>
                  <a:lnTo>
                    <a:pt x="6435564" y="1338839"/>
                  </a:lnTo>
                  <a:lnTo>
                    <a:pt x="6436224" y="1333432"/>
                  </a:lnTo>
                  <a:lnTo>
                    <a:pt x="6436885" y="1333432"/>
                  </a:lnTo>
                  <a:lnTo>
                    <a:pt x="6437545" y="1333432"/>
                  </a:lnTo>
                  <a:lnTo>
                    <a:pt x="6438206" y="1333432"/>
                  </a:lnTo>
                  <a:lnTo>
                    <a:pt x="6438866" y="1333432"/>
                  </a:lnTo>
                  <a:lnTo>
                    <a:pt x="6439527" y="1343431"/>
                  </a:lnTo>
                  <a:lnTo>
                    <a:pt x="6440188" y="1362662"/>
                  </a:lnTo>
                  <a:lnTo>
                    <a:pt x="6440848" y="1383432"/>
                  </a:lnTo>
                  <a:lnTo>
                    <a:pt x="6441509" y="1406010"/>
                  </a:lnTo>
                  <a:lnTo>
                    <a:pt x="6442169" y="1430742"/>
                  </a:lnTo>
                  <a:lnTo>
                    <a:pt x="6442830" y="1430742"/>
                  </a:lnTo>
                  <a:lnTo>
                    <a:pt x="6443490" y="1430742"/>
                  </a:lnTo>
                  <a:lnTo>
                    <a:pt x="6444151" y="1430742"/>
                  </a:lnTo>
                  <a:lnTo>
                    <a:pt x="6444811" y="1430742"/>
                  </a:lnTo>
                  <a:lnTo>
                    <a:pt x="6445472" y="1430742"/>
                  </a:lnTo>
                  <a:lnTo>
                    <a:pt x="6446132" y="1430742"/>
                  </a:lnTo>
                  <a:lnTo>
                    <a:pt x="6446793" y="1430742"/>
                  </a:lnTo>
                  <a:lnTo>
                    <a:pt x="6447453" y="1430742"/>
                  </a:lnTo>
                  <a:lnTo>
                    <a:pt x="6448114" y="1430742"/>
                  </a:lnTo>
                  <a:lnTo>
                    <a:pt x="6448774" y="1430742"/>
                  </a:lnTo>
                  <a:lnTo>
                    <a:pt x="6449435" y="1430742"/>
                  </a:lnTo>
                  <a:lnTo>
                    <a:pt x="6450096" y="1430742"/>
                  </a:lnTo>
                  <a:lnTo>
                    <a:pt x="6450756" y="1406010"/>
                  </a:lnTo>
                  <a:lnTo>
                    <a:pt x="6451417" y="1362662"/>
                  </a:lnTo>
                  <a:lnTo>
                    <a:pt x="6452077" y="1325528"/>
                  </a:lnTo>
                  <a:lnTo>
                    <a:pt x="6452738" y="1325528"/>
                  </a:lnTo>
                  <a:lnTo>
                    <a:pt x="6453398" y="1325528"/>
                  </a:lnTo>
                  <a:lnTo>
                    <a:pt x="6454059" y="1343431"/>
                  </a:lnTo>
                  <a:lnTo>
                    <a:pt x="6454719" y="1383432"/>
                  </a:lnTo>
                  <a:lnTo>
                    <a:pt x="6455380" y="1430742"/>
                  </a:lnTo>
                  <a:lnTo>
                    <a:pt x="6456040" y="1430742"/>
                  </a:lnTo>
                  <a:lnTo>
                    <a:pt x="6456701" y="1430742"/>
                  </a:lnTo>
                  <a:lnTo>
                    <a:pt x="6457361" y="1430742"/>
                  </a:lnTo>
                  <a:lnTo>
                    <a:pt x="6458022" y="1430742"/>
                  </a:lnTo>
                  <a:lnTo>
                    <a:pt x="6458682" y="1430742"/>
                  </a:lnTo>
                  <a:lnTo>
                    <a:pt x="6459343" y="1430742"/>
                  </a:lnTo>
                  <a:lnTo>
                    <a:pt x="6460004" y="1430742"/>
                  </a:lnTo>
                  <a:lnTo>
                    <a:pt x="6460664" y="1406010"/>
                  </a:lnTo>
                  <a:lnTo>
                    <a:pt x="6461325" y="1362662"/>
                  </a:lnTo>
                  <a:lnTo>
                    <a:pt x="6461985" y="1325528"/>
                  </a:lnTo>
                  <a:lnTo>
                    <a:pt x="6462646" y="1309594"/>
                  </a:lnTo>
                  <a:lnTo>
                    <a:pt x="6463306" y="1309594"/>
                  </a:lnTo>
                  <a:lnTo>
                    <a:pt x="6463967" y="1326395"/>
                  </a:lnTo>
                  <a:lnTo>
                    <a:pt x="6464627" y="1363662"/>
                  </a:lnTo>
                  <a:lnTo>
                    <a:pt x="6465288" y="1407192"/>
                  </a:lnTo>
                  <a:lnTo>
                    <a:pt x="6465948" y="1430742"/>
                  </a:lnTo>
                  <a:lnTo>
                    <a:pt x="6466609" y="1430742"/>
                  </a:lnTo>
                  <a:lnTo>
                    <a:pt x="6467269" y="1430742"/>
                  </a:lnTo>
                  <a:lnTo>
                    <a:pt x="6467930" y="1430742"/>
                  </a:lnTo>
                  <a:lnTo>
                    <a:pt x="6468590" y="1430742"/>
                  </a:lnTo>
                  <a:lnTo>
                    <a:pt x="6469251" y="1430742"/>
                  </a:lnTo>
                  <a:lnTo>
                    <a:pt x="6469911" y="1430742"/>
                  </a:lnTo>
                  <a:lnTo>
                    <a:pt x="6470572" y="1430742"/>
                  </a:lnTo>
                  <a:lnTo>
                    <a:pt x="6471233" y="1430742"/>
                  </a:lnTo>
                  <a:lnTo>
                    <a:pt x="6471893" y="1430742"/>
                  </a:lnTo>
                  <a:lnTo>
                    <a:pt x="6472554" y="1430742"/>
                  </a:lnTo>
                  <a:lnTo>
                    <a:pt x="6473214" y="1430742"/>
                  </a:lnTo>
                  <a:lnTo>
                    <a:pt x="6473875" y="1430742"/>
                  </a:lnTo>
                  <a:lnTo>
                    <a:pt x="6474535" y="1430742"/>
                  </a:lnTo>
                  <a:lnTo>
                    <a:pt x="6475196" y="1430742"/>
                  </a:lnTo>
                  <a:lnTo>
                    <a:pt x="6475856" y="1430742"/>
                  </a:lnTo>
                  <a:lnTo>
                    <a:pt x="6476517" y="1430742"/>
                  </a:lnTo>
                  <a:lnTo>
                    <a:pt x="6477177" y="1430742"/>
                  </a:lnTo>
                  <a:lnTo>
                    <a:pt x="6477838" y="1430742"/>
                  </a:lnTo>
                  <a:lnTo>
                    <a:pt x="6478498" y="1430742"/>
                  </a:lnTo>
                  <a:lnTo>
                    <a:pt x="6479159" y="1430742"/>
                  </a:lnTo>
                  <a:lnTo>
                    <a:pt x="6479819" y="1430742"/>
                  </a:lnTo>
                  <a:lnTo>
                    <a:pt x="6480480" y="1430742"/>
                  </a:lnTo>
                  <a:lnTo>
                    <a:pt x="6481141" y="1430742"/>
                  </a:lnTo>
                  <a:lnTo>
                    <a:pt x="6481801" y="1430742"/>
                  </a:lnTo>
                  <a:lnTo>
                    <a:pt x="6482462" y="1430742"/>
                  </a:lnTo>
                  <a:lnTo>
                    <a:pt x="6483122" y="1430742"/>
                  </a:lnTo>
                  <a:lnTo>
                    <a:pt x="6483783" y="1430742"/>
                  </a:lnTo>
                  <a:lnTo>
                    <a:pt x="6484443" y="1430742"/>
                  </a:lnTo>
                  <a:lnTo>
                    <a:pt x="6485104" y="1430742"/>
                  </a:lnTo>
                  <a:lnTo>
                    <a:pt x="6485764" y="1430742"/>
                  </a:lnTo>
                  <a:lnTo>
                    <a:pt x="6486425" y="1430742"/>
                  </a:lnTo>
                  <a:lnTo>
                    <a:pt x="6487085" y="1430742"/>
                  </a:lnTo>
                  <a:lnTo>
                    <a:pt x="6487746" y="1430742"/>
                  </a:lnTo>
                  <a:lnTo>
                    <a:pt x="6488406" y="1406010"/>
                  </a:lnTo>
                  <a:lnTo>
                    <a:pt x="6489067" y="1362662"/>
                  </a:lnTo>
                  <a:lnTo>
                    <a:pt x="6489727" y="1343431"/>
                  </a:lnTo>
                  <a:lnTo>
                    <a:pt x="6490388" y="1325528"/>
                  </a:lnTo>
                  <a:lnTo>
                    <a:pt x="6491049" y="1325528"/>
                  </a:lnTo>
                  <a:lnTo>
                    <a:pt x="6491709" y="1343431"/>
                  </a:lnTo>
                  <a:lnTo>
                    <a:pt x="6492370" y="1383432"/>
                  </a:lnTo>
                  <a:lnTo>
                    <a:pt x="6493030" y="1406010"/>
                  </a:lnTo>
                  <a:lnTo>
                    <a:pt x="6493691" y="1430742"/>
                  </a:lnTo>
                  <a:lnTo>
                    <a:pt x="6494351" y="1430742"/>
                  </a:lnTo>
                  <a:lnTo>
                    <a:pt x="6495012" y="1430742"/>
                  </a:lnTo>
                  <a:lnTo>
                    <a:pt x="6495672" y="1430742"/>
                  </a:lnTo>
                  <a:lnTo>
                    <a:pt x="6496333" y="1430742"/>
                  </a:lnTo>
                  <a:lnTo>
                    <a:pt x="6496993" y="1430742"/>
                  </a:lnTo>
                  <a:lnTo>
                    <a:pt x="6497654" y="1430742"/>
                  </a:lnTo>
                  <a:lnTo>
                    <a:pt x="6498314" y="1430742"/>
                  </a:lnTo>
                  <a:lnTo>
                    <a:pt x="6498975" y="1430742"/>
                  </a:lnTo>
                  <a:lnTo>
                    <a:pt x="6499635" y="1430742"/>
                  </a:lnTo>
                  <a:lnTo>
                    <a:pt x="6500296" y="1430742"/>
                  </a:lnTo>
                  <a:lnTo>
                    <a:pt x="6500956" y="1430742"/>
                  </a:lnTo>
                  <a:lnTo>
                    <a:pt x="6501617" y="1430742"/>
                  </a:lnTo>
                  <a:lnTo>
                    <a:pt x="6502278" y="1430742"/>
                  </a:lnTo>
                  <a:lnTo>
                    <a:pt x="6502938" y="1430742"/>
                  </a:lnTo>
                  <a:lnTo>
                    <a:pt x="6503599" y="1430742"/>
                  </a:lnTo>
                  <a:lnTo>
                    <a:pt x="6504259" y="1430742"/>
                  </a:lnTo>
                  <a:lnTo>
                    <a:pt x="6504920" y="1430742"/>
                  </a:lnTo>
                  <a:lnTo>
                    <a:pt x="6505580" y="1430742"/>
                  </a:lnTo>
                  <a:lnTo>
                    <a:pt x="6506241" y="1430742"/>
                  </a:lnTo>
                  <a:lnTo>
                    <a:pt x="6506901" y="1430742"/>
                  </a:lnTo>
                  <a:lnTo>
                    <a:pt x="6507562" y="1430742"/>
                  </a:lnTo>
                  <a:lnTo>
                    <a:pt x="6508222" y="1430742"/>
                  </a:lnTo>
                  <a:lnTo>
                    <a:pt x="6508883" y="1430742"/>
                  </a:lnTo>
                  <a:lnTo>
                    <a:pt x="6509543" y="1430742"/>
                  </a:lnTo>
                  <a:lnTo>
                    <a:pt x="6510204" y="1430742"/>
                  </a:lnTo>
                  <a:lnTo>
                    <a:pt x="6510864" y="1430742"/>
                  </a:lnTo>
                  <a:lnTo>
                    <a:pt x="6511525" y="1430742"/>
                  </a:lnTo>
                  <a:lnTo>
                    <a:pt x="6512186" y="1430742"/>
                  </a:lnTo>
                  <a:lnTo>
                    <a:pt x="6512846" y="1430742"/>
                  </a:lnTo>
                  <a:lnTo>
                    <a:pt x="6513507" y="1430742"/>
                  </a:lnTo>
                  <a:lnTo>
                    <a:pt x="6514167" y="1430742"/>
                  </a:lnTo>
                  <a:lnTo>
                    <a:pt x="6514828" y="1430742"/>
                  </a:lnTo>
                  <a:lnTo>
                    <a:pt x="6515488" y="1430742"/>
                  </a:lnTo>
                  <a:lnTo>
                    <a:pt x="6516149" y="1430742"/>
                  </a:lnTo>
                  <a:lnTo>
                    <a:pt x="6516809" y="1430742"/>
                  </a:lnTo>
                  <a:lnTo>
                    <a:pt x="6517470" y="1430742"/>
                  </a:lnTo>
                  <a:lnTo>
                    <a:pt x="6518130" y="1430742"/>
                  </a:lnTo>
                  <a:lnTo>
                    <a:pt x="6518791" y="1430742"/>
                  </a:lnTo>
                  <a:lnTo>
                    <a:pt x="6519451" y="1430742"/>
                  </a:lnTo>
                  <a:lnTo>
                    <a:pt x="6520112" y="1430742"/>
                  </a:lnTo>
                  <a:lnTo>
                    <a:pt x="6520772" y="1430742"/>
                  </a:lnTo>
                  <a:lnTo>
                    <a:pt x="6521433" y="1430742"/>
                  </a:lnTo>
                  <a:lnTo>
                    <a:pt x="6522094" y="1430742"/>
                  </a:lnTo>
                  <a:lnTo>
                    <a:pt x="6522754" y="1430742"/>
                  </a:lnTo>
                  <a:lnTo>
                    <a:pt x="6523415" y="1430742"/>
                  </a:lnTo>
                  <a:lnTo>
                    <a:pt x="6524075" y="1430742"/>
                  </a:lnTo>
                  <a:lnTo>
                    <a:pt x="6524736" y="1430742"/>
                  </a:lnTo>
                  <a:lnTo>
                    <a:pt x="6525396" y="1430742"/>
                  </a:lnTo>
                  <a:lnTo>
                    <a:pt x="6526057" y="1430742"/>
                  </a:lnTo>
                  <a:lnTo>
                    <a:pt x="6526717" y="1430742"/>
                  </a:lnTo>
                  <a:lnTo>
                    <a:pt x="6527378" y="1430742"/>
                  </a:lnTo>
                  <a:lnTo>
                    <a:pt x="6528038" y="1430742"/>
                  </a:lnTo>
                  <a:lnTo>
                    <a:pt x="6528699" y="1430742"/>
                  </a:lnTo>
                  <a:lnTo>
                    <a:pt x="6529359" y="1430742"/>
                  </a:lnTo>
                  <a:lnTo>
                    <a:pt x="6530020" y="1430742"/>
                  </a:lnTo>
                  <a:lnTo>
                    <a:pt x="6530680" y="1430742"/>
                  </a:lnTo>
                  <a:lnTo>
                    <a:pt x="6531341" y="1430742"/>
                  </a:lnTo>
                  <a:lnTo>
                    <a:pt x="6532002" y="1430742"/>
                  </a:lnTo>
                  <a:lnTo>
                    <a:pt x="6532662" y="1430742"/>
                  </a:lnTo>
                  <a:lnTo>
                    <a:pt x="6533323" y="1430742"/>
                  </a:lnTo>
                  <a:lnTo>
                    <a:pt x="6533983" y="1430742"/>
                  </a:lnTo>
                  <a:lnTo>
                    <a:pt x="6534644" y="1430742"/>
                  </a:lnTo>
                  <a:lnTo>
                    <a:pt x="6535304" y="1430742"/>
                  </a:lnTo>
                  <a:lnTo>
                    <a:pt x="6535965" y="1430742"/>
                  </a:lnTo>
                  <a:lnTo>
                    <a:pt x="6536625" y="1430742"/>
                  </a:lnTo>
                  <a:lnTo>
                    <a:pt x="6537286" y="1430742"/>
                  </a:lnTo>
                  <a:lnTo>
                    <a:pt x="6537946" y="1430742"/>
                  </a:lnTo>
                  <a:lnTo>
                    <a:pt x="6538607" y="1430742"/>
                  </a:lnTo>
                  <a:lnTo>
                    <a:pt x="6539267" y="1430742"/>
                  </a:lnTo>
                  <a:lnTo>
                    <a:pt x="6539928" y="1406010"/>
                  </a:lnTo>
                  <a:lnTo>
                    <a:pt x="6540588" y="1362662"/>
                  </a:lnTo>
                  <a:lnTo>
                    <a:pt x="6541249" y="1325528"/>
                  </a:lnTo>
                  <a:lnTo>
                    <a:pt x="6541909" y="1325528"/>
                  </a:lnTo>
                  <a:lnTo>
                    <a:pt x="6542570" y="1325528"/>
                  </a:lnTo>
                  <a:lnTo>
                    <a:pt x="6543231" y="1343431"/>
                  </a:lnTo>
                  <a:lnTo>
                    <a:pt x="6543891" y="1383432"/>
                  </a:lnTo>
                  <a:lnTo>
                    <a:pt x="6544552" y="1430742"/>
                  </a:lnTo>
                  <a:lnTo>
                    <a:pt x="6545212" y="1430742"/>
                  </a:lnTo>
                  <a:lnTo>
                    <a:pt x="6545873" y="1430742"/>
                  </a:lnTo>
                  <a:lnTo>
                    <a:pt x="6546533" y="1430742"/>
                  </a:lnTo>
                  <a:lnTo>
                    <a:pt x="6547194" y="1430742"/>
                  </a:lnTo>
                  <a:lnTo>
                    <a:pt x="6547854" y="1430742"/>
                  </a:lnTo>
                  <a:lnTo>
                    <a:pt x="6548515" y="1430742"/>
                  </a:lnTo>
                  <a:lnTo>
                    <a:pt x="6549175" y="1430742"/>
                  </a:lnTo>
                  <a:lnTo>
                    <a:pt x="6549836" y="1430742"/>
                  </a:lnTo>
                  <a:lnTo>
                    <a:pt x="6550496" y="1430742"/>
                  </a:lnTo>
                  <a:lnTo>
                    <a:pt x="6551157" y="1430742"/>
                  </a:lnTo>
                  <a:lnTo>
                    <a:pt x="6551817" y="1430742"/>
                  </a:lnTo>
                  <a:lnTo>
                    <a:pt x="6552478" y="1430742"/>
                  </a:lnTo>
                  <a:lnTo>
                    <a:pt x="6553139" y="1430742"/>
                  </a:lnTo>
                  <a:lnTo>
                    <a:pt x="6553799" y="1430742"/>
                  </a:lnTo>
                  <a:lnTo>
                    <a:pt x="6554460" y="1430742"/>
                  </a:lnTo>
                  <a:lnTo>
                    <a:pt x="6555120" y="1430742"/>
                  </a:lnTo>
                  <a:lnTo>
                    <a:pt x="6555781" y="1430742"/>
                  </a:lnTo>
                  <a:lnTo>
                    <a:pt x="6556441" y="1430742"/>
                  </a:lnTo>
                  <a:lnTo>
                    <a:pt x="6557102" y="1430742"/>
                  </a:lnTo>
                  <a:lnTo>
                    <a:pt x="6557762" y="1430742"/>
                  </a:lnTo>
                  <a:lnTo>
                    <a:pt x="6558423" y="1430742"/>
                  </a:lnTo>
                  <a:lnTo>
                    <a:pt x="6559083" y="1430742"/>
                  </a:lnTo>
                  <a:lnTo>
                    <a:pt x="6559744" y="1424335"/>
                  </a:lnTo>
                  <a:lnTo>
                    <a:pt x="6560404" y="1400179"/>
                  </a:lnTo>
                  <a:lnTo>
                    <a:pt x="6561065" y="1357719"/>
                  </a:lnTo>
                  <a:lnTo>
                    <a:pt x="6561725" y="1338839"/>
                  </a:lnTo>
                  <a:lnTo>
                    <a:pt x="6562386" y="1338839"/>
                  </a:lnTo>
                  <a:lnTo>
                    <a:pt x="6563047" y="1343431"/>
                  </a:lnTo>
                  <a:lnTo>
                    <a:pt x="6563707" y="1362662"/>
                  </a:lnTo>
                  <a:lnTo>
                    <a:pt x="6564368" y="1406010"/>
                  </a:lnTo>
                  <a:lnTo>
                    <a:pt x="6565028" y="1430742"/>
                  </a:lnTo>
                  <a:lnTo>
                    <a:pt x="6565689" y="1430742"/>
                  </a:lnTo>
                  <a:lnTo>
                    <a:pt x="6566349" y="1430742"/>
                  </a:lnTo>
                  <a:lnTo>
                    <a:pt x="6567010" y="1430742"/>
                  </a:lnTo>
                  <a:lnTo>
                    <a:pt x="6567670" y="1430742"/>
                  </a:lnTo>
                  <a:lnTo>
                    <a:pt x="6568331" y="1430742"/>
                  </a:lnTo>
                  <a:lnTo>
                    <a:pt x="6568991" y="1430742"/>
                  </a:lnTo>
                  <a:lnTo>
                    <a:pt x="6569652" y="1430742"/>
                  </a:lnTo>
                  <a:lnTo>
                    <a:pt x="6570312" y="1430742"/>
                  </a:lnTo>
                  <a:lnTo>
                    <a:pt x="6570973" y="1430742"/>
                  </a:lnTo>
                  <a:lnTo>
                    <a:pt x="6571633" y="1430742"/>
                  </a:lnTo>
                  <a:lnTo>
                    <a:pt x="6572294" y="1406010"/>
                  </a:lnTo>
                  <a:lnTo>
                    <a:pt x="6572954" y="1362662"/>
                  </a:lnTo>
                  <a:lnTo>
                    <a:pt x="6573615" y="1343431"/>
                  </a:lnTo>
                  <a:lnTo>
                    <a:pt x="6574276" y="1343431"/>
                  </a:lnTo>
                  <a:lnTo>
                    <a:pt x="6574936" y="1343431"/>
                  </a:lnTo>
                  <a:lnTo>
                    <a:pt x="6575597" y="1362662"/>
                  </a:lnTo>
                  <a:lnTo>
                    <a:pt x="6576257" y="1406010"/>
                  </a:lnTo>
                  <a:lnTo>
                    <a:pt x="6576918" y="1430742"/>
                  </a:lnTo>
                  <a:lnTo>
                    <a:pt x="6577578" y="1406010"/>
                  </a:lnTo>
                  <a:lnTo>
                    <a:pt x="6578239" y="1362662"/>
                  </a:lnTo>
                  <a:lnTo>
                    <a:pt x="6578899" y="1343431"/>
                  </a:lnTo>
                  <a:lnTo>
                    <a:pt x="6579560" y="1325528"/>
                  </a:lnTo>
                  <a:lnTo>
                    <a:pt x="6580220" y="1308781"/>
                  </a:lnTo>
                  <a:lnTo>
                    <a:pt x="6580881" y="1308781"/>
                  </a:lnTo>
                  <a:lnTo>
                    <a:pt x="6581541" y="1340666"/>
                  </a:lnTo>
                  <a:lnTo>
                    <a:pt x="6582202" y="1340666"/>
                  </a:lnTo>
                  <a:lnTo>
                    <a:pt x="6582862" y="1340666"/>
                  </a:lnTo>
                  <a:lnTo>
                    <a:pt x="6583523" y="1340666"/>
                  </a:lnTo>
                  <a:lnTo>
                    <a:pt x="6584184" y="1359685"/>
                  </a:lnTo>
                  <a:lnTo>
                    <a:pt x="6584844" y="1325528"/>
                  </a:lnTo>
                  <a:lnTo>
                    <a:pt x="6585505" y="1308781"/>
                  </a:lnTo>
                  <a:lnTo>
                    <a:pt x="6586165" y="1308781"/>
                  </a:lnTo>
                  <a:lnTo>
                    <a:pt x="6586826" y="1325528"/>
                  </a:lnTo>
                  <a:lnTo>
                    <a:pt x="6587486" y="1325528"/>
                  </a:lnTo>
                  <a:lnTo>
                    <a:pt x="6588147" y="1362662"/>
                  </a:lnTo>
                  <a:lnTo>
                    <a:pt x="6588807" y="1406010"/>
                  </a:lnTo>
                  <a:lnTo>
                    <a:pt x="6589468" y="1430742"/>
                  </a:lnTo>
                  <a:lnTo>
                    <a:pt x="6590128" y="1430742"/>
                  </a:lnTo>
                  <a:lnTo>
                    <a:pt x="6590789" y="1406010"/>
                  </a:lnTo>
                  <a:lnTo>
                    <a:pt x="6591449" y="1362662"/>
                  </a:lnTo>
                  <a:lnTo>
                    <a:pt x="6592110" y="1343431"/>
                  </a:lnTo>
                  <a:lnTo>
                    <a:pt x="6592770" y="1343431"/>
                  </a:lnTo>
                  <a:lnTo>
                    <a:pt x="6593431" y="1343431"/>
                  </a:lnTo>
                  <a:lnTo>
                    <a:pt x="6594092" y="1362662"/>
                  </a:lnTo>
                  <a:lnTo>
                    <a:pt x="6594752" y="1406010"/>
                  </a:lnTo>
                  <a:lnTo>
                    <a:pt x="6595413" y="1430742"/>
                  </a:lnTo>
                  <a:lnTo>
                    <a:pt x="6596073" y="1430742"/>
                  </a:lnTo>
                  <a:lnTo>
                    <a:pt x="6596734" y="1388895"/>
                  </a:lnTo>
                  <a:lnTo>
                    <a:pt x="6597394" y="1348107"/>
                  </a:lnTo>
                  <a:lnTo>
                    <a:pt x="6598055" y="1329890"/>
                  </a:lnTo>
                  <a:lnTo>
                    <a:pt x="6598715" y="1312868"/>
                  </a:lnTo>
                  <a:lnTo>
                    <a:pt x="6599376" y="1267625"/>
                  </a:lnTo>
                  <a:lnTo>
                    <a:pt x="6600036" y="1226146"/>
                  </a:lnTo>
                  <a:lnTo>
                    <a:pt x="6600697" y="1192975"/>
                  </a:lnTo>
                  <a:lnTo>
                    <a:pt x="6601357" y="1163567"/>
                  </a:lnTo>
                  <a:lnTo>
                    <a:pt x="6602018" y="1154461"/>
                  </a:lnTo>
                  <a:lnTo>
                    <a:pt x="6602678" y="1182797"/>
                  </a:lnTo>
                  <a:lnTo>
                    <a:pt x="6603339" y="1238218"/>
                  </a:lnTo>
                  <a:lnTo>
                    <a:pt x="6604000" y="1308781"/>
                  </a:lnTo>
                </a:path>
              </a:pathLst>
            </a:custGeom>
            <a:ln w="9525" cap="rnd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005839" y="2194883"/>
              <a:ext cx="0" cy="1079184"/>
            </a:xfrm>
            <a:custGeom>
              <a:avLst/>
              <a:pathLst>
                <a:path w="0" h="1079184">
                  <a:moveTo>
                    <a:pt x="0" y="1079184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914399" y="3274068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914399" y="2914340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914399" y="255461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914399" y="2194883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tx10"/>
            <p:cNvSpPr/>
            <p:nvPr/>
          </p:nvSpPr>
          <p:spPr>
            <a:xfrm rot="-5400000">
              <a:off x="681348" y="3217513"/>
              <a:ext cx="96961" cy="113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</a:t>
              </a:r>
            </a:p>
          </p:txBody>
        </p:sp>
        <p:sp>
          <p:nvSpPr>
            <p:cNvPr id="12" name="tx11"/>
            <p:cNvSpPr/>
            <p:nvPr/>
          </p:nvSpPr>
          <p:spPr>
            <a:xfrm rot="-5400000">
              <a:off x="682353" y="2858789"/>
              <a:ext cx="96961" cy="1111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</a:t>
              </a:r>
            </a:p>
          </p:txBody>
        </p:sp>
        <p:sp>
          <p:nvSpPr>
            <p:cNvPr id="13" name="tx12"/>
            <p:cNvSpPr/>
            <p:nvPr/>
          </p:nvSpPr>
          <p:spPr>
            <a:xfrm rot="-5400000">
              <a:off x="680269" y="2496978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14" name="tx13"/>
            <p:cNvSpPr/>
            <p:nvPr/>
          </p:nvSpPr>
          <p:spPr>
            <a:xfrm rot="-5400000">
              <a:off x="680269" y="2137249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15" name="pg14"/>
            <p:cNvSpPr/>
            <p:nvPr/>
          </p:nvSpPr>
          <p:spPr>
            <a:xfrm>
              <a:off x="1005839" y="1965960"/>
              <a:ext cx="7132319" cy="1545202"/>
            </a:xfrm>
            <a:custGeom>
              <a:avLst/>
              <a:pathLst>
                <a:path w="7132319" h="1545202">
                  <a:moveTo>
                    <a:pt x="0" y="1545202"/>
                  </a:moveTo>
                  <a:lnTo>
                    <a:pt x="7132319" y="1545202"/>
                  </a:lnTo>
                  <a:lnTo>
                    <a:pt x="7132319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tx15"/>
            <p:cNvSpPr/>
            <p:nvPr/>
          </p:nvSpPr>
          <p:spPr>
            <a:xfrm>
              <a:off x="2102986" y="1666860"/>
              <a:ext cx="4938027" cy="1828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EB4 locus r2 = 0.389, obs|pred 0.562, pred|obs 0.201</a:t>
              </a:r>
            </a:p>
          </p:txBody>
        </p:sp>
        <p:sp>
          <p:nvSpPr>
            <p:cNvPr id="17" name="tx16"/>
            <p:cNvSpPr/>
            <p:nvPr/>
          </p:nvSpPr>
          <p:spPr>
            <a:xfrm>
              <a:off x="4050208" y="4072607"/>
              <a:ext cx="1043582" cy="1334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chr chr19, NA</a:t>
              </a:r>
            </a:p>
          </p:txBody>
        </p:sp>
        <p:sp>
          <p:nvSpPr>
            <p:cNvPr id="18" name="tx17"/>
            <p:cNvSpPr/>
            <p:nvPr/>
          </p:nvSpPr>
          <p:spPr>
            <a:xfrm rot="-5400000">
              <a:off x="-408013" y="2662695"/>
              <a:ext cx="1505545" cy="1517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cg_trace$lk27_1k[f]</a:t>
              </a:r>
            </a:p>
          </p:txBody>
        </p:sp>
        <p:sp>
          <p:nvSpPr>
            <p:cNvPr id="19" name="pg18"/>
            <p:cNvSpPr/>
            <p:nvPr/>
          </p:nvSpPr>
          <p:spPr>
            <a:xfrm>
              <a:off x="1270000" y="2023189"/>
              <a:ext cx="6604000" cy="1430742"/>
            </a:xfrm>
            <a:custGeom>
              <a:avLst/>
              <a:pathLst>
                <a:path w="6604000" h="1430742">
                  <a:moveTo>
                    <a:pt x="0" y="1362662"/>
                  </a:moveTo>
                  <a:lnTo>
                    <a:pt x="660" y="1325528"/>
                  </a:lnTo>
                  <a:lnTo>
                    <a:pt x="1321" y="1293050"/>
                  </a:lnTo>
                  <a:lnTo>
                    <a:pt x="1981" y="1306360"/>
                  </a:lnTo>
                  <a:lnTo>
                    <a:pt x="2642" y="1306360"/>
                  </a:lnTo>
                  <a:lnTo>
                    <a:pt x="3302" y="1306360"/>
                  </a:lnTo>
                  <a:lnTo>
                    <a:pt x="3963" y="1340666"/>
                  </a:lnTo>
                  <a:lnTo>
                    <a:pt x="4623" y="1359685"/>
                  </a:lnTo>
                  <a:lnTo>
                    <a:pt x="5284" y="1325528"/>
                  </a:lnTo>
                  <a:lnTo>
                    <a:pt x="5944" y="1325528"/>
                  </a:lnTo>
                  <a:lnTo>
                    <a:pt x="6605" y="1343431"/>
                  </a:lnTo>
                  <a:lnTo>
                    <a:pt x="7265" y="1343431"/>
                  </a:lnTo>
                  <a:lnTo>
                    <a:pt x="7926" y="1325528"/>
                  </a:lnTo>
                  <a:lnTo>
                    <a:pt x="8586" y="1325528"/>
                  </a:lnTo>
                  <a:lnTo>
                    <a:pt x="9247" y="1325528"/>
                  </a:lnTo>
                  <a:lnTo>
                    <a:pt x="9907" y="1325528"/>
                  </a:lnTo>
                  <a:lnTo>
                    <a:pt x="10568" y="1325528"/>
                  </a:lnTo>
                  <a:lnTo>
                    <a:pt x="11229" y="1362662"/>
                  </a:lnTo>
                  <a:lnTo>
                    <a:pt x="11889" y="1406010"/>
                  </a:lnTo>
                  <a:lnTo>
                    <a:pt x="12550" y="1430742"/>
                  </a:lnTo>
                  <a:lnTo>
                    <a:pt x="13210" y="1430742"/>
                  </a:lnTo>
                  <a:lnTo>
                    <a:pt x="13871" y="1430742"/>
                  </a:lnTo>
                  <a:lnTo>
                    <a:pt x="14531" y="1430742"/>
                  </a:lnTo>
                  <a:lnTo>
                    <a:pt x="15192" y="1430742"/>
                  </a:lnTo>
                  <a:lnTo>
                    <a:pt x="15852" y="1430742"/>
                  </a:lnTo>
                  <a:lnTo>
                    <a:pt x="16513" y="1430742"/>
                  </a:lnTo>
                  <a:lnTo>
                    <a:pt x="17173" y="1430742"/>
                  </a:lnTo>
                  <a:lnTo>
                    <a:pt x="17834" y="1430742"/>
                  </a:lnTo>
                  <a:lnTo>
                    <a:pt x="18494" y="1430742"/>
                  </a:lnTo>
                  <a:lnTo>
                    <a:pt x="19155" y="1430742"/>
                  </a:lnTo>
                  <a:lnTo>
                    <a:pt x="19815" y="1430742"/>
                  </a:lnTo>
                  <a:lnTo>
                    <a:pt x="20476" y="1406010"/>
                  </a:lnTo>
                  <a:lnTo>
                    <a:pt x="21137" y="1362662"/>
                  </a:lnTo>
                  <a:lnTo>
                    <a:pt x="21797" y="1343431"/>
                  </a:lnTo>
                  <a:lnTo>
                    <a:pt x="22458" y="1343431"/>
                  </a:lnTo>
                  <a:lnTo>
                    <a:pt x="23118" y="1343431"/>
                  </a:lnTo>
                  <a:lnTo>
                    <a:pt x="23779" y="1362662"/>
                  </a:lnTo>
                  <a:lnTo>
                    <a:pt x="24439" y="1406010"/>
                  </a:lnTo>
                  <a:lnTo>
                    <a:pt x="25100" y="1430742"/>
                  </a:lnTo>
                  <a:lnTo>
                    <a:pt x="25760" y="1430742"/>
                  </a:lnTo>
                  <a:lnTo>
                    <a:pt x="26421" y="1430742"/>
                  </a:lnTo>
                  <a:lnTo>
                    <a:pt x="27081" y="1430742"/>
                  </a:lnTo>
                  <a:lnTo>
                    <a:pt x="27742" y="1430742"/>
                  </a:lnTo>
                  <a:lnTo>
                    <a:pt x="28402" y="1430742"/>
                  </a:lnTo>
                  <a:lnTo>
                    <a:pt x="29063" y="1430742"/>
                  </a:lnTo>
                  <a:lnTo>
                    <a:pt x="29723" y="1430742"/>
                  </a:lnTo>
                  <a:lnTo>
                    <a:pt x="30384" y="1430742"/>
                  </a:lnTo>
                  <a:lnTo>
                    <a:pt x="31045" y="1430742"/>
                  </a:lnTo>
                  <a:lnTo>
                    <a:pt x="31705" y="1430742"/>
                  </a:lnTo>
                  <a:lnTo>
                    <a:pt x="32366" y="1430742"/>
                  </a:lnTo>
                  <a:lnTo>
                    <a:pt x="33026" y="1430742"/>
                  </a:lnTo>
                  <a:lnTo>
                    <a:pt x="33687" y="1430742"/>
                  </a:lnTo>
                  <a:lnTo>
                    <a:pt x="34347" y="1430742"/>
                  </a:lnTo>
                  <a:lnTo>
                    <a:pt x="35008" y="1430742"/>
                  </a:lnTo>
                  <a:lnTo>
                    <a:pt x="35668" y="1399028"/>
                  </a:lnTo>
                  <a:lnTo>
                    <a:pt x="36329" y="1320390"/>
                  </a:lnTo>
                  <a:lnTo>
                    <a:pt x="36989" y="1191422"/>
                  </a:lnTo>
                  <a:lnTo>
                    <a:pt x="37650" y="1096200"/>
                  </a:lnTo>
                  <a:lnTo>
                    <a:pt x="38310" y="1033060"/>
                  </a:lnTo>
                  <a:lnTo>
                    <a:pt x="38971" y="1023703"/>
                  </a:lnTo>
                  <a:lnTo>
                    <a:pt x="39631" y="1029167"/>
                  </a:lnTo>
                  <a:lnTo>
                    <a:pt x="40292" y="1076588"/>
                  </a:lnTo>
                  <a:lnTo>
                    <a:pt x="40952" y="1145664"/>
                  </a:lnTo>
                  <a:lnTo>
                    <a:pt x="41613" y="1226737"/>
                  </a:lnTo>
                  <a:lnTo>
                    <a:pt x="42274" y="1238836"/>
                  </a:lnTo>
                  <a:lnTo>
                    <a:pt x="42934" y="1264872"/>
                  </a:lnTo>
                  <a:lnTo>
                    <a:pt x="43595" y="1293814"/>
                  </a:lnTo>
                  <a:lnTo>
                    <a:pt x="44255" y="1326395"/>
                  </a:lnTo>
                  <a:lnTo>
                    <a:pt x="44916" y="1362662"/>
                  </a:lnTo>
                  <a:lnTo>
                    <a:pt x="45576" y="1406010"/>
                  </a:lnTo>
                  <a:lnTo>
                    <a:pt x="46237" y="1430742"/>
                  </a:lnTo>
                  <a:lnTo>
                    <a:pt x="46897" y="1430742"/>
                  </a:lnTo>
                  <a:lnTo>
                    <a:pt x="47558" y="1430742"/>
                  </a:lnTo>
                  <a:lnTo>
                    <a:pt x="48218" y="1430742"/>
                  </a:lnTo>
                  <a:lnTo>
                    <a:pt x="48879" y="1430742"/>
                  </a:lnTo>
                  <a:lnTo>
                    <a:pt x="49539" y="1430742"/>
                  </a:lnTo>
                  <a:lnTo>
                    <a:pt x="50200" y="1430742"/>
                  </a:lnTo>
                  <a:lnTo>
                    <a:pt x="50860" y="1430742"/>
                  </a:lnTo>
                  <a:lnTo>
                    <a:pt x="51521" y="1430742"/>
                  </a:lnTo>
                  <a:lnTo>
                    <a:pt x="52182" y="1430742"/>
                  </a:lnTo>
                  <a:lnTo>
                    <a:pt x="52842" y="1430742"/>
                  </a:lnTo>
                  <a:lnTo>
                    <a:pt x="53503" y="1430742"/>
                  </a:lnTo>
                  <a:lnTo>
                    <a:pt x="54163" y="1430742"/>
                  </a:lnTo>
                  <a:lnTo>
                    <a:pt x="54824" y="1430742"/>
                  </a:lnTo>
                  <a:lnTo>
                    <a:pt x="55484" y="1430742"/>
                  </a:lnTo>
                  <a:lnTo>
                    <a:pt x="56145" y="1430742"/>
                  </a:lnTo>
                  <a:lnTo>
                    <a:pt x="56805" y="1430742"/>
                  </a:lnTo>
                  <a:lnTo>
                    <a:pt x="57466" y="1430742"/>
                  </a:lnTo>
                  <a:lnTo>
                    <a:pt x="58126" y="1430742"/>
                  </a:lnTo>
                  <a:lnTo>
                    <a:pt x="58787" y="1430742"/>
                  </a:lnTo>
                  <a:lnTo>
                    <a:pt x="59447" y="1430742"/>
                  </a:lnTo>
                  <a:lnTo>
                    <a:pt x="60108" y="1406010"/>
                  </a:lnTo>
                  <a:lnTo>
                    <a:pt x="60768" y="1343431"/>
                  </a:lnTo>
                  <a:lnTo>
                    <a:pt x="61429" y="1278218"/>
                  </a:lnTo>
                  <a:lnTo>
                    <a:pt x="62090" y="1214611"/>
                  </a:lnTo>
                  <a:lnTo>
                    <a:pt x="62750" y="1173004"/>
                  </a:lnTo>
                  <a:lnTo>
                    <a:pt x="63411" y="1154461"/>
                  </a:lnTo>
                  <a:lnTo>
                    <a:pt x="64071" y="1173004"/>
                  </a:lnTo>
                  <a:lnTo>
                    <a:pt x="64732" y="1214611"/>
                  </a:lnTo>
                  <a:lnTo>
                    <a:pt x="65392" y="1278218"/>
                  </a:lnTo>
                  <a:lnTo>
                    <a:pt x="66053" y="1343431"/>
                  </a:lnTo>
                  <a:lnTo>
                    <a:pt x="66713" y="1406010"/>
                  </a:lnTo>
                  <a:lnTo>
                    <a:pt x="67374" y="1430742"/>
                  </a:lnTo>
                  <a:lnTo>
                    <a:pt x="68034" y="1430742"/>
                  </a:lnTo>
                  <a:lnTo>
                    <a:pt x="68695" y="1430742"/>
                  </a:lnTo>
                  <a:lnTo>
                    <a:pt x="69355" y="1430742"/>
                  </a:lnTo>
                  <a:lnTo>
                    <a:pt x="70016" y="1430742"/>
                  </a:lnTo>
                  <a:lnTo>
                    <a:pt x="70676" y="1430742"/>
                  </a:lnTo>
                  <a:lnTo>
                    <a:pt x="71337" y="1430742"/>
                  </a:lnTo>
                  <a:lnTo>
                    <a:pt x="71997" y="1406010"/>
                  </a:lnTo>
                  <a:lnTo>
                    <a:pt x="72658" y="1362662"/>
                  </a:lnTo>
                  <a:lnTo>
                    <a:pt x="73319" y="1329012"/>
                  </a:lnTo>
                  <a:lnTo>
                    <a:pt x="73979" y="1329012"/>
                  </a:lnTo>
                  <a:lnTo>
                    <a:pt x="74640" y="1329012"/>
                  </a:lnTo>
                  <a:lnTo>
                    <a:pt x="75300" y="1347165"/>
                  </a:lnTo>
                  <a:lnTo>
                    <a:pt x="75961" y="1387793"/>
                  </a:lnTo>
                  <a:lnTo>
                    <a:pt x="76621" y="1430742"/>
                  </a:lnTo>
                  <a:lnTo>
                    <a:pt x="77282" y="1411976"/>
                  </a:lnTo>
                  <a:lnTo>
                    <a:pt x="77942" y="1388895"/>
                  </a:lnTo>
                  <a:lnTo>
                    <a:pt x="78603" y="1312868"/>
                  </a:lnTo>
                  <a:lnTo>
                    <a:pt x="79263" y="1229112"/>
                  </a:lnTo>
                  <a:lnTo>
                    <a:pt x="79924" y="1186314"/>
                  </a:lnTo>
                  <a:lnTo>
                    <a:pt x="80584" y="1137156"/>
                  </a:lnTo>
                  <a:lnTo>
                    <a:pt x="81245" y="1091244"/>
                  </a:lnTo>
                  <a:lnTo>
                    <a:pt x="81905" y="1076588"/>
                  </a:lnTo>
                  <a:lnTo>
                    <a:pt x="82566" y="1090194"/>
                  </a:lnTo>
                  <a:lnTo>
                    <a:pt x="83227" y="1111285"/>
                  </a:lnTo>
                  <a:lnTo>
                    <a:pt x="83887" y="1153123"/>
                  </a:lnTo>
                  <a:lnTo>
                    <a:pt x="84548" y="1191422"/>
                  </a:lnTo>
                  <a:lnTo>
                    <a:pt x="85208" y="1192975"/>
                  </a:lnTo>
                  <a:lnTo>
                    <a:pt x="85869" y="1123302"/>
                  </a:lnTo>
                  <a:lnTo>
                    <a:pt x="86529" y="1027516"/>
                  </a:lnTo>
                  <a:lnTo>
                    <a:pt x="87190" y="920843"/>
                  </a:lnTo>
                  <a:lnTo>
                    <a:pt x="87850" y="856723"/>
                  </a:lnTo>
                  <a:lnTo>
                    <a:pt x="88511" y="824194"/>
                  </a:lnTo>
                  <a:lnTo>
                    <a:pt x="89171" y="822571"/>
                  </a:lnTo>
                  <a:lnTo>
                    <a:pt x="89832" y="807220"/>
                  </a:lnTo>
                  <a:lnTo>
                    <a:pt x="90492" y="817882"/>
                  </a:lnTo>
                  <a:lnTo>
                    <a:pt x="91153" y="830151"/>
                  </a:lnTo>
                  <a:lnTo>
                    <a:pt x="91813" y="834547"/>
                  </a:lnTo>
                  <a:lnTo>
                    <a:pt x="92474" y="838092"/>
                  </a:lnTo>
                  <a:lnTo>
                    <a:pt x="93135" y="872685"/>
                  </a:lnTo>
                  <a:lnTo>
                    <a:pt x="93795" y="907206"/>
                  </a:lnTo>
                  <a:lnTo>
                    <a:pt x="94456" y="948648"/>
                  </a:lnTo>
                  <a:lnTo>
                    <a:pt x="95116" y="980938"/>
                  </a:lnTo>
                  <a:lnTo>
                    <a:pt x="95777" y="999956"/>
                  </a:lnTo>
                  <a:lnTo>
                    <a:pt x="96437" y="1018618"/>
                  </a:lnTo>
                  <a:lnTo>
                    <a:pt x="97098" y="1045987"/>
                  </a:lnTo>
                  <a:lnTo>
                    <a:pt x="97758" y="1064290"/>
                  </a:lnTo>
                  <a:lnTo>
                    <a:pt x="98419" y="1105293"/>
                  </a:lnTo>
                  <a:lnTo>
                    <a:pt x="99079" y="1145232"/>
                  </a:lnTo>
                  <a:lnTo>
                    <a:pt x="99740" y="1192975"/>
                  </a:lnTo>
                  <a:lnTo>
                    <a:pt x="100400" y="1250878"/>
                  </a:lnTo>
                  <a:lnTo>
                    <a:pt x="101061" y="1308781"/>
                  </a:lnTo>
                  <a:lnTo>
                    <a:pt x="101721" y="1362662"/>
                  </a:lnTo>
                  <a:lnTo>
                    <a:pt x="102382" y="1406010"/>
                  </a:lnTo>
                  <a:lnTo>
                    <a:pt x="103043" y="1430742"/>
                  </a:lnTo>
                  <a:lnTo>
                    <a:pt x="103703" y="1430742"/>
                  </a:lnTo>
                  <a:lnTo>
                    <a:pt x="104364" y="1430742"/>
                  </a:lnTo>
                  <a:lnTo>
                    <a:pt x="105024" y="1430742"/>
                  </a:lnTo>
                  <a:lnTo>
                    <a:pt x="105685" y="1430742"/>
                  </a:lnTo>
                  <a:lnTo>
                    <a:pt x="106345" y="1430742"/>
                  </a:lnTo>
                  <a:lnTo>
                    <a:pt x="107006" y="1430742"/>
                  </a:lnTo>
                  <a:lnTo>
                    <a:pt x="107666" y="1430742"/>
                  </a:lnTo>
                  <a:lnTo>
                    <a:pt x="108327" y="1430742"/>
                  </a:lnTo>
                  <a:lnTo>
                    <a:pt x="108987" y="1430742"/>
                  </a:lnTo>
                  <a:lnTo>
                    <a:pt x="109648" y="1406010"/>
                  </a:lnTo>
                  <a:lnTo>
                    <a:pt x="110308" y="1362662"/>
                  </a:lnTo>
                  <a:lnTo>
                    <a:pt x="110969" y="1308781"/>
                  </a:lnTo>
                  <a:lnTo>
                    <a:pt x="111629" y="1251528"/>
                  </a:lnTo>
                  <a:lnTo>
                    <a:pt x="112290" y="1215176"/>
                  </a:lnTo>
                  <a:lnTo>
                    <a:pt x="112950" y="1193494"/>
                  </a:lnTo>
                  <a:lnTo>
                    <a:pt x="113611" y="1204109"/>
                  </a:lnTo>
                  <a:lnTo>
                    <a:pt x="114272" y="1238836"/>
                  </a:lnTo>
                  <a:lnTo>
                    <a:pt x="114932" y="1293050"/>
                  </a:lnTo>
                  <a:lnTo>
                    <a:pt x="115593" y="1343431"/>
                  </a:lnTo>
                  <a:lnTo>
                    <a:pt x="116253" y="1406010"/>
                  </a:lnTo>
                  <a:lnTo>
                    <a:pt x="116914" y="1430742"/>
                  </a:lnTo>
                  <a:lnTo>
                    <a:pt x="117574" y="1406010"/>
                  </a:lnTo>
                  <a:lnTo>
                    <a:pt x="118235" y="1383432"/>
                  </a:lnTo>
                  <a:lnTo>
                    <a:pt x="118895" y="1371803"/>
                  </a:lnTo>
                  <a:lnTo>
                    <a:pt x="119556" y="1351909"/>
                  </a:lnTo>
                  <a:lnTo>
                    <a:pt x="120216" y="1316184"/>
                  </a:lnTo>
                  <a:lnTo>
                    <a:pt x="120877" y="1284788"/>
                  </a:lnTo>
                  <a:lnTo>
                    <a:pt x="121537" y="1219164"/>
                  </a:lnTo>
                  <a:lnTo>
                    <a:pt x="122198" y="1124097"/>
                  </a:lnTo>
                  <a:lnTo>
                    <a:pt x="122858" y="1037014"/>
                  </a:lnTo>
                  <a:lnTo>
                    <a:pt x="123519" y="948243"/>
                  </a:lnTo>
                  <a:lnTo>
                    <a:pt x="124180" y="874352"/>
                  </a:lnTo>
                  <a:lnTo>
                    <a:pt x="124840" y="824571"/>
                  </a:lnTo>
                  <a:lnTo>
                    <a:pt x="125501" y="783247"/>
                  </a:lnTo>
                  <a:lnTo>
                    <a:pt x="126161" y="760125"/>
                  </a:lnTo>
                  <a:lnTo>
                    <a:pt x="126822" y="748076"/>
                  </a:lnTo>
                  <a:lnTo>
                    <a:pt x="127482" y="734691"/>
                  </a:lnTo>
                  <a:lnTo>
                    <a:pt x="128143" y="724596"/>
                  </a:lnTo>
                  <a:lnTo>
                    <a:pt x="128803" y="733982"/>
                  </a:lnTo>
                  <a:lnTo>
                    <a:pt x="129464" y="752981"/>
                  </a:lnTo>
                  <a:lnTo>
                    <a:pt x="130124" y="790077"/>
                  </a:lnTo>
                  <a:lnTo>
                    <a:pt x="130785" y="861742"/>
                  </a:lnTo>
                  <a:lnTo>
                    <a:pt x="131445" y="950272"/>
                  </a:lnTo>
                  <a:lnTo>
                    <a:pt x="132106" y="1036445"/>
                  </a:lnTo>
                  <a:lnTo>
                    <a:pt x="132766" y="1107524"/>
                  </a:lnTo>
                  <a:lnTo>
                    <a:pt x="133427" y="1134242"/>
                  </a:lnTo>
                  <a:lnTo>
                    <a:pt x="134088" y="1134242"/>
                  </a:lnTo>
                  <a:lnTo>
                    <a:pt x="134748" y="1158974"/>
                  </a:lnTo>
                  <a:lnTo>
                    <a:pt x="135409" y="1209031"/>
                  </a:lnTo>
                  <a:lnTo>
                    <a:pt x="136069" y="1257448"/>
                  </a:lnTo>
                  <a:lnTo>
                    <a:pt x="136730" y="1340666"/>
                  </a:lnTo>
                  <a:lnTo>
                    <a:pt x="137390" y="1359685"/>
                  </a:lnTo>
                  <a:lnTo>
                    <a:pt x="138051" y="1343431"/>
                  </a:lnTo>
                  <a:lnTo>
                    <a:pt x="138711" y="1325528"/>
                  </a:lnTo>
                  <a:lnTo>
                    <a:pt x="139372" y="1325528"/>
                  </a:lnTo>
                  <a:lnTo>
                    <a:pt x="140032" y="1325528"/>
                  </a:lnTo>
                  <a:lnTo>
                    <a:pt x="140693" y="1343431"/>
                  </a:lnTo>
                  <a:lnTo>
                    <a:pt x="141353" y="1276780"/>
                  </a:lnTo>
                  <a:lnTo>
                    <a:pt x="142014" y="1191939"/>
                  </a:lnTo>
                  <a:lnTo>
                    <a:pt x="142674" y="1144801"/>
                  </a:lnTo>
                  <a:lnTo>
                    <a:pt x="143335" y="1120147"/>
                  </a:lnTo>
                  <a:lnTo>
                    <a:pt x="143995" y="1083642"/>
                  </a:lnTo>
                  <a:lnTo>
                    <a:pt x="144656" y="1058353"/>
                  </a:lnTo>
                  <a:lnTo>
                    <a:pt x="145317" y="1046282"/>
                  </a:lnTo>
                  <a:lnTo>
                    <a:pt x="145977" y="1034747"/>
                  </a:lnTo>
                  <a:lnTo>
                    <a:pt x="146638" y="1000203"/>
                  </a:lnTo>
                  <a:lnTo>
                    <a:pt x="147298" y="981167"/>
                  </a:lnTo>
                  <a:lnTo>
                    <a:pt x="147959" y="988615"/>
                  </a:lnTo>
                  <a:lnTo>
                    <a:pt x="148619" y="1008227"/>
                  </a:lnTo>
                  <a:lnTo>
                    <a:pt x="149280" y="1023433"/>
                  </a:lnTo>
                  <a:lnTo>
                    <a:pt x="149940" y="1067790"/>
                  </a:lnTo>
                  <a:lnTo>
                    <a:pt x="150601" y="1124894"/>
                  </a:lnTo>
                  <a:lnTo>
                    <a:pt x="151261" y="1172045"/>
                  </a:lnTo>
                  <a:lnTo>
                    <a:pt x="151922" y="1224969"/>
                  </a:lnTo>
                  <a:lnTo>
                    <a:pt x="152582" y="1254142"/>
                  </a:lnTo>
                  <a:lnTo>
                    <a:pt x="153243" y="1267625"/>
                  </a:lnTo>
                  <a:lnTo>
                    <a:pt x="153903" y="1296894"/>
                  </a:lnTo>
                  <a:lnTo>
                    <a:pt x="154564" y="1348107"/>
                  </a:lnTo>
                  <a:lnTo>
                    <a:pt x="155225" y="1367700"/>
                  </a:lnTo>
                  <a:lnTo>
                    <a:pt x="155885" y="1406010"/>
                  </a:lnTo>
                  <a:lnTo>
                    <a:pt x="156546" y="1406010"/>
                  </a:lnTo>
                  <a:lnTo>
                    <a:pt x="157206" y="1362662"/>
                  </a:lnTo>
                  <a:lnTo>
                    <a:pt x="157867" y="1334326"/>
                  </a:lnTo>
                  <a:lnTo>
                    <a:pt x="158527" y="1317020"/>
                  </a:lnTo>
                  <a:lnTo>
                    <a:pt x="159188" y="1285528"/>
                  </a:lnTo>
                  <a:lnTo>
                    <a:pt x="159848" y="1285528"/>
                  </a:lnTo>
                  <a:lnTo>
                    <a:pt x="160509" y="1300797"/>
                  </a:lnTo>
                  <a:lnTo>
                    <a:pt x="161169" y="1325528"/>
                  </a:lnTo>
                  <a:lnTo>
                    <a:pt x="161830" y="1343431"/>
                  </a:lnTo>
                  <a:lnTo>
                    <a:pt x="162490" y="1343431"/>
                  </a:lnTo>
                  <a:lnTo>
                    <a:pt x="163151" y="1325528"/>
                  </a:lnTo>
                  <a:lnTo>
                    <a:pt x="163811" y="1308781"/>
                  </a:lnTo>
                  <a:lnTo>
                    <a:pt x="164472" y="1308781"/>
                  </a:lnTo>
                  <a:lnTo>
                    <a:pt x="165133" y="1293050"/>
                  </a:lnTo>
                  <a:lnTo>
                    <a:pt x="165793" y="1293050"/>
                  </a:lnTo>
                  <a:lnTo>
                    <a:pt x="166454" y="1308781"/>
                  </a:lnTo>
                  <a:lnTo>
                    <a:pt x="167114" y="1343431"/>
                  </a:lnTo>
                  <a:lnTo>
                    <a:pt x="167775" y="1343431"/>
                  </a:lnTo>
                  <a:lnTo>
                    <a:pt x="168435" y="1325528"/>
                  </a:lnTo>
                  <a:lnTo>
                    <a:pt x="169096" y="1325528"/>
                  </a:lnTo>
                  <a:lnTo>
                    <a:pt x="169756" y="1325528"/>
                  </a:lnTo>
                  <a:lnTo>
                    <a:pt x="170417" y="1325528"/>
                  </a:lnTo>
                  <a:lnTo>
                    <a:pt x="171077" y="1325528"/>
                  </a:lnTo>
                  <a:lnTo>
                    <a:pt x="171738" y="1362662"/>
                  </a:lnTo>
                  <a:lnTo>
                    <a:pt x="172398" y="1406010"/>
                  </a:lnTo>
                  <a:lnTo>
                    <a:pt x="173059" y="1406010"/>
                  </a:lnTo>
                  <a:lnTo>
                    <a:pt x="173719" y="1362662"/>
                  </a:lnTo>
                  <a:lnTo>
                    <a:pt x="174380" y="1308781"/>
                  </a:lnTo>
                  <a:lnTo>
                    <a:pt x="175041" y="1278218"/>
                  </a:lnTo>
                  <a:lnTo>
                    <a:pt x="175701" y="1250878"/>
                  </a:lnTo>
                  <a:lnTo>
                    <a:pt x="176362" y="1226146"/>
                  </a:lnTo>
                  <a:lnTo>
                    <a:pt x="177022" y="1226146"/>
                  </a:lnTo>
                  <a:lnTo>
                    <a:pt x="177683" y="1254800"/>
                  </a:lnTo>
                  <a:lnTo>
                    <a:pt x="178343" y="1282579"/>
                  </a:lnTo>
                  <a:lnTo>
                    <a:pt x="179004" y="1313693"/>
                  </a:lnTo>
                  <a:lnTo>
                    <a:pt x="179664" y="1368720"/>
                  </a:lnTo>
                  <a:lnTo>
                    <a:pt x="180325" y="1413186"/>
                  </a:lnTo>
                  <a:lnTo>
                    <a:pt x="180985" y="1430742"/>
                  </a:lnTo>
                  <a:lnTo>
                    <a:pt x="181646" y="1430742"/>
                  </a:lnTo>
                  <a:lnTo>
                    <a:pt x="182306" y="1430742"/>
                  </a:lnTo>
                  <a:lnTo>
                    <a:pt x="182967" y="1430742"/>
                  </a:lnTo>
                  <a:lnTo>
                    <a:pt x="183627" y="1430742"/>
                  </a:lnTo>
                  <a:lnTo>
                    <a:pt x="184288" y="1430742"/>
                  </a:lnTo>
                  <a:lnTo>
                    <a:pt x="184948" y="1430742"/>
                  </a:lnTo>
                  <a:lnTo>
                    <a:pt x="185609" y="1430742"/>
                  </a:lnTo>
                  <a:lnTo>
                    <a:pt x="186270" y="1430742"/>
                  </a:lnTo>
                  <a:lnTo>
                    <a:pt x="186930" y="1430742"/>
                  </a:lnTo>
                  <a:lnTo>
                    <a:pt x="187591" y="1430742"/>
                  </a:lnTo>
                  <a:lnTo>
                    <a:pt x="188251" y="1430742"/>
                  </a:lnTo>
                  <a:lnTo>
                    <a:pt x="188912" y="1430742"/>
                  </a:lnTo>
                  <a:lnTo>
                    <a:pt x="189572" y="1430742"/>
                  </a:lnTo>
                  <a:lnTo>
                    <a:pt x="190233" y="1430742"/>
                  </a:lnTo>
                  <a:lnTo>
                    <a:pt x="190893" y="1430742"/>
                  </a:lnTo>
                  <a:lnTo>
                    <a:pt x="191554" y="1430742"/>
                  </a:lnTo>
                  <a:lnTo>
                    <a:pt x="192214" y="1430742"/>
                  </a:lnTo>
                  <a:lnTo>
                    <a:pt x="192875" y="1430742"/>
                  </a:lnTo>
                  <a:lnTo>
                    <a:pt x="193535" y="1430742"/>
                  </a:lnTo>
                  <a:lnTo>
                    <a:pt x="194196" y="1430742"/>
                  </a:lnTo>
                  <a:lnTo>
                    <a:pt x="194856" y="1430742"/>
                  </a:lnTo>
                  <a:lnTo>
                    <a:pt x="195517" y="1430742"/>
                  </a:lnTo>
                  <a:lnTo>
                    <a:pt x="196178" y="1430742"/>
                  </a:lnTo>
                  <a:lnTo>
                    <a:pt x="196838" y="1430742"/>
                  </a:lnTo>
                  <a:lnTo>
                    <a:pt x="197499" y="1430742"/>
                  </a:lnTo>
                  <a:lnTo>
                    <a:pt x="198159" y="1430742"/>
                  </a:lnTo>
                  <a:lnTo>
                    <a:pt x="198820" y="1430742"/>
                  </a:lnTo>
                  <a:lnTo>
                    <a:pt x="199480" y="1430742"/>
                  </a:lnTo>
                  <a:lnTo>
                    <a:pt x="200141" y="1430742"/>
                  </a:lnTo>
                  <a:lnTo>
                    <a:pt x="200801" y="1430742"/>
                  </a:lnTo>
                  <a:lnTo>
                    <a:pt x="201462" y="1430742"/>
                  </a:lnTo>
                  <a:lnTo>
                    <a:pt x="202122" y="1430742"/>
                  </a:lnTo>
                  <a:lnTo>
                    <a:pt x="202783" y="1430742"/>
                  </a:lnTo>
                  <a:lnTo>
                    <a:pt x="203443" y="1430742"/>
                  </a:lnTo>
                  <a:lnTo>
                    <a:pt x="204104" y="1406010"/>
                  </a:lnTo>
                  <a:lnTo>
                    <a:pt x="204764" y="1383432"/>
                  </a:lnTo>
                  <a:lnTo>
                    <a:pt x="205425" y="1343431"/>
                  </a:lnTo>
                  <a:lnTo>
                    <a:pt x="206086" y="1325528"/>
                  </a:lnTo>
                  <a:lnTo>
                    <a:pt x="206746" y="1323804"/>
                  </a:lnTo>
                  <a:lnTo>
                    <a:pt x="207407" y="1341584"/>
                  </a:lnTo>
                  <a:lnTo>
                    <a:pt x="208067" y="1360673"/>
                  </a:lnTo>
                  <a:lnTo>
                    <a:pt x="208728" y="1403662"/>
                  </a:lnTo>
                  <a:lnTo>
                    <a:pt x="209388" y="1428160"/>
                  </a:lnTo>
                  <a:lnTo>
                    <a:pt x="210049" y="1430742"/>
                  </a:lnTo>
                  <a:lnTo>
                    <a:pt x="210709" y="1430742"/>
                  </a:lnTo>
                  <a:lnTo>
                    <a:pt x="211370" y="1430742"/>
                  </a:lnTo>
                  <a:lnTo>
                    <a:pt x="212030" y="1430742"/>
                  </a:lnTo>
                  <a:lnTo>
                    <a:pt x="212691" y="1430742"/>
                  </a:lnTo>
                  <a:lnTo>
                    <a:pt x="213351" y="1430742"/>
                  </a:lnTo>
                  <a:lnTo>
                    <a:pt x="214012" y="1430742"/>
                  </a:lnTo>
                  <a:lnTo>
                    <a:pt x="214672" y="1430742"/>
                  </a:lnTo>
                  <a:lnTo>
                    <a:pt x="215333" y="1430742"/>
                  </a:lnTo>
                  <a:lnTo>
                    <a:pt x="215993" y="1430742"/>
                  </a:lnTo>
                  <a:lnTo>
                    <a:pt x="216654" y="1430742"/>
                  </a:lnTo>
                  <a:lnTo>
                    <a:pt x="217315" y="1430742"/>
                  </a:lnTo>
                  <a:lnTo>
                    <a:pt x="217975" y="1383432"/>
                  </a:lnTo>
                  <a:lnTo>
                    <a:pt x="218636" y="1343431"/>
                  </a:lnTo>
                  <a:lnTo>
                    <a:pt x="219296" y="1343431"/>
                  </a:lnTo>
                  <a:lnTo>
                    <a:pt x="219957" y="1343431"/>
                  </a:lnTo>
                  <a:lnTo>
                    <a:pt x="220617" y="1343431"/>
                  </a:lnTo>
                  <a:lnTo>
                    <a:pt x="221278" y="1383432"/>
                  </a:lnTo>
                  <a:lnTo>
                    <a:pt x="221938" y="1430742"/>
                  </a:lnTo>
                  <a:lnTo>
                    <a:pt x="222599" y="1430742"/>
                  </a:lnTo>
                  <a:lnTo>
                    <a:pt x="223259" y="1430742"/>
                  </a:lnTo>
                  <a:lnTo>
                    <a:pt x="223920" y="1430742"/>
                  </a:lnTo>
                  <a:lnTo>
                    <a:pt x="224580" y="1430742"/>
                  </a:lnTo>
                  <a:lnTo>
                    <a:pt x="225241" y="1430742"/>
                  </a:lnTo>
                  <a:lnTo>
                    <a:pt x="225901" y="1430742"/>
                  </a:lnTo>
                  <a:lnTo>
                    <a:pt x="226562" y="1430742"/>
                  </a:lnTo>
                  <a:lnTo>
                    <a:pt x="227223" y="1430742"/>
                  </a:lnTo>
                  <a:lnTo>
                    <a:pt x="227883" y="1430742"/>
                  </a:lnTo>
                  <a:lnTo>
                    <a:pt x="228544" y="1430742"/>
                  </a:lnTo>
                  <a:lnTo>
                    <a:pt x="229204" y="1430742"/>
                  </a:lnTo>
                  <a:lnTo>
                    <a:pt x="229865" y="1430742"/>
                  </a:lnTo>
                  <a:lnTo>
                    <a:pt x="230525" y="1406010"/>
                  </a:lnTo>
                  <a:lnTo>
                    <a:pt x="231186" y="1362662"/>
                  </a:lnTo>
                  <a:lnTo>
                    <a:pt x="231846" y="1325528"/>
                  </a:lnTo>
                  <a:lnTo>
                    <a:pt x="232507" y="1325528"/>
                  </a:lnTo>
                  <a:lnTo>
                    <a:pt x="233167" y="1325528"/>
                  </a:lnTo>
                  <a:lnTo>
                    <a:pt x="233828" y="1343431"/>
                  </a:lnTo>
                  <a:lnTo>
                    <a:pt x="234488" y="1383432"/>
                  </a:lnTo>
                  <a:lnTo>
                    <a:pt x="235149" y="1430742"/>
                  </a:lnTo>
                  <a:lnTo>
                    <a:pt x="235809" y="1430742"/>
                  </a:lnTo>
                  <a:lnTo>
                    <a:pt x="236470" y="1430742"/>
                  </a:lnTo>
                  <a:lnTo>
                    <a:pt x="237131" y="1430742"/>
                  </a:lnTo>
                  <a:lnTo>
                    <a:pt x="237791" y="1430742"/>
                  </a:lnTo>
                  <a:lnTo>
                    <a:pt x="238452" y="1430742"/>
                  </a:lnTo>
                  <a:lnTo>
                    <a:pt x="239112" y="1430742"/>
                  </a:lnTo>
                  <a:lnTo>
                    <a:pt x="239773" y="1406010"/>
                  </a:lnTo>
                  <a:lnTo>
                    <a:pt x="240433" y="1362662"/>
                  </a:lnTo>
                  <a:lnTo>
                    <a:pt x="241094" y="1343431"/>
                  </a:lnTo>
                  <a:lnTo>
                    <a:pt x="241754" y="1343431"/>
                  </a:lnTo>
                  <a:lnTo>
                    <a:pt x="242415" y="1343431"/>
                  </a:lnTo>
                  <a:lnTo>
                    <a:pt x="243075" y="1362662"/>
                  </a:lnTo>
                  <a:lnTo>
                    <a:pt x="243736" y="1406010"/>
                  </a:lnTo>
                  <a:lnTo>
                    <a:pt x="244396" y="1430742"/>
                  </a:lnTo>
                  <a:lnTo>
                    <a:pt x="245057" y="1430742"/>
                  </a:lnTo>
                  <a:lnTo>
                    <a:pt x="245717" y="1430742"/>
                  </a:lnTo>
                  <a:lnTo>
                    <a:pt x="246378" y="1430742"/>
                  </a:lnTo>
                  <a:lnTo>
                    <a:pt x="247039" y="1430742"/>
                  </a:lnTo>
                  <a:lnTo>
                    <a:pt x="247699" y="1430742"/>
                  </a:lnTo>
                  <a:lnTo>
                    <a:pt x="248360" y="1430742"/>
                  </a:lnTo>
                  <a:lnTo>
                    <a:pt x="249020" y="1430742"/>
                  </a:lnTo>
                  <a:lnTo>
                    <a:pt x="249681" y="1430742"/>
                  </a:lnTo>
                  <a:lnTo>
                    <a:pt x="250341" y="1430742"/>
                  </a:lnTo>
                  <a:lnTo>
                    <a:pt x="251002" y="1430742"/>
                  </a:lnTo>
                  <a:lnTo>
                    <a:pt x="251662" y="1430742"/>
                  </a:lnTo>
                  <a:lnTo>
                    <a:pt x="252323" y="1430742"/>
                  </a:lnTo>
                  <a:lnTo>
                    <a:pt x="252983" y="1430742"/>
                  </a:lnTo>
                  <a:lnTo>
                    <a:pt x="253644" y="1430742"/>
                  </a:lnTo>
                  <a:lnTo>
                    <a:pt x="254304" y="1430742"/>
                  </a:lnTo>
                  <a:lnTo>
                    <a:pt x="254965" y="1430742"/>
                  </a:lnTo>
                  <a:lnTo>
                    <a:pt x="255625" y="1430742"/>
                  </a:lnTo>
                  <a:lnTo>
                    <a:pt x="256286" y="1430742"/>
                  </a:lnTo>
                  <a:lnTo>
                    <a:pt x="256946" y="1430742"/>
                  </a:lnTo>
                  <a:lnTo>
                    <a:pt x="257607" y="1406010"/>
                  </a:lnTo>
                  <a:lnTo>
                    <a:pt x="258268" y="1362662"/>
                  </a:lnTo>
                  <a:lnTo>
                    <a:pt x="258928" y="1343431"/>
                  </a:lnTo>
                  <a:lnTo>
                    <a:pt x="259589" y="1325528"/>
                  </a:lnTo>
                  <a:lnTo>
                    <a:pt x="260249" y="1325528"/>
                  </a:lnTo>
                  <a:lnTo>
                    <a:pt x="260910" y="1343431"/>
                  </a:lnTo>
                  <a:lnTo>
                    <a:pt x="261570" y="1383432"/>
                  </a:lnTo>
                  <a:lnTo>
                    <a:pt x="262231" y="1406010"/>
                  </a:lnTo>
                  <a:lnTo>
                    <a:pt x="262891" y="1430742"/>
                  </a:lnTo>
                  <a:lnTo>
                    <a:pt x="263552" y="1430742"/>
                  </a:lnTo>
                  <a:lnTo>
                    <a:pt x="264212" y="1430742"/>
                  </a:lnTo>
                  <a:lnTo>
                    <a:pt x="264873" y="1430742"/>
                  </a:lnTo>
                  <a:lnTo>
                    <a:pt x="265533" y="1430742"/>
                  </a:lnTo>
                  <a:lnTo>
                    <a:pt x="266194" y="1430742"/>
                  </a:lnTo>
                  <a:lnTo>
                    <a:pt x="266854" y="1430742"/>
                  </a:lnTo>
                  <a:lnTo>
                    <a:pt x="267515" y="1430742"/>
                  </a:lnTo>
                  <a:lnTo>
                    <a:pt x="268176" y="1430742"/>
                  </a:lnTo>
                  <a:lnTo>
                    <a:pt x="268836" y="1430742"/>
                  </a:lnTo>
                  <a:lnTo>
                    <a:pt x="269497" y="1430742"/>
                  </a:lnTo>
                  <a:lnTo>
                    <a:pt x="270157" y="1430742"/>
                  </a:lnTo>
                  <a:lnTo>
                    <a:pt x="270818" y="1430742"/>
                  </a:lnTo>
                  <a:lnTo>
                    <a:pt x="271478" y="1430742"/>
                  </a:lnTo>
                  <a:lnTo>
                    <a:pt x="272139" y="1430742"/>
                  </a:lnTo>
                  <a:lnTo>
                    <a:pt x="272799" y="1430742"/>
                  </a:lnTo>
                  <a:lnTo>
                    <a:pt x="273460" y="1430742"/>
                  </a:lnTo>
                  <a:lnTo>
                    <a:pt x="274120" y="1430742"/>
                  </a:lnTo>
                  <a:lnTo>
                    <a:pt x="274781" y="1430742"/>
                  </a:lnTo>
                  <a:lnTo>
                    <a:pt x="275441" y="1430742"/>
                  </a:lnTo>
                  <a:lnTo>
                    <a:pt x="276102" y="1430742"/>
                  </a:lnTo>
                  <a:lnTo>
                    <a:pt x="276762" y="1430742"/>
                  </a:lnTo>
                  <a:lnTo>
                    <a:pt x="277423" y="1430742"/>
                  </a:lnTo>
                  <a:lnTo>
                    <a:pt x="278084" y="1430742"/>
                  </a:lnTo>
                  <a:lnTo>
                    <a:pt x="278744" y="1430742"/>
                  </a:lnTo>
                  <a:lnTo>
                    <a:pt x="279405" y="1430742"/>
                  </a:lnTo>
                  <a:lnTo>
                    <a:pt x="280065" y="1430742"/>
                  </a:lnTo>
                  <a:lnTo>
                    <a:pt x="280726" y="1430742"/>
                  </a:lnTo>
                  <a:lnTo>
                    <a:pt x="281386" y="1430742"/>
                  </a:lnTo>
                  <a:lnTo>
                    <a:pt x="282047" y="1428160"/>
                  </a:lnTo>
                  <a:lnTo>
                    <a:pt x="282707" y="1403662"/>
                  </a:lnTo>
                  <a:lnTo>
                    <a:pt x="283368" y="1381278"/>
                  </a:lnTo>
                  <a:lnTo>
                    <a:pt x="284028" y="1341584"/>
                  </a:lnTo>
                  <a:lnTo>
                    <a:pt x="284689" y="1291528"/>
                  </a:lnTo>
                  <a:lnTo>
                    <a:pt x="285349" y="1278218"/>
                  </a:lnTo>
                  <a:lnTo>
                    <a:pt x="286010" y="1293050"/>
                  </a:lnTo>
                  <a:lnTo>
                    <a:pt x="286670" y="1308781"/>
                  </a:lnTo>
                  <a:lnTo>
                    <a:pt x="287331" y="1343431"/>
                  </a:lnTo>
                  <a:lnTo>
                    <a:pt x="287991" y="1406010"/>
                  </a:lnTo>
                  <a:lnTo>
                    <a:pt x="288652" y="1430742"/>
                  </a:lnTo>
                  <a:lnTo>
                    <a:pt x="289313" y="1430742"/>
                  </a:lnTo>
                  <a:lnTo>
                    <a:pt x="289973" y="1430742"/>
                  </a:lnTo>
                  <a:lnTo>
                    <a:pt x="290634" y="1430742"/>
                  </a:lnTo>
                  <a:lnTo>
                    <a:pt x="291294" y="1430742"/>
                  </a:lnTo>
                  <a:lnTo>
                    <a:pt x="291955" y="1430742"/>
                  </a:lnTo>
                  <a:lnTo>
                    <a:pt x="292615" y="1430742"/>
                  </a:lnTo>
                  <a:lnTo>
                    <a:pt x="293276" y="1430742"/>
                  </a:lnTo>
                  <a:lnTo>
                    <a:pt x="293936" y="1430742"/>
                  </a:lnTo>
                  <a:lnTo>
                    <a:pt x="294597" y="1430742"/>
                  </a:lnTo>
                  <a:lnTo>
                    <a:pt x="295257" y="1430742"/>
                  </a:lnTo>
                  <a:lnTo>
                    <a:pt x="295918" y="1430742"/>
                  </a:lnTo>
                  <a:lnTo>
                    <a:pt x="296578" y="1383432"/>
                  </a:lnTo>
                  <a:lnTo>
                    <a:pt x="297239" y="1343431"/>
                  </a:lnTo>
                  <a:lnTo>
                    <a:pt x="297899" y="1278218"/>
                  </a:lnTo>
                  <a:lnTo>
                    <a:pt x="298560" y="1226146"/>
                  </a:lnTo>
                  <a:lnTo>
                    <a:pt x="299221" y="1198747"/>
                  </a:lnTo>
                  <a:lnTo>
                    <a:pt x="299881" y="1220892"/>
                  </a:lnTo>
                  <a:lnTo>
                    <a:pt x="300542" y="1245104"/>
                  </a:lnTo>
                  <a:lnTo>
                    <a:pt x="301202" y="1301584"/>
                  </a:lnTo>
                  <a:lnTo>
                    <a:pt x="301863" y="1373879"/>
                  </a:lnTo>
                  <a:lnTo>
                    <a:pt x="302523" y="1430742"/>
                  </a:lnTo>
                  <a:lnTo>
                    <a:pt x="303184" y="1430742"/>
                  </a:lnTo>
                  <a:lnTo>
                    <a:pt x="303844" y="1430742"/>
                  </a:lnTo>
                  <a:lnTo>
                    <a:pt x="304505" y="1430742"/>
                  </a:lnTo>
                  <a:lnTo>
                    <a:pt x="305165" y="1430742"/>
                  </a:lnTo>
                  <a:lnTo>
                    <a:pt x="305826" y="1430742"/>
                  </a:lnTo>
                  <a:lnTo>
                    <a:pt x="306486" y="1430742"/>
                  </a:lnTo>
                  <a:lnTo>
                    <a:pt x="307147" y="1430742"/>
                  </a:lnTo>
                  <a:lnTo>
                    <a:pt x="307807" y="1400179"/>
                  </a:lnTo>
                  <a:lnTo>
                    <a:pt x="308468" y="1304758"/>
                  </a:lnTo>
                  <a:lnTo>
                    <a:pt x="309129" y="1235147"/>
                  </a:lnTo>
                  <a:lnTo>
                    <a:pt x="309789" y="1200879"/>
                  </a:lnTo>
                  <a:lnTo>
                    <a:pt x="310450" y="1200879"/>
                  </a:lnTo>
                  <a:lnTo>
                    <a:pt x="311110" y="1214611"/>
                  </a:lnTo>
                  <a:lnTo>
                    <a:pt x="311771" y="1278218"/>
                  </a:lnTo>
                  <a:lnTo>
                    <a:pt x="312431" y="1362662"/>
                  </a:lnTo>
                  <a:lnTo>
                    <a:pt x="313092" y="1430742"/>
                  </a:lnTo>
                  <a:lnTo>
                    <a:pt x="313752" y="1430742"/>
                  </a:lnTo>
                  <a:lnTo>
                    <a:pt x="314413" y="1406010"/>
                  </a:lnTo>
                  <a:lnTo>
                    <a:pt x="315073" y="1362662"/>
                  </a:lnTo>
                  <a:lnTo>
                    <a:pt x="315734" y="1325528"/>
                  </a:lnTo>
                  <a:lnTo>
                    <a:pt x="316394" y="1293050"/>
                  </a:lnTo>
                  <a:lnTo>
                    <a:pt x="317055" y="1265557"/>
                  </a:lnTo>
                  <a:lnTo>
                    <a:pt x="317715" y="1279664"/>
                  </a:lnTo>
                  <a:lnTo>
                    <a:pt x="318376" y="1310408"/>
                  </a:lnTo>
                  <a:lnTo>
                    <a:pt x="319037" y="1345292"/>
                  </a:lnTo>
                  <a:lnTo>
                    <a:pt x="319697" y="1385603"/>
                  </a:lnTo>
                  <a:lnTo>
                    <a:pt x="320358" y="1430742"/>
                  </a:lnTo>
                  <a:lnTo>
                    <a:pt x="321018" y="1430742"/>
                  </a:lnTo>
                  <a:lnTo>
                    <a:pt x="321679" y="1430742"/>
                  </a:lnTo>
                  <a:lnTo>
                    <a:pt x="322339" y="1430742"/>
                  </a:lnTo>
                  <a:lnTo>
                    <a:pt x="323000" y="1430742"/>
                  </a:lnTo>
                  <a:lnTo>
                    <a:pt x="323660" y="1430742"/>
                  </a:lnTo>
                  <a:lnTo>
                    <a:pt x="324321" y="1430742"/>
                  </a:lnTo>
                  <a:lnTo>
                    <a:pt x="324981" y="1430742"/>
                  </a:lnTo>
                  <a:lnTo>
                    <a:pt x="325642" y="1430742"/>
                  </a:lnTo>
                  <a:lnTo>
                    <a:pt x="326302" y="1430742"/>
                  </a:lnTo>
                  <a:lnTo>
                    <a:pt x="326963" y="1430742"/>
                  </a:lnTo>
                  <a:lnTo>
                    <a:pt x="327623" y="1430742"/>
                  </a:lnTo>
                  <a:lnTo>
                    <a:pt x="328284" y="1430742"/>
                  </a:lnTo>
                  <a:lnTo>
                    <a:pt x="328944" y="1430742"/>
                  </a:lnTo>
                  <a:lnTo>
                    <a:pt x="329605" y="1430742"/>
                  </a:lnTo>
                  <a:lnTo>
                    <a:pt x="330266" y="1430742"/>
                  </a:lnTo>
                  <a:lnTo>
                    <a:pt x="330926" y="1430742"/>
                  </a:lnTo>
                  <a:lnTo>
                    <a:pt x="331587" y="1430742"/>
                  </a:lnTo>
                  <a:lnTo>
                    <a:pt x="332247" y="1430742"/>
                  </a:lnTo>
                  <a:lnTo>
                    <a:pt x="332908" y="1430742"/>
                  </a:lnTo>
                  <a:lnTo>
                    <a:pt x="333568" y="1430742"/>
                  </a:lnTo>
                  <a:lnTo>
                    <a:pt x="334229" y="1430742"/>
                  </a:lnTo>
                  <a:lnTo>
                    <a:pt x="334889" y="1430742"/>
                  </a:lnTo>
                  <a:lnTo>
                    <a:pt x="335550" y="1430742"/>
                  </a:lnTo>
                  <a:lnTo>
                    <a:pt x="336210" y="1430742"/>
                  </a:lnTo>
                  <a:lnTo>
                    <a:pt x="336871" y="1430742"/>
                  </a:lnTo>
                  <a:lnTo>
                    <a:pt x="337531" y="1430742"/>
                  </a:lnTo>
                  <a:lnTo>
                    <a:pt x="338192" y="1430742"/>
                  </a:lnTo>
                  <a:lnTo>
                    <a:pt x="338852" y="1430742"/>
                  </a:lnTo>
                  <a:lnTo>
                    <a:pt x="339513" y="1430742"/>
                  </a:lnTo>
                  <a:lnTo>
                    <a:pt x="340174" y="1430742"/>
                  </a:lnTo>
                  <a:lnTo>
                    <a:pt x="340834" y="1430742"/>
                  </a:lnTo>
                  <a:lnTo>
                    <a:pt x="341495" y="1430742"/>
                  </a:lnTo>
                  <a:lnTo>
                    <a:pt x="342155" y="1430742"/>
                  </a:lnTo>
                  <a:lnTo>
                    <a:pt x="342816" y="1430742"/>
                  </a:lnTo>
                  <a:lnTo>
                    <a:pt x="343476" y="1430742"/>
                  </a:lnTo>
                  <a:lnTo>
                    <a:pt x="344137" y="1430742"/>
                  </a:lnTo>
                  <a:lnTo>
                    <a:pt x="344797" y="1430742"/>
                  </a:lnTo>
                  <a:lnTo>
                    <a:pt x="345458" y="1430742"/>
                  </a:lnTo>
                  <a:lnTo>
                    <a:pt x="346118" y="1430742"/>
                  </a:lnTo>
                  <a:lnTo>
                    <a:pt x="346779" y="1430742"/>
                  </a:lnTo>
                  <a:lnTo>
                    <a:pt x="347439" y="1406010"/>
                  </a:lnTo>
                  <a:lnTo>
                    <a:pt x="348100" y="1362662"/>
                  </a:lnTo>
                  <a:lnTo>
                    <a:pt x="348760" y="1325528"/>
                  </a:lnTo>
                  <a:lnTo>
                    <a:pt x="349421" y="1325528"/>
                  </a:lnTo>
                  <a:lnTo>
                    <a:pt x="350082" y="1325528"/>
                  </a:lnTo>
                  <a:lnTo>
                    <a:pt x="350742" y="1343431"/>
                  </a:lnTo>
                  <a:lnTo>
                    <a:pt x="351403" y="1383432"/>
                  </a:lnTo>
                  <a:lnTo>
                    <a:pt x="352063" y="1430742"/>
                  </a:lnTo>
                  <a:lnTo>
                    <a:pt x="352724" y="1430742"/>
                  </a:lnTo>
                  <a:lnTo>
                    <a:pt x="353384" y="1430742"/>
                  </a:lnTo>
                  <a:lnTo>
                    <a:pt x="354045" y="1430742"/>
                  </a:lnTo>
                  <a:lnTo>
                    <a:pt x="354705" y="1430742"/>
                  </a:lnTo>
                  <a:lnTo>
                    <a:pt x="355366" y="1430742"/>
                  </a:lnTo>
                  <a:lnTo>
                    <a:pt x="356026" y="1430742"/>
                  </a:lnTo>
                  <a:lnTo>
                    <a:pt x="356687" y="1430742"/>
                  </a:lnTo>
                  <a:lnTo>
                    <a:pt x="357347" y="1430742"/>
                  </a:lnTo>
                  <a:lnTo>
                    <a:pt x="358008" y="1430742"/>
                  </a:lnTo>
                  <a:lnTo>
                    <a:pt x="358668" y="1430742"/>
                  </a:lnTo>
                  <a:lnTo>
                    <a:pt x="359329" y="1430742"/>
                  </a:lnTo>
                  <a:lnTo>
                    <a:pt x="359989" y="1430742"/>
                  </a:lnTo>
                  <a:lnTo>
                    <a:pt x="360650" y="1406010"/>
                  </a:lnTo>
                  <a:lnTo>
                    <a:pt x="361311" y="1383432"/>
                  </a:lnTo>
                  <a:lnTo>
                    <a:pt x="361971" y="1375972"/>
                  </a:lnTo>
                  <a:lnTo>
                    <a:pt x="362632" y="1355768"/>
                  </a:lnTo>
                  <a:lnTo>
                    <a:pt x="363292" y="1337024"/>
                  </a:lnTo>
                  <a:lnTo>
                    <a:pt x="363953" y="1337024"/>
                  </a:lnTo>
                  <a:lnTo>
                    <a:pt x="364613" y="1355768"/>
                  </a:lnTo>
                  <a:lnTo>
                    <a:pt x="365274" y="1362662"/>
                  </a:lnTo>
                  <a:lnTo>
                    <a:pt x="365934" y="1383432"/>
                  </a:lnTo>
                  <a:lnTo>
                    <a:pt x="366595" y="1406010"/>
                  </a:lnTo>
                  <a:lnTo>
                    <a:pt x="367255" y="1430742"/>
                  </a:lnTo>
                  <a:lnTo>
                    <a:pt x="367916" y="1430742"/>
                  </a:lnTo>
                  <a:lnTo>
                    <a:pt x="368576" y="1430742"/>
                  </a:lnTo>
                  <a:lnTo>
                    <a:pt x="369237" y="1430742"/>
                  </a:lnTo>
                  <a:lnTo>
                    <a:pt x="369897" y="1430742"/>
                  </a:lnTo>
                  <a:lnTo>
                    <a:pt x="370558" y="1406010"/>
                  </a:lnTo>
                  <a:lnTo>
                    <a:pt x="371219" y="1362662"/>
                  </a:lnTo>
                  <a:lnTo>
                    <a:pt x="371879" y="1343431"/>
                  </a:lnTo>
                  <a:lnTo>
                    <a:pt x="372540" y="1325528"/>
                  </a:lnTo>
                  <a:lnTo>
                    <a:pt x="373200" y="1325528"/>
                  </a:lnTo>
                  <a:lnTo>
                    <a:pt x="373861" y="1343431"/>
                  </a:lnTo>
                  <a:lnTo>
                    <a:pt x="374521" y="1383432"/>
                  </a:lnTo>
                  <a:lnTo>
                    <a:pt x="375182" y="1406010"/>
                  </a:lnTo>
                  <a:lnTo>
                    <a:pt x="375842" y="1430742"/>
                  </a:lnTo>
                  <a:lnTo>
                    <a:pt x="376503" y="1430742"/>
                  </a:lnTo>
                  <a:lnTo>
                    <a:pt x="377163" y="1430742"/>
                  </a:lnTo>
                  <a:lnTo>
                    <a:pt x="377824" y="1430742"/>
                  </a:lnTo>
                  <a:lnTo>
                    <a:pt x="378484" y="1430742"/>
                  </a:lnTo>
                  <a:lnTo>
                    <a:pt x="379145" y="1430742"/>
                  </a:lnTo>
                  <a:lnTo>
                    <a:pt x="379805" y="1430742"/>
                  </a:lnTo>
                  <a:lnTo>
                    <a:pt x="380466" y="1430742"/>
                  </a:lnTo>
                  <a:lnTo>
                    <a:pt x="381127" y="1430742"/>
                  </a:lnTo>
                  <a:lnTo>
                    <a:pt x="381787" y="1430742"/>
                  </a:lnTo>
                  <a:lnTo>
                    <a:pt x="382448" y="1430742"/>
                  </a:lnTo>
                  <a:lnTo>
                    <a:pt x="383108" y="1430742"/>
                  </a:lnTo>
                  <a:lnTo>
                    <a:pt x="383769" y="1430742"/>
                  </a:lnTo>
                  <a:lnTo>
                    <a:pt x="384429" y="1430742"/>
                  </a:lnTo>
                  <a:lnTo>
                    <a:pt x="385090" y="1430742"/>
                  </a:lnTo>
                  <a:lnTo>
                    <a:pt x="385750" y="1430742"/>
                  </a:lnTo>
                  <a:lnTo>
                    <a:pt x="386411" y="1430742"/>
                  </a:lnTo>
                  <a:lnTo>
                    <a:pt x="387071" y="1430742"/>
                  </a:lnTo>
                  <a:lnTo>
                    <a:pt x="387732" y="1406010"/>
                  </a:lnTo>
                  <a:lnTo>
                    <a:pt x="388392" y="1362662"/>
                  </a:lnTo>
                  <a:lnTo>
                    <a:pt x="389053" y="1343431"/>
                  </a:lnTo>
                  <a:lnTo>
                    <a:pt x="389713" y="1343431"/>
                  </a:lnTo>
                  <a:lnTo>
                    <a:pt x="390374" y="1343431"/>
                  </a:lnTo>
                  <a:lnTo>
                    <a:pt x="391035" y="1362662"/>
                  </a:lnTo>
                  <a:lnTo>
                    <a:pt x="391695" y="1406010"/>
                  </a:lnTo>
                  <a:lnTo>
                    <a:pt x="392356" y="1430742"/>
                  </a:lnTo>
                  <a:lnTo>
                    <a:pt x="393016" y="1430742"/>
                  </a:lnTo>
                  <a:lnTo>
                    <a:pt x="393677" y="1430742"/>
                  </a:lnTo>
                  <a:lnTo>
                    <a:pt x="394337" y="1430742"/>
                  </a:lnTo>
                  <a:lnTo>
                    <a:pt x="394998" y="1430742"/>
                  </a:lnTo>
                  <a:lnTo>
                    <a:pt x="395658" y="1430742"/>
                  </a:lnTo>
                  <a:lnTo>
                    <a:pt x="396319" y="1430742"/>
                  </a:lnTo>
                  <a:lnTo>
                    <a:pt x="396979" y="1430742"/>
                  </a:lnTo>
                  <a:lnTo>
                    <a:pt x="397640" y="1430742"/>
                  </a:lnTo>
                  <a:lnTo>
                    <a:pt x="398300" y="1430742"/>
                  </a:lnTo>
                  <a:lnTo>
                    <a:pt x="398961" y="1430742"/>
                  </a:lnTo>
                  <a:lnTo>
                    <a:pt x="399621" y="1430742"/>
                  </a:lnTo>
                  <a:lnTo>
                    <a:pt x="400282" y="1430742"/>
                  </a:lnTo>
                  <a:lnTo>
                    <a:pt x="400942" y="1430742"/>
                  </a:lnTo>
                  <a:lnTo>
                    <a:pt x="401603" y="1430742"/>
                  </a:lnTo>
                  <a:lnTo>
                    <a:pt x="402264" y="1430742"/>
                  </a:lnTo>
                  <a:lnTo>
                    <a:pt x="402924" y="1430742"/>
                  </a:lnTo>
                  <a:lnTo>
                    <a:pt x="403585" y="1430742"/>
                  </a:lnTo>
                  <a:lnTo>
                    <a:pt x="404245" y="1430742"/>
                  </a:lnTo>
                  <a:lnTo>
                    <a:pt x="404906" y="1430742"/>
                  </a:lnTo>
                  <a:lnTo>
                    <a:pt x="405566" y="1430742"/>
                  </a:lnTo>
                  <a:lnTo>
                    <a:pt x="406227" y="1430742"/>
                  </a:lnTo>
                  <a:lnTo>
                    <a:pt x="406887" y="1430742"/>
                  </a:lnTo>
                  <a:lnTo>
                    <a:pt x="407548" y="1430742"/>
                  </a:lnTo>
                  <a:lnTo>
                    <a:pt x="408208" y="1430742"/>
                  </a:lnTo>
                  <a:lnTo>
                    <a:pt x="408869" y="1430742"/>
                  </a:lnTo>
                  <a:lnTo>
                    <a:pt x="409529" y="1430742"/>
                  </a:lnTo>
                  <a:lnTo>
                    <a:pt x="410190" y="1430742"/>
                  </a:lnTo>
                  <a:lnTo>
                    <a:pt x="410850" y="1430742"/>
                  </a:lnTo>
                  <a:lnTo>
                    <a:pt x="411511" y="1430742"/>
                  </a:lnTo>
                  <a:lnTo>
                    <a:pt x="412172" y="1430742"/>
                  </a:lnTo>
                  <a:lnTo>
                    <a:pt x="412832" y="1430742"/>
                  </a:lnTo>
                  <a:lnTo>
                    <a:pt x="413493" y="1406010"/>
                  </a:lnTo>
                  <a:lnTo>
                    <a:pt x="414153" y="1362662"/>
                  </a:lnTo>
                  <a:lnTo>
                    <a:pt x="414814" y="1293050"/>
                  </a:lnTo>
                  <a:lnTo>
                    <a:pt x="415474" y="1238218"/>
                  </a:lnTo>
                  <a:lnTo>
                    <a:pt x="416135" y="1226146"/>
                  </a:lnTo>
                  <a:lnTo>
                    <a:pt x="416795" y="1229709"/>
                  </a:lnTo>
                  <a:lnTo>
                    <a:pt x="417456" y="1254800"/>
                  </a:lnTo>
                  <a:lnTo>
                    <a:pt x="418116" y="1313693"/>
                  </a:lnTo>
                  <a:lnTo>
                    <a:pt x="418777" y="1390001"/>
                  </a:lnTo>
                  <a:lnTo>
                    <a:pt x="419437" y="1413186"/>
                  </a:lnTo>
                  <a:lnTo>
                    <a:pt x="420098" y="1430742"/>
                  </a:lnTo>
                  <a:lnTo>
                    <a:pt x="420758" y="1406010"/>
                  </a:lnTo>
                  <a:lnTo>
                    <a:pt x="421419" y="1368720"/>
                  </a:lnTo>
                  <a:lnTo>
                    <a:pt x="422080" y="1330771"/>
                  </a:lnTo>
                  <a:lnTo>
                    <a:pt x="422740" y="1297670"/>
                  </a:lnTo>
                  <a:lnTo>
                    <a:pt x="423401" y="1268318"/>
                  </a:lnTo>
                  <a:lnTo>
                    <a:pt x="424061" y="1231509"/>
                  </a:lnTo>
                  <a:lnTo>
                    <a:pt x="424722" y="1195583"/>
                  </a:lnTo>
                  <a:lnTo>
                    <a:pt x="425382" y="1147836"/>
                  </a:lnTo>
                  <a:lnTo>
                    <a:pt x="426043" y="1122906"/>
                  </a:lnTo>
                  <a:lnTo>
                    <a:pt x="426703" y="1130952"/>
                  </a:lnTo>
                  <a:lnTo>
                    <a:pt x="427364" y="1164496"/>
                  </a:lnTo>
                  <a:lnTo>
                    <a:pt x="428024" y="1214611"/>
                  </a:lnTo>
                  <a:lnTo>
                    <a:pt x="428685" y="1308781"/>
                  </a:lnTo>
                  <a:lnTo>
                    <a:pt x="429345" y="1406010"/>
                  </a:lnTo>
                  <a:lnTo>
                    <a:pt x="430006" y="1430742"/>
                  </a:lnTo>
                  <a:lnTo>
                    <a:pt x="430666" y="1430742"/>
                  </a:lnTo>
                  <a:lnTo>
                    <a:pt x="431327" y="1383432"/>
                  </a:lnTo>
                  <a:lnTo>
                    <a:pt x="431987" y="1325528"/>
                  </a:lnTo>
                  <a:lnTo>
                    <a:pt x="432648" y="1293050"/>
                  </a:lnTo>
                  <a:lnTo>
                    <a:pt x="433309" y="1273221"/>
                  </a:lnTo>
                  <a:lnTo>
                    <a:pt x="433969" y="1273221"/>
                  </a:lnTo>
                  <a:lnTo>
                    <a:pt x="434630" y="1303166"/>
                  </a:lnTo>
                  <a:lnTo>
                    <a:pt x="435290" y="1355768"/>
                  </a:lnTo>
                  <a:lnTo>
                    <a:pt x="435951" y="1397882"/>
                  </a:lnTo>
                  <a:lnTo>
                    <a:pt x="436611" y="1430742"/>
                  </a:lnTo>
                  <a:lnTo>
                    <a:pt x="437272" y="1430742"/>
                  </a:lnTo>
                  <a:lnTo>
                    <a:pt x="437932" y="1430742"/>
                  </a:lnTo>
                  <a:lnTo>
                    <a:pt x="438593" y="1430742"/>
                  </a:lnTo>
                  <a:lnTo>
                    <a:pt x="439253" y="1430742"/>
                  </a:lnTo>
                  <a:lnTo>
                    <a:pt x="439914" y="1430742"/>
                  </a:lnTo>
                  <a:lnTo>
                    <a:pt x="440574" y="1430742"/>
                  </a:lnTo>
                  <a:lnTo>
                    <a:pt x="441235" y="1430742"/>
                  </a:lnTo>
                  <a:lnTo>
                    <a:pt x="441895" y="1430742"/>
                  </a:lnTo>
                  <a:lnTo>
                    <a:pt x="442556" y="1430742"/>
                  </a:lnTo>
                  <a:lnTo>
                    <a:pt x="443217" y="1430742"/>
                  </a:lnTo>
                  <a:lnTo>
                    <a:pt x="443877" y="1430742"/>
                  </a:lnTo>
                  <a:lnTo>
                    <a:pt x="444538" y="1430742"/>
                  </a:lnTo>
                  <a:lnTo>
                    <a:pt x="445198" y="1430742"/>
                  </a:lnTo>
                  <a:lnTo>
                    <a:pt x="445859" y="1430742"/>
                  </a:lnTo>
                  <a:lnTo>
                    <a:pt x="446519" y="1430742"/>
                  </a:lnTo>
                  <a:lnTo>
                    <a:pt x="447180" y="1430742"/>
                  </a:lnTo>
                  <a:lnTo>
                    <a:pt x="447840" y="1430742"/>
                  </a:lnTo>
                  <a:lnTo>
                    <a:pt x="448501" y="1430742"/>
                  </a:lnTo>
                  <a:lnTo>
                    <a:pt x="449161" y="1430742"/>
                  </a:lnTo>
                  <a:lnTo>
                    <a:pt x="449822" y="1430742"/>
                  </a:lnTo>
                  <a:lnTo>
                    <a:pt x="450482" y="1430742"/>
                  </a:lnTo>
                  <a:lnTo>
                    <a:pt x="451143" y="1430742"/>
                  </a:lnTo>
                  <a:lnTo>
                    <a:pt x="451803" y="1430742"/>
                  </a:lnTo>
                  <a:lnTo>
                    <a:pt x="452464" y="1430742"/>
                  </a:lnTo>
                  <a:lnTo>
                    <a:pt x="453125" y="1430742"/>
                  </a:lnTo>
                  <a:lnTo>
                    <a:pt x="453785" y="1406010"/>
                  </a:lnTo>
                  <a:lnTo>
                    <a:pt x="454446" y="1383432"/>
                  </a:lnTo>
                  <a:lnTo>
                    <a:pt x="455106" y="1331655"/>
                  </a:lnTo>
                  <a:lnTo>
                    <a:pt x="455767" y="1283313"/>
                  </a:lnTo>
                  <a:lnTo>
                    <a:pt x="456427" y="1254800"/>
                  </a:lnTo>
                  <a:lnTo>
                    <a:pt x="457088" y="1268318"/>
                  </a:lnTo>
                  <a:lnTo>
                    <a:pt x="457748" y="1282579"/>
                  </a:lnTo>
                  <a:lnTo>
                    <a:pt x="458409" y="1324665"/>
                  </a:lnTo>
                  <a:lnTo>
                    <a:pt x="459069" y="1382353"/>
                  </a:lnTo>
                  <a:lnTo>
                    <a:pt x="459730" y="1430742"/>
                  </a:lnTo>
                  <a:lnTo>
                    <a:pt x="460390" y="1430742"/>
                  </a:lnTo>
                  <a:lnTo>
                    <a:pt x="461051" y="1430742"/>
                  </a:lnTo>
                  <a:lnTo>
                    <a:pt x="461711" y="1430742"/>
                  </a:lnTo>
                  <a:lnTo>
                    <a:pt x="462372" y="1430742"/>
                  </a:lnTo>
                  <a:lnTo>
                    <a:pt x="463033" y="1430742"/>
                  </a:lnTo>
                  <a:lnTo>
                    <a:pt x="463693" y="1430742"/>
                  </a:lnTo>
                  <a:lnTo>
                    <a:pt x="464354" y="1430742"/>
                  </a:lnTo>
                  <a:lnTo>
                    <a:pt x="465014" y="1430742"/>
                  </a:lnTo>
                  <a:lnTo>
                    <a:pt x="465675" y="1430742"/>
                  </a:lnTo>
                  <a:lnTo>
                    <a:pt x="466335" y="1430742"/>
                  </a:lnTo>
                  <a:lnTo>
                    <a:pt x="466996" y="1430742"/>
                  </a:lnTo>
                  <a:lnTo>
                    <a:pt x="467656" y="1406010"/>
                  </a:lnTo>
                  <a:lnTo>
                    <a:pt x="468317" y="1383432"/>
                  </a:lnTo>
                  <a:lnTo>
                    <a:pt x="468977" y="1368720"/>
                  </a:lnTo>
                  <a:lnTo>
                    <a:pt x="469638" y="1349052"/>
                  </a:lnTo>
                  <a:lnTo>
                    <a:pt x="470298" y="1330771"/>
                  </a:lnTo>
                  <a:lnTo>
                    <a:pt x="470959" y="1349052"/>
                  </a:lnTo>
                  <a:lnTo>
                    <a:pt x="471619" y="1368720"/>
                  </a:lnTo>
                  <a:lnTo>
                    <a:pt x="472280" y="1383432"/>
                  </a:lnTo>
                  <a:lnTo>
                    <a:pt x="472940" y="1406010"/>
                  </a:lnTo>
                  <a:lnTo>
                    <a:pt x="473601" y="1430742"/>
                  </a:lnTo>
                  <a:lnTo>
                    <a:pt x="474262" y="1430742"/>
                  </a:lnTo>
                  <a:lnTo>
                    <a:pt x="474922" y="1430742"/>
                  </a:lnTo>
                  <a:lnTo>
                    <a:pt x="475583" y="1430742"/>
                  </a:lnTo>
                  <a:lnTo>
                    <a:pt x="476243" y="1430742"/>
                  </a:lnTo>
                  <a:lnTo>
                    <a:pt x="476904" y="1430742"/>
                  </a:lnTo>
                  <a:lnTo>
                    <a:pt x="477564" y="1430742"/>
                  </a:lnTo>
                  <a:lnTo>
                    <a:pt x="478225" y="1430742"/>
                  </a:lnTo>
                  <a:lnTo>
                    <a:pt x="478885" y="1430742"/>
                  </a:lnTo>
                  <a:lnTo>
                    <a:pt x="479546" y="1406010"/>
                  </a:lnTo>
                  <a:lnTo>
                    <a:pt x="480206" y="1362662"/>
                  </a:lnTo>
                  <a:lnTo>
                    <a:pt x="480867" y="1343431"/>
                  </a:lnTo>
                  <a:lnTo>
                    <a:pt x="481527" y="1343431"/>
                  </a:lnTo>
                  <a:lnTo>
                    <a:pt x="482188" y="1343431"/>
                  </a:lnTo>
                  <a:lnTo>
                    <a:pt x="482848" y="1343431"/>
                  </a:lnTo>
                  <a:lnTo>
                    <a:pt x="483509" y="1343431"/>
                  </a:lnTo>
                  <a:lnTo>
                    <a:pt x="484170" y="1343431"/>
                  </a:lnTo>
                  <a:lnTo>
                    <a:pt x="484830" y="1343431"/>
                  </a:lnTo>
                  <a:lnTo>
                    <a:pt x="485491" y="1325528"/>
                  </a:lnTo>
                  <a:lnTo>
                    <a:pt x="486151" y="1308781"/>
                  </a:lnTo>
                  <a:lnTo>
                    <a:pt x="486812" y="1308781"/>
                  </a:lnTo>
                  <a:lnTo>
                    <a:pt x="487472" y="1316184"/>
                  </a:lnTo>
                  <a:lnTo>
                    <a:pt x="488133" y="1316184"/>
                  </a:lnTo>
                  <a:lnTo>
                    <a:pt x="488793" y="1333432"/>
                  </a:lnTo>
                  <a:lnTo>
                    <a:pt x="489454" y="1351909"/>
                  </a:lnTo>
                  <a:lnTo>
                    <a:pt x="490114" y="1351909"/>
                  </a:lnTo>
                  <a:lnTo>
                    <a:pt x="490775" y="1343431"/>
                  </a:lnTo>
                  <a:lnTo>
                    <a:pt x="491435" y="1325528"/>
                  </a:lnTo>
                  <a:lnTo>
                    <a:pt x="492096" y="1293050"/>
                  </a:lnTo>
                  <a:lnTo>
                    <a:pt x="492756" y="1293050"/>
                  </a:lnTo>
                  <a:lnTo>
                    <a:pt x="493417" y="1308781"/>
                  </a:lnTo>
                  <a:lnTo>
                    <a:pt x="494078" y="1325528"/>
                  </a:lnTo>
                  <a:lnTo>
                    <a:pt x="494738" y="1343431"/>
                  </a:lnTo>
                  <a:lnTo>
                    <a:pt x="495399" y="1383432"/>
                  </a:lnTo>
                  <a:lnTo>
                    <a:pt x="496059" y="1383432"/>
                  </a:lnTo>
                  <a:lnTo>
                    <a:pt x="496720" y="1362662"/>
                  </a:lnTo>
                  <a:lnTo>
                    <a:pt x="497380" y="1318699"/>
                  </a:lnTo>
                  <a:lnTo>
                    <a:pt x="498041" y="1258782"/>
                  </a:lnTo>
                  <a:lnTo>
                    <a:pt x="498701" y="1206285"/>
                  </a:lnTo>
                  <a:lnTo>
                    <a:pt x="499362" y="1195583"/>
                  </a:lnTo>
                  <a:lnTo>
                    <a:pt x="500022" y="1195583"/>
                  </a:lnTo>
                  <a:lnTo>
                    <a:pt x="500683" y="1189367"/>
                  </a:lnTo>
                  <a:lnTo>
                    <a:pt x="501343" y="1210692"/>
                  </a:lnTo>
                  <a:lnTo>
                    <a:pt x="502004" y="1226146"/>
                  </a:lnTo>
                  <a:lnTo>
                    <a:pt x="502664" y="1238218"/>
                  </a:lnTo>
                  <a:lnTo>
                    <a:pt x="503325" y="1250878"/>
                  </a:lnTo>
                  <a:lnTo>
                    <a:pt x="503985" y="1264188"/>
                  </a:lnTo>
                  <a:lnTo>
                    <a:pt x="504646" y="1261471"/>
                  </a:lnTo>
                  <a:lnTo>
                    <a:pt x="505307" y="1290015"/>
                  </a:lnTo>
                  <a:lnTo>
                    <a:pt x="505967" y="1305558"/>
                  </a:lnTo>
                  <a:lnTo>
                    <a:pt x="506628" y="1322091"/>
                  </a:lnTo>
                  <a:lnTo>
                    <a:pt x="507288" y="1358700"/>
                  </a:lnTo>
                  <a:lnTo>
                    <a:pt x="507949" y="1406010"/>
                  </a:lnTo>
                  <a:lnTo>
                    <a:pt x="508609" y="1430742"/>
                  </a:lnTo>
                  <a:lnTo>
                    <a:pt x="509270" y="1430742"/>
                  </a:lnTo>
                  <a:lnTo>
                    <a:pt x="509930" y="1430742"/>
                  </a:lnTo>
                  <a:lnTo>
                    <a:pt x="510591" y="1430742"/>
                  </a:lnTo>
                  <a:lnTo>
                    <a:pt x="511251" y="1430742"/>
                  </a:lnTo>
                  <a:lnTo>
                    <a:pt x="511912" y="1430742"/>
                  </a:lnTo>
                  <a:lnTo>
                    <a:pt x="512572" y="1430742"/>
                  </a:lnTo>
                  <a:lnTo>
                    <a:pt x="513233" y="1430742"/>
                  </a:lnTo>
                  <a:lnTo>
                    <a:pt x="513893" y="1430742"/>
                  </a:lnTo>
                  <a:lnTo>
                    <a:pt x="514554" y="1430742"/>
                  </a:lnTo>
                  <a:lnTo>
                    <a:pt x="515215" y="1430742"/>
                  </a:lnTo>
                  <a:lnTo>
                    <a:pt x="515875" y="1430742"/>
                  </a:lnTo>
                  <a:lnTo>
                    <a:pt x="516536" y="1430742"/>
                  </a:lnTo>
                  <a:lnTo>
                    <a:pt x="517196" y="1430742"/>
                  </a:lnTo>
                  <a:lnTo>
                    <a:pt x="517857" y="1430742"/>
                  </a:lnTo>
                  <a:lnTo>
                    <a:pt x="518517" y="1430742"/>
                  </a:lnTo>
                  <a:lnTo>
                    <a:pt x="519178" y="1430742"/>
                  </a:lnTo>
                  <a:lnTo>
                    <a:pt x="519838" y="1406010"/>
                  </a:lnTo>
                  <a:lnTo>
                    <a:pt x="520499" y="1383432"/>
                  </a:lnTo>
                  <a:lnTo>
                    <a:pt x="521159" y="1343431"/>
                  </a:lnTo>
                  <a:lnTo>
                    <a:pt x="521820" y="1325528"/>
                  </a:lnTo>
                  <a:lnTo>
                    <a:pt x="522480" y="1325528"/>
                  </a:lnTo>
                  <a:lnTo>
                    <a:pt x="523141" y="1343431"/>
                  </a:lnTo>
                  <a:lnTo>
                    <a:pt x="523801" y="1362662"/>
                  </a:lnTo>
                  <a:lnTo>
                    <a:pt x="524462" y="1406010"/>
                  </a:lnTo>
                  <a:lnTo>
                    <a:pt x="525123" y="1430742"/>
                  </a:lnTo>
                  <a:lnTo>
                    <a:pt x="525783" y="1430742"/>
                  </a:lnTo>
                  <a:lnTo>
                    <a:pt x="526444" y="1430742"/>
                  </a:lnTo>
                  <a:lnTo>
                    <a:pt x="527104" y="1401335"/>
                  </a:lnTo>
                  <a:lnTo>
                    <a:pt x="527765" y="1339751"/>
                  </a:lnTo>
                  <a:lnTo>
                    <a:pt x="528425" y="1261471"/>
                  </a:lnTo>
                  <a:lnTo>
                    <a:pt x="529086" y="1183297"/>
                  </a:lnTo>
                  <a:lnTo>
                    <a:pt x="529746" y="1137575"/>
                  </a:lnTo>
                  <a:lnTo>
                    <a:pt x="530407" y="1109774"/>
                  </a:lnTo>
                  <a:lnTo>
                    <a:pt x="531067" y="1109774"/>
                  </a:lnTo>
                  <a:lnTo>
                    <a:pt x="531728" y="1136738"/>
                  </a:lnTo>
                  <a:lnTo>
                    <a:pt x="532388" y="1200344"/>
                  </a:lnTo>
                  <a:lnTo>
                    <a:pt x="533049" y="1260123"/>
                  </a:lnTo>
                  <a:lnTo>
                    <a:pt x="533709" y="1332542"/>
                  </a:lnTo>
                  <a:lnTo>
                    <a:pt x="534370" y="1392229"/>
                  </a:lnTo>
                  <a:lnTo>
                    <a:pt x="535031" y="1430742"/>
                  </a:lnTo>
                  <a:lnTo>
                    <a:pt x="535691" y="1406010"/>
                  </a:lnTo>
                  <a:lnTo>
                    <a:pt x="536352" y="1362662"/>
                  </a:lnTo>
                  <a:lnTo>
                    <a:pt x="537012" y="1325528"/>
                  </a:lnTo>
                  <a:lnTo>
                    <a:pt x="537673" y="1293050"/>
                  </a:lnTo>
                  <a:lnTo>
                    <a:pt x="538333" y="1238218"/>
                  </a:lnTo>
                  <a:lnTo>
                    <a:pt x="538994" y="1211806"/>
                  </a:lnTo>
                  <a:lnTo>
                    <a:pt x="539654" y="1211806"/>
                  </a:lnTo>
                  <a:lnTo>
                    <a:pt x="540315" y="1223214"/>
                  </a:lnTo>
                  <a:lnTo>
                    <a:pt x="540975" y="1247655"/>
                  </a:lnTo>
                  <a:lnTo>
                    <a:pt x="541636" y="1304758"/>
                  </a:lnTo>
                  <a:lnTo>
                    <a:pt x="542296" y="1362662"/>
                  </a:lnTo>
                  <a:lnTo>
                    <a:pt x="542957" y="1383432"/>
                  </a:lnTo>
                  <a:lnTo>
                    <a:pt x="543617" y="1383432"/>
                  </a:lnTo>
                  <a:lnTo>
                    <a:pt x="544278" y="1367700"/>
                  </a:lnTo>
                  <a:lnTo>
                    <a:pt x="544938" y="1348107"/>
                  </a:lnTo>
                  <a:lnTo>
                    <a:pt x="545599" y="1329890"/>
                  </a:lnTo>
                  <a:lnTo>
                    <a:pt x="546260" y="1348107"/>
                  </a:lnTo>
                  <a:lnTo>
                    <a:pt x="546920" y="1367700"/>
                  </a:lnTo>
                  <a:lnTo>
                    <a:pt x="547581" y="1383432"/>
                  </a:lnTo>
                  <a:lnTo>
                    <a:pt x="548241" y="1406010"/>
                  </a:lnTo>
                  <a:lnTo>
                    <a:pt x="548902" y="1430742"/>
                  </a:lnTo>
                  <a:lnTo>
                    <a:pt x="549562" y="1430742"/>
                  </a:lnTo>
                  <a:lnTo>
                    <a:pt x="550223" y="1430742"/>
                  </a:lnTo>
                  <a:lnTo>
                    <a:pt x="550883" y="1430742"/>
                  </a:lnTo>
                  <a:lnTo>
                    <a:pt x="551544" y="1430742"/>
                  </a:lnTo>
                  <a:lnTo>
                    <a:pt x="552204" y="1430742"/>
                  </a:lnTo>
                  <a:lnTo>
                    <a:pt x="552865" y="1430742"/>
                  </a:lnTo>
                  <a:lnTo>
                    <a:pt x="553525" y="1430742"/>
                  </a:lnTo>
                  <a:lnTo>
                    <a:pt x="554186" y="1430742"/>
                  </a:lnTo>
                  <a:lnTo>
                    <a:pt x="554846" y="1430742"/>
                  </a:lnTo>
                  <a:lnTo>
                    <a:pt x="555507" y="1430742"/>
                  </a:lnTo>
                  <a:lnTo>
                    <a:pt x="556168" y="1406010"/>
                  </a:lnTo>
                  <a:lnTo>
                    <a:pt x="556828" y="1383432"/>
                  </a:lnTo>
                  <a:lnTo>
                    <a:pt x="557489" y="1343431"/>
                  </a:lnTo>
                  <a:lnTo>
                    <a:pt x="558149" y="1308781"/>
                  </a:lnTo>
                  <a:lnTo>
                    <a:pt x="558810" y="1278218"/>
                  </a:lnTo>
                  <a:lnTo>
                    <a:pt x="559470" y="1278218"/>
                  </a:lnTo>
                  <a:lnTo>
                    <a:pt x="560131" y="1284788"/>
                  </a:lnTo>
                  <a:lnTo>
                    <a:pt x="560791" y="1316184"/>
                  </a:lnTo>
                  <a:lnTo>
                    <a:pt x="561452" y="1351909"/>
                  </a:lnTo>
                  <a:lnTo>
                    <a:pt x="562112" y="1393350"/>
                  </a:lnTo>
                  <a:lnTo>
                    <a:pt x="562773" y="1416849"/>
                  </a:lnTo>
                  <a:lnTo>
                    <a:pt x="563433" y="1430742"/>
                  </a:lnTo>
                  <a:lnTo>
                    <a:pt x="564094" y="1430742"/>
                  </a:lnTo>
                  <a:lnTo>
                    <a:pt x="564754" y="1430742"/>
                  </a:lnTo>
                  <a:lnTo>
                    <a:pt x="565415" y="1430742"/>
                  </a:lnTo>
                  <a:lnTo>
                    <a:pt x="566076" y="1430742"/>
                  </a:lnTo>
                  <a:lnTo>
                    <a:pt x="566736" y="1430742"/>
                  </a:lnTo>
                  <a:lnTo>
                    <a:pt x="567397" y="1430742"/>
                  </a:lnTo>
                  <a:lnTo>
                    <a:pt x="568057" y="1430742"/>
                  </a:lnTo>
                  <a:lnTo>
                    <a:pt x="568718" y="1430742"/>
                  </a:lnTo>
                  <a:lnTo>
                    <a:pt x="569378" y="1430742"/>
                  </a:lnTo>
                  <a:lnTo>
                    <a:pt x="570039" y="1430742"/>
                  </a:lnTo>
                  <a:lnTo>
                    <a:pt x="570699" y="1430742"/>
                  </a:lnTo>
                  <a:lnTo>
                    <a:pt x="571360" y="1430742"/>
                  </a:lnTo>
                  <a:lnTo>
                    <a:pt x="572020" y="1430742"/>
                  </a:lnTo>
                  <a:lnTo>
                    <a:pt x="572681" y="1430742"/>
                  </a:lnTo>
                  <a:lnTo>
                    <a:pt x="573341" y="1430742"/>
                  </a:lnTo>
                  <a:lnTo>
                    <a:pt x="574002" y="1430742"/>
                  </a:lnTo>
                  <a:lnTo>
                    <a:pt x="574662" y="1430742"/>
                  </a:lnTo>
                  <a:lnTo>
                    <a:pt x="575323" y="1430742"/>
                  </a:lnTo>
                  <a:lnTo>
                    <a:pt x="575983" y="1430742"/>
                  </a:lnTo>
                  <a:lnTo>
                    <a:pt x="576644" y="1430742"/>
                  </a:lnTo>
                  <a:lnTo>
                    <a:pt x="577305" y="1430742"/>
                  </a:lnTo>
                  <a:lnTo>
                    <a:pt x="577965" y="1430742"/>
                  </a:lnTo>
                  <a:lnTo>
                    <a:pt x="578626" y="1430742"/>
                  </a:lnTo>
                  <a:lnTo>
                    <a:pt x="579286" y="1430742"/>
                  </a:lnTo>
                  <a:lnTo>
                    <a:pt x="579947" y="1430742"/>
                  </a:lnTo>
                  <a:lnTo>
                    <a:pt x="580607" y="1430742"/>
                  </a:lnTo>
                  <a:lnTo>
                    <a:pt x="581268" y="1430742"/>
                  </a:lnTo>
                  <a:lnTo>
                    <a:pt x="581928" y="1423072"/>
                  </a:lnTo>
                  <a:lnTo>
                    <a:pt x="582589" y="1377024"/>
                  </a:lnTo>
                  <a:lnTo>
                    <a:pt x="583249" y="1337930"/>
                  </a:lnTo>
                  <a:lnTo>
                    <a:pt x="583910" y="1320390"/>
                  </a:lnTo>
                  <a:lnTo>
                    <a:pt x="584570" y="1320390"/>
                  </a:lnTo>
                  <a:lnTo>
                    <a:pt x="585231" y="1325528"/>
                  </a:lnTo>
                  <a:lnTo>
                    <a:pt x="585891" y="1362662"/>
                  </a:lnTo>
                  <a:lnTo>
                    <a:pt x="586552" y="1406010"/>
                  </a:lnTo>
                  <a:lnTo>
                    <a:pt x="587213" y="1430742"/>
                  </a:lnTo>
                  <a:lnTo>
                    <a:pt x="587873" y="1406010"/>
                  </a:lnTo>
                  <a:lnTo>
                    <a:pt x="588534" y="1383432"/>
                  </a:lnTo>
                  <a:lnTo>
                    <a:pt x="589194" y="1350953"/>
                  </a:lnTo>
                  <a:lnTo>
                    <a:pt x="589855" y="1332542"/>
                  </a:lnTo>
                  <a:lnTo>
                    <a:pt x="590515" y="1332542"/>
                  </a:lnTo>
                  <a:lnTo>
                    <a:pt x="591176" y="1350953"/>
                  </a:lnTo>
                  <a:lnTo>
                    <a:pt x="591836" y="1370771"/>
                  </a:lnTo>
                  <a:lnTo>
                    <a:pt x="592497" y="1406010"/>
                  </a:lnTo>
                  <a:lnTo>
                    <a:pt x="593157" y="1430742"/>
                  </a:lnTo>
                  <a:lnTo>
                    <a:pt x="593818" y="1430742"/>
                  </a:lnTo>
                  <a:lnTo>
                    <a:pt x="594478" y="1430742"/>
                  </a:lnTo>
                  <a:lnTo>
                    <a:pt x="595139" y="1430742"/>
                  </a:lnTo>
                  <a:lnTo>
                    <a:pt x="595799" y="1430742"/>
                  </a:lnTo>
                  <a:lnTo>
                    <a:pt x="596460" y="1430742"/>
                  </a:lnTo>
                  <a:lnTo>
                    <a:pt x="597121" y="1430742"/>
                  </a:lnTo>
                  <a:lnTo>
                    <a:pt x="597781" y="1430742"/>
                  </a:lnTo>
                  <a:lnTo>
                    <a:pt x="598442" y="1430742"/>
                  </a:lnTo>
                  <a:lnTo>
                    <a:pt x="599102" y="1406010"/>
                  </a:lnTo>
                  <a:lnTo>
                    <a:pt x="599763" y="1362662"/>
                  </a:lnTo>
                  <a:lnTo>
                    <a:pt x="600423" y="1325528"/>
                  </a:lnTo>
                  <a:lnTo>
                    <a:pt x="601084" y="1278218"/>
                  </a:lnTo>
                  <a:lnTo>
                    <a:pt x="601744" y="1264188"/>
                  </a:lnTo>
                  <a:lnTo>
                    <a:pt x="602405" y="1264188"/>
                  </a:lnTo>
                  <a:lnTo>
                    <a:pt x="603065" y="1293050"/>
                  </a:lnTo>
                  <a:lnTo>
                    <a:pt x="603726" y="1325528"/>
                  </a:lnTo>
                  <a:lnTo>
                    <a:pt x="604386" y="1374923"/>
                  </a:lnTo>
                  <a:lnTo>
                    <a:pt x="605047" y="1354798"/>
                  </a:lnTo>
                  <a:lnTo>
                    <a:pt x="605707" y="1318699"/>
                  </a:lnTo>
                  <a:lnTo>
                    <a:pt x="606368" y="1287015"/>
                  </a:lnTo>
                  <a:lnTo>
                    <a:pt x="607029" y="1259452"/>
                  </a:lnTo>
                  <a:lnTo>
                    <a:pt x="607689" y="1264872"/>
                  </a:lnTo>
                  <a:lnTo>
                    <a:pt x="608350" y="1293814"/>
                  </a:lnTo>
                  <a:lnTo>
                    <a:pt x="609010" y="1344360"/>
                  </a:lnTo>
                  <a:lnTo>
                    <a:pt x="609671" y="1384515"/>
                  </a:lnTo>
                  <a:lnTo>
                    <a:pt x="610331" y="1430742"/>
                  </a:lnTo>
                  <a:lnTo>
                    <a:pt x="610992" y="1430742"/>
                  </a:lnTo>
                  <a:lnTo>
                    <a:pt x="611652" y="1430742"/>
                  </a:lnTo>
                  <a:lnTo>
                    <a:pt x="612313" y="1430742"/>
                  </a:lnTo>
                  <a:lnTo>
                    <a:pt x="612973" y="1430742"/>
                  </a:lnTo>
                  <a:lnTo>
                    <a:pt x="613634" y="1430742"/>
                  </a:lnTo>
                  <a:lnTo>
                    <a:pt x="614294" y="1430742"/>
                  </a:lnTo>
                  <a:lnTo>
                    <a:pt x="614955" y="1430742"/>
                  </a:lnTo>
                  <a:lnTo>
                    <a:pt x="615615" y="1430742"/>
                  </a:lnTo>
                  <a:lnTo>
                    <a:pt x="616276" y="1406010"/>
                  </a:lnTo>
                  <a:lnTo>
                    <a:pt x="616936" y="1362662"/>
                  </a:lnTo>
                  <a:lnTo>
                    <a:pt x="617597" y="1308781"/>
                  </a:lnTo>
                  <a:lnTo>
                    <a:pt x="618258" y="1293050"/>
                  </a:lnTo>
                  <a:lnTo>
                    <a:pt x="618918" y="1278218"/>
                  </a:lnTo>
                  <a:lnTo>
                    <a:pt x="619579" y="1278218"/>
                  </a:lnTo>
                  <a:lnTo>
                    <a:pt x="620239" y="1308781"/>
                  </a:lnTo>
                  <a:lnTo>
                    <a:pt x="620900" y="1362662"/>
                  </a:lnTo>
                  <a:lnTo>
                    <a:pt x="621560" y="1383432"/>
                  </a:lnTo>
                  <a:lnTo>
                    <a:pt x="622221" y="1406010"/>
                  </a:lnTo>
                  <a:lnTo>
                    <a:pt x="622881" y="1430742"/>
                  </a:lnTo>
                  <a:lnTo>
                    <a:pt x="623542" y="1430742"/>
                  </a:lnTo>
                  <a:lnTo>
                    <a:pt x="624202" y="1430742"/>
                  </a:lnTo>
                  <a:lnTo>
                    <a:pt x="624863" y="1430742"/>
                  </a:lnTo>
                  <a:lnTo>
                    <a:pt x="625523" y="1430742"/>
                  </a:lnTo>
                  <a:lnTo>
                    <a:pt x="626184" y="1430742"/>
                  </a:lnTo>
                  <a:lnTo>
                    <a:pt x="626844" y="1430742"/>
                  </a:lnTo>
                  <a:lnTo>
                    <a:pt x="627505" y="1430742"/>
                  </a:lnTo>
                  <a:lnTo>
                    <a:pt x="628166" y="1430742"/>
                  </a:lnTo>
                  <a:lnTo>
                    <a:pt x="628826" y="1406010"/>
                  </a:lnTo>
                  <a:lnTo>
                    <a:pt x="629487" y="1362662"/>
                  </a:lnTo>
                  <a:lnTo>
                    <a:pt x="630147" y="1343431"/>
                  </a:lnTo>
                  <a:lnTo>
                    <a:pt x="630808" y="1343431"/>
                  </a:lnTo>
                  <a:lnTo>
                    <a:pt x="631468" y="1343431"/>
                  </a:lnTo>
                  <a:lnTo>
                    <a:pt x="632129" y="1362662"/>
                  </a:lnTo>
                  <a:lnTo>
                    <a:pt x="632789" y="1406010"/>
                  </a:lnTo>
                  <a:lnTo>
                    <a:pt x="633450" y="1430742"/>
                  </a:lnTo>
                  <a:lnTo>
                    <a:pt x="634110" y="1430742"/>
                  </a:lnTo>
                  <a:lnTo>
                    <a:pt x="634771" y="1430742"/>
                  </a:lnTo>
                  <a:lnTo>
                    <a:pt x="635431" y="1430742"/>
                  </a:lnTo>
                  <a:lnTo>
                    <a:pt x="636092" y="1430742"/>
                  </a:lnTo>
                  <a:lnTo>
                    <a:pt x="636752" y="1430742"/>
                  </a:lnTo>
                  <a:lnTo>
                    <a:pt x="637413" y="1430742"/>
                  </a:lnTo>
                  <a:lnTo>
                    <a:pt x="638074" y="1430742"/>
                  </a:lnTo>
                  <a:lnTo>
                    <a:pt x="638734" y="1430742"/>
                  </a:lnTo>
                  <a:lnTo>
                    <a:pt x="639395" y="1430742"/>
                  </a:lnTo>
                  <a:lnTo>
                    <a:pt x="640055" y="1430742"/>
                  </a:lnTo>
                  <a:lnTo>
                    <a:pt x="640716" y="1430742"/>
                  </a:lnTo>
                  <a:lnTo>
                    <a:pt x="641376" y="1430742"/>
                  </a:lnTo>
                  <a:lnTo>
                    <a:pt x="642037" y="1430742"/>
                  </a:lnTo>
                  <a:lnTo>
                    <a:pt x="642697" y="1430742"/>
                  </a:lnTo>
                  <a:lnTo>
                    <a:pt x="643358" y="1430742"/>
                  </a:lnTo>
                  <a:lnTo>
                    <a:pt x="644018" y="1430742"/>
                  </a:lnTo>
                  <a:lnTo>
                    <a:pt x="644679" y="1430742"/>
                  </a:lnTo>
                  <a:lnTo>
                    <a:pt x="645339" y="1430742"/>
                  </a:lnTo>
                  <a:lnTo>
                    <a:pt x="646000" y="1430742"/>
                  </a:lnTo>
                  <a:lnTo>
                    <a:pt x="646660" y="1430742"/>
                  </a:lnTo>
                  <a:lnTo>
                    <a:pt x="647321" y="1430742"/>
                  </a:lnTo>
                  <a:lnTo>
                    <a:pt x="647981" y="1430742"/>
                  </a:lnTo>
                  <a:lnTo>
                    <a:pt x="648642" y="1430742"/>
                  </a:lnTo>
                  <a:lnTo>
                    <a:pt x="649303" y="1430742"/>
                  </a:lnTo>
                  <a:lnTo>
                    <a:pt x="649963" y="1430742"/>
                  </a:lnTo>
                  <a:lnTo>
                    <a:pt x="650624" y="1430742"/>
                  </a:lnTo>
                  <a:lnTo>
                    <a:pt x="651284" y="1430742"/>
                  </a:lnTo>
                  <a:lnTo>
                    <a:pt x="651945" y="1421815"/>
                  </a:lnTo>
                  <a:lnTo>
                    <a:pt x="652605" y="1397882"/>
                  </a:lnTo>
                  <a:lnTo>
                    <a:pt x="653266" y="1355768"/>
                  </a:lnTo>
                  <a:lnTo>
                    <a:pt x="653926" y="1337024"/>
                  </a:lnTo>
                  <a:lnTo>
                    <a:pt x="654587" y="1337024"/>
                  </a:lnTo>
                  <a:lnTo>
                    <a:pt x="655247" y="1343431"/>
                  </a:lnTo>
                  <a:lnTo>
                    <a:pt x="655908" y="1362662"/>
                  </a:lnTo>
                  <a:lnTo>
                    <a:pt x="656568" y="1406010"/>
                  </a:lnTo>
                  <a:lnTo>
                    <a:pt x="657229" y="1430742"/>
                  </a:lnTo>
                  <a:lnTo>
                    <a:pt x="657889" y="1430742"/>
                  </a:lnTo>
                  <a:lnTo>
                    <a:pt x="658550" y="1430742"/>
                  </a:lnTo>
                  <a:lnTo>
                    <a:pt x="659211" y="1430742"/>
                  </a:lnTo>
                  <a:lnTo>
                    <a:pt x="659871" y="1430742"/>
                  </a:lnTo>
                  <a:lnTo>
                    <a:pt x="660532" y="1430742"/>
                  </a:lnTo>
                  <a:lnTo>
                    <a:pt x="661192" y="1430742"/>
                  </a:lnTo>
                  <a:lnTo>
                    <a:pt x="661853" y="1430742"/>
                  </a:lnTo>
                  <a:lnTo>
                    <a:pt x="662513" y="1430742"/>
                  </a:lnTo>
                  <a:lnTo>
                    <a:pt x="663174" y="1430742"/>
                  </a:lnTo>
                  <a:lnTo>
                    <a:pt x="663834" y="1430742"/>
                  </a:lnTo>
                  <a:lnTo>
                    <a:pt x="664495" y="1430742"/>
                  </a:lnTo>
                  <a:lnTo>
                    <a:pt x="665155" y="1430742"/>
                  </a:lnTo>
                  <a:lnTo>
                    <a:pt x="665816" y="1430742"/>
                  </a:lnTo>
                  <a:lnTo>
                    <a:pt x="666476" y="1430742"/>
                  </a:lnTo>
                  <a:lnTo>
                    <a:pt x="667137" y="1430742"/>
                  </a:lnTo>
                  <a:lnTo>
                    <a:pt x="667797" y="1430742"/>
                  </a:lnTo>
                  <a:lnTo>
                    <a:pt x="668458" y="1430742"/>
                  </a:lnTo>
                  <a:lnTo>
                    <a:pt x="669119" y="1430742"/>
                  </a:lnTo>
                  <a:lnTo>
                    <a:pt x="669779" y="1430742"/>
                  </a:lnTo>
                  <a:lnTo>
                    <a:pt x="670440" y="1401335"/>
                  </a:lnTo>
                  <a:lnTo>
                    <a:pt x="671100" y="1339751"/>
                  </a:lnTo>
                  <a:lnTo>
                    <a:pt x="671761" y="1290015"/>
                  </a:lnTo>
                  <a:lnTo>
                    <a:pt x="672421" y="1261471"/>
                  </a:lnTo>
                  <a:lnTo>
                    <a:pt x="673082" y="1261471"/>
                  </a:lnTo>
                  <a:lnTo>
                    <a:pt x="673742" y="1278218"/>
                  </a:lnTo>
                  <a:lnTo>
                    <a:pt x="674403" y="1325528"/>
                  </a:lnTo>
                  <a:lnTo>
                    <a:pt x="675063" y="1383432"/>
                  </a:lnTo>
                  <a:lnTo>
                    <a:pt x="675724" y="1430742"/>
                  </a:lnTo>
                  <a:lnTo>
                    <a:pt x="676384" y="1430742"/>
                  </a:lnTo>
                  <a:lnTo>
                    <a:pt x="677045" y="1430742"/>
                  </a:lnTo>
                  <a:lnTo>
                    <a:pt x="677705" y="1430742"/>
                  </a:lnTo>
                  <a:lnTo>
                    <a:pt x="678366" y="1430742"/>
                  </a:lnTo>
                  <a:lnTo>
                    <a:pt x="679027" y="1430742"/>
                  </a:lnTo>
                  <a:lnTo>
                    <a:pt x="679687" y="1430742"/>
                  </a:lnTo>
                  <a:lnTo>
                    <a:pt x="680348" y="1430742"/>
                  </a:lnTo>
                  <a:lnTo>
                    <a:pt x="681008" y="1430742"/>
                  </a:lnTo>
                  <a:lnTo>
                    <a:pt x="681669" y="1430742"/>
                  </a:lnTo>
                  <a:lnTo>
                    <a:pt x="682329" y="1430742"/>
                  </a:lnTo>
                  <a:lnTo>
                    <a:pt x="682990" y="1430742"/>
                  </a:lnTo>
                  <a:lnTo>
                    <a:pt x="683650" y="1430742"/>
                  </a:lnTo>
                  <a:lnTo>
                    <a:pt x="684311" y="1430742"/>
                  </a:lnTo>
                  <a:lnTo>
                    <a:pt x="684971" y="1430742"/>
                  </a:lnTo>
                  <a:lnTo>
                    <a:pt x="685632" y="1430742"/>
                  </a:lnTo>
                  <a:lnTo>
                    <a:pt x="686292" y="1430742"/>
                  </a:lnTo>
                  <a:lnTo>
                    <a:pt x="686953" y="1430742"/>
                  </a:lnTo>
                  <a:lnTo>
                    <a:pt x="687613" y="1430742"/>
                  </a:lnTo>
                  <a:lnTo>
                    <a:pt x="688274" y="1430742"/>
                  </a:lnTo>
                  <a:lnTo>
                    <a:pt x="688934" y="1430742"/>
                  </a:lnTo>
                  <a:lnTo>
                    <a:pt x="689595" y="1430742"/>
                  </a:lnTo>
                  <a:lnTo>
                    <a:pt x="690256" y="1430742"/>
                  </a:lnTo>
                  <a:lnTo>
                    <a:pt x="690916" y="1430742"/>
                  </a:lnTo>
                  <a:lnTo>
                    <a:pt x="691577" y="1430742"/>
                  </a:lnTo>
                  <a:lnTo>
                    <a:pt x="692237" y="1430742"/>
                  </a:lnTo>
                  <a:lnTo>
                    <a:pt x="692898" y="1430742"/>
                  </a:lnTo>
                  <a:lnTo>
                    <a:pt x="693558" y="1430742"/>
                  </a:lnTo>
                  <a:lnTo>
                    <a:pt x="694219" y="1430742"/>
                  </a:lnTo>
                  <a:lnTo>
                    <a:pt x="694879" y="1430742"/>
                  </a:lnTo>
                  <a:lnTo>
                    <a:pt x="695540" y="1430742"/>
                  </a:lnTo>
                  <a:lnTo>
                    <a:pt x="696200" y="1430742"/>
                  </a:lnTo>
                  <a:lnTo>
                    <a:pt x="696861" y="1406010"/>
                  </a:lnTo>
                  <a:lnTo>
                    <a:pt x="697521" y="1383432"/>
                  </a:lnTo>
                  <a:lnTo>
                    <a:pt x="698182" y="1343431"/>
                  </a:lnTo>
                  <a:lnTo>
                    <a:pt x="698842" y="1325528"/>
                  </a:lnTo>
                  <a:lnTo>
                    <a:pt x="699503" y="1308781"/>
                  </a:lnTo>
                  <a:lnTo>
                    <a:pt x="700164" y="1325528"/>
                  </a:lnTo>
                  <a:lnTo>
                    <a:pt x="700824" y="1343431"/>
                  </a:lnTo>
                  <a:lnTo>
                    <a:pt x="701485" y="1383432"/>
                  </a:lnTo>
                  <a:lnTo>
                    <a:pt x="702145" y="1406010"/>
                  </a:lnTo>
                  <a:lnTo>
                    <a:pt x="702806" y="1430742"/>
                  </a:lnTo>
                  <a:lnTo>
                    <a:pt x="703466" y="1430742"/>
                  </a:lnTo>
                  <a:lnTo>
                    <a:pt x="704127" y="1430742"/>
                  </a:lnTo>
                  <a:lnTo>
                    <a:pt x="704787" y="1430742"/>
                  </a:lnTo>
                  <a:lnTo>
                    <a:pt x="705448" y="1430742"/>
                  </a:lnTo>
                  <a:lnTo>
                    <a:pt x="706108" y="1430742"/>
                  </a:lnTo>
                  <a:lnTo>
                    <a:pt x="706769" y="1406010"/>
                  </a:lnTo>
                  <a:lnTo>
                    <a:pt x="707429" y="1364665"/>
                  </a:lnTo>
                  <a:lnTo>
                    <a:pt x="708090" y="1345292"/>
                  </a:lnTo>
                  <a:lnTo>
                    <a:pt x="708750" y="1327264"/>
                  </a:lnTo>
                  <a:lnTo>
                    <a:pt x="709411" y="1327264"/>
                  </a:lnTo>
                  <a:lnTo>
                    <a:pt x="710072" y="1345292"/>
                  </a:lnTo>
                  <a:lnTo>
                    <a:pt x="710732" y="1383432"/>
                  </a:lnTo>
                  <a:lnTo>
                    <a:pt x="711393" y="1406010"/>
                  </a:lnTo>
                  <a:lnTo>
                    <a:pt x="712053" y="1430742"/>
                  </a:lnTo>
                  <a:lnTo>
                    <a:pt x="712714" y="1430742"/>
                  </a:lnTo>
                  <a:lnTo>
                    <a:pt x="713374" y="1430742"/>
                  </a:lnTo>
                  <a:lnTo>
                    <a:pt x="714035" y="1430742"/>
                  </a:lnTo>
                  <a:lnTo>
                    <a:pt x="714695" y="1430742"/>
                  </a:lnTo>
                  <a:lnTo>
                    <a:pt x="715356" y="1430742"/>
                  </a:lnTo>
                  <a:lnTo>
                    <a:pt x="716016" y="1430742"/>
                  </a:lnTo>
                  <a:lnTo>
                    <a:pt x="716677" y="1430742"/>
                  </a:lnTo>
                  <a:lnTo>
                    <a:pt x="717337" y="1430742"/>
                  </a:lnTo>
                  <a:lnTo>
                    <a:pt x="717998" y="1430742"/>
                  </a:lnTo>
                  <a:lnTo>
                    <a:pt x="718658" y="1430742"/>
                  </a:lnTo>
                  <a:lnTo>
                    <a:pt x="719319" y="1430742"/>
                  </a:lnTo>
                  <a:lnTo>
                    <a:pt x="719979" y="1430742"/>
                  </a:lnTo>
                  <a:lnTo>
                    <a:pt x="720640" y="1430742"/>
                  </a:lnTo>
                  <a:lnTo>
                    <a:pt x="721301" y="1430742"/>
                  </a:lnTo>
                  <a:lnTo>
                    <a:pt x="721961" y="1430742"/>
                  </a:lnTo>
                  <a:lnTo>
                    <a:pt x="722622" y="1430742"/>
                  </a:lnTo>
                  <a:lnTo>
                    <a:pt x="723282" y="1430742"/>
                  </a:lnTo>
                  <a:lnTo>
                    <a:pt x="723943" y="1430742"/>
                  </a:lnTo>
                  <a:lnTo>
                    <a:pt x="724603" y="1423072"/>
                  </a:lnTo>
                  <a:lnTo>
                    <a:pt x="725264" y="1397882"/>
                  </a:lnTo>
                  <a:lnTo>
                    <a:pt x="725924" y="1337024"/>
                  </a:lnTo>
                  <a:lnTo>
                    <a:pt x="726585" y="1287762"/>
                  </a:lnTo>
                  <a:lnTo>
                    <a:pt x="727245" y="1273221"/>
                  </a:lnTo>
                  <a:lnTo>
                    <a:pt x="727906" y="1277498"/>
                  </a:lnTo>
                  <a:lnTo>
                    <a:pt x="728566" y="1286270"/>
                  </a:lnTo>
                  <a:lnTo>
                    <a:pt x="729227" y="1305558"/>
                  </a:lnTo>
                  <a:lnTo>
                    <a:pt x="729887" y="1322091"/>
                  </a:lnTo>
                  <a:lnTo>
                    <a:pt x="730548" y="1322091"/>
                  </a:lnTo>
                  <a:lnTo>
                    <a:pt x="731209" y="1322091"/>
                  </a:lnTo>
                  <a:lnTo>
                    <a:pt x="731869" y="1329890"/>
                  </a:lnTo>
                  <a:lnTo>
                    <a:pt x="732530" y="1362662"/>
                  </a:lnTo>
                  <a:lnTo>
                    <a:pt x="733190" y="1406010"/>
                  </a:lnTo>
                  <a:lnTo>
                    <a:pt x="733851" y="1430742"/>
                  </a:lnTo>
                  <a:lnTo>
                    <a:pt x="734511" y="1430742"/>
                  </a:lnTo>
                  <a:lnTo>
                    <a:pt x="735172" y="1430742"/>
                  </a:lnTo>
                  <a:lnTo>
                    <a:pt x="735832" y="1430742"/>
                  </a:lnTo>
                  <a:lnTo>
                    <a:pt x="736493" y="1430742"/>
                  </a:lnTo>
                  <a:lnTo>
                    <a:pt x="737153" y="1430742"/>
                  </a:lnTo>
                  <a:lnTo>
                    <a:pt x="737814" y="1430742"/>
                  </a:lnTo>
                  <a:lnTo>
                    <a:pt x="738474" y="1430742"/>
                  </a:lnTo>
                  <a:lnTo>
                    <a:pt x="739135" y="1430742"/>
                  </a:lnTo>
                  <a:lnTo>
                    <a:pt x="739795" y="1430742"/>
                  </a:lnTo>
                  <a:lnTo>
                    <a:pt x="740456" y="1430742"/>
                  </a:lnTo>
                  <a:lnTo>
                    <a:pt x="741117" y="1430742"/>
                  </a:lnTo>
                  <a:lnTo>
                    <a:pt x="741777" y="1430742"/>
                  </a:lnTo>
                  <a:lnTo>
                    <a:pt x="742438" y="1430742"/>
                  </a:lnTo>
                  <a:lnTo>
                    <a:pt x="743098" y="1406010"/>
                  </a:lnTo>
                  <a:lnTo>
                    <a:pt x="743759" y="1362662"/>
                  </a:lnTo>
                  <a:lnTo>
                    <a:pt x="744419" y="1343431"/>
                  </a:lnTo>
                  <a:lnTo>
                    <a:pt x="745080" y="1343431"/>
                  </a:lnTo>
                  <a:lnTo>
                    <a:pt x="745740" y="1343431"/>
                  </a:lnTo>
                  <a:lnTo>
                    <a:pt x="746401" y="1362662"/>
                  </a:lnTo>
                  <a:lnTo>
                    <a:pt x="747061" y="1406010"/>
                  </a:lnTo>
                  <a:lnTo>
                    <a:pt x="747722" y="1430742"/>
                  </a:lnTo>
                  <a:lnTo>
                    <a:pt x="748382" y="1430742"/>
                  </a:lnTo>
                  <a:lnTo>
                    <a:pt x="749043" y="1430742"/>
                  </a:lnTo>
                  <a:lnTo>
                    <a:pt x="749703" y="1430742"/>
                  </a:lnTo>
                  <a:lnTo>
                    <a:pt x="750364" y="1430742"/>
                  </a:lnTo>
                  <a:lnTo>
                    <a:pt x="751025" y="1430742"/>
                  </a:lnTo>
                  <a:lnTo>
                    <a:pt x="751685" y="1430742"/>
                  </a:lnTo>
                  <a:lnTo>
                    <a:pt x="752346" y="1406010"/>
                  </a:lnTo>
                  <a:lnTo>
                    <a:pt x="753006" y="1362662"/>
                  </a:lnTo>
                  <a:lnTo>
                    <a:pt x="753667" y="1343431"/>
                  </a:lnTo>
                  <a:lnTo>
                    <a:pt x="754327" y="1343431"/>
                  </a:lnTo>
                  <a:lnTo>
                    <a:pt x="754988" y="1343431"/>
                  </a:lnTo>
                  <a:lnTo>
                    <a:pt x="755648" y="1362662"/>
                  </a:lnTo>
                  <a:lnTo>
                    <a:pt x="756309" y="1406010"/>
                  </a:lnTo>
                  <a:lnTo>
                    <a:pt x="756969" y="1430742"/>
                  </a:lnTo>
                  <a:lnTo>
                    <a:pt x="757630" y="1430742"/>
                  </a:lnTo>
                  <a:lnTo>
                    <a:pt x="758290" y="1430742"/>
                  </a:lnTo>
                  <a:lnTo>
                    <a:pt x="758951" y="1430742"/>
                  </a:lnTo>
                  <a:lnTo>
                    <a:pt x="759611" y="1430742"/>
                  </a:lnTo>
                  <a:lnTo>
                    <a:pt x="760272" y="1430742"/>
                  </a:lnTo>
                  <a:lnTo>
                    <a:pt x="760932" y="1430742"/>
                  </a:lnTo>
                  <a:lnTo>
                    <a:pt x="761593" y="1430742"/>
                  </a:lnTo>
                  <a:lnTo>
                    <a:pt x="762254" y="1430742"/>
                  </a:lnTo>
                  <a:lnTo>
                    <a:pt x="762914" y="1430742"/>
                  </a:lnTo>
                  <a:lnTo>
                    <a:pt x="763575" y="1430742"/>
                  </a:lnTo>
                  <a:lnTo>
                    <a:pt x="764235" y="1430742"/>
                  </a:lnTo>
                  <a:lnTo>
                    <a:pt x="764896" y="1430742"/>
                  </a:lnTo>
                  <a:lnTo>
                    <a:pt x="765556" y="1430742"/>
                  </a:lnTo>
                  <a:lnTo>
                    <a:pt x="766217" y="1430742"/>
                  </a:lnTo>
                  <a:lnTo>
                    <a:pt x="766877" y="1430742"/>
                  </a:lnTo>
                  <a:lnTo>
                    <a:pt x="767538" y="1430742"/>
                  </a:lnTo>
                  <a:lnTo>
                    <a:pt x="768198" y="1430742"/>
                  </a:lnTo>
                  <a:lnTo>
                    <a:pt x="768859" y="1423072"/>
                  </a:lnTo>
                  <a:lnTo>
                    <a:pt x="769519" y="1399028"/>
                  </a:lnTo>
                  <a:lnTo>
                    <a:pt x="770180" y="1356741"/>
                  </a:lnTo>
                  <a:lnTo>
                    <a:pt x="770840" y="1337930"/>
                  </a:lnTo>
                  <a:lnTo>
                    <a:pt x="771501" y="1337930"/>
                  </a:lnTo>
                  <a:lnTo>
                    <a:pt x="772162" y="1343431"/>
                  </a:lnTo>
                  <a:lnTo>
                    <a:pt x="772822" y="1362662"/>
                  </a:lnTo>
                  <a:lnTo>
                    <a:pt x="773483" y="1406010"/>
                  </a:lnTo>
                  <a:lnTo>
                    <a:pt x="774143" y="1430742"/>
                  </a:lnTo>
                  <a:lnTo>
                    <a:pt x="774804" y="1430742"/>
                  </a:lnTo>
                  <a:lnTo>
                    <a:pt x="775464" y="1430742"/>
                  </a:lnTo>
                  <a:lnTo>
                    <a:pt x="776125" y="1430742"/>
                  </a:lnTo>
                  <a:lnTo>
                    <a:pt x="776785" y="1430742"/>
                  </a:lnTo>
                  <a:lnTo>
                    <a:pt x="777446" y="1430742"/>
                  </a:lnTo>
                  <a:lnTo>
                    <a:pt x="778106" y="1430742"/>
                  </a:lnTo>
                  <a:lnTo>
                    <a:pt x="778767" y="1430742"/>
                  </a:lnTo>
                  <a:lnTo>
                    <a:pt x="779427" y="1430742"/>
                  </a:lnTo>
                  <a:lnTo>
                    <a:pt x="780088" y="1430742"/>
                  </a:lnTo>
                  <a:lnTo>
                    <a:pt x="780748" y="1430742"/>
                  </a:lnTo>
                  <a:lnTo>
                    <a:pt x="781409" y="1430742"/>
                  </a:lnTo>
                  <a:lnTo>
                    <a:pt x="782070" y="1406010"/>
                  </a:lnTo>
                  <a:lnTo>
                    <a:pt x="782730" y="1362662"/>
                  </a:lnTo>
                  <a:lnTo>
                    <a:pt x="783391" y="1343431"/>
                  </a:lnTo>
                  <a:lnTo>
                    <a:pt x="784051" y="1325528"/>
                  </a:lnTo>
                  <a:lnTo>
                    <a:pt x="784712" y="1325528"/>
                  </a:lnTo>
                  <a:lnTo>
                    <a:pt x="785372" y="1343431"/>
                  </a:lnTo>
                  <a:lnTo>
                    <a:pt x="786033" y="1383432"/>
                  </a:lnTo>
                  <a:lnTo>
                    <a:pt x="786693" y="1406010"/>
                  </a:lnTo>
                  <a:lnTo>
                    <a:pt x="787354" y="1430742"/>
                  </a:lnTo>
                  <a:lnTo>
                    <a:pt x="788014" y="1430742"/>
                  </a:lnTo>
                  <a:lnTo>
                    <a:pt x="788675" y="1430742"/>
                  </a:lnTo>
                  <a:lnTo>
                    <a:pt x="789335" y="1430742"/>
                  </a:lnTo>
                  <a:lnTo>
                    <a:pt x="789996" y="1430742"/>
                  </a:lnTo>
                  <a:lnTo>
                    <a:pt x="790656" y="1430742"/>
                  </a:lnTo>
                  <a:lnTo>
                    <a:pt x="791317" y="1430742"/>
                  </a:lnTo>
                  <a:lnTo>
                    <a:pt x="791977" y="1430742"/>
                  </a:lnTo>
                  <a:lnTo>
                    <a:pt x="792638" y="1430742"/>
                  </a:lnTo>
                  <a:lnTo>
                    <a:pt x="793299" y="1430742"/>
                  </a:lnTo>
                  <a:lnTo>
                    <a:pt x="793959" y="1430742"/>
                  </a:lnTo>
                  <a:lnTo>
                    <a:pt x="794620" y="1430742"/>
                  </a:lnTo>
                  <a:lnTo>
                    <a:pt x="795280" y="1430742"/>
                  </a:lnTo>
                  <a:lnTo>
                    <a:pt x="795941" y="1430742"/>
                  </a:lnTo>
                  <a:lnTo>
                    <a:pt x="796601" y="1430742"/>
                  </a:lnTo>
                  <a:lnTo>
                    <a:pt x="797262" y="1430742"/>
                  </a:lnTo>
                  <a:lnTo>
                    <a:pt x="797922" y="1430742"/>
                  </a:lnTo>
                  <a:lnTo>
                    <a:pt x="798583" y="1430742"/>
                  </a:lnTo>
                  <a:lnTo>
                    <a:pt x="799243" y="1430742"/>
                  </a:lnTo>
                  <a:lnTo>
                    <a:pt x="799904" y="1430742"/>
                  </a:lnTo>
                  <a:lnTo>
                    <a:pt x="800564" y="1430742"/>
                  </a:lnTo>
                  <a:lnTo>
                    <a:pt x="801225" y="1430742"/>
                  </a:lnTo>
                  <a:lnTo>
                    <a:pt x="801885" y="1430742"/>
                  </a:lnTo>
                  <a:lnTo>
                    <a:pt x="802546" y="1430742"/>
                  </a:lnTo>
                  <a:lnTo>
                    <a:pt x="803207" y="1430742"/>
                  </a:lnTo>
                  <a:lnTo>
                    <a:pt x="803867" y="1430742"/>
                  </a:lnTo>
                  <a:lnTo>
                    <a:pt x="804528" y="1430742"/>
                  </a:lnTo>
                  <a:lnTo>
                    <a:pt x="805188" y="1430742"/>
                  </a:lnTo>
                  <a:lnTo>
                    <a:pt x="805849" y="1430742"/>
                  </a:lnTo>
                  <a:lnTo>
                    <a:pt x="806509" y="1430742"/>
                  </a:lnTo>
                  <a:lnTo>
                    <a:pt x="807170" y="1430742"/>
                  </a:lnTo>
                  <a:lnTo>
                    <a:pt x="807830" y="1430742"/>
                  </a:lnTo>
                  <a:lnTo>
                    <a:pt x="808491" y="1430742"/>
                  </a:lnTo>
                  <a:lnTo>
                    <a:pt x="809151" y="1430742"/>
                  </a:lnTo>
                  <a:lnTo>
                    <a:pt x="809812" y="1430742"/>
                  </a:lnTo>
                  <a:lnTo>
                    <a:pt x="810472" y="1430742"/>
                  </a:lnTo>
                  <a:lnTo>
                    <a:pt x="811133" y="1430742"/>
                  </a:lnTo>
                  <a:lnTo>
                    <a:pt x="811793" y="1430742"/>
                  </a:lnTo>
                  <a:lnTo>
                    <a:pt x="812454" y="1430742"/>
                  </a:lnTo>
                  <a:lnTo>
                    <a:pt x="813115" y="1397882"/>
                  </a:lnTo>
                  <a:lnTo>
                    <a:pt x="813775" y="1355768"/>
                  </a:lnTo>
                  <a:lnTo>
                    <a:pt x="814436" y="1337024"/>
                  </a:lnTo>
                  <a:lnTo>
                    <a:pt x="815096" y="1337024"/>
                  </a:lnTo>
                  <a:lnTo>
                    <a:pt x="815757" y="1337024"/>
                  </a:lnTo>
                  <a:lnTo>
                    <a:pt x="816417" y="1362662"/>
                  </a:lnTo>
                  <a:lnTo>
                    <a:pt x="817078" y="1406010"/>
                  </a:lnTo>
                  <a:lnTo>
                    <a:pt x="817738" y="1430742"/>
                  </a:lnTo>
                  <a:lnTo>
                    <a:pt x="818399" y="1430742"/>
                  </a:lnTo>
                  <a:lnTo>
                    <a:pt x="819059" y="1430742"/>
                  </a:lnTo>
                  <a:lnTo>
                    <a:pt x="819720" y="1430742"/>
                  </a:lnTo>
                  <a:lnTo>
                    <a:pt x="820380" y="1430742"/>
                  </a:lnTo>
                  <a:lnTo>
                    <a:pt x="821041" y="1430742"/>
                  </a:lnTo>
                  <a:lnTo>
                    <a:pt x="821701" y="1430742"/>
                  </a:lnTo>
                  <a:lnTo>
                    <a:pt x="822362" y="1430742"/>
                  </a:lnTo>
                  <a:lnTo>
                    <a:pt x="823023" y="1430742"/>
                  </a:lnTo>
                  <a:lnTo>
                    <a:pt x="823683" y="1430742"/>
                  </a:lnTo>
                  <a:lnTo>
                    <a:pt x="824344" y="1406010"/>
                  </a:lnTo>
                  <a:lnTo>
                    <a:pt x="825004" y="1362662"/>
                  </a:lnTo>
                  <a:lnTo>
                    <a:pt x="825665" y="1293050"/>
                  </a:lnTo>
                  <a:lnTo>
                    <a:pt x="826325" y="1214611"/>
                  </a:lnTo>
                  <a:lnTo>
                    <a:pt x="826986" y="1163567"/>
                  </a:lnTo>
                  <a:lnTo>
                    <a:pt x="827646" y="1145664"/>
                  </a:lnTo>
                  <a:lnTo>
                    <a:pt x="828307" y="1137156"/>
                  </a:lnTo>
                  <a:lnTo>
                    <a:pt x="828967" y="1129323"/>
                  </a:lnTo>
                  <a:lnTo>
                    <a:pt x="829628" y="1137575"/>
                  </a:lnTo>
                  <a:lnTo>
                    <a:pt x="830288" y="1154909"/>
                  </a:lnTo>
                  <a:lnTo>
                    <a:pt x="830949" y="1164031"/>
                  </a:lnTo>
                  <a:lnTo>
                    <a:pt x="831609" y="1164031"/>
                  </a:lnTo>
                  <a:lnTo>
                    <a:pt x="832270" y="1173004"/>
                  </a:lnTo>
                  <a:lnTo>
                    <a:pt x="832930" y="1192975"/>
                  </a:lnTo>
                  <a:lnTo>
                    <a:pt x="833591" y="1214611"/>
                  </a:lnTo>
                  <a:lnTo>
                    <a:pt x="834252" y="1238218"/>
                  </a:lnTo>
                  <a:lnTo>
                    <a:pt x="834912" y="1278218"/>
                  </a:lnTo>
                  <a:lnTo>
                    <a:pt x="835573" y="1343431"/>
                  </a:lnTo>
                  <a:lnTo>
                    <a:pt x="836233" y="1406010"/>
                  </a:lnTo>
                  <a:lnTo>
                    <a:pt x="836894" y="1430742"/>
                  </a:lnTo>
                  <a:lnTo>
                    <a:pt x="837554" y="1430742"/>
                  </a:lnTo>
                  <a:lnTo>
                    <a:pt x="838215" y="1430742"/>
                  </a:lnTo>
                  <a:lnTo>
                    <a:pt x="838875" y="1430742"/>
                  </a:lnTo>
                  <a:lnTo>
                    <a:pt x="839536" y="1430742"/>
                  </a:lnTo>
                  <a:lnTo>
                    <a:pt x="840196" y="1430742"/>
                  </a:lnTo>
                  <a:lnTo>
                    <a:pt x="840857" y="1430742"/>
                  </a:lnTo>
                  <a:lnTo>
                    <a:pt x="841517" y="1430742"/>
                  </a:lnTo>
                  <a:lnTo>
                    <a:pt x="842178" y="1430742"/>
                  </a:lnTo>
                  <a:lnTo>
                    <a:pt x="842838" y="1430742"/>
                  </a:lnTo>
                  <a:lnTo>
                    <a:pt x="843499" y="1430742"/>
                  </a:lnTo>
                  <a:lnTo>
                    <a:pt x="844160" y="1430742"/>
                  </a:lnTo>
                  <a:lnTo>
                    <a:pt x="844820" y="1430742"/>
                  </a:lnTo>
                  <a:lnTo>
                    <a:pt x="845481" y="1430742"/>
                  </a:lnTo>
                  <a:lnTo>
                    <a:pt x="846141" y="1430742"/>
                  </a:lnTo>
                  <a:lnTo>
                    <a:pt x="846802" y="1430742"/>
                  </a:lnTo>
                  <a:lnTo>
                    <a:pt x="847462" y="1430742"/>
                  </a:lnTo>
                  <a:lnTo>
                    <a:pt x="848123" y="1430742"/>
                  </a:lnTo>
                  <a:lnTo>
                    <a:pt x="848783" y="1430742"/>
                  </a:lnTo>
                  <a:lnTo>
                    <a:pt x="849444" y="1430742"/>
                  </a:lnTo>
                  <a:lnTo>
                    <a:pt x="850104" y="1430742"/>
                  </a:lnTo>
                  <a:lnTo>
                    <a:pt x="850765" y="1430742"/>
                  </a:lnTo>
                  <a:lnTo>
                    <a:pt x="851425" y="1430742"/>
                  </a:lnTo>
                  <a:lnTo>
                    <a:pt x="852086" y="1430742"/>
                  </a:lnTo>
                  <a:lnTo>
                    <a:pt x="852746" y="1430742"/>
                  </a:lnTo>
                  <a:lnTo>
                    <a:pt x="853407" y="1430742"/>
                  </a:lnTo>
                  <a:lnTo>
                    <a:pt x="854068" y="1430742"/>
                  </a:lnTo>
                  <a:lnTo>
                    <a:pt x="854728" y="1430742"/>
                  </a:lnTo>
                  <a:lnTo>
                    <a:pt x="855389" y="1430742"/>
                  </a:lnTo>
                  <a:lnTo>
                    <a:pt x="856049" y="1430742"/>
                  </a:lnTo>
                  <a:lnTo>
                    <a:pt x="856710" y="1430742"/>
                  </a:lnTo>
                  <a:lnTo>
                    <a:pt x="857370" y="1430742"/>
                  </a:lnTo>
                  <a:lnTo>
                    <a:pt x="858031" y="1430742"/>
                  </a:lnTo>
                  <a:lnTo>
                    <a:pt x="858691" y="1430742"/>
                  </a:lnTo>
                  <a:lnTo>
                    <a:pt x="859352" y="1430742"/>
                  </a:lnTo>
                  <a:lnTo>
                    <a:pt x="860012" y="1430742"/>
                  </a:lnTo>
                  <a:lnTo>
                    <a:pt x="860673" y="1406010"/>
                  </a:lnTo>
                  <a:lnTo>
                    <a:pt x="861333" y="1362662"/>
                  </a:lnTo>
                  <a:lnTo>
                    <a:pt x="861994" y="1343431"/>
                  </a:lnTo>
                  <a:lnTo>
                    <a:pt x="862654" y="1308781"/>
                  </a:lnTo>
                  <a:lnTo>
                    <a:pt x="863315" y="1250878"/>
                  </a:lnTo>
                  <a:lnTo>
                    <a:pt x="863975" y="1213486"/>
                  </a:lnTo>
                  <a:lnTo>
                    <a:pt x="864636" y="1213486"/>
                  </a:lnTo>
                  <a:lnTo>
                    <a:pt x="865297" y="1224969"/>
                  </a:lnTo>
                  <a:lnTo>
                    <a:pt x="865957" y="1249584"/>
                  </a:lnTo>
                  <a:lnTo>
                    <a:pt x="866618" y="1307165"/>
                  </a:lnTo>
                  <a:lnTo>
                    <a:pt x="867278" y="1383432"/>
                  </a:lnTo>
                  <a:lnTo>
                    <a:pt x="867939" y="1430742"/>
                  </a:lnTo>
                  <a:lnTo>
                    <a:pt x="868599" y="1430742"/>
                  </a:lnTo>
                  <a:lnTo>
                    <a:pt x="869260" y="1430742"/>
                  </a:lnTo>
                  <a:lnTo>
                    <a:pt x="869920" y="1430742"/>
                  </a:lnTo>
                  <a:lnTo>
                    <a:pt x="870581" y="1430742"/>
                  </a:lnTo>
                  <a:lnTo>
                    <a:pt x="871241" y="1430742"/>
                  </a:lnTo>
                  <a:lnTo>
                    <a:pt x="871902" y="1406010"/>
                  </a:lnTo>
                  <a:lnTo>
                    <a:pt x="872562" y="1362662"/>
                  </a:lnTo>
                  <a:lnTo>
                    <a:pt x="873223" y="1325528"/>
                  </a:lnTo>
                  <a:lnTo>
                    <a:pt x="873883" y="1293814"/>
                  </a:lnTo>
                  <a:lnTo>
                    <a:pt x="874544" y="1264872"/>
                  </a:lnTo>
                  <a:lnTo>
                    <a:pt x="875205" y="1264872"/>
                  </a:lnTo>
                  <a:lnTo>
                    <a:pt x="875865" y="1264872"/>
                  </a:lnTo>
                  <a:lnTo>
                    <a:pt x="876526" y="1238836"/>
                  </a:lnTo>
                  <a:lnTo>
                    <a:pt x="877186" y="1238218"/>
                  </a:lnTo>
                  <a:lnTo>
                    <a:pt x="877847" y="1264188"/>
                  </a:lnTo>
                  <a:lnTo>
                    <a:pt x="878507" y="1278218"/>
                  </a:lnTo>
                  <a:lnTo>
                    <a:pt x="879168" y="1308781"/>
                  </a:lnTo>
                  <a:lnTo>
                    <a:pt x="879828" y="1383432"/>
                  </a:lnTo>
                  <a:lnTo>
                    <a:pt x="880489" y="1430742"/>
                  </a:lnTo>
                  <a:lnTo>
                    <a:pt x="881149" y="1430742"/>
                  </a:lnTo>
                  <a:lnTo>
                    <a:pt x="881810" y="1430742"/>
                  </a:lnTo>
                  <a:lnTo>
                    <a:pt x="882470" y="1430742"/>
                  </a:lnTo>
                  <a:lnTo>
                    <a:pt x="883131" y="1430742"/>
                  </a:lnTo>
                  <a:lnTo>
                    <a:pt x="883791" y="1430742"/>
                  </a:lnTo>
                  <a:lnTo>
                    <a:pt x="884452" y="1430742"/>
                  </a:lnTo>
                  <a:lnTo>
                    <a:pt x="885113" y="1430742"/>
                  </a:lnTo>
                  <a:lnTo>
                    <a:pt x="885773" y="1430742"/>
                  </a:lnTo>
                  <a:lnTo>
                    <a:pt x="886434" y="1406010"/>
                  </a:lnTo>
                  <a:lnTo>
                    <a:pt x="887094" y="1362662"/>
                  </a:lnTo>
                  <a:lnTo>
                    <a:pt x="887755" y="1334326"/>
                  </a:lnTo>
                  <a:lnTo>
                    <a:pt x="888415" y="1300797"/>
                  </a:lnTo>
                  <a:lnTo>
                    <a:pt x="889076" y="1244471"/>
                  </a:lnTo>
                  <a:lnTo>
                    <a:pt x="889736" y="1220315"/>
                  </a:lnTo>
                  <a:lnTo>
                    <a:pt x="890397" y="1211249"/>
                  </a:lnTo>
                  <a:lnTo>
                    <a:pt x="891057" y="1216878"/>
                  </a:lnTo>
                  <a:lnTo>
                    <a:pt x="891718" y="1234537"/>
                  </a:lnTo>
                  <a:lnTo>
                    <a:pt x="892378" y="1273929"/>
                  </a:lnTo>
                  <a:lnTo>
                    <a:pt x="893039" y="1288511"/>
                  </a:lnTo>
                  <a:lnTo>
                    <a:pt x="893699" y="1317020"/>
                  </a:lnTo>
                  <a:lnTo>
                    <a:pt x="894360" y="1334326"/>
                  </a:lnTo>
                  <a:lnTo>
                    <a:pt x="895021" y="1325528"/>
                  </a:lnTo>
                  <a:lnTo>
                    <a:pt x="895681" y="1264188"/>
                  </a:lnTo>
                  <a:lnTo>
                    <a:pt x="896342" y="1202489"/>
                  </a:lnTo>
                  <a:lnTo>
                    <a:pt x="897002" y="1146531"/>
                  </a:lnTo>
                  <a:lnTo>
                    <a:pt x="897663" y="1099437"/>
                  </a:lnTo>
                  <a:lnTo>
                    <a:pt x="898323" y="1085350"/>
                  </a:lnTo>
                  <a:lnTo>
                    <a:pt x="898984" y="1106778"/>
                  </a:lnTo>
                  <a:lnTo>
                    <a:pt x="899644" y="1165894"/>
                  </a:lnTo>
                  <a:lnTo>
                    <a:pt x="900305" y="1238836"/>
                  </a:lnTo>
                  <a:lnTo>
                    <a:pt x="900965" y="1308781"/>
                  </a:lnTo>
                  <a:lnTo>
                    <a:pt x="901626" y="1325528"/>
                  </a:lnTo>
                  <a:lnTo>
                    <a:pt x="902286" y="1343431"/>
                  </a:lnTo>
                  <a:lnTo>
                    <a:pt x="902947" y="1343431"/>
                  </a:lnTo>
                  <a:lnTo>
                    <a:pt x="903607" y="1343431"/>
                  </a:lnTo>
                  <a:lnTo>
                    <a:pt x="904268" y="1362662"/>
                  </a:lnTo>
                  <a:lnTo>
                    <a:pt x="904928" y="1406010"/>
                  </a:lnTo>
                  <a:lnTo>
                    <a:pt x="905589" y="1430742"/>
                  </a:lnTo>
                  <a:lnTo>
                    <a:pt x="906250" y="1430742"/>
                  </a:lnTo>
                  <a:lnTo>
                    <a:pt x="906910" y="1430742"/>
                  </a:lnTo>
                  <a:lnTo>
                    <a:pt x="907571" y="1430742"/>
                  </a:lnTo>
                  <a:lnTo>
                    <a:pt x="908231" y="1430742"/>
                  </a:lnTo>
                  <a:lnTo>
                    <a:pt x="908892" y="1430742"/>
                  </a:lnTo>
                  <a:lnTo>
                    <a:pt x="909552" y="1430742"/>
                  </a:lnTo>
                  <a:lnTo>
                    <a:pt x="910213" y="1430742"/>
                  </a:lnTo>
                  <a:lnTo>
                    <a:pt x="910873" y="1383432"/>
                  </a:lnTo>
                  <a:lnTo>
                    <a:pt x="911534" y="1293050"/>
                  </a:lnTo>
                  <a:lnTo>
                    <a:pt x="912194" y="1216309"/>
                  </a:lnTo>
                  <a:lnTo>
                    <a:pt x="912855" y="1146531"/>
                  </a:lnTo>
                  <a:lnTo>
                    <a:pt x="913515" y="1099076"/>
                  </a:lnTo>
                  <a:lnTo>
                    <a:pt x="914176" y="1099076"/>
                  </a:lnTo>
                  <a:lnTo>
                    <a:pt x="914836" y="1137994"/>
                  </a:lnTo>
                  <a:lnTo>
                    <a:pt x="915497" y="1192456"/>
                  </a:lnTo>
                  <a:lnTo>
                    <a:pt x="916158" y="1278218"/>
                  </a:lnTo>
                  <a:lnTo>
                    <a:pt x="916818" y="1383432"/>
                  </a:lnTo>
                  <a:lnTo>
                    <a:pt x="917479" y="1430742"/>
                  </a:lnTo>
                  <a:lnTo>
                    <a:pt x="918139" y="1430742"/>
                  </a:lnTo>
                  <a:lnTo>
                    <a:pt x="918800" y="1430742"/>
                  </a:lnTo>
                  <a:lnTo>
                    <a:pt x="919460" y="1406010"/>
                  </a:lnTo>
                  <a:lnTo>
                    <a:pt x="920121" y="1362662"/>
                  </a:lnTo>
                  <a:lnTo>
                    <a:pt x="920781" y="1343431"/>
                  </a:lnTo>
                  <a:lnTo>
                    <a:pt x="921442" y="1325528"/>
                  </a:lnTo>
                  <a:lnTo>
                    <a:pt x="922102" y="1324665"/>
                  </a:lnTo>
                  <a:lnTo>
                    <a:pt x="922763" y="1324665"/>
                  </a:lnTo>
                  <a:lnTo>
                    <a:pt x="923423" y="1307972"/>
                  </a:lnTo>
                  <a:lnTo>
                    <a:pt x="924084" y="1277498"/>
                  </a:lnTo>
                  <a:lnTo>
                    <a:pt x="924744" y="1277498"/>
                  </a:lnTo>
                  <a:lnTo>
                    <a:pt x="925405" y="1264188"/>
                  </a:lnTo>
                  <a:lnTo>
                    <a:pt x="926066" y="1238218"/>
                  </a:lnTo>
                  <a:lnTo>
                    <a:pt x="926726" y="1226146"/>
                  </a:lnTo>
                  <a:lnTo>
                    <a:pt x="927387" y="1234537"/>
                  </a:lnTo>
                  <a:lnTo>
                    <a:pt x="928047" y="1222632"/>
                  </a:lnTo>
                  <a:lnTo>
                    <a:pt x="928708" y="1222632"/>
                  </a:lnTo>
                  <a:lnTo>
                    <a:pt x="929368" y="1247015"/>
                  </a:lnTo>
                  <a:lnTo>
                    <a:pt x="930029" y="1288511"/>
                  </a:lnTo>
                  <a:lnTo>
                    <a:pt x="930689" y="1293050"/>
                  </a:lnTo>
                  <a:lnTo>
                    <a:pt x="931350" y="1308781"/>
                  </a:lnTo>
                  <a:lnTo>
                    <a:pt x="932010" y="1318699"/>
                  </a:lnTo>
                  <a:lnTo>
                    <a:pt x="932671" y="1336121"/>
                  </a:lnTo>
                  <a:lnTo>
                    <a:pt x="933331" y="1318699"/>
                  </a:lnTo>
                  <a:lnTo>
                    <a:pt x="933992" y="1318699"/>
                  </a:lnTo>
                  <a:lnTo>
                    <a:pt x="934652" y="1318699"/>
                  </a:lnTo>
                  <a:lnTo>
                    <a:pt x="935313" y="1325528"/>
                  </a:lnTo>
                  <a:lnTo>
                    <a:pt x="935973" y="1325528"/>
                  </a:lnTo>
                  <a:lnTo>
                    <a:pt x="936634" y="1362662"/>
                  </a:lnTo>
                  <a:lnTo>
                    <a:pt x="937295" y="1406010"/>
                  </a:lnTo>
                  <a:lnTo>
                    <a:pt x="937955" y="1430742"/>
                  </a:lnTo>
                  <a:lnTo>
                    <a:pt x="938616" y="1430742"/>
                  </a:lnTo>
                  <a:lnTo>
                    <a:pt x="939276" y="1430742"/>
                  </a:lnTo>
                  <a:lnTo>
                    <a:pt x="939937" y="1430742"/>
                  </a:lnTo>
                  <a:lnTo>
                    <a:pt x="940597" y="1430742"/>
                  </a:lnTo>
                  <a:lnTo>
                    <a:pt x="941258" y="1430742"/>
                  </a:lnTo>
                  <a:lnTo>
                    <a:pt x="941918" y="1430742"/>
                  </a:lnTo>
                  <a:lnTo>
                    <a:pt x="942579" y="1430742"/>
                  </a:lnTo>
                  <a:lnTo>
                    <a:pt x="943239" y="1430742"/>
                  </a:lnTo>
                  <a:lnTo>
                    <a:pt x="943900" y="1430742"/>
                  </a:lnTo>
                  <a:lnTo>
                    <a:pt x="944560" y="1430742"/>
                  </a:lnTo>
                  <a:lnTo>
                    <a:pt x="945221" y="1430742"/>
                  </a:lnTo>
                  <a:lnTo>
                    <a:pt x="945881" y="1430742"/>
                  </a:lnTo>
                  <a:lnTo>
                    <a:pt x="946542" y="1430742"/>
                  </a:lnTo>
                  <a:lnTo>
                    <a:pt x="947203" y="1430742"/>
                  </a:lnTo>
                  <a:lnTo>
                    <a:pt x="947863" y="1430742"/>
                  </a:lnTo>
                  <a:lnTo>
                    <a:pt x="948524" y="1430742"/>
                  </a:lnTo>
                  <a:lnTo>
                    <a:pt x="949184" y="1430742"/>
                  </a:lnTo>
                  <a:lnTo>
                    <a:pt x="949845" y="1430742"/>
                  </a:lnTo>
                  <a:lnTo>
                    <a:pt x="950505" y="1430742"/>
                  </a:lnTo>
                  <a:lnTo>
                    <a:pt x="951166" y="1430742"/>
                  </a:lnTo>
                  <a:lnTo>
                    <a:pt x="951826" y="1430742"/>
                  </a:lnTo>
                  <a:lnTo>
                    <a:pt x="952487" y="1430742"/>
                  </a:lnTo>
                  <a:lnTo>
                    <a:pt x="953147" y="1430742"/>
                  </a:lnTo>
                  <a:lnTo>
                    <a:pt x="953808" y="1430742"/>
                  </a:lnTo>
                  <a:lnTo>
                    <a:pt x="954468" y="1430742"/>
                  </a:lnTo>
                  <a:lnTo>
                    <a:pt x="955129" y="1430742"/>
                  </a:lnTo>
                  <a:lnTo>
                    <a:pt x="955789" y="1406010"/>
                  </a:lnTo>
                  <a:lnTo>
                    <a:pt x="956450" y="1383432"/>
                  </a:lnTo>
                  <a:lnTo>
                    <a:pt x="957111" y="1343431"/>
                  </a:lnTo>
                  <a:lnTo>
                    <a:pt x="957771" y="1325528"/>
                  </a:lnTo>
                  <a:lnTo>
                    <a:pt x="958432" y="1325528"/>
                  </a:lnTo>
                  <a:lnTo>
                    <a:pt x="959092" y="1343431"/>
                  </a:lnTo>
                  <a:lnTo>
                    <a:pt x="959753" y="1362662"/>
                  </a:lnTo>
                  <a:lnTo>
                    <a:pt x="960413" y="1406010"/>
                  </a:lnTo>
                  <a:lnTo>
                    <a:pt x="961074" y="1430742"/>
                  </a:lnTo>
                  <a:lnTo>
                    <a:pt x="961734" y="1430742"/>
                  </a:lnTo>
                  <a:lnTo>
                    <a:pt x="962395" y="1430742"/>
                  </a:lnTo>
                  <a:lnTo>
                    <a:pt x="963055" y="1430742"/>
                  </a:lnTo>
                  <a:lnTo>
                    <a:pt x="963716" y="1430742"/>
                  </a:lnTo>
                  <a:lnTo>
                    <a:pt x="964376" y="1430742"/>
                  </a:lnTo>
                  <a:lnTo>
                    <a:pt x="965037" y="1430742"/>
                  </a:lnTo>
                  <a:lnTo>
                    <a:pt x="965697" y="1430742"/>
                  </a:lnTo>
                  <a:lnTo>
                    <a:pt x="966358" y="1430742"/>
                  </a:lnTo>
                  <a:lnTo>
                    <a:pt x="967019" y="1430742"/>
                  </a:lnTo>
                  <a:lnTo>
                    <a:pt x="967679" y="1406010"/>
                  </a:lnTo>
                  <a:lnTo>
                    <a:pt x="968340" y="1383432"/>
                  </a:lnTo>
                  <a:lnTo>
                    <a:pt x="969000" y="1343431"/>
                  </a:lnTo>
                  <a:lnTo>
                    <a:pt x="969661" y="1293050"/>
                  </a:lnTo>
                  <a:lnTo>
                    <a:pt x="970321" y="1264188"/>
                  </a:lnTo>
                  <a:lnTo>
                    <a:pt x="970982" y="1264188"/>
                  </a:lnTo>
                  <a:lnTo>
                    <a:pt x="971642" y="1278218"/>
                  </a:lnTo>
                  <a:lnTo>
                    <a:pt x="972303" y="1308781"/>
                  </a:lnTo>
                  <a:lnTo>
                    <a:pt x="972963" y="1362662"/>
                  </a:lnTo>
                  <a:lnTo>
                    <a:pt x="973624" y="1406010"/>
                  </a:lnTo>
                  <a:lnTo>
                    <a:pt x="974284" y="1430742"/>
                  </a:lnTo>
                  <a:lnTo>
                    <a:pt x="974945" y="1430742"/>
                  </a:lnTo>
                  <a:lnTo>
                    <a:pt x="975605" y="1430742"/>
                  </a:lnTo>
                  <a:lnTo>
                    <a:pt x="976266" y="1406010"/>
                  </a:lnTo>
                  <a:lnTo>
                    <a:pt x="976926" y="1383432"/>
                  </a:lnTo>
                  <a:lnTo>
                    <a:pt x="977587" y="1362662"/>
                  </a:lnTo>
                  <a:lnTo>
                    <a:pt x="978248" y="1343431"/>
                  </a:lnTo>
                  <a:lnTo>
                    <a:pt x="978908" y="1325528"/>
                  </a:lnTo>
                  <a:lnTo>
                    <a:pt x="979569" y="1325528"/>
                  </a:lnTo>
                  <a:lnTo>
                    <a:pt x="980229" y="1308781"/>
                  </a:lnTo>
                  <a:lnTo>
                    <a:pt x="980890" y="1308781"/>
                  </a:lnTo>
                  <a:lnTo>
                    <a:pt x="981550" y="1325528"/>
                  </a:lnTo>
                  <a:lnTo>
                    <a:pt x="982211" y="1343431"/>
                  </a:lnTo>
                  <a:lnTo>
                    <a:pt x="982871" y="1362662"/>
                  </a:lnTo>
                  <a:lnTo>
                    <a:pt x="983532" y="1406010"/>
                  </a:lnTo>
                  <a:lnTo>
                    <a:pt x="984192" y="1430742"/>
                  </a:lnTo>
                  <a:lnTo>
                    <a:pt x="984853" y="1430742"/>
                  </a:lnTo>
                  <a:lnTo>
                    <a:pt x="985513" y="1430742"/>
                  </a:lnTo>
                  <a:lnTo>
                    <a:pt x="986174" y="1430742"/>
                  </a:lnTo>
                  <a:lnTo>
                    <a:pt x="986834" y="1430742"/>
                  </a:lnTo>
                  <a:lnTo>
                    <a:pt x="987495" y="1430742"/>
                  </a:lnTo>
                  <a:lnTo>
                    <a:pt x="988156" y="1430742"/>
                  </a:lnTo>
                  <a:lnTo>
                    <a:pt x="988816" y="1430742"/>
                  </a:lnTo>
                  <a:lnTo>
                    <a:pt x="989477" y="1430742"/>
                  </a:lnTo>
                  <a:lnTo>
                    <a:pt x="990137" y="1430742"/>
                  </a:lnTo>
                  <a:lnTo>
                    <a:pt x="990798" y="1406010"/>
                  </a:lnTo>
                  <a:lnTo>
                    <a:pt x="991458" y="1343431"/>
                  </a:lnTo>
                  <a:lnTo>
                    <a:pt x="992119" y="1278218"/>
                  </a:lnTo>
                  <a:lnTo>
                    <a:pt x="992779" y="1206285"/>
                  </a:lnTo>
                  <a:lnTo>
                    <a:pt x="993440" y="1165894"/>
                  </a:lnTo>
                  <a:lnTo>
                    <a:pt x="994100" y="1147836"/>
                  </a:lnTo>
                  <a:lnTo>
                    <a:pt x="994761" y="1165894"/>
                  </a:lnTo>
                  <a:lnTo>
                    <a:pt x="995421" y="1206285"/>
                  </a:lnTo>
                  <a:lnTo>
                    <a:pt x="996082" y="1250878"/>
                  </a:lnTo>
                  <a:lnTo>
                    <a:pt x="996742" y="1264188"/>
                  </a:lnTo>
                  <a:lnTo>
                    <a:pt x="997403" y="1278218"/>
                  </a:lnTo>
                  <a:lnTo>
                    <a:pt x="998064" y="1264188"/>
                  </a:lnTo>
                  <a:lnTo>
                    <a:pt x="998724" y="1250878"/>
                  </a:lnTo>
                  <a:lnTo>
                    <a:pt x="999385" y="1278218"/>
                  </a:lnTo>
                  <a:lnTo>
                    <a:pt x="1000045" y="1325528"/>
                  </a:lnTo>
                  <a:lnTo>
                    <a:pt x="1000706" y="1362662"/>
                  </a:lnTo>
                  <a:lnTo>
                    <a:pt x="1001366" y="1406010"/>
                  </a:lnTo>
                  <a:lnTo>
                    <a:pt x="1002027" y="1430742"/>
                  </a:lnTo>
                  <a:lnTo>
                    <a:pt x="1002687" y="1430742"/>
                  </a:lnTo>
                  <a:lnTo>
                    <a:pt x="1003348" y="1430742"/>
                  </a:lnTo>
                  <a:lnTo>
                    <a:pt x="1004008" y="1430742"/>
                  </a:lnTo>
                  <a:lnTo>
                    <a:pt x="1004669" y="1430742"/>
                  </a:lnTo>
                  <a:lnTo>
                    <a:pt x="1005329" y="1430742"/>
                  </a:lnTo>
                  <a:lnTo>
                    <a:pt x="1005990" y="1406010"/>
                  </a:lnTo>
                  <a:lnTo>
                    <a:pt x="1006650" y="1383432"/>
                  </a:lnTo>
                  <a:lnTo>
                    <a:pt x="1007311" y="1362662"/>
                  </a:lnTo>
                  <a:lnTo>
                    <a:pt x="1007971" y="1343431"/>
                  </a:lnTo>
                  <a:lnTo>
                    <a:pt x="1008632" y="1325528"/>
                  </a:lnTo>
                  <a:lnTo>
                    <a:pt x="1009293" y="1308781"/>
                  </a:lnTo>
                  <a:lnTo>
                    <a:pt x="1009953" y="1264188"/>
                  </a:lnTo>
                  <a:lnTo>
                    <a:pt x="1010614" y="1238218"/>
                  </a:lnTo>
                  <a:lnTo>
                    <a:pt x="1011274" y="1238836"/>
                  </a:lnTo>
                  <a:lnTo>
                    <a:pt x="1011935" y="1251528"/>
                  </a:lnTo>
                  <a:lnTo>
                    <a:pt x="1012595" y="1278940"/>
                  </a:lnTo>
                  <a:lnTo>
                    <a:pt x="1013256" y="1344360"/>
                  </a:lnTo>
                  <a:lnTo>
                    <a:pt x="1013916" y="1407192"/>
                  </a:lnTo>
                  <a:lnTo>
                    <a:pt x="1014577" y="1430742"/>
                  </a:lnTo>
                  <a:lnTo>
                    <a:pt x="1015237" y="1430742"/>
                  </a:lnTo>
                  <a:lnTo>
                    <a:pt x="1015898" y="1430742"/>
                  </a:lnTo>
                  <a:lnTo>
                    <a:pt x="1016558" y="1430742"/>
                  </a:lnTo>
                  <a:lnTo>
                    <a:pt x="1017219" y="1430742"/>
                  </a:lnTo>
                  <a:lnTo>
                    <a:pt x="1017879" y="1430742"/>
                  </a:lnTo>
                  <a:lnTo>
                    <a:pt x="1018540" y="1430742"/>
                  </a:lnTo>
                  <a:lnTo>
                    <a:pt x="1019201" y="1430742"/>
                  </a:lnTo>
                  <a:lnTo>
                    <a:pt x="1019861" y="1430742"/>
                  </a:lnTo>
                  <a:lnTo>
                    <a:pt x="1020522" y="1430742"/>
                  </a:lnTo>
                  <a:lnTo>
                    <a:pt x="1021182" y="1430742"/>
                  </a:lnTo>
                  <a:lnTo>
                    <a:pt x="1021843" y="1430742"/>
                  </a:lnTo>
                  <a:lnTo>
                    <a:pt x="1022503" y="1430742"/>
                  </a:lnTo>
                  <a:lnTo>
                    <a:pt x="1023164" y="1430742"/>
                  </a:lnTo>
                  <a:lnTo>
                    <a:pt x="1023824" y="1430742"/>
                  </a:lnTo>
                  <a:lnTo>
                    <a:pt x="1024485" y="1430742"/>
                  </a:lnTo>
                  <a:lnTo>
                    <a:pt x="1025145" y="1406010"/>
                  </a:lnTo>
                  <a:lnTo>
                    <a:pt x="1025806" y="1362662"/>
                  </a:lnTo>
                  <a:lnTo>
                    <a:pt x="1026466" y="1325528"/>
                  </a:lnTo>
                  <a:lnTo>
                    <a:pt x="1027127" y="1300011"/>
                  </a:lnTo>
                  <a:lnTo>
                    <a:pt x="1027787" y="1270408"/>
                  </a:lnTo>
                  <a:lnTo>
                    <a:pt x="1028448" y="1256783"/>
                  </a:lnTo>
                  <a:lnTo>
                    <a:pt x="1029109" y="1270408"/>
                  </a:lnTo>
                  <a:lnTo>
                    <a:pt x="1029769" y="1300011"/>
                  </a:lnTo>
                  <a:lnTo>
                    <a:pt x="1030430" y="1325528"/>
                  </a:lnTo>
                  <a:lnTo>
                    <a:pt x="1031090" y="1362662"/>
                  </a:lnTo>
                  <a:lnTo>
                    <a:pt x="1031751" y="1406010"/>
                  </a:lnTo>
                  <a:lnTo>
                    <a:pt x="1032411" y="1430742"/>
                  </a:lnTo>
                  <a:lnTo>
                    <a:pt x="1033072" y="1430742"/>
                  </a:lnTo>
                  <a:lnTo>
                    <a:pt x="1033732" y="1430742"/>
                  </a:lnTo>
                  <a:lnTo>
                    <a:pt x="1034393" y="1430742"/>
                  </a:lnTo>
                  <a:lnTo>
                    <a:pt x="1035053" y="1430742"/>
                  </a:lnTo>
                  <a:lnTo>
                    <a:pt x="1035714" y="1430742"/>
                  </a:lnTo>
                  <a:lnTo>
                    <a:pt x="1036374" y="1430742"/>
                  </a:lnTo>
                  <a:lnTo>
                    <a:pt x="1037035" y="1430742"/>
                  </a:lnTo>
                  <a:lnTo>
                    <a:pt x="1037695" y="1430742"/>
                  </a:lnTo>
                  <a:lnTo>
                    <a:pt x="1038356" y="1430742"/>
                  </a:lnTo>
                  <a:lnTo>
                    <a:pt x="1039017" y="1430742"/>
                  </a:lnTo>
                  <a:lnTo>
                    <a:pt x="1039677" y="1430742"/>
                  </a:lnTo>
                  <a:lnTo>
                    <a:pt x="1040338" y="1430742"/>
                  </a:lnTo>
                  <a:lnTo>
                    <a:pt x="1040998" y="1430742"/>
                  </a:lnTo>
                  <a:lnTo>
                    <a:pt x="1041659" y="1430742"/>
                  </a:lnTo>
                  <a:lnTo>
                    <a:pt x="1042319" y="1430742"/>
                  </a:lnTo>
                  <a:lnTo>
                    <a:pt x="1042980" y="1430742"/>
                  </a:lnTo>
                  <a:lnTo>
                    <a:pt x="1043640" y="1430742"/>
                  </a:lnTo>
                  <a:lnTo>
                    <a:pt x="1044301" y="1430742"/>
                  </a:lnTo>
                  <a:lnTo>
                    <a:pt x="1044961" y="1430742"/>
                  </a:lnTo>
                  <a:lnTo>
                    <a:pt x="1045622" y="1430742"/>
                  </a:lnTo>
                  <a:lnTo>
                    <a:pt x="1046282" y="1430742"/>
                  </a:lnTo>
                  <a:lnTo>
                    <a:pt x="1046943" y="1430742"/>
                  </a:lnTo>
                  <a:lnTo>
                    <a:pt x="1047603" y="1430742"/>
                  </a:lnTo>
                  <a:lnTo>
                    <a:pt x="1048264" y="1430742"/>
                  </a:lnTo>
                  <a:lnTo>
                    <a:pt x="1048924" y="1430742"/>
                  </a:lnTo>
                  <a:lnTo>
                    <a:pt x="1049585" y="1430742"/>
                  </a:lnTo>
                  <a:lnTo>
                    <a:pt x="1050246" y="1430742"/>
                  </a:lnTo>
                  <a:lnTo>
                    <a:pt x="1050906" y="1430742"/>
                  </a:lnTo>
                  <a:lnTo>
                    <a:pt x="1051567" y="1430742"/>
                  </a:lnTo>
                  <a:lnTo>
                    <a:pt x="1052227" y="1430742"/>
                  </a:lnTo>
                  <a:lnTo>
                    <a:pt x="1052888" y="1430742"/>
                  </a:lnTo>
                  <a:lnTo>
                    <a:pt x="1053548" y="1430742"/>
                  </a:lnTo>
                  <a:lnTo>
                    <a:pt x="1054209" y="1430742"/>
                  </a:lnTo>
                  <a:lnTo>
                    <a:pt x="1054869" y="1430742"/>
                  </a:lnTo>
                  <a:lnTo>
                    <a:pt x="1055530" y="1430742"/>
                  </a:lnTo>
                  <a:lnTo>
                    <a:pt x="1056190" y="1430742"/>
                  </a:lnTo>
                  <a:lnTo>
                    <a:pt x="1056851" y="1430742"/>
                  </a:lnTo>
                  <a:lnTo>
                    <a:pt x="1057511" y="1430742"/>
                  </a:lnTo>
                  <a:lnTo>
                    <a:pt x="1058172" y="1430742"/>
                  </a:lnTo>
                  <a:lnTo>
                    <a:pt x="1058832" y="1430742"/>
                  </a:lnTo>
                  <a:lnTo>
                    <a:pt x="1059493" y="1430742"/>
                  </a:lnTo>
                  <a:lnTo>
                    <a:pt x="1060154" y="1430742"/>
                  </a:lnTo>
                  <a:lnTo>
                    <a:pt x="1060814" y="1430742"/>
                  </a:lnTo>
                  <a:lnTo>
                    <a:pt x="1061475" y="1430742"/>
                  </a:lnTo>
                  <a:lnTo>
                    <a:pt x="1062135" y="1430742"/>
                  </a:lnTo>
                  <a:lnTo>
                    <a:pt x="1062796" y="1430742"/>
                  </a:lnTo>
                  <a:lnTo>
                    <a:pt x="1063456" y="1430742"/>
                  </a:lnTo>
                  <a:lnTo>
                    <a:pt x="1064117" y="1430742"/>
                  </a:lnTo>
                  <a:lnTo>
                    <a:pt x="1064777" y="1430742"/>
                  </a:lnTo>
                  <a:lnTo>
                    <a:pt x="1065438" y="1430742"/>
                  </a:lnTo>
                  <a:lnTo>
                    <a:pt x="1066098" y="1430742"/>
                  </a:lnTo>
                  <a:lnTo>
                    <a:pt x="1066759" y="1430742"/>
                  </a:lnTo>
                  <a:lnTo>
                    <a:pt x="1067419" y="1430742"/>
                  </a:lnTo>
                  <a:lnTo>
                    <a:pt x="1068080" y="1430742"/>
                  </a:lnTo>
                  <a:lnTo>
                    <a:pt x="1068740" y="1430742"/>
                  </a:lnTo>
                  <a:lnTo>
                    <a:pt x="1069401" y="1430742"/>
                  </a:lnTo>
                  <a:lnTo>
                    <a:pt x="1070062" y="1430742"/>
                  </a:lnTo>
                  <a:lnTo>
                    <a:pt x="1070722" y="1430742"/>
                  </a:lnTo>
                  <a:lnTo>
                    <a:pt x="1071383" y="1430742"/>
                  </a:lnTo>
                  <a:lnTo>
                    <a:pt x="1072043" y="1430742"/>
                  </a:lnTo>
                  <a:lnTo>
                    <a:pt x="1072704" y="1430742"/>
                  </a:lnTo>
                  <a:lnTo>
                    <a:pt x="1073364" y="1430742"/>
                  </a:lnTo>
                  <a:lnTo>
                    <a:pt x="1074025" y="1430742"/>
                  </a:lnTo>
                  <a:lnTo>
                    <a:pt x="1074685" y="1430742"/>
                  </a:lnTo>
                  <a:lnTo>
                    <a:pt x="1075346" y="1430742"/>
                  </a:lnTo>
                  <a:lnTo>
                    <a:pt x="1076006" y="1430742"/>
                  </a:lnTo>
                  <a:lnTo>
                    <a:pt x="1076667" y="1430742"/>
                  </a:lnTo>
                  <a:lnTo>
                    <a:pt x="1077327" y="1430742"/>
                  </a:lnTo>
                  <a:lnTo>
                    <a:pt x="1077988" y="1430742"/>
                  </a:lnTo>
                  <a:lnTo>
                    <a:pt x="1078648" y="1430742"/>
                  </a:lnTo>
                  <a:lnTo>
                    <a:pt x="1079309" y="1430742"/>
                  </a:lnTo>
                  <a:lnTo>
                    <a:pt x="1079969" y="1430742"/>
                  </a:lnTo>
                  <a:lnTo>
                    <a:pt x="1080630" y="1430742"/>
                  </a:lnTo>
                  <a:lnTo>
                    <a:pt x="1081291" y="1430742"/>
                  </a:lnTo>
                  <a:lnTo>
                    <a:pt x="1081951" y="1430742"/>
                  </a:lnTo>
                  <a:lnTo>
                    <a:pt x="1082612" y="1430742"/>
                  </a:lnTo>
                  <a:lnTo>
                    <a:pt x="1083272" y="1430742"/>
                  </a:lnTo>
                  <a:lnTo>
                    <a:pt x="1083933" y="1406010"/>
                  </a:lnTo>
                  <a:lnTo>
                    <a:pt x="1084593" y="1362662"/>
                  </a:lnTo>
                  <a:lnTo>
                    <a:pt x="1085254" y="1343431"/>
                  </a:lnTo>
                  <a:lnTo>
                    <a:pt x="1085914" y="1325528"/>
                  </a:lnTo>
                  <a:lnTo>
                    <a:pt x="1086575" y="1325528"/>
                  </a:lnTo>
                  <a:lnTo>
                    <a:pt x="1087235" y="1343431"/>
                  </a:lnTo>
                  <a:lnTo>
                    <a:pt x="1087896" y="1383432"/>
                  </a:lnTo>
                  <a:lnTo>
                    <a:pt x="1088556" y="1406010"/>
                  </a:lnTo>
                  <a:lnTo>
                    <a:pt x="1089217" y="1430742"/>
                  </a:lnTo>
                  <a:lnTo>
                    <a:pt x="1089877" y="1406010"/>
                  </a:lnTo>
                  <a:lnTo>
                    <a:pt x="1090538" y="1362662"/>
                  </a:lnTo>
                  <a:lnTo>
                    <a:pt x="1091199" y="1325528"/>
                  </a:lnTo>
                  <a:lnTo>
                    <a:pt x="1091859" y="1325528"/>
                  </a:lnTo>
                  <a:lnTo>
                    <a:pt x="1092520" y="1325528"/>
                  </a:lnTo>
                  <a:lnTo>
                    <a:pt x="1093180" y="1343431"/>
                  </a:lnTo>
                  <a:lnTo>
                    <a:pt x="1093841" y="1383432"/>
                  </a:lnTo>
                  <a:lnTo>
                    <a:pt x="1094501" y="1430742"/>
                  </a:lnTo>
                  <a:lnTo>
                    <a:pt x="1095162" y="1430742"/>
                  </a:lnTo>
                  <a:lnTo>
                    <a:pt x="1095822" y="1430742"/>
                  </a:lnTo>
                  <a:lnTo>
                    <a:pt x="1096483" y="1406010"/>
                  </a:lnTo>
                  <a:lnTo>
                    <a:pt x="1097143" y="1362662"/>
                  </a:lnTo>
                  <a:lnTo>
                    <a:pt x="1097804" y="1325528"/>
                  </a:lnTo>
                  <a:lnTo>
                    <a:pt x="1098464" y="1293050"/>
                  </a:lnTo>
                  <a:lnTo>
                    <a:pt x="1099125" y="1278218"/>
                  </a:lnTo>
                  <a:lnTo>
                    <a:pt x="1099785" y="1293050"/>
                  </a:lnTo>
                  <a:lnTo>
                    <a:pt x="1100446" y="1325528"/>
                  </a:lnTo>
                  <a:lnTo>
                    <a:pt x="1101107" y="1355768"/>
                  </a:lnTo>
                  <a:lnTo>
                    <a:pt x="1101767" y="1375972"/>
                  </a:lnTo>
                  <a:lnTo>
                    <a:pt x="1102428" y="1355768"/>
                  </a:lnTo>
                  <a:lnTo>
                    <a:pt x="1103088" y="1337024"/>
                  </a:lnTo>
                  <a:lnTo>
                    <a:pt x="1103749" y="1290015"/>
                  </a:lnTo>
                  <a:lnTo>
                    <a:pt x="1104409" y="1252832"/>
                  </a:lnTo>
                  <a:lnTo>
                    <a:pt x="1105070" y="1240078"/>
                  </a:lnTo>
                  <a:lnTo>
                    <a:pt x="1105730" y="1250230"/>
                  </a:lnTo>
                  <a:lnTo>
                    <a:pt x="1106391" y="1250230"/>
                  </a:lnTo>
                  <a:lnTo>
                    <a:pt x="1107051" y="1261471"/>
                  </a:lnTo>
                  <a:lnTo>
                    <a:pt x="1107712" y="1275351"/>
                  </a:lnTo>
                  <a:lnTo>
                    <a:pt x="1108372" y="1290015"/>
                  </a:lnTo>
                  <a:lnTo>
                    <a:pt x="1109033" y="1308781"/>
                  </a:lnTo>
                  <a:lnTo>
                    <a:pt x="1109693" y="1325528"/>
                  </a:lnTo>
                  <a:lnTo>
                    <a:pt x="1110354" y="1362662"/>
                  </a:lnTo>
                  <a:lnTo>
                    <a:pt x="1111015" y="1406010"/>
                  </a:lnTo>
                  <a:lnTo>
                    <a:pt x="1111675" y="1430742"/>
                  </a:lnTo>
                  <a:lnTo>
                    <a:pt x="1112336" y="1406010"/>
                  </a:lnTo>
                  <a:lnTo>
                    <a:pt x="1112996" y="1362662"/>
                  </a:lnTo>
                  <a:lnTo>
                    <a:pt x="1113657" y="1343431"/>
                  </a:lnTo>
                  <a:lnTo>
                    <a:pt x="1114317" y="1343431"/>
                  </a:lnTo>
                  <a:lnTo>
                    <a:pt x="1114978" y="1343431"/>
                  </a:lnTo>
                  <a:lnTo>
                    <a:pt x="1115638" y="1362662"/>
                  </a:lnTo>
                  <a:lnTo>
                    <a:pt x="1116299" y="1406010"/>
                  </a:lnTo>
                  <a:lnTo>
                    <a:pt x="1116959" y="1430742"/>
                  </a:lnTo>
                  <a:lnTo>
                    <a:pt x="1117620" y="1430742"/>
                  </a:lnTo>
                  <a:lnTo>
                    <a:pt x="1118280" y="1430742"/>
                  </a:lnTo>
                  <a:lnTo>
                    <a:pt x="1118941" y="1430742"/>
                  </a:lnTo>
                  <a:lnTo>
                    <a:pt x="1119601" y="1430742"/>
                  </a:lnTo>
                  <a:lnTo>
                    <a:pt x="1120262" y="1430742"/>
                  </a:lnTo>
                  <a:lnTo>
                    <a:pt x="1120922" y="1430742"/>
                  </a:lnTo>
                  <a:lnTo>
                    <a:pt x="1121583" y="1430742"/>
                  </a:lnTo>
                  <a:lnTo>
                    <a:pt x="1122244" y="1430742"/>
                  </a:lnTo>
                  <a:lnTo>
                    <a:pt x="1122904" y="1430742"/>
                  </a:lnTo>
                  <a:lnTo>
                    <a:pt x="1123565" y="1430742"/>
                  </a:lnTo>
                  <a:lnTo>
                    <a:pt x="1124225" y="1430742"/>
                  </a:lnTo>
                  <a:lnTo>
                    <a:pt x="1124886" y="1430742"/>
                  </a:lnTo>
                  <a:lnTo>
                    <a:pt x="1125546" y="1430742"/>
                  </a:lnTo>
                  <a:lnTo>
                    <a:pt x="1126207" y="1430742"/>
                  </a:lnTo>
                  <a:lnTo>
                    <a:pt x="1126867" y="1430742"/>
                  </a:lnTo>
                  <a:lnTo>
                    <a:pt x="1127528" y="1430742"/>
                  </a:lnTo>
                  <a:lnTo>
                    <a:pt x="1128188" y="1430742"/>
                  </a:lnTo>
                  <a:lnTo>
                    <a:pt x="1128849" y="1430742"/>
                  </a:lnTo>
                  <a:lnTo>
                    <a:pt x="1129509" y="1430742"/>
                  </a:lnTo>
                  <a:lnTo>
                    <a:pt x="1130170" y="1430742"/>
                  </a:lnTo>
                  <a:lnTo>
                    <a:pt x="1130830" y="1430742"/>
                  </a:lnTo>
                  <a:lnTo>
                    <a:pt x="1131491" y="1430742"/>
                  </a:lnTo>
                  <a:lnTo>
                    <a:pt x="1132152" y="1430742"/>
                  </a:lnTo>
                  <a:lnTo>
                    <a:pt x="1132812" y="1430742"/>
                  </a:lnTo>
                  <a:lnTo>
                    <a:pt x="1133473" y="1430742"/>
                  </a:lnTo>
                  <a:lnTo>
                    <a:pt x="1134133" y="1430742"/>
                  </a:lnTo>
                  <a:lnTo>
                    <a:pt x="1134794" y="1430742"/>
                  </a:lnTo>
                  <a:lnTo>
                    <a:pt x="1135454" y="1430742"/>
                  </a:lnTo>
                  <a:lnTo>
                    <a:pt x="1136115" y="1430742"/>
                  </a:lnTo>
                  <a:lnTo>
                    <a:pt x="1136775" y="1430742"/>
                  </a:lnTo>
                  <a:lnTo>
                    <a:pt x="1137436" y="1430742"/>
                  </a:lnTo>
                  <a:lnTo>
                    <a:pt x="1138096" y="1430742"/>
                  </a:lnTo>
                  <a:lnTo>
                    <a:pt x="1138757" y="1430742"/>
                  </a:lnTo>
                  <a:lnTo>
                    <a:pt x="1139417" y="1430742"/>
                  </a:lnTo>
                  <a:lnTo>
                    <a:pt x="1140078" y="1430742"/>
                  </a:lnTo>
                  <a:lnTo>
                    <a:pt x="1140738" y="1430742"/>
                  </a:lnTo>
                  <a:lnTo>
                    <a:pt x="1141399" y="1430742"/>
                  </a:lnTo>
                  <a:lnTo>
                    <a:pt x="1142060" y="1416849"/>
                  </a:lnTo>
                  <a:lnTo>
                    <a:pt x="1142720" y="1393350"/>
                  </a:lnTo>
                  <a:lnTo>
                    <a:pt x="1143381" y="1351909"/>
                  </a:lnTo>
                  <a:lnTo>
                    <a:pt x="1144041" y="1333432"/>
                  </a:lnTo>
                  <a:lnTo>
                    <a:pt x="1144702" y="1316184"/>
                  </a:lnTo>
                  <a:lnTo>
                    <a:pt x="1145362" y="1325528"/>
                  </a:lnTo>
                  <a:lnTo>
                    <a:pt x="1146023" y="1343431"/>
                  </a:lnTo>
                  <a:lnTo>
                    <a:pt x="1146683" y="1383432"/>
                  </a:lnTo>
                  <a:lnTo>
                    <a:pt x="1147344" y="1406010"/>
                  </a:lnTo>
                  <a:lnTo>
                    <a:pt x="1148004" y="1430742"/>
                  </a:lnTo>
                  <a:lnTo>
                    <a:pt x="1148665" y="1430742"/>
                  </a:lnTo>
                  <a:lnTo>
                    <a:pt x="1149325" y="1430742"/>
                  </a:lnTo>
                  <a:lnTo>
                    <a:pt x="1149986" y="1430742"/>
                  </a:lnTo>
                  <a:lnTo>
                    <a:pt x="1150646" y="1430742"/>
                  </a:lnTo>
                  <a:lnTo>
                    <a:pt x="1151307" y="1430742"/>
                  </a:lnTo>
                  <a:lnTo>
                    <a:pt x="1151967" y="1430742"/>
                  </a:lnTo>
                  <a:lnTo>
                    <a:pt x="1152628" y="1430742"/>
                  </a:lnTo>
                  <a:lnTo>
                    <a:pt x="1153289" y="1430742"/>
                  </a:lnTo>
                  <a:lnTo>
                    <a:pt x="1153949" y="1430742"/>
                  </a:lnTo>
                  <a:lnTo>
                    <a:pt x="1154610" y="1430742"/>
                  </a:lnTo>
                  <a:lnTo>
                    <a:pt x="1155270" y="1406010"/>
                  </a:lnTo>
                  <a:lnTo>
                    <a:pt x="1155931" y="1383432"/>
                  </a:lnTo>
                  <a:lnTo>
                    <a:pt x="1156591" y="1359685"/>
                  </a:lnTo>
                  <a:lnTo>
                    <a:pt x="1157252" y="1340666"/>
                  </a:lnTo>
                  <a:lnTo>
                    <a:pt x="1157912" y="1340666"/>
                  </a:lnTo>
                  <a:lnTo>
                    <a:pt x="1158573" y="1359685"/>
                  </a:lnTo>
                  <a:lnTo>
                    <a:pt x="1159233" y="1380208"/>
                  </a:lnTo>
                  <a:lnTo>
                    <a:pt x="1159894" y="1406010"/>
                  </a:lnTo>
                  <a:lnTo>
                    <a:pt x="1160554" y="1430742"/>
                  </a:lnTo>
                  <a:lnTo>
                    <a:pt x="1161215" y="1430742"/>
                  </a:lnTo>
                  <a:lnTo>
                    <a:pt x="1161875" y="1430742"/>
                  </a:lnTo>
                  <a:lnTo>
                    <a:pt x="1162536" y="1430742"/>
                  </a:lnTo>
                  <a:lnTo>
                    <a:pt x="1163197" y="1430742"/>
                  </a:lnTo>
                  <a:lnTo>
                    <a:pt x="1163857" y="1430742"/>
                  </a:lnTo>
                  <a:lnTo>
                    <a:pt x="1164518" y="1430742"/>
                  </a:lnTo>
                  <a:lnTo>
                    <a:pt x="1165178" y="1430742"/>
                  </a:lnTo>
                  <a:lnTo>
                    <a:pt x="1165839" y="1430742"/>
                  </a:lnTo>
                  <a:lnTo>
                    <a:pt x="1166499" y="1430742"/>
                  </a:lnTo>
                  <a:lnTo>
                    <a:pt x="1167160" y="1406010"/>
                  </a:lnTo>
                  <a:lnTo>
                    <a:pt x="1167820" y="1362662"/>
                  </a:lnTo>
                  <a:lnTo>
                    <a:pt x="1168481" y="1343431"/>
                  </a:lnTo>
                  <a:lnTo>
                    <a:pt x="1169141" y="1325528"/>
                  </a:lnTo>
                  <a:lnTo>
                    <a:pt x="1169802" y="1293050"/>
                  </a:lnTo>
                  <a:lnTo>
                    <a:pt x="1170462" y="1293050"/>
                  </a:lnTo>
                  <a:lnTo>
                    <a:pt x="1171123" y="1325528"/>
                  </a:lnTo>
                  <a:lnTo>
                    <a:pt x="1171783" y="1343431"/>
                  </a:lnTo>
                  <a:lnTo>
                    <a:pt x="1172444" y="1362662"/>
                  </a:lnTo>
                  <a:lnTo>
                    <a:pt x="1173105" y="1406010"/>
                  </a:lnTo>
                  <a:lnTo>
                    <a:pt x="1173765" y="1430742"/>
                  </a:lnTo>
                  <a:lnTo>
                    <a:pt x="1174426" y="1430742"/>
                  </a:lnTo>
                  <a:lnTo>
                    <a:pt x="1175086" y="1430742"/>
                  </a:lnTo>
                  <a:lnTo>
                    <a:pt x="1175747" y="1430742"/>
                  </a:lnTo>
                  <a:lnTo>
                    <a:pt x="1176407" y="1430742"/>
                  </a:lnTo>
                  <a:lnTo>
                    <a:pt x="1177068" y="1406010"/>
                  </a:lnTo>
                  <a:lnTo>
                    <a:pt x="1177728" y="1383432"/>
                  </a:lnTo>
                  <a:lnTo>
                    <a:pt x="1178389" y="1343431"/>
                  </a:lnTo>
                  <a:lnTo>
                    <a:pt x="1179049" y="1325528"/>
                  </a:lnTo>
                  <a:lnTo>
                    <a:pt x="1179710" y="1308781"/>
                  </a:lnTo>
                  <a:lnTo>
                    <a:pt x="1180370" y="1293050"/>
                  </a:lnTo>
                  <a:lnTo>
                    <a:pt x="1181031" y="1293050"/>
                  </a:lnTo>
                  <a:lnTo>
                    <a:pt x="1181691" y="1325528"/>
                  </a:lnTo>
                  <a:lnTo>
                    <a:pt x="1182352" y="1325528"/>
                  </a:lnTo>
                  <a:lnTo>
                    <a:pt x="1183013" y="1308781"/>
                  </a:lnTo>
                  <a:lnTo>
                    <a:pt x="1183673" y="1325528"/>
                  </a:lnTo>
                  <a:lnTo>
                    <a:pt x="1184334" y="1331655"/>
                  </a:lnTo>
                  <a:lnTo>
                    <a:pt x="1184994" y="1331655"/>
                  </a:lnTo>
                  <a:lnTo>
                    <a:pt x="1185655" y="1350001"/>
                  </a:lnTo>
                  <a:lnTo>
                    <a:pt x="1186315" y="1391113"/>
                  </a:lnTo>
                  <a:lnTo>
                    <a:pt x="1186976" y="1414401"/>
                  </a:lnTo>
                  <a:lnTo>
                    <a:pt x="1187636" y="1430742"/>
                  </a:lnTo>
                  <a:lnTo>
                    <a:pt x="1188297" y="1406010"/>
                  </a:lnTo>
                  <a:lnTo>
                    <a:pt x="1188957" y="1362662"/>
                  </a:lnTo>
                  <a:lnTo>
                    <a:pt x="1189618" y="1343431"/>
                  </a:lnTo>
                  <a:lnTo>
                    <a:pt x="1190278" y="1343431"/>
                  </a:lnTo>
                  <a:lnTo>
                    <a:pt x="1190939" y="1343431"/>
                  </a:lnTo>
                  <a:lnTo>
                    <a:pt x="1191599" y="1362662"/>
                  </a:lnTo>
                  <a:lnTo>
                    <a:pt x="1192260" y="1406010"/>
                  </a:lnTo>
                  <a:lnTo>
                    <a:pt x="1192920" y="1366685"/>
                  </a:lnTo>
                  <a:lnTo>
                    <a:pt x="1193581" y="1309594"/>
                  </a:lnTo>
                  <a:lnTo>
                    <a:pt x="1194242" y="1264872"/>
                  </a:lnTo>
                  <a:lnTo>
                    <a:pt x="1194902" y="1226737"/>
                  </a:lnTo>
                  <a:lnTo>
                    <a:pt x="1195563" y="1215176"/>
                  </a:lnTo>
                  <a:lnTo>
                    <a:pt x="1196223" y="1248939"/>
                  </a:lnTo>
                  <a:lnTo>
                    <a:pt x="1196884" y="1293050"/>
                  </a:lnTo>
                  <a:lnTo>
                    <a:pt x="1197544" y="1343431"/>
                  </a:lnTo>
                  <a:lnTo>
                    <a:pt x="1198205" y="1406010"/>
                  </a:lnTo>
                  <a:lnTo>
                    <a:pt x="1198865" y="1430742"/>
                  </a:lnTo>
                  <a:lnTo>
                    <a:pt x="1199526" y="1406010"/>
                  </a:lnTo>
                  <a:lnTo>
                    <a:pt x="1200186" y="1362662"/>
                  </a:lnTo>
                  <a:lnTo>
                    <a:pt x="1200847" y="1327264"/>
                  </a:lnTo>
                  <a:lnTo>
                    <a:pt x="1201507" y="1327264"/>
                  </a:lnTo>
                  <a:lnTo>
                    <a:pt x="1202168" y="1327264"/>
                  </a:lnTo>
                  <a:lnTo>
                    <a:pt x="1202828" y="1345292"/>
                  </a:lnTo>
                  <a:lnTo>
                    <a:pt x="1203489" y="1357719"/>
                  </a:lnTo>
                  <a:lnTo>
                    <a:pt x="1204150" y="1319543"/>
                  </a:lnTo>
                  <a:lnTo>
                    <a:pt x="1204810" y="1259452"/>
                  </a:lnTo>
                  <a:lnTo>
                    <a:pt x="1205471" y="1245104"/>
                  </a:lnTo>
                  <a:lnTo>
                    <a:pt x="1206131" y="1245104"/>
                  </a:lnTo>
                  <a:lnTo>
                    <a:pt x="1206792" y="1262826"/>
                  </a:lnTo>
                  <a:lnTo>
                    <a:pt x="1207452" y="1323804"/>
                  </a:lnTo>
                  <a:lnTo>
                    <a:pt x="1208113" y="1403662"/>
                  </a:lnTo>
                  <a:lnTo>
                    <a:pt x="1208773" y="1430742"/>
                  </a:lnTo>
                  <a:lnTo>
                    <a:pt x="1209434" y="1430742"/>
                  </a:lnTo>
                  <a:lnTo>
                    <a:pt x="1210094" y="1413186"/>
                  </a:lnTo>
                  <a:lnTo>
                    <a:pt x="1210755" y="1368720"/>
                  </a:lnTo>
                  <a:lnTo>
                    <a:pt x="1211415" y="1297670"/>
                  </a:lnTo>
                  <a:lnTo>
                    <a:pt x="1212076" y="1268318"/>
                  </a:lnTo>
                  <a:lnTo>
                    <a:pt x="1212736" y="1268318"/>
                  </a:lnTo>
                  <a:lnTo>
                    <a:pt x="1213397" y="1278218"/>
                  </a:lnTo>
                  <a:lnTo>
                    <a:pt x="1214058" y="1308781"/>
                  </a:lnTo>
                  <a:lnTo>
                    <a:pt x="1214718" y="1383432"/>
                  </a:lnTo>
                  <a:lnTo>
                    <a:pt x="1215379" y="1430742"/>
                  </a:lnTo>
                  <a:lnTo>
                    <a:pt x="1216039" y="1430742"/>
                  </a:lnTo>
                  <a:lnTo>
                    <a:pt x="1216700" y="1406010"/>
                  </a:lnTo>
                  <a:lnTo>
                    <a:pt x="1217360" y="1362662"/>
                  </a:lnTo>
                  <a:lnTo>
                    <a:pt x="1218021" y="1308781"/>
                  </a:lnTo>
                  <a:lnTo>
                    <a:pt x="1218681" y="1278218"/>
                  </a:lnTo>
                  <a:lnTo>
                    <a:pt x="1219342" y="1214611"/>
                  </a:lnTo>
                  <a:lnTo>
                    <a:pt x="1220002" y="1163567"/>
                  </a:lnTo>
                  <a:lnTo>
                    <a:pt x="1220663" y="1113186"/>
                  </a:lnTo>
                  <a:lnTo>
                    <a:pt x="1221323" y="1105664"/>
                  </a:lnTo>
                  <a:lnTo>
                    <a:pt x="1221984" y="1120932"/>
                  </a:lnTo>
                  <a:lnTo>
                    <a:pt x="1222644" y="1163567"/>
                  </a:lnTo>
                  <a:lnTo>
                    <a:pt x="1223305" y="1226146"/>
                  </a:lnTo>
                  <a:lnTo>
                    <a:pt x="1223965" y="1343431"/>
                  </a:lnTo>
                  <a:lnTo>
                    <a:pt x="1224626" y="1430742"/>
                  </a:lnTo>
                  <a:lnTo>
                    <a:pt x="1225287" y="1430742"/>
                  </a:lnTo>
                  <a:lnTo>
                    <a:pt x="1225947" y="1430742"/>
                  </a:lnTo>
                  <a:lnTo>
                    <a:pt x="1226608" y="1430742"/>
                  </a:lnTo>
                  <a:lnTo>
                    <a:pt x="1227268" y="1430742"/>
                  </a:lnTo>
                  <a:lnTo>
                    <a:pt x="1227929" y="1430742"/>
                  </a:lnTo>
                  <a:lnTo>
                    <a:pt x="1228589" y="1430742"/>
                  </a:lnTo>
                  <a:lnTo>
                    <a:pt x="1229250" y="1430742"/>
                  </a:lnTo>
                  <a:lnTo>
                    <a:pt x="1229910" y="1430742"/>
                  </a:lnTo>
                  <a:lnTo>
                    <a:pt x="1230571" y="1430742"/>
                  </a:lnTo>
                  <a:lnTo>
                    <a:pt x="1231231" y="1430742"/>
                  </a:lnTo>
                  <a:lnTo>
                    <a:pt x="1231892" y="1430742"/>
                  </a:lnTo>
                  <a:lnTo>
                    <a:pt x="1232552" y="1430742"/>
                  </a:lnTo>
                  <a:lnTo>
                    <a:pt x="1233213" y="1424335"/>
                  </a:lnTo>
                  <a:lnTo>
                    <a:pt x="1233873" y="1400179"/>
                  </a:lnTo>
                  <a:lnTo>
                    <a:pt x="1234534" y="1378081"/>
                  </a:lnTo>
                  <a:lnTo>
                    <a:pt x="1235195" y="1357719"/>
                  </a:lnTo>
                  <a:lnTo>
                    <a:pt x="1235855" y="1338839"/>
                  </a:lnTo>
                  <a:lnTo>
                    <a:pt x="1236516" y="1343431"/>
                  </a:lnTo>
                  <a:lnTo>
                    <a:pt x="1237176" y="1362662"/>
                  </a:lnTo>
                  <a:lnTo>
                    <a:pt x="1237837" y="1383432"/>
                  </a:lnTo>
                  <a:lnTo>
                    <a:pt x="1238497" y="1406010"/>
                  </a:lnTo>
                  <a:lnTo>
                    <a:pt x="1239158" y="1430742"/>
                  </a:lnTo>
                  <a:lnTo>
                    <a:pt x="1239818" y="1430742"/>
                  </a:lnTo>
                  <a:lnTo>
                    <a:pt x="1240479" y="1430742"/>
                  </a:lnTo>
                  <a:lnTo>
                    <a:pt x="1241139" y="1430742"/>
                  </a:lnTo>
                  <a:lnTo>
                    <a:pt x="1241800" y="1406010"/>
                  </a:lnTo>
                  <a:lnTo>
                    <a:pt x="1242460" y="1362662"/>
                  </a:lnTo>
                  <a:lnTo>
                    <a:pt x="1243121" y="1299229"/>
                  </a:lnTo>
                  <a:lnTo>
                    <a:pt x="1243781" y="1263506"/>
                  </a:lnTo>
                  <a:lnTo>
                    <a:pt x="1244442" y="1263506"/>
                  </a:lnTo>
                  <a:lnTo>
                    <a:pt x="1245103" y="1277498"/>
                  </a:lnTo>
                  <a:lnTo>
                    <a:pt x="1245763" y="1307972"/>
                  </a:lnTo>
                  <a:lnTo>
                    <a:pt x="1246424" y="1373879"/>
                  </a:lnTo>
                  <a:lnTo>
                    <a:pt x="1247084" y="1430742"/>
                  </a:lnTo>
                  <a:lnTo>
                    <a:pt x="1247745" y="1430742"/>
                  </a:lnTo>
                  <a:lnTo>
                    <a:pt x="1248405" y="1430742"/>
                  </a:lnTo>
                  <a:lnTo>
                    <a:pt x="1249066" y="1430742"/>
                  </a:lnTo>
                  <a:lnTo>
                    <a:pt x="1249726" y="1430742"/>
                  </a:lnTo>
                  <a:lnTo>
                    <a:pt x="1250387" y="1430742"/>
                  </a:lnTo>
                  <a:lnTo>
                    <a:pt x="1251047" y="1430742"/>
                  </a:lnTo>
                  <a:lnTo>
                    <a:pt x="1251708" y="1430742"/>
                  </a:lnTo>
                  <a:lnTo>
                    <a:pt x="1252368" y="1430742"/>
                  </a:lnTo>
                  <a:lnTo>
                    <a:pt x="1253029" y="1430742"/>
                  </a:lnTo>
                  <a:lnTo>
                    <a:pt x="1253689" y="1430742"/>
                  </a:lnTo>
                  <a:lnTo>
                    <a:pt x="1254350" y="1430742"/>
                  </a:lnTo>
                  <a:lnTo>
                    <a:pt x="1255011" y="1430742"/>
                  </a:lnTo>
                  <a:lnTo>
                    <a:pt x="1255671" y="1430742"/>
                  </a:lnTo>
                  <a:lnTo>
                    <a:pt x="1256332" y="1430742"/>
                  </a:lnTo>
                  <a:lnTo>
                    <a:pt x="1256992" y="1430742"/>
                  </a:lnTo>
                  <a:lnTo>
                    <a:pt x="1257653" y="1430742"/>
                  </a:lnTo>
                  <a:lnTo>
                    <a:pt x="1258313" y="1430742"/>
                  </a:lnTo>
                  <a:lnTo>
                    <a:pt x="1258974" y="1430742"/>
                  </a:lnTo>
                  <a:lnTo>
                    <a:pt x="1259634" y="1430742"/>
                  </a:lnTo>
                  <a:lnTo>
                    <a:pt x="1260295" y="1430742"/>
                  </a:lnTo>
                  <a:lnTo>
                    <a:pt x="1260955" y="1430742"/>
                  </a:lnTo>
                  <a:lnTo>
                    <a:pt x="1261616" y="1430742"/>
                  </a:lnTo>
                  <a:lnTo>
                    <a:pt x="1262276" y="1406010"/>
                  </a:lnTo>
                  <a:lnTo>
                    <a:pt x="1262937" y="1383432"/>
                  </a:lnTo>
                  <a:lnTo>
                    <a:pt x="1263597" y="1343431"/>
                  </a:lnTo>
                  <a:lnTo>
                    <a:pt x="1264258" y="1325528"/>
                  </a:lnTo>
                  <a:lnTo>
                    <a:pt x="1264918" y="1325528"/>
                  </a:lnTo>
                  <a:lnTo>
                    <a:pt x="1265579" y="1343431"/>
                  </a:lnTo>
                  <a:lnTo>
                    <a:pt x="1266240" y="1362662"/>
                  </a:lnTo>
                  <a:lnTo>
                    <a:pt x="1266900" y="1406010"/>
                  </a:lnTo>
                  <a:lnTo>
                    <a:pt x="1267561" y="1430742"/>
                  </a:lnTo>
                  <a:lnTo>
                    <a:pt x="1268221" y="1430742"/>
                  </a:lnTo>
                  <a:lnTo>
                    <a:pt x="1268882" y="1430742"/>
                  </a:lnTo>
                  <a:lnTo>
                    <a:pt x="1269542" y="1430742"/>
                  </a:lnTo>
                  <a:lnTo>
                    <a:pt x="1270203" y="1406010"/>
                  </a:lnTo>
                  <a:lnTo>
                    <a:pt x="1270863" y="1383432"/>
                  </a:lnTo>
                  <a:lnTo>
                    <a:pt x="1271524" y="1362662"/>
                  </a:lnTo>
                  <a:lnTo>
                    <a:pt x="1272184" y="1343431"/>
                  </a:lnTo>
                  <a:lnTo>
                    <a:pt x="1272845" y="1325528"/>
                  </a:lnTo>
                  <a:lnTo>
                    <a:pt x="1273505" y="1343431"/>
                  </a:lnTo>
                  <a:lnTo>
                    <a:pt x="1274166" y="1362662"/>
                  </a:lnTo>
                  <a:lnTo>
                    <a:pt x="1274826" y="1383432"/>
                  </a:lnTo>
                  <a:lnTo>
                    <a:pt x="1275487" y="1406010"/>
                  </a:lnTo>
                  <a:lnTo>
                    <a:pt x="1276148" y="1406010"/>
                  </a:lnTo>
                  <a:lnTo>
                    <a:pt x="1276808" y="1362662"/>
                  </a:lnTo>
                  <a:lnTo>
                    <a:pt x="1277469" y="1333432"/>
                  </a:lnTo>
                  <a:lnTo>
                    <a:pt x="1278129" y="1333432"/>
                  </a:lnTo>
                  <a:lnTo>
                    <a:pt x="1278790" y="1333432"/>
                  </a:lnTo>
                  <a:lnTo>
                    <a:pt x="1279450" y="1351909"/>
                  </a:lnTo>
                  <a:lnTo>
                    <a:pt x="1280111" y="1393350"/>
                  </a:lnTo>
                  <a:lnTo>
                    <a:pt x="1280771" y="1430742"/>
                  </a:lnTo>
                  <a:lnTo>
                    <a:pt x="1281432" y="1430742"/>
                  </a:lnTo>
                  <a:lnTo>
                    <a:pt x="1282092" y="1430742"/>
                  </a:lnTo>
                  <a:lnTo>
                    <a:pt x="1282753" y="1430742"/>
                  </a:lnTo>
                  <a:lnTo>
                    <a:pt x="1283413" y="1430742"/>
                  </a:lnTo>
                  <a:lnTo>
                    <a:pt x="1284074" y="1430742"/>
                  </a:lnTo>
                  <a:lnTo>
                    <a:pt x="1284734" y="1430742"/>
                  </a:lnTo>
                  <a:lnTo>
                    <a:pt x="1285395" y="1430742"/>
                  </a:lnTo>
                  <a:lnTo>
                    <a:pt x="1286056" y="1430742"/>
                  </a:lnTo>
                  <a:lnTo>
                    <a:pt x="1286716" y="1430742"/>
                  </a:lnTo>
                  <a:lnTo>
                    <a:pt x="1287377" y="1430742"/>
                  </a:lnTo>
                  <a:lnTo>
                    <a:pt x="1288037" y="1406010"/>
                  </a:lnTo>
                  <a:lnTo>
                    <a:pt x="1288698" y="1383432"/>
                  </a:lnTo>
                  <a:lnTo>
                    <a:pt x="1289358" y="1362662"/>
                  </a:lnTo>
                  <a:lnTo>
                    <a:pt x="1290019" y="1325528"/>
                  </a:lnTo>
                  <a:lnTo>
                    <a:pt x="1290679" y="1293050"/>
                  </a:lnTo>
                  <a:lnTo>
                    <a:pt x="1291340" y="1308781"/>
                  </a:lnTo>
                  <a:lnTo>
                    <a:pt x="1292000" y="1308781"/>
                  </a:lnTo>
                  <a:lnTo>
                    <a:pt x="1292661" y="1308781"/>
                  </a:lnTo>
                  <a:lnTo>
                    <a:pt x="1293321" y="1343431"/>
                  </a:lnTo>
                  <a:lnTo>
                    <a:pt x="1293982" y="1383432"/>
                  </a:lnTo>
                  <a:lnTo>
                    <a:pt x="1294642" y="1383432"/>
                  </a:lnTo>
                  <a:lnTo>
                    <a:pt x="1295303" y="1406010"/>
                  </a:lnTo>
                  <a:lnTo>
                    <a:pt x="1295963" y="1430742"/>
                  </a:lnTo>
                  <a:lnTo>
                    <a:pt x="1296624" y="1430742"/>
                  </a:lnTo>
                  <a:lnTo>
                    <a:pt x="1297285" y="1430742"/>
                  </a:lnTo>
                  <a:lnTo>
                    <a:pt x="1297945" y="1430742"/>
                  </a:lnTo>
                  <a:lnTo>
                    <a:pt x="1298606" y="1430742"/>
                  </a:lnTo>
                  <a:lnTo>
                    <a:pt x="1299266" y="1430742"/>
                  </a:lnTo>
                  <a:lnTo>
                    <a:pt x="1299927" y="1430742"/>
                  </a:lnTo>
                  <a:lnTo>
                    <a:pt x="1300587" y="1430742"/>
                  </a:lnTo>
                  <a:lnTo>
                    <a:pt x="1301248" y="1430742"/>
                  </a:lnTo>
                  <a:lnTo>
                    <a:pt x="1301908" y="1430742"/>
                  </a:lnTo>
                  <a:lnTo>
                    <a:pt x="1302569" y="1430742"/>
                  </a:lnTo>
                  <a:lnTo>
                    <a:pt x="1303229" y="1430742"/>
                  </a:lnTo>
                  <a:lnTo>
                    <a:pt x="1303890" y="1430742"/>
                  </a:lnTo>
                  <a:lnTo>
                    <a:pt x="1304550" y="1430742"/>
                  </a:lnTo>
                  <a:lnTo>
                    <a:pt x="1305211" y="1430742"/>
                  </a:lnTo>
                  <a:lnTo>
                    <a:pt x="1305871" y="1430742"/>
                  </a:lnTo>
                  <a:lnTo>
                    <a:pt x="1306532" y="1430742"/>
                  </a:lnTo>
                  <a:lnTo>
                    <a:pt x="1307193" y="1430742"/>
                  </a:lnTo>
                  <a:lnTo>
                    <a:pt x="1307853" y="1430742"/>
                  </a:lnTo>
                  <a:lnTo>
                    <a:pt x="1308514" y="1430742"/>
                  </a:lnTo>
                  <a:lnTo>
                    <a:pt x="1309174" y="1430742"/>
                  </a:lnTo>
                  <a:lnTo>
                    <a:pt x="1309835" y="1430742"/>
                  </a:lnTo>
                  <a:lnTo>
                    <a:pt x="1310495" y="1430742"/>
                  </a:lnTo>
                  <a:lnTo>
                    <a:pt x="1311156" y="1430742"/>
                  </a:lnTo>
                  <a:lnTo>
                    <a:pt x="1311816" y="1430742"/>
                  </a:lnTo>
                  <a:lnTo>
                    <a:pt x="1312477" y="1430742"/>
                  </a:lnTo>
                  <a:lnTo>
                    <a:pt x="1313137" y="1430742"/>
                  </a:lnTo>
                  <a:lnTo>
                    <a:pt x="1313798" y="1430742"/>
                  </a:lnTo>
                  <a:lnTo>
                    <a:pt x="1314458" y="1430742"/>
                  </a:lnTo>
                  <a:lnTo>
                    <a:pt x="1315119" y="1430742"/>
                  </a:lnTo>
                  <a:lnTo>
                    <a:pt x="1315779" y="1430742"/>
                  </a:lnTo>
                  <a:lnTo>
                    <a:pt x="1316440" y="1430742"/>
                  </a:lnTo>
                  <a:lnTo>
                    <a:pt x="1317101" y="1430742"/>
                  </a:lnTo>
                  <a:lnTo>
                    <a:pt x="1317761" y="1430742"/>
                  </a:lnTo>
                  <a:lnTo>
                    <a:pt x="1318422" y="1430742"/>
                  </a:lnTo>
                  <a:lnTo>
                    <a:pt x="1319082" y="1430742"/>
                  </a:lnTo>
                  <a:lnTo>
                    <a:pt x="1319743" y="1430742"/>
                  </a:lnTo>
                  <a:lnTo>
                    <a:pt x="1320403" y="1430742"/>
                  </a:lnTo>
                  <a:lnTo>
                    <a:pt x="1321064" y="1430742"/>
                  </a:lnTo>
                  <a:lnTo>
                    <a:pt x="1321724" y="1430742"/>
                  </a:lnTo>
                  <a:lnTo>
                    <a:pt x="1322385" y="1430742"/>
                  </a:lnTo>
                  <a:lnTo>
                    <a:pt x="1323045" y="1430742"/>
                  </a:lnTo>
                  <a:lnTo>
                    <a:pt x="1323706" y="1430742"/>
                  </a:lnTo>
                  <a:lnTo>
                    <a:pt x="1324366" y="1430742"/>
                  </a:lnTo>
                  <a:lnTo>
                    <a:pt x="1325027" y="1406010"/>
                  </a:lnTo>
                  <a:lnTo>
                    <a:pt x="1325687" y="1383432"/>
                  </a:lnTo>
                  <a:lnTo>
                    <a:pt x="1326348" y="1362662"/>
                  </a:lnTo>
                  <a:lnTo>
                    <a:pt x="1327009" y="1343431"/>
                  </a:lnTo>
                  <a:lnTo>
                    <a:pt x="1327669" y="1325528"/>
                  </a:lnTo>
                  <a:lnTo>
                    <a:pt x="1328330" y="1343431"/>
                  </a:lnTo>
                  <a:lnTo>
                    <a:pt x="1328990" y="1362662"/>
                  </a:lnTo>
                  <a:lnTo>
                    <a:pt x="1329651" y="1383432"/>
                  </a:lnTo>
                  <a:lnTo>
                    <a:pt x="1330311" y="1406010"/>
                  </a:lnTo>
                  <a:lnTo>
                    <a:pt x="1330972" y="1430742"/>
                  </a:lnTo>
                  <a:lnTo>
                    <a:pt x="1331632" y="1430742"/>
                  </a:lnTo>
                  <a:lnTo>
                    <a:pt x="1332293" y="1430742"/>
                  </a:lnTo>
                  <a:lnTo>
                    <a:pt x="1332953" y="1430742"/>
                  </a:lnTo>
                  <a:lnTo>
                    <a:pt x="1333614" y="1430742"/>
                  </a:lnTo>
                  <a:lnTo>
                    <a:pt x="1334274" y="1430742"/>
                  </a:lnTo>
                  <a:lnTo>
                    <a:pt x="1334935" y="1430742"/>
                  </a:lnTo>
                  <a:lnTo>
                    <a:pt x="1335595" y="1430742"/>
                  </a:lnTo>
                  <a:lnTo>
                    <a:pt x="1336256" y="1430742"/>
                  </a:lnTo>
                  <a:lnTo>
                    <a:pt x="1336916" y="1430742"/>
                  </a:lnTo>
                  <a:lnTo>
                    <a:pt x="1337577" y="1430742"/>
                  </a:lnTo>
                  <a:lnTo>
                    <a:pt x="1338238" y="1430742"/>
                  </a:lnTo>
                  <a:lnTo>
                    <a:pt x="1338898" y="1430742"/>
                  </a:lnTo>
                  <a:lnTo>
                    <a:pt x="1339559" y="1430742"/>
                  </a:lnTo>
                  <a:lnTo>
                    <a:pt x="1340219" y="1430742"/>
                  </a:lnTo>
                  <a:lnTo>
                    <a:pt x="1340880" y="1430742"/>
                  </a:lnTo>
                  <a:lnTo>
                    <a:pt x="1341540" y="1430742"/>
                  </a:lnTo>
                  <a:lnTo>
                    <a:pt x="1342201" y="1430742"/>
                  </a:lnTo>
                  <a:lnTo>
                    <a:pt x="1342861" y="1430742"/>
                  </a:lnTo>
                  <a:lnTo>
                    <a:pt x="1343522" y="1430742"/>
                  </a:lnTo>
                  <a:lnTo>
                    <a:pt x="1344182" y="1430742"/>
                  </a:lnTo>
                  <a:lnTo>
                    <a:pt x="1344843" y="1430742"/>
                  </a:lnTo>
                  <a:lnTo>
                    <a:pt x="1345503" y="1406010"/>
                  </a:lnTo>
                  <a:lnTo>
                    <a:pt x="1346164" y="1383432"/>
                  </a:lnTo>
                  <a:lnTo>
                    <a:pt x="1346824" y="1362662"/>
                  </a:lnTo>
                  <a:lnTo>
                    <a:pt x="1347485" y="1343431"/>
                  </a:lnTo>
                  <a:lnTo>
                    <a:pt x="1348146" y="1325528"/>
                  </a:lnTo>
                  <a:lnTo>
                    <a:pt x="1348806" y="1343431"/>
                  </a:lnTo>
                  <a:lnTo>
                    <a:pt x="1349467" y="1362662"/>
                  </a:lnTo>
                  <a:lnTo>
                    <a:pt x="1350127" y="1383432"/>
                  </a:lnTo>
                  <a:lnTo>
                    <a:pt x="1350788" y="1406010"/>
                  </a:lnTo>
                  <a:lnTo>
                    <a:pt x="1351448" y="1430742"/>
                  </a:lnTo>
                  <a:lnTo>
                    <a:pt x="1352109" y="1430742"/>
                  </a:lnTo>
                  <a:lnTo>
                    <a:pt x="1352769" y="1430742"/>
                  </a:lnTo>
                  <a:lnTo>
                    <a:pt x="1353430" y="1430742"/>
                  </a:lnTo>
                  <a:lnTo>
                    <a:pt x="1354090" y="1430742"/>
                  </a:lnTo>
                  <a:lnTo>
                    <a:pt x="1354751" y="1430742"/>
                  </a:lnTo>
                  <a:lnTo>
                    <a:pt x="1355411" y="1430742"/>
                  </a:lnTo>
                  <a:lnTo>
                    <a:pt x="1356072" y="1430742"/>
                  </a:lnTo>
                  <a:lnTo>
                    <a:pt x="1356732" y="1430742"/>
                  </a:lnTo>
                  <a:lnTo>
                    <a:pt x="1357393" y="1430742"/>
                  </a:lnTo>
                  <a:lnTo>
                    <a:pt x="1358054" y="1430742"/>
                  </a:lnTo>
                  <a:lnTo>
                    <a:pt x="1358714" y="1430742"/>
                  </a:lnTo>
                  <a:lnTo>
                    <a:pt x="1359375" y="1430742"/>
                  </a:lnTo>
                  <a:lnTo>
                    <a:pt x="1360035" y="1430742"/>
                  </a:lnTo>
                  <a:lnTo>
                    <a:pt x="1360696" y="1430742"/>
                  </a:lnTo>
                  <a:lnTo>
                    <a:pt x="1361356" y="1430742"/>
                  </a:lnTo>
                  <a:lnTo>
                    <a:pt x="1362017" y="1430742"/>
                  </a:lnTo>
                  <a:lnTo>
                    <a:pt x="1362677" y="1430742"/>
                  </a:lnTo>
                  <a:lnTo>
                    <a:pt x="1363338" y="1430742"/>
                  </a:lnTo>
                  <a:lnTo>
                    <a:pt x="1363998" y="1430742"/>
                  </a:lnTo>
                  <a:lnTo>
                    <a:pt x="1364659" y="1430742"/>
                  </a:lnTo>
                  <a:lnTo>
                    <a:pt x="1365319" y="1430742"/>
                  </a:lnTo>
                  <a:lnTo>
                    <a:pt x="1365980" y="1430742"/>
                  </a:lnTo>
                  <a:lnTo>
                    <a:pt x="1366640" y="1430742"/>
                  </a:lnTo>
                  <a:lnTo>
                    <a:pt x="1367301" y="1430742"/>
                  </a:lnTo>
                  <a:lnTo>
                    <a:pt x="1367961" y="1430742"/>
                  </a:lnTo>
                  <a:lnTo>
                    <a:pt x="1368622" y="1430742"/>
                  </a:lnTo>
                  <a:lnTo>
                    <a:pt x="1369283" y="1430742"/>
                  </a:lnTo>
                  <a:lnTo>
                    <a:pt x="1369943" y="1430742"/>
                  </a:lnTo>
                  <a:lnTo>
                    <a:pt x="1370604" y="1430742"/>
                  </a:lnTo>
                  <a:lnTo>
                    <a:pt x="1371264" y="1430742"/>
                  </a:lnTo>
                  <a:lnTo>
                    <a:pt x="1371925" y="1430742"/>
                  </a:lnTo>
                  <a:lnTo>
                    <a:pt x="1372585" y="1430742"/>
                  </a:lnTo>
                  <a:lnTo>
                    <a:pt x="1373246" y="1430742"/>
                  </a:lnTo>
                  <a:lnTo>
                    <a:pt x="1373906" y="1430742"/>
                  </a:lnTo>
                  <a:lnTo>
                    <a:pt x="1374567" y="1430742"/>
                  </a:lnTo>
                  <a:lnTo>
                    <a:pt x="1375227" y="1430742"/>
                  </a:lnTo>
                  <a:lnTo>
                    <a:pt x="1375888" y="1430742"/>
                  </a:lnTo>
                  <a:lnTo>
                    <a:pt x="1376548" y="1430742"/>
                  </a:lnTo>
                  <a:lnTo>
                    <a:pt x="1377209" y="1430742"/>
                  </a:lnTo>
                  <a:lnTo>
                    <a:pt x="1377869" y="1430742"/>
                  </a:lnTo>
                  <a:lnTo>
                    <a:pt x="1378530" y="1430742"/>
                  </a:lnTo>
                  <a:lnTo>
                    <a:pt x="1379191" y="1430742"/>
                  </a:lnTo>
                  <a:lnTo>
                    <a:pt x="1379851" y="1430742"/>
                  </a:lnTo>
                  <a:lnTo>
                    <a:pt x="1380512" y="1406010"/>
                  </a:lnTo>
                  <a:lnTo>
                    <a:pt x="1381172" y="1383432"/>
                  </a:lnTo>
                  <a:lnTo>
                    <a:pt x="1381833" y="1343431"/>
                  </a:lnTo>
                  <a:lnTo>
                    <a:pt x="1382493" y="1325528"/>
                  </a:lnTo>
                  <a:lnTo>
                    <a:pt x="1383154" y="1325528"/>
                  </a:lnTo>
                  <a:lnTo>
                    <a:pt x="1383814" y="1343431"/>
                  </a:lnTo>
                  <a:lnTo>
                    <a:pt x="1384475" y="1362662"/>
                  </a:lnTo>
                  <a:lnTo>
                    <a:pt x="1385135" y="1406010"/>
                  </a:lnTo>
                  <a:lnTo>
                    <a:pt x="1385796" y="1430742"/>
                  </a:lnTo>
                  <a:lnTo>
                    <a:pt x="1386456" y="1430742"/>
                  </a:lnTo>
                  <a:lnTo>
                    <a:pt x="1387117" y="1406010"/>
                  </a:lnTo>
                  <a:lnTo>
                    <a:pt x="1387777" y="1362662"/>
                  </a:lnTo>
                  <a:lnTo>
                    <a:pt x="1388438" y="1343431"/>
                  </a:lnTo>
                  <a:lnTo>
                    <a:pt x="1389099" y="1325528"/>
                  </a:lnTo>
                  <a:lnTo>
                    <a:pt x="1389759" y="1325528"/>
                  </a:lnTo>
                  <a:lnTo>
                    <a:pt x="1390420" y="1343431"/>
                  </a:lnTo>
                  <a:lnTo>
                    <a:pt x="1391080" y="1362662"/>
                  </a:lnTo>
                  <a:lnTo>
                    <a:pt x="1391741" y="1343431"/>
                  </a:lnTo>
                  <a:lnTo>
                    <a:pt x="1392401" y="1325528"/>
                  </a:lnTo>
                  <a:lnTo>
                    <a:pt x="1393062" y="1317020"/>
                  </a:lnTo>
                  <a:lnTo>
                    <a:pt x="1393722" y="1317020"/>
                  </a:lnTo>
                  <a:lnTo>
                    <a:pt x="1394383" y="1334326"/>
                  </a:lnTo>
                  <a:lnTo>
                    <a:pt x="1395043" y="1372839"/>
                  </a:lnTo>
                  <a:lnTo>
                    <a:pt x="1395704" y="1418082"/>
                  </a:lnTo>
                  <a:lnTo>
                    <a:pt x="1396364" y="1430742"/>
                  </a:lnTo>
                  <a:lnTo>
                    <a:pt x="1397025" y="1430742"/>
                  </a:lnTo>
                  <a:lnTo>
                    <a:pt x="1397685" y="1406010"/>
                  </a:lnTo>
                  <a:lnTo>
                    <a:pt x="1398346" y="1362662"/>
                  </a:lnTo>
                  <a:lnTo>
                    <a:pt x="1399007" y="1343431"/>
                  </a:lnTo>
                  <a:lnTo>
                    <a:pt x="1399667" y="1343431"/>
                  </a:lnTo>
                  <a:lnTo>
                    <a:pt x="1400328" y="1343431"/>
                  </a:lnTo>
                  <a:lnTo>
                    <a:pt x="1400988" y="1362662"/>
                  </a:lnTo>
                  <a:lnTo>
                    <a:pt x="1401649" y="1406010"/>
                  </a:lnTo>
                  <a:lnTo>
                    <a:pt x="1402309" y="1430742"/>
                  </a:lnTo>
                  <a:lnTo>
                    <a:pt x="1402970" y="1430742"/>
                  </a:lnTo>
                  <a:lnTo>
                    <a:pt x="1403630" y="1430742"/>
                  </a:lnTo>
                  <a:lnTo>
                    <a:pt x="1404291" y="1430742"/>
                  </a:lnTo>
                  <a:lnTo>
                    <a:pt x="1404951" y="1430742"/>
                  </a:lnTo>
                  <a:lnTo>
                    <a:pt x="1405612" y="1430742"/>
                  </a:lnTo>
                  <a:lnTo>
                    <a:pt x="1406272" y="1430742"/>
                  </a:lnTo>
                  <a:lnTo>
                    <a:pt x="1406933" y="1430742"/>
                  </a:lnTo>
                  <a:lnTo>
                    <a:pt x="1407593" y="1430742"/>
                  </a:lnTo>
                  <a:lnTo>
                    <a:pt x="1408254" y="1430742"/>
                  </a:lnTo>
                  <a:lnTo>
                    <a:pt x="1408914" y="1430742"/>
                  </a:lnTo>
                  <a:lnTo>
                    <a:pt x="1409575" y="1430742"/>
                  </a:lnTo>
                  <a:lnTo>
                    <a:pt x="1410236" y="1430742"/>
                  </a:lnTo>
                  <a:lnTo>
                    <a:pt x="1410896" y="1430742"/>
                  </a:lnTo>
                  <a:lnTo>
                    <a:pt x="1411557" y="1430742"/>
                  </a:lnTo>
                  <a:lnTo>
                    <a:pt x="1412217" y="1430742"/>
                  </a:lnTo>
                  <a:lnTo>
                    <a:pt x="1412878" y="1430742"/>
                  </a:lnTo>
                  <a:lnTo>
                    <a:pt x="1413538" y="1430742"/>
                  </a:lnTo>
                  <a:lnTo>
                    <a:pt x="1414199" y="1430742"/>
                  </a:lnTo>
                  <a:lnTo>
                    <a:pt x="1414859" y="1430742"/>
                  </a:lnTo>
                  <a:lnTo>
                    <a:pt x="1415520" y="1430742"/>
                  </a:lnTo>
                  <a:lnTo>
                    <a:pt x="1416180" y="1430742"/>
                  </a:lnTo>
                  <a:lnTo>
                    <a:pt x="1416841" y="1430742"/>
                  </a:lnTo>
                  <a:lnTo>
                    <a:pt x="1417501" y="1430742"/>
                  </a:lnTo>
                  <a:lnTo>
                    <a:pt x="1418162" y="1430742"/>
                  </a:lnTo>
                  <a:lnTo>
                    <a:pt x="1418822" y="1430742"/>
                  </a:lnTo>
                  <a:lnTo>
                    <a:pt x="1419483" y="1430742"/>
                  </a:lnTo>
                  <a:lnTo>
                    <a:pt x="1420144" y="1430742"/>
                  </a:lnTo>
                  <a:lnTo>
                    <a:pt x="1420804" y="1430742"/>
                  </a:lnTo>
                  <a:lnTo>
                    <a:pt x="1421465" y="1430742"/>
                  </a:lnTo>
                  <a:lnTo>
                    <a:pt x="1422125" y="1430742"/>
                  </a:lnTo>
                  <a:lnTo>
                    <a:pt x="1422786" y="1430742"/>
                  </a:lnTo>
                  <a:lnTo>
                    <a:pt x="1423446" y="1430742"/>
                  </a:lnTo>
                  <a:lnTo>
                    <a:pt x="1424107" y="1430742"/>
                  </a:lnTo>
                  <a:lnTo>
                    <a:pt x="1424767" y="1430742"/>
                  </a:lnTo>
                  <a:lnTo>
                    <a:pt x="1425428" y="1430742"/>
                  </a:lnTo>
                  <a:lnTo>
                    <a:pt x="1426088" y="1430742"/>
                  </a:lnTo>
                  <a:lnTo>
                    <a:pt x="1426749" y="1430742"/>
                  </a:lnTo>
                  <a:lnTo>
                    <a:pt x="1427409" y="1430742"/>
                  </a:lnTo>
                  <a:lnTo>
                    <a:pt x="1428070" y="1430742"/>
                  </a:lnTo>
                  <a:lnTo>
                    <a:pt x="1428730" y="1430742"/>
                  </a:lnTo>
                  <a:lnTo>
                    <a:pt x="1429391" y="1430742"/>
                  </a:lnTo>
                  <a:lnTo>
                    <a:pt x="1430052" y="1430742"/>
                  </a:lnTo>
                  <a:lnTo>
                    <a:pt x="1430712" y="1430742"/>
                  </a:lnTo>
                  <a:lnTo>
                    <a:pt x="1431373" y="1430742"/>
                  </a:lnTo>
                  <a:lnTo>
                    <a:pt x="1432033" y="1430742"/>
                  </a:lnTo>
                  <a:lnTo>
                    <a:pt x="1432694" y="1430742"/>
                  </a:lnTo>
                  <a:lnTo>
                    <a:pt x="1433354" y="1430742"/>
                  </a:lnTo>
                  <a:lnTo>
                    <a:pt x="1434015" y="1430742"/>
                  </a:lnTo>
                  <a:lnTo>
                    <a:pt x="1434675" y="1430742"/>
                  </a:lnTo>
                  <a:lnTo>
                    <a:pt x="1435336" y="1430742"/>
                  </a:lnTo>
                  <a:lnTo>
                    <a:pt x="1435996" y="1430742"/>
                  </a:lnTo>
                  <a:lnTo>
                    <a:pt x="1436657" y="1430742"/>
                  </a:lnTo>
                  <a:lnTo>
                    <a:pt x="1437317" y="1406010"/>
                  </a:lnTo>
                  <a:lnTo>
                    <a:pt x="1437978" y="1362662"/>
                  </a:lnTo>
                  <a:lnTo>
                    <a:pt x="1438638" y="1343431"/>
                  </a:lnTo>
                  <a:lnTo>
                    <a:pt x="1439299" y="1343431"/>
                  </a:lnTo>
                  <a:lnTo>
                    <a:pt x="1439959" y="1343431"/>
                  </a:lnTo>
                  <a:lnTo>
                    <a:pt x="1440620" y="1362662"/>
                  </a:lnTo>
                  <a:lnTo>
                    <a:pt x="1441281" y="1406010"/>
                  </a:lnTo>
                  <a:lnTo>
                    <a:pt x="1441941" y="1383432"/>
                  </a:lnTo>
                  <a:lnTo>
                    <a:pt x="1442602" y="1325528"/>
                  </a:lnTo>
                  <a:lnTo>
                    <a:pt x="1443262" y="1278218"/>
                  </a:lnTo>
                  <a:lnTo>
                    <a:pt x="1443923" y="1264188"/>
                  </a:lnTo>
                  <a:lnTo>
                    <a:pt x="1444583" y="1264188"/>
                  </a:lnTo>
                  <a:lnTo>
                    <a:pt x="1445244" y="1293050"/>
                  </a:lnTo>
                  <a:lnTo>
                    <a:pt x="1445904" y="1343431"/>
                  </a:lnTo>
                  <a:lnTo>
                    <a:pt x="1446565" y="1406010"/>
                  </a:lnTo>
                  <a:lnTo>
                    <a:pt x="1447225" y="1430742"/>
                  </a:lnTo>
                  <a:lnTo>
                    <a:pt x="1447886" y="1430742"/>
                  </a:lnTo>
                  <a:lnTo>
                    <a:pt x="1448546" y="1430742"/>
                  </a:lnTo>
                  <a:lnTo>
                    <a:pt x="1449207" y="1406010"/>
                  </a:lnTo>
                  <a:lnTo>
                    <a:pt x="1449867" y="1383432"/>
                  </a:lnTo>
                  <a:lnTo>
                    <a:pt x="1450528" y="1343431"/>
                  </a:lnTo>
                  <a:lnTo>
                    <a:pt x="1451189" y="1325528"/>
                  </a:lnTo>
                  <a:lnTo>
                    <a:pt x="1451849" y="1308781"/>
                  </a:lnTo>
                  <a:lnTo>
                    <a:pt x="1452510" y="1325528"/>
                  </a:lnTo>
                  <a:lnTo>
                    <a:pt x="1453170" y="1343431"/>
                  </a:lnTo>
                  <a:lnTo>
                    <a:pt x="1453831" y="1383432"/>
                  </a:lnTo>
                  <a:lnTo>
                    <a:pt x="1454491" y="1406010"/>
                  </a:lnTo>
                  <a:lnTo>
                    <a:pt x="1455152" y="1430742"/>
                  </a:lnTo>
                  <a:lnTo>
                    <a:pt x="1455812" y="1430742"/>
                  </a:lnTo>
                  <a:lnTo>
                    <a:pt x="1456473" y="1430742"/>
                  </a:lnTo>
                  <a:lnTo>
                    <a:pt x="1457133" y="1430742"/>
                  </a:lnTo>
                  <a:lnTo>
                    <a:pt x="1457794" y="1430742"/>
                  </a:lnTo>
                  <a:lnTo>
                    <a:pt x="1458454" y="1430742"/>
                  </a:lnTo>
                  <a:lnTo>
                    <a:pt x="1459115" y="1430742"/>
                  </a:lnTo>
                  <a:lnTo>
                    <a:pt x="1459775" y="1430742"/>
                  </a:lnTo>
                  <a:lnTo>
                    <a:pt x="1460436" y="1430742"/>
                  </a:lnTo>
                  <a:lnTo>
                    <a:pt x="1461097" y="1430742"/>
                  </a:lnTo>
                  <a:lnTo>
                    <a:pt x="1461757" y="1430742"/>
                  </a:lnTo>
                  <a:lnTo>
                    <a:pt x="1462418" y="1430742"/>
                  </a:lnTo>
                  <a:lnTo>
                    <a:pt x="1463078" y="1430742"/>
                  </a:lnTo>
                  <a:lnTo>
                    <a:pt x="1463739" y="1430742"/>
                  </a:lnTo>
                  <a:lnTo>
                    <a:pt x="1464399" y="1430742"/>
                  </a:lnTo>
                  <a:lnTo>
                    <a:pt x="1465060" y="1430742"/>
                  </a:lnTo>
                  <a:lnTo>
                    <a:pt x="1465720" y="1430742"/>
                  </a:lnTo>
                  <a:lnTo>
                    <a:pt x="1466381" y="1430742"/>
                  </a:lnTo>
                  <a:lnTo>
                    <a:pt x="1467041" y="1430742"/>
                  </a:lnTo>
                  <a:lnTo>
                    <a:pt x="1467702" y="1430742"/>
                  </a:lnTo>
                  <a:lnTo>
                    <a:pt x="1468362" y="1430742"/>
                  </a:lnTo>
                  <a:lnTo>
                    <a:pt x="1469023" y="1430742"/>
                  </a:lnTo>
                  <a:lnTo>
                    <a:pt x="1469683" y="1430742"/>
                  </a:lnTo>
                  <a:lnTo>
                    <a:pt x="1470344" y="1430742"/>
                  </a:lnTo>
                  <a:lnTo>
                    <a:pt x="1471005" y="1430742"/>
                  </a:lnTo>
                  <a:lnTo>
                    <a:pt x="1471665" y="1430742"/>
                  </a:lnTo>
                  <a:lnTo>
                    <a:pt x="1472326" y="1430742"/>
                  </a:lnTo>
                  <a:lnTo>
                    <a:pt x="1472986" y="1430742"/>
                  </a:lnTo>
                  <a:lnTo>
                    <a:pt x="1473647" y="1430742"/>
                  </a:lnTo>
                  <a:lnTo>
                    <a:pt x="1474307" y="1430742"/>
                  </a:lnTo>
                  <a:lnTo>
                    <a:pt x="1474968" y="1430742"/>
                  </a:lnTo>
                  <a:lnTo>
                    <a:pt x="1475628" y="1430742"/>
                  </a:lnTo>
                  <a:lnTo>
                    <a:pt x="1476289" y="1430742"/>
                  </a:lnTo>
                  <a:lnTo>
                    <a:pt x="1476949" y="1430742"/>
                  </a:lnTo>
                  <a:lnTo>
                    <a:pt x="1477610" y="1430742"/>
                  </a:lnTo>
                  <a:lnTo>
                    <a:pt x="1478270" y="1430742"/>
                  </a:lnTo>
                  <a:lnTo>
                    <a:pt x="1478931" y="1430742"/>
                  </a:lnTo>
                  <a:lnTo>
                    <a:pt x="1479591" y="1430742"/>
                  </a:lnTo>
                  <a:lnTo>
                    <a:pt x="1480252" y="1430742"/>
                  </a:lnTo>
                  <a:lnTo>
                    <a:pt x="1480912" y="1430742"/>
                  </a:lnTo>
                  <a:lnTo>
                    <a:pt x="1481573" y="1430742"/>
                  </a:lnTo>
                  <a:lnTo>
                    <a:pt x="1482234" y="1430742"/>
                  </a:lnTo>
                  <a:lnTo>
                    <a:pt x="1482894" y="1430742"/>
                  </a:lnTo>
                  <a:lnTo>
                    <a:pt x="1483555" y="1430742"/>
                  </a:lnTo>
                  <a:lnTo>
                    <a:pt x="1484215" y="1430742"/>
                  </a:lnTo>
                  <a:lnTo>
                    <a:pt x="1484876" y="1430742"/>
                  </a:lnTo>
                  <a:lnTo>
                    <a:pt x="1485536" y="1430742"/>
                  </a:lnTo>
                  <a:lnTo>
                    <a:pt x="1486197" y="1430742"/>
                  </a:lnTo>
                  <a:lnTo>
                    <a:pt x="1486857" y="1406010"/>
                  </a:lnTo>
                  <a:lnTo>
                    <a:pt x="1487518" y="1383432"/>
                  </a:lnTo>
                  <a:lnTo>
                    <a:pt x="1488178" y="1362662"/>
                  </a:lnTo>
                  <a:lnTo>
                    <a:pt x="1488839" y="1343431"/>
                  </a:lnTo>
                  <a:lnTo>
                    <a:pt x="1489499" y="1333432"/>
                  </a:lnTo>
                  <a:lnTo>
                    <a:pt x="1490160" y="1351909"/>
                  </a:lnTo>
                  <a:lnTo>
                    <a:pt x="1490820" y="1371803"/>
                  </a:lnTo>
                  <a:lnTo>
                    <a:pt x="1491481" y="1393350"/>
                  </a:lnTo>
                  <a:lnTo>
                    <a:pt x="1492142" y="1416849"/>
                  </a:lnTo>
                  <a:lnTo>
                    <a:pt x="1492802" y="1430742"/>
                  </a:lnTo>
                  <a:lnTo>
                    <a:pt x="1493463" y="1430742"/>
                  </a:lnTo>
                  <a:lnTo>
                    <a:pt x="1494123" y="1430742"/>
                  </a:lnTo>
                  <a:lnTo>
                    <a:pt x="1494784" y="1430742"/>
                  </a:lnTo>
                  <a:lnTo>
                    <a:pt x="1495444" y="1430742"/>
                  </a:lnTo>
                  <a:lnTo>
                    <a:pt x="1496105" y="1430742"/>
                  </a:lnTo>
                  <a:lnTo>
                    <a:pt x="1496765" y="1430742"/>
                  </a:lnTo>
                  <a:lnTo>
                    <a:pt x="1497426" y="1430742"/>
                  </a:lnTo>
                  <a:lnTo>
                    <a:pt x="1498086" y="1430742"/>
                  </a:lnTo>
                  <a:lnTo>
                    <a:pt x="1498747" y="1430742"/>
                  </a:lnTo>
                  <a:lnTo>
                    <a:pt x="1499407" y="1430742"/>
                  </a:lnTo>
                  <a:lnTo>
                    <a:pt x="1500068" y="1430742"/>
                  </a:lnTo>
                  <a:lnTo>
                    <a:pt x="1500728" y="1430742"/>
                  </a:lnTo>
                  <a:lnTo>
                    <a:pt x="1501389" y="1430742"/>
                  </a:lnTo>
                  <a:lnTo>
                    <a:pt x="1502050" y="1430742"/>
                  </a:lnTo>
                  <a:lnTo>
                    <a:pt x="1502710" y="1430742"/>
                  </a:lnTo>
                  <a:lnTo>
                    <a:pt x="1503371" y="1430742"/>
                  </a:lnTo>
                  <a:lnTo>
                    <a:pt x="1504031" y="1430742"/>
                  </a:lnTo>
                  <a:lnTo>
                    <a:pt x="1504692" y="1430742"/>
                  </a:lnTo>
                  <a:lnTo>
                    <a:pt x="1505352" y="1430742"/>
                  </a:lnTo>
                  <a:lnTo>
                    <a:pt x="1506013" y="1383432"/>
                  </a:lnTo>
                  <a:lnTo>
                    <a:pt x="1506673" y="1343431"/>
                  </a:lnTo>
                  <a:lnTo>
                    <a:pt x="1507334" y="1293050"/>
                  </a:lnTo>
                  <a:lnTo>
                    <a:pt x="1507994" y="1278218"/>
                  </a:lnTo>
                  <a:lnTo>
                    <a:pt x="1508655" y="1278218"/>
                  </a:lnTo>
                  <a:lnTo>
                    <a:pt x="1509315" y="1293050"/>
                  </a:lnTo>
                  <a:lnTo>
                    <a:pt x="1509976" y="1308781"/>
                  </a:lnTo>
                  <a:lnTo>
                    <a:pt x="1510636" y="1343431"/>
                  </a:lnTo>
                  <a:lnTo>
                    <a:pt x="1511297" y="1343431"/>
                  </a:lnTo>
                  <a:lnTo>
                    <a:pt x="1511957" y="1308781"/>
                  </a:lnTo>
                  <a:lnTo>
                    <a:pt x="1512618" y="1308781"/>
                  </a:lnTo>
                  <a:lnTo>
                    <a:pt x="1513279" y="1308781"/>
                  </a:lnTo>
                  <a:lnTo>
                    <a:pt x="1513939" y="1325528"/>
                  </a:lnTo>
                  <a:lnTo>
                    <a:pt x="1514600" y="1343431"/>
                  </a:lnTo>
                  <a:lnTo>
                    <a:pt x="1515260" y="1383432"/>
                  </a:lnTo>
                  <a:lnTo>
                    <a:pt x="1515921" y="1406010"/>
                  </a:lnTo>
                  <a:lnTo>
                    <a:pt x="1516581" y="1430742"/>
                  </a:lnTo>
                  <a:lnTo>
                    <a:pt x="1517242" y="1430742"/>
                  </a:lnTo>
                  <a:lnTo>
                    <a:pt x="1517902" y="1430742"/>
                  </a:lnTo>
                  <a:lnTo>
                    <a:pt x="1518563" y="1430742"/>
                  </a:lnTo>
                  <a:lnTo>
                    <a:pt x="1519223" y="1430742"/>
                  </a:lnTo>
                  <a:lnTo>
                    <a:pt x="1519884" y="1430742"/>
                  </a:lnTo>
                  <a:lnTo>
                    <a:pt x="1520544" y="1430742"/>
                  </a:lnTo>
                  <a:lnTo>
                    <a:pt x="1521205" y="1430742"/>
                  </a:lnTo>
                  <a:lnTo>
                    <a:pt x="1521865" y="1430742"/>
                  </a:lnTo>
                  <a:lnTo>
                    <a:pt x="1522526" y="1430742"/>
                  </a:lnTo>
                  <a:lnTo>
                    <a:pt x="1523187" y="1430742"/>
                  </a:lnTo>
                  <a:lnTo>
                    <a:pt x="1523847" y="1430742"/>
                  </a:lnTo>
                  <a:lnTo>
                    <a:pt x="1524508" y="1430742"/>
                  </a:lnTo>
                  <a:lnTo>
                    <a:pt x="1525168" y="1430742"/>
                  </a:lnTo>
                  <a:lnTo>
                    <a:pt x="1525829" y="1430742"/>
                  </a:lnTo>
                  <a:lnTo>
                    <a:pt x="1526489" y="1430742"/>
                  </a:lnTo>
                  <a:lnTo>
                    <a:pt x="1527150" y="1430742"/>
                  </a:lnTo>
                  <a:lnTo>
                    <a:pt x="1527810" y="1430742"/>
                  </a:lnTo>
                  <a:lnTo>
                    <a:pt x="1528471" y="1430742"/>
                  </a:lnTo>
                  <a:lnTo>
                    <a:pt x="1529131" y="1430742"/>
                  </a:lnTo>
                  <a:lnTo>
                    <a:pt x="1529792" y="1430742"/>
                  </a:lnTo>
                  <a:lnTo>
                    <a:pt x="1530452" y="1430742"/>
                  </a:lnTo>
                  <a:lnTo>
                    <a:pt x="1531113" y="1430742"/>
                  </a:lnTo>
                  <a:lnTo>
                    <a:pt x="1531773" y="1430742"/>
                  </a:lnTo>
                  <a:lnTo>
                    <a:pt x="1532434" y="1430742"/>
                  </a:lnTo>
                  <a:lnTo>
                    <a:pt x="1533095" y="1430742"/>
                  </a:lnTo>
                  <a:lnTo>
                    <a:pt x="1533755" y="1430742"/>
                  </a:lnTo>
                  <a:lnTo>
                    <a:pt x="1534416" y="1430742"/>
                  </a:lnTo>
                  <a:lnTo>
                    <a:pt x="1535076" y="1430742"/>
                  </a:lnTo>
                  <a:lnTo>
                    <a:pt x="1535737" y="1430742"/>
                  </a:lnTo>
                  <a:lnTo>
                    <a:pt x="1536397" y="1430742"/>
                  </a:lnTo>
                  <a:lnTo>
                    <a:pt x="1537058" y="1430742"/>
                  </a:lnTo>
                  <a:lnTo>
                    <a:pt x="1537718" y="1430742"/>
                  </a:lnTo>
                  <a:lnTo>
                    <a:pt x="1538379" y="1430742"/>
                  </a:lnTo>
                  <a:lnTo>
                    <a:pt x="1539039" y="1430742"/>
                  </a:lnTo>
                  <a:lnTo>
                    <a:pt x="1539700" y="1430742"/>
                  </a:lnTo>
                  <a:lnTo>
                    <a:pt x="1540360" y="1430742"/>
                  </a:lnTo>
                  <a:lnTo>
                    <a:pt x="1541021" y="1430742"/>
                  </a:lnTo>
                  <a:lnTo>
                    <a:pt x="1541681" y="1430742"/>
                  </a:lnTo>
                  <a:lnTo>
                    <a:pt x="1542342" y="1430742"/>
                  </a:lnTo>
                  <a:lnTo>
                    <a:pt x="1543003" y="1430742"/>
                  </a:lnTo>
                  <a:lnTo>
                    <a:pt x="1543663" y="1430742"/>
                  </a:lnTo>
                  <a:lnTo>
                    <a:pt x="1544324" y="1430742"/>
                  </a:lnTo>
                  <a:lnTo>
                    <a:pt x="1544984" y="1430742"/>
                  </a:lnTo>
                  <a:lnTo>
                    <a:pt x="1545645" y="1430742"/>
                  </a:lnTo>
                  <a:lnTo>
                    <a:pt x="1546305" y="1430742"/>
                  </a:lnTo>
                  <a:lnTo>
                    <a:pt x="1546966" y="1430742"/>
                  </a:lnTo>
                  <a:lnTo>
                    <a:pt x="1547626" y="1430742"/>
                  </a:lnTo>
                  <a:lnTo>
                    <a:pt x="1548287" y="1430742"/>
                  </a:lnTo>
                  <a:lnTo>
                    <a:pt x="1548947" y="1430742"/>
                  </a:lnTo>
                  <a:lnTo>
                    <a:pt x="1549608" y="1430742"/>
                  </a:lnTo>
                  <a:lnTo>
                    <a:pt x="1550268" y="1430742"/>
                  </a:lnTo>
                  <a:lnTo>
                    <a:pt x="1550929" y="1430742"/>
                  </a:lnTo>
                  <a:lnTo>
                    <a:pt x="1551589" y="1430742"/>
                  </a:lnTo>
                  <a:lnTo>
                    <a:pt x="1552250" y="1430742"/>
                  </a:lnTo>
                  <a:lnTo>
                    <a:pt x="1552910" y="1430742"/>
                  </a:lnTo>
                  <a:lnTo>
                    <a:pt x="1553571" y="1430742"/>
                  </a:lnTo>
                  <a:lnTo>
                    <a:pt x="1554232" y="1420565"/>
                  </a:lnTo>
                  <a:lnTo>
                    <a:pt x="1554892" y="1391113"/>
                  </a:lnTo>
                  <a:lnTo>
                    <a:pt x="1555553" y="1350001"/>
                  </a:lnTo>
                  <a:lnTo>
                    <a:pt x="1556213" y="1331655"/>
                  </a:lnTo>
                  <a:lnTo>
                    <a:pt x="1556874" y="1331655"/>
                  </a:lnTo>
                  <a:lnTo>
                    <a:pt x="1557534" y="1338839"/>
                  </a:lnTo>
                  <a:lnTo>
                    <a:pt x="1558195" y="1362662"/>
                  </a:lnTo>
                  <a:lnTo>
                    <a:pt x="1558855" y="1406010"/>
                  </a:lnTo>
                  <a:lnTo>
                    <a:pt x="1559516" y="1430742"/>
                  </a:lnTo>
                  <a:lnTo>
                    <a:pt x="1560176" y="1430742"/>
                  </a:lnTo>
                  <a:lnTo>
                    <a:pt x="1560837" y="1430742"/>
                  </a:lnTo>
                  <a:lnTo>
                    <a:pt x="1561497" y="1430742"/>
                  </a:lnTo>
                  <a:lnTo>
                    <a:pt x="1562158" y="1383432"/>
                  </a:lnTo>
                  <a:lnTo>
                    <a:pt x="1562818" y="1343431"/>
                  </a:lnTo>
                  <a:lnTo>
                    <a:pt x="1563479" y="1325528"/>
                  </a:lnTo>
                  <a:lnTo>
                    <a:pt x="1564140" y="1325528"/>
                  </a:lnTo>
                  <a:lnTo>
                    <a:pt x="1564800" y="1325528"/>
                  </a:lnTo>
                  <a:lnTo>
                    <a:pt x="1565461" y="1362662"/>
                  </a:lnTo>
                  <a:lnTo>
                    <a:pt x="1566121" y="1406010"/>
                  </a:lnTo>
                  <a:lnTo>
                    <a:pt x="1566782" y="1430742"/>
                  </a:lnTo>
                  <a:lnTo>
                    <a:pt x="1567442" y="1430742"/>
                  </a:lnTo>
                  <a:lnTo>
                    <a:pt x="1568103" y="1430742"/>
                  </a:lnTo>
                  <a:lnTo>
                    <a:pt x="1568763" y="1430742"/>
                  </a:lnTo>
                  <a:lnTo>
                    <a:pt x="1569424" y="1430742"/>
                  </a:lnTo>
                  <a:lnTo>
                    <a:pt x="1570084" y="1430742"/>
                  </a:lnTo>
                  <a:lnTo>
                    <a:pt x="1570745" y="1430742"/>
                  </a:lnTo>
                  <a:lnTo>
                    <a:pt x="1571405" y="1406010"/>
                  </a:lnTo>
                  <a:lnTo>
                    <a:pt x="1572066" y="1362662"/>
                  </a:lnTo>
                  <a:lnTo>
                    <a:pt x="1572726" y="1343431"/>
                  </a:lnTo>
                  <a:lnTo>
                    <a:pt x="1573387" y="1343431"/>
                  </a:lnTo>
                  <a:lnTo>
                    <a:pt x="1574048" y="1343431"/>
                  </a:lnTo>
                  <a:lnTo>
                    <a:pt x="1574708" y="1362662"/>
                  </a:lnTo>
                  <a:lnTo>
                    <a:pt x="1575369" y="1406010"/>
                  </a:lnTo>
                  <a:lnTo>
                    <a:pt x="1576029" y="1430742"/>
                  </a:lnTo>
                  <a:lnTo>
                    <a:pt x="1576690" y="1430742"/>
                  </a:lnTo>
                  <a:lnTo>
                    <a:pt x="1577350" y="1430742"/>
                  </a:lnTo>
                  <a:lnTo>
                    <a:pt x="1578011" y="1430742"/>
                  </a:lnTo>
                  <a:lnTo>
                    <a:pt x="1578671" y="1430742"/>
                  </a:lnTo>
                  <a:lnTo>
                    <a:pt x="1579332" y="1430742"/>
                  </a:lnTo>
                  <a:lnTo>
                    <a:pt x="1579992" y="1430742"/>
                  </a:lnTo>
                  <a:lnTo>
                    <a:pt x="1580653" y="1430742"/>
                  </a:lnTo>
                  <a:lnTo>
                    <a:pt x="1581313" y="1406010"/>
                  </a:lnTo>
                  <a:lnTo>
                    <a:pt x="1581974" y="1362662"/>
                  </a:lnTo>
                  <a:lnTo>
                    <a:pt x="1582634" y="1343431"/>
                  </a:lnTo>
                  <a:lnTo>
                    <a:pt x="1583295" y="1343431"/>
                  </a:lnTo>
                  <a:lnTo>
                    <a:pt x="1583955" y="1325528"/>
                  </a:lnTo>
                  <a:lnTo>
                    <a:pt x="1584616" y="1308781"/>
                  </a:lnTo>
                  <a:lnTo>
                    <a:pt x="1585277" y="1308781"/>
                  </a:lnTo>
                  <a:lnTo>
                    <a:pt x="1585937" y="1325528"/>
                  </a:lnTo>
                  <a:lnTo>
                    <a:pt x="1586598" y="1325528"/>
                  </a:lnTo>
                  <a:lnTo>
                    <a:pt x="1587258" y="1343431"/>
                  </a:lnTo>
                  <a:lnTo>
                    <a:pt x="1587919" y="1383432"/>
                  </a:lnTo>
                  <a:lnTo>
                    <a:pt x="1588579" y="1430742"/>
                  </a:lnTo>
                  <a:lnTo>
                    <a:pt x="1589240" y="1430742"/>
                  </a:lnTo>
                  <a:lnTo>
                    <a:pt x="1589900" y="1430742"/>
                  </a:lnTo>
                  <a:lnTo>
                    <a:pt x="1590561" y="1430742"/>
                  </a:lnTo>
                  <a:lnTo>
                    <a:pt x="1591221" y="1430742"/>
                  </a:lnTo>
                  <a:lnTo>
                    <a:pt x="1591882" y="1430742"/>
                  </a:lnTo>
                  <a:lnTo>
                    <a:pt x="1592542" y="1430742"/>
                  </a:lnTo>
                  <a:lnTo>
                    <a:pt x="1593203" y="1430742"/>
                  </a:lnTo>
                  <a:lnTo>
                    <a:pt x="1593863" y="1430742"/>
                  </a:lnTo>
                  <a:lnTo>
                    <a:pt x="1594524" y="1430742"/>
                  </a:lnTo>
                  <a:lnTo>
                    <a:pt x="1595185" y="1430742"/>
                  </a:lnTo>
                  <a:lnTo>
                    <a:pt x="1595845" y="1430742"/>
                  </a:lnTo>
                  <a:lnTo>
                    <a:pt x="1596506" y="1430742"/>
                  </a:lnTo>
                  <a:lnTo>
                    <a:pt x="1597166" y="1430742"/>
                  </a:lnTo>
                  <a:lnTo>
                    <a:pt x="1597827" y="1430742"/>
                  </a:lnTo>
                  <a:lnTo>
                    <a:pt x="1598487" y="1383432"/>
                  </a:lnTo>
                  <a:lnTo>
                    <a:pt x="1599148" y="1343431"/>
                  </a:lnTo>
                  <a:lnTo>
                    <a:pt x="1599808" y="1325528"/>
                  </a:lnTo>
                  <a:lnTo>
                    <a:pt x="1600469" y="1325528"/>
                  </a:lnTo>
                  <a:lnTo>
                    <a:pt x="1601129" y="1325528"/>
                  </a:lnTo>
                  <a:lnTo>
                    <a:pt x="1601790" y="1362662"/>
                  </a:lnTo>
                  <a:lnTo>
                    <a:pt x="1602450" y="1406010"/>
                  </a:lnTo>
                  <a:lnTo>
                    <a:pt x="1603111" y="1430742"/>
                  </a:lnTo>
                  <a:lnTo>
                    <a:pt x="1603771" y="1430742"/>
                  </a:lnTo>
                  <a:lnTo>
                    <a:pt x="1604432" y="1430742"/>
                  </a:lnTo>
                  <a:lnTo>
                    <a:pt x="1605093" y="1430742"/>
                  </a:lnTo>
                  <a:lnTo>
                    <a:pt x="1605753" y="1430742"/>
                  </a:lnTo>
                  <a:lnTo>
                    <a:pt x="1606414" y="1430742"/>
                  </a:lnTo>
                  <a:lnTo>
                    <a:pt x="1607074" y="1430742"/>
                  </a:lnTo>
                  <a:lnTo>
                    <a:pt x="1607735" y="1430742"/>
                  </a:lnTo>
                  <a:lnTo>
                    <a:pt x="1608395" y="1430742"/>
                  </a:lnTo>
                  <a:lnTo>
                    <a:pt x="1609056" y="1430742"/>
                  </a:lnTo>
                  <a:lnTo>
                    <a:pt x="1609716" y="1430742"/>
                  </a:lnTo>
                  <a:lnTo>
                    <a:pt x="1610377" y="1430742"/>
                  </a:lnTo>
                  <a:lnTo>
                    <a:pt x="1611037" y="1430742"/>
                  </a:lnTo>
                  <a:lnTo>
                    <a:pt x="1611698" y="1430742"/>
                  </a:lnTo>
                  <a:lnTo>
                    <a:pt x="1612358" y="1430742"/>
                  </a:lnTo>
                  <a:lnTo>
                    <a:pt x="1613019" y="1430742"/>
                  </a:lnTo>
                  <a:lnTo>
                    <a:pt x="1613679" y="1430742"/>
                  </a:lnTo>
                  <a:lnTo>
                    <a:pt x="1614340" y="1430742"/>
                  </a:lnTo>
                  <a:lnTo>
                    <a:pt x="1615001" y="1430742"/>
                  </a:lnTo>
                  <a:lnTo>
                    <a:pt x="1615661" y="1430742"/>
                  </a:lnTo>
                  <a:lnTo>
                    <a:pt x="1616322" y="1430742"/>
                  </a:lnTo>
                  <a:lnTo>
                    <a:pt x="1616982" y="1430742"/>
                  </a:lnTo>
                  <a:lnTo>
                    <a:pt x="1617643" y="1430742"/>
                  </a:lnTo>
                  <a:lnTo>
                    <a:pt x="1618303" y="1430742"/>
                  </a:lnTo>
                  <a:lnTo>
                    <a:pt x="1618964" y="1430742"/>
                  </a:lnTo>
                  <a:lnTo>
                    <a:pt x="1619624" y="1430742"/>
                  </a:lnTo>
                  <a:lnTo>
                    <a:pt x="1620285" y="1430742"/>
                  </a:lnTo>
                  <a:lnTo>
                    <a:pt x="1620945" y="1430742"/>
                  </a:lnTo>
                  <a:lnTo>
                    <a:pt x="1621606" y="1430742"/>
                  </a:lnTo>
                  <a:lnTo>
                    <a:pt x="1622266" y="1430742"/>
                  </a:lnTo>
                  <a:lnTo>
                    <a:pt x="1622927" y="1430742"/>
                  </a:lnTo>
                  <a:lnTo>
                    <a:pt x="1623587" y="1430742"/>
                  </a:lnTo>
                  <a:lnTo>
                    <a:pt x="1624248" y="1430742"/>
                  </a:lnTo>
                  <a:lnTo>
                    <a:pt x="1624908" y="1430742"/>
                  </a:lnTo>
                  <a:lnTo>
                    <a:pt x="1625569" y="1430742"/>
                  </a:lnTo>
                  <a:lnTo>
                    <a:pt x="1626230" y="1430742"/>
                  </a:lnTo>
                  <a:lnTo>
                    <a:pt x="1626890" y="1430742"/>
                  </a:lnTo>
                  <a:lnTo>
                    <a:pt x="1627551" y="1430742"/>
                  </a:lnTo>
                  <a:lnTo>
                    <a:pt x="1628211" y="1430742"/>
                  </a:lnTo>
                  <a:lnTo>
                    <a:pt x="1628872" y="1430742"/>
                  </a:lnTo>
                  <a:lnTo>
                    <a:pt x="1629532" y="1430742"/>
                  </a:lnTo>
                  <a:lnTo>
                    <a:pt x="1630193" y="1430742"/>
                  </a:lnTo>
                  <a:lnTo>
                    <a:pt x="1630853" y="1406010"/>
                  </a:lnTo>
                  <a:lnTo>
                    <a:pt x="1631514" y="1343431"/>
                  </a:lnTo>
                  <a:lnTo>
                    <a:pt x="1632174" y="1250878"/>
                  </a:lnTo>
                  <a:lnTo>
                    <a:pt x="1632835" y="1182797"/>
                  </a:lnTo>
                  <a:lnTo>
                    <a:pt x="1633495" y="1145232"/>
                  </a:lnTo>
                  <a:lnTo>
                    <a:pt x="1634156" y="1112805"/>
                  </a:lnTo>
                  <a:lnTo>
                    <a:pt x="1634816" y="1112805"/>
                  </a:lnTo>
                  <a:lnTo>
                    <a:pt x="1635477" y="1154014"/>
                  </a:lnTo>
                  <a:lnTo>
                    <a:pt x="1636138" y="1214048"/>
                  </a:lnTo>
                  <a:lnTo>
                    <a:pt x="1636798" y="1264188"/>
                  </a:lnTo>
                  <a:lnTo>
                    <a:pt x="1637459" y="1343431"/>
                  </a:lnTo>
                  <a:lnTo>
                    <a:pt x="1638119" y="1406010"/>
                  </a:lnTo>
                  <a:lnTo>
                    <a:pt x="1638780" y="1430742"/>
                  </a:lnTo>
                  <a:lnTo>
                    <a:pt x="1639440" y="1430742"/>
                  </a:lnTo>
                  <a:lnTo>
                    <a:pt x="1640101" y="1430742"/>
                  </a:lnTo>
                  <a:lnTo>
                    <a:pt x="1640761" y="1430742"/>
                  </a:lnTo>
                  <a:lnTo>
                    <a:pt x="1641422" y="1430742"/>
                  </a:lnTo>
                  <a:lnTo>
                    <a:pt x="1642082" y="1430742"/>
                  </a:lnTo>
                  <a:lnTo>
                    <a:pt x="1642743" y="1430742"/>
                  </a:lnTo>
                  <a:lnTo>
                    <a:pt x="1643403" y="1430742"/>
                  </a:lnTo>
                  <a:lnTo>
                    <a:pt x="1644064" y="1430742"/>
                  </a:lnTo>
                  <a:lnTo>
                    <a:pt x="1644724" y="1430742"/>
                  </a:lnTo>
                  <a:lnTo>
                    <a:pt x="1645385" y="1430742"/>
                  </a:lnTo>
                  <a:lnTo>
                    <a:pt x="1646046" y="1430742"/>
                  </a:lnTo>
                  <a:lnTo>
                    <a:pt x="1646706" y="1430742"/>
                  </a:lnTo>
                  <a:lnTo>
                    <a:pt x="1647367" y="1430742"/>
                  </a:lnTo>
                  <a:lnTo>
                    <a:pt x="1648027" y="1406010"/>
                  </a:lnTo>
                  <a:lnTo>
                    <a:pt x="1648688" y="1362662"/>
                  </a:lnTo>
                  <a:lnTo>
                    <a:pt x="1649348" y="1343431"/>
                  </a:lnTo>
                  <a:lnTo>
                    <a:pt x="1650009" y="1308781"/>
                  </a:lnTo>
                  <a:lnTo>
                    <a:pt x="1650669" y="1250878"/>
                  </a:lnTo>
                  <a:lnTo>
                    <a:pt x="1651330" y="1218590"/>
                  </a:lnTo>
                  <a:lnTo>
                    <a:pt x="1651990" y="1207380"/>
                  </a:lnTo>
                  <a:lnTo>
                    <a:pt x="1652651" y="1187328"/>
                  </a:lnTo>
                  <a:lnTo>
                    <a:pt x="1653311" y="1197688"/>
                  </a:lnTo>
                  <a:lnTo>
                    <a:pt x="1653972" y="1243838"/>
                  </a:lnTo>
                  <a:lnTo>
                    <a:pt x="1654632" y="1294581"/>
                  </a:lnTo>
                  <a:lnTo>
                    <a:pt x="1655293" y="1345291"/>
                  </a:lnTo>
                  <a:lnTo>
                    <a:pt x="1655953" y="1406010"/>
                  </a:lnTo>
                  <a:lnTo>
                    <a:pt x="1656614" y="1430742"/>
                  </a:lnTo>
                  <a:lnTo>
                    <a:pt x="1657275" y="1430742"/>
                  </a:lnTo>
                  <a:lnTo>
                    <a:pt x="1657935" y="1430742"/>
                  </a:lnTo>
                  <a:lnTo>
                    <a:pt x="1658596" y="1430742"/>
                  </a:lnTo>
                  <a:lnTo>
                    <a:pt x="1659256" y="1430742"/>
                  </a:lnTo>
                  <a:lnTo>
                    <a:pt x="1659917" y="1430742"/>
                  </a:lnTo>
                  <a:lnTo>
                    <a:pt x="1660577" y="1430742"/>
                  </a:lnTo>
                  <a:lnTo>
                    <a:pt x="1661238" y="1430742"/>
                  </a:lnTo>
                  <a:lnTo>
                    <a:pt x="1661898" y="1430742"/>
                  </a:lnTo>
                  <a:lnTo>
                    <a:pt x="1662559" y="1430742"/>
                  </a:lnTo>
                  <a:lnTo>
                    <a:pt x="1663219" y="1430742"/>
                  </a:lnTo>
                  <a:lnTo>
                    <a:pt x="1663880" y="1430742"/>
                  </a:lnTo>
                  <a:lnTo>
                    <a:pt x="1664540" y="1430742"/>
                  </a:lnTo>
                  <a:lnTo>
                    <a:pt x="1665201" y="1430742"/>
                  </a:lnTo>
                  <a:lnTo>
                    <a:pt x="1665861" y="1430742"/>
                  </a:lnTo>
                  <a:lnTo>
                    <a:pt x="1666522" y="1430742"/>
                  </a:lnTo>
                  <a:lnTo>
                    <a:pt x="1667183" y="1430742"/>
                  </a:lnTo>
                  <a:lnTo>
                    <a:pt x="1667843" y="1430742"/>
                  </a:lnTo>
                  <a:lnTo>
                    <a:pt x="1668504" y="1430742"/>
                  </a:lnTo>
                  <a:lnTo>
                    <a:pt x="1669164" y="1430742"/>
                  </a:lnTo>
                  <a:lnTo>
                    <a:pt x="1669825" y="1430742"/>
                  </a:lnTo>
                  <a:lnTo>
                    <a:pt x="1670485" y="1430742"/>
                  </a:lnTo>
                  <a:lnTo>
                    <a:pt x="1671146" y="1430742"/>
                  </a:lnTo>
                  <a:lnTo>
                    <a:pt x="1671806" y="1430742"/>
                  </a:lnTo>
                  <a:lnTo>
                    <a:pt x="1672467" y="1430742"/>
                  </a:lnTo>
                  <a:lnTo>
                    <a:pt x="1673127" y="1430742"/>
                  </a:lnTo>
                  <a:lnTo>
                    <a:pt x="1673788" y="1430742"/>
                  </a:lnTo>
                  <a:lnTo>
                    <a:pt x="1674448" y="1430742"/>
                  </a:lnTo>
                  <a:lnTo>
                    <a:pt x="1675109" y="1430742"/>
                  </a:lnTo>
                  <a:lnTo>
                    <a:pt x="1675769" y="1430742"/>
                  </a:lnTo>
                  <a:lnTo>
                    <a:pt x="1676430" y="1430742"/>
                  </a:lnTo>
                  <a:lnTo>
                    <a:pt x="1677091" y="1430742"/>
                  </a:lnTo>
                  <a:lnTo>
                    <a:pt x="1677751" y="1406010"/>
                  </a:lnTo>
                  <a:lnTo>
                    <a:pt x="1678412" y="1381278"/>
                  </a:lnTo>
                  <a:lnTo>
                    <a:pt x="1679072" y="1360673"/>
                  </a:lnTo>
                  <a:lnTo>
                    <a:pt x="1679733" y="1341584"/>
                  </a:lnTo>
                  <a:lnTo>
                    <a:pt x="1680393" y="1341584"/>
                  </a:lnTo>
                  <a:lnTo>
                    <a:pt x="1681054" y="1360673"/>
                  </a:lnTo>
                  <a:lnTo>
                    <a:pt x="1681714" y="1383432"/>
                  </a:lnTo>
                  <a:lnTo>
                    <a:pt x="1682375" y="1406010"/>
                  </a:lnTo>
                  <a:lnTo>
                    <a:pt x="1683035" y="1430742"/>
                  </a:lnTo>
                  <a:lnTo>
                    <a:pt x="1683696" y="1430742"/>
                  </a:lnTo>
                  <a:lnTo>
                    <a:pt x="1684356" y="1430742"/>
                  </a:lnTo>
                  <a:lnTo>
                    <a:pt x="1685017" y="1430742"/>
                  </a:lnTo>
                  <a:lnTo>
                    <a:pt x="1685677" y="1430742"/>
                  </a:lnTo>
                  <a:lnTo>
                    <a:pt x="1686338" y="1430742"/>
                  </a:lnTo>
                  <a:lnTo>
                    <a:pt x="1686998" y="1430742"/>
                  </a:lnTo>
                  <a:lnTo>
                    <a:pt x="1687659" y="1430742"/>
                  </a:lnTo>
                  <a:lnTo>
                    <a:pt x="1688320" y="1430742"/>
                  </a:lnTo>
                  <a:lnTo>
                    <a:pt x="1688980" y="1430742"/>
                  </a:lnTo>
                  <a:lnTo>
                    <a:pt x="1689641" y="1430742"/>
                  </a:lnTo>
                  <a:lnTo>
                    <a:pt x="1690301" y="1430742"/>
                  </a:lnTo>
                  <a:lnTo>
                    <a:pt x="1690962" y="1430742"/>
                  </a:lnTo>
                  <a:lnTo>
                    <a:pt x="1691622" y="1430742"/>
                  </a:lnTo>
                  <a:lnTo>
                    <a:pt x="1692283" y="1430742"/>
                  </a:lnTo>
                  <a:lnTo>
                    <a:pt x="1692943" y="1430742"/>
                  </a:lnTo>
                  <a:lnTo>
                    <a:pt x="1693604" y="1430742"/>
                  </a:lnTo>
                  <a:lnTo>
                    <a:pt x="1694264" y="1430742"/>
                  </a:lnTo>
                  <a:lnTo>
                    <a:pt x="1694925" y="1430742"/>
                  </a:lnTo>
                  <a:lnTo>
                    <a:pt x="1695585" y="1430742"/>
                  </a:lnTo>
                  <a:lnTo>
                    <a:pt x="1696246" y="1430742"/>
                  </a:lnTo>
                  <a:lnTo>
                    <a:pt x="1696906" y="1430742"/>
                  </a:lnTo>
                  <a:lnTo>
                    <a:pt x="1697567" y="1430742"/>
                  </a:lnTo>
                  <a:lnTo>
                    <a:pt x="1698228" y="1430742"/>
                  </a:lnTo>
                  <a:lnTo>
                    <a:pt x="1698888" y="1430742"/>
                  </a:lnTo>
                  <a:lnTo>
                    <a:pt x="1699549" y="1430742"/>
                  </a:lnTo>
                  <a:lnTo>
                    <a:pt x="1700209" y="1430742"/>
                  </a:lnTo>
                  <a:lnTo>
                    <a:pt x="1700870" y="1430742"/>
                  </a:lnTo>
                  <a:lnTo>
                    <a:pt x="1701530" y="1430742"/>
                  </a:lnTo>
                  <a:lnTo>
                    <a:pt x="1702191" y="1430742"/>
                  </a:lnTo>
                  <a:lnTo>
                    <a:pt x="1702851" y="1430742"/>
                  </a:lnTo>
                  <a:lnTo>
                    <a:pt x="1703512" y="1430742"/>
                  </a:lnTo>
                  <a:lnTo>
                    <a:pt x="1704172" y="1430742"/>
                  </a:lnTo>
                  <a:lnTo>
                    <a:pt x="1704833" y="1430742"/>
                  </a:lnTo>
                  <a:lnTo>
                    <a:pt x="1705493" y="1430742"/>
                  </a:lnTo>
                  <a:lnTo>
                    <a:pt x="1706154" y="1430742"/>
                  </a:lnTo>
                  <a:lnTo>
                    <a:pt x="1706814" y="1430742"/>
                  </a:lnTo>
                  <a:lnTo>
                    <a:pt x="1707475" y="1430742"/>
                  </a:lnTo>
                  <a:lnTo>
                    <a:pt x="1708136" y="1406010"/>
                  </a:lnTo>
                  <a:lnTo>
                    <a:pt x="1708796" y="1383432"/>
                  </a:lnTo>
                  <a:lnTo>
                    <a:pt x="1709457" y="1362662"/>
                  </a:lnTo>
                  <a:lnTo>
                    <a:pt x="1710117" y="1308781"/>
                  </a:lnTo>
                  <a:lnTo>
                    <a:pt x="1710778" y="1264188"/>
                  </a:lnTo>
                  <a:lnTo>
                    <a:pt x="1711438" y="1264188"/>
                  </a:lnTo>
                  <a:lnTo>
                    <a:pt x="1712099" y="1278218"/>
                  </a:lnTo>
                  <a:lnTo>
                    <a:pt x="1712759" y="1293050"/>
                  </a:lnTo>
                  <a:lnTo>
                    <a:pt x="1713420" y="1343431"/>
                  </a:lnTo>
                  <a:lnTo>
                    <a:pt x="1714080" y="1406010"/>
                  </a:lnTo>
                  <a:lnTo>
                    <a:pt x="1714741" y="1430742"/>
                  </a:lnTo>
                  <a:lnTo>
                    <a:pt x="1715401" y="1430742"/>
                  </a:lnTo>
                  <a:lnTo>
                    <a:pt x="1716062" y="1430742"/>
                  </a:lnTo>
                  <a:lnTo>
                    <a:pt x="1716722" y="1430742"/>
                  </a:lnTo>
                  <a:lnTo>
                    <a:pt x="1717383" y="1430742"/>
                  </a:lnTo>
                  <a:lnTo>
                    <a:pt x="1718044" y="1430742"/>
                  </a:lnTo>
                  <a:lnTo>
                    <a:pt x="1718704" y="1430742"/>
                  </a:lnTo>
                  <a:lnTo>
                    <a:pt x="1719365" y="1430742"/>
                  </a:lnTo>
                  <a:lnTo>
                    <a:pt x="1720025" y="1430742"/>
                  </a:lnTo>
                  <a:lnTo>
                    <a:pt x="1720686" y="1430742"/>
                  </a:lnTo>
                  <a:lnTo>
                    <a:pt x="1721346" y="1430742"/>
                  </a:lnTo>
                  <a:lnTo>
                    <a:pt x="1722007" y="1406010"/>
                  </a:lnTo>
                  <a:lnTo>
                    <a:pt x="1722667" y="1362662"/>
                  </a:lnTo>
                  <a:lnTo>
                    <a:pt x="1723328" y="1343431"/>
                  </a:lnTo>
                  <a:lnTo>
                    <a:pt x="1723988" y="1343431"/>
                  </a:lnTo>
                  <a:lnTo>
                    <a:pt x="1724649" y="1343431"/>
                  </a:lnTo>
                  <a:lnTo>
                    <a:pt x="1725309" y="1343431"/>
                  </a:lnTo>
                  <a:lnTo>
                    <a:pt x="1725970" y="1343431"/>
                  </a:lnTo>
                  <a:lnTo>
                    <a:pt x="1726630" y="1343431"/>
                  </a:lnTo>
                  <a:lnTo>
                    <a:pt x="1727291" y="1325528"/>
                  </a:lnTo>
                  <a:lnTo>
                    <a:pt x="1727951" y="1308781"/>
                  </a:lnTo>
                  <a:lnTo>
                    <a:pt x="1728612" y="1293050"/>
                  </a:lnTo>
                  <a:lnTo>
                    <a:pt x="1729273" y="1274639"/>
                  </a:lnTo>
                  <a:lnTo>
                    <a:pt x="1729933" y="1223214"/>
                  </a:lnTo>
                  <a:lnTo>
                    <a:pt x="1730594" y="1190393"/>
                  </a:lnTo>
                  <a:lnTo>
                    <a:pt x="1731254" y="1152234"/>
                  </a:lnTo>
                  <a:lnTo>
                    <a:pt x="1731915" y="1152234"/>
                  </a:lnTo>
                  <a:lnTo>
                    <a:pt x="1732575" y="1137156"/>
                  </a:lnTo>
                  <a:lnTo>
                    <a:pt x="1733236" y="1152234"/>
                  </a:lnTo>
                  <a:lnTo>
                    <a:pt x="1733896" y="1154014"/>
                  </a:lnTo>
                  <a:lnTo>
                    <a:pt x="1734557" y="1113186"/>
                  </a:lnTo>
                  <a:lnTo>
                    <a:pt x="1735217" y="1046577"/>
                  </a:lnTo>
                  <a:lnTo>
                    <a:pt x="1735878" y="981856"/>
                  </a:lnTo>
                  <a:lnTo>
                    <a:pt x="1736538" y="918130"/>
                  </a:lnTo>
                  <a:lnTo>
                    <a:pt x="1737199" y="872534"/>
                  </a:lnTo>
                  <a:lnTo>
                    <a:pt x="1737859" y="844923"/>
                  </a:lnTo>
                  <a:lnTo>
                    <a:pt x="1738520" y="829255"/>
                  </a:lnTo>
                  <a:lnTo>
                    <a:pt x="1739181" y="816662"/>
                  </a:lnTo>
                  <a:lnTo>
                    <a:pt x="1739841" y="816418"/>
                  </a:lnTo>
                  <a:lnTo>
                    <a:pt x="1740502" y="815447"/>
                  </a:lnTo>
                  <a:lnTo>
                    <a:pt x="1741162" y="813998"/>
                  </a:lnTo>
                  <a:lnTo>
                    <a:pt x="1741823" y="816175"/>
                  </a:lnTo>
                  <a:lnTo>
                    <a:pt x="1742483" y="843030"/>
                  </a:lnTo>
                  <a:lnTo>
                    <a:pt x="1743144" y="871179"/>
                  </a:lnTo>
                  <a:lnTo>
                    <a:pt x="1743804" y="914555"/>
                  </a:lnTo>
                  <a:lnTo>
                    <a:pt x="1744465" y="981626"/>
                  </a:lnTo>
                  <a:lnTo>
                    <a:pt x="1745125" y="1068111"/>
                  </a:lnTo>
                  <a:lnTo>
                    <a:pt x="1745786" y="1153568"/>
                  </a:lnTo>
                  <a:lnTo>
                    <a:pt x="1746446" y="1215176"/>
                  </a:lnTo>
                  <a:lnTo>
                    <a:pt x="1747107" y="1201414"/>
                  </a:lnTo>
                  <a:lnTo>
                    <a:pt x="1747767" y="1176390"/>
                  </a:lnTo>
                  <a:lnTo>
                    <a:pt x="1748428" y="1143940"/>
                  </a:lnTo>
                  <a:lnTo>
                    <a:pt x="1749089" y="1140950"/>
                  </a:lnTo>
                  <a:lnTo>
                    <a:pt x="1749749" y="1167771"/>
                  </a:lnTo>
                  <a:lnTo>
                    <a:pt x="1750410" y="1219739"/>
                  </a:lnTo>
                  <a:lnTo>
                    <a:pt x="1751070" y="1270408"/>
                  </a:lnTo>
                  <a:lnTo>
                    <a:pt x="1751731" y="1317858"/>
                  </a:lnTo>
                  <a:lnTo>
                    <a:pt x="1752391" y="1317858"/>
                  </a:lnTo>
                  <a:lnTo>
                    <a:pt x="1753052" y="1271811"/>
                  </a:lnTo>
                  <a:lnTo>
                    <a:pt x="1753712" y="1258114"/>
                  </a:lnTo>
                  <a:lnTo>
                    <a:pt x="1754373" y="1245104"/>
                  </a:lnTo>
                  <a:lnTo>
                    <a:pt x="1755033" y="1250878"/>
                  </a:lnTo>
                  <a:lnTo>
                    <a:pt x="1755694" y="1250878"/>
                  </a:lnTo>
                  <a:lnTo>
                    <a:pt x="1756354" y="1238218"/>
                  </a:lnTo>
                  <a:lnTo>
                    <a:pt x="1757015" y="1207380"/>
                  </a:lnTo>
                  <a:lnTo>
                    <a:pt x="1757675" y="1157612"/>
                  </a:lnTo>
                  <a:lnTo>
                    <a:pt x="1758336" y="1100889"/>
                  </a:lnTo>
                  <a:lnTo>
                    <a:pt x="1758996" y="1056813"/>
                  </a:lnTo>
                  <a:lnTo>
                    <a:pt x="1759657" y="1023974"/>
                  </a:lnTo>
                  <a:lnTo>
                    <a:pt x="1760318" y="1004686"/>
                  </a:lnTo>
                  <a:lnTo>
                    <a:pt x="1760978" y="1004686"/>
                  </a:lnTo>
                  <a:lnTo>
                    <a:pt x="1761639" y="1025603"/>
                  </a:lnTo>
                  <a:lnTo>
                    <a:pt x="1762299" y="1058045"/>
                  </a:lnTo>
                  <a:lnTo>
                    <a:pt x="1762960" y="1095843"/>
                  </a:lnTo>
                  <a:lnTo>
                    <a:pt x="1763620" y="1128917"/>
                  </a:lnTo>
                  <a:lnTo>
                    <a:pt x="1764281" y="1190393"/>
                  </a:lnTo>
                  <a:lnTo>
                    <a:pt x="1764941" y="1230308"/>
                  </a:lnTo>
                  <a:lnTo>
                    <a:pt x="1765602" y="1255459"/>
                  </a:lnTo>
                  <a:lnTo>
                    <a:pt x="1766262" y="1314521"/>
                  </a:lnTo>
                  <a:lnTo>
                    <a:pt x="1766923" y="1369744"/>
                  </a:lnTo>
                  <a:lnTo>
                    <a:pt x="1767583" y="1354798"/>
                  </a:lnTo>
                  <a:lnTo>
                    <a:pt x="1768244" y="1325528"/>
                  </a:lnTo>
                  <a:lnTo>
                    <a:pt x="1768904" y="1325528"/>
                  </a:lnTo>
                  <a:lnTo>
                    <a:pt x="1769565" y="1325528"/>
                  </a:lnTo>
                  <a:lnTo>
                    <a:pt x="1770226" y="1301584"/>
                  </a:lnTo>
                  <a:lnTo>
                    <a:pt x="1770886" y="1232716"/>
                  </a:lnTo>
                  <a:lnTo>
                    <a:pt x="1771547" y="1168715"/>
                  </a:lnTo>
                  <a:lnTo>
                    <a:pt x="1772207" y="1105664"/>
                  </a:lnTo>
                  <a:lnTo>
                    <a:pt x="1772868" y="1054368"/>
                  </a:lnTo>
                  <a:lnTo>
                    <a:pt x="1773528" y="1051043"/>
                  </a:lnTo>
                  <a:lnTo>
                    <a:pt x="1774189" y="1076256"/>
                  </a:lnTo>
                  <a:lnTo>
                    <a:pt x="1774849" y="1125694"/>
                  </a:lnTo>
                  <a:lnTo>
                    <a:pt x="1775510" y="1184299"/>
                  </a:lnTo>
                  <a:lnTo>
                    <a:pt x="1776170" y="1261471"/>
                  </a:lnTo>
                  <a:lnTo>
                    <a:pt x="1776831" y="1305558"/>
                  </a:lnTo>
                  <a:lnTo>
                    <a:pt x="1777491" y="1358700"/>
                  </a:lnTo>
                  <a:lnTo>
                    <a:pt x="1778152" y="1383432"/>
                  </a:lnTo>
                  <a:lnTo>
                    <a:pt x="1778812" y="1406010"/>
                  </a:lnTo>
                  <a:lnTo>
                    <a:pt x="1779473" y="1430742"/>
                  </a:lnTo>
                  <a:lnTo>
                    <a:pt x="1780134" y="1406010"/>
                  </a:lnTo>
                  <a:lnTo>
                    <a:pt x="1780794" y="1383432"/>
                  </a:lnTo>
                  <a:lnTo>
                    <a:pt x="1781455" y="1362662"/>
                  </a:lnTo>
                  <a:lnTo>
                    <a:pt x="1782115" y="1343431"/>
                  </a:lnTo>
                  <a:lnTo>
                    <a:pt x="1782776" y="1325528"/>
                  </a:lnTo>
                  <a:lnTo>
                    <a:pt x="1783436" y="1329890"/>
                  </a:lnTo>
                  <a:lnTo>
                    <a:pt x="1784097" y="1348107"/>
                  </a:lnTo>
                  <a:lnTo>
                    <a:pt x="1784757" y="1348107"/>
                  </a:lnTo>
                  <a:lnTo>
                    <a:pt x="1785418" y="1329890"/>
                  </a:lnTo>
                  <a:lnTo>
                    <a:pt x="1786078" y="1312868"/>
                  </a:lnTo>
                  <a:lnTo>
                    <a:pt x="1786739" y="1325528"/>
                  </a:lnTo>
                  <a:lnTo>
                    <a:pt x="1787399" y="1325528"/>
                  </a:lnTo>
                  <a:lnTo>
                    <a:pt x="1788060" y="1343431"/>
                  </a:lnTo>
                  <a:lnTo>
                    <a:pt x="1788720" y="1383432"/>
                  </a:lnTo>
                  <a:lnTo>
                    <a:pt x="1789381" y="1406010"/>
                  </a:lnTo>
                  <a:lnTo>
                    <a:pt x="1790042" y="1383432"/>
                  </a:lnTo>
                  <a:lnTo>
                    <a:pt x="1790702" y="1343431"/>
                  </a:lnTo>
                  <a:lnTo>
                    <a:pt x="1791363" y="1325528"/>
                  </a:lnTo>
                  <a:lnTo>
                    <a:pt x="1792023" y="1281847"/>
                  </a:lnTo>
                  <a:lnTo>
                    <a:pt x="1792684" y="1241325"/>
                  </a:lnTo>
                  <a:lnTo>
                    <a:pt x="1793344" y="1206285"/>
                  </a:lnTo>
                  <a:lnTo>
                    <a:pt x="1794005" y="1195583"/>
                  </a:lnTo>
                  <a:lnTo>
                    <a:pt x="1794665" y="1189879"/>
                  </a:lnTo>
                  <a:lnTo>
                    <a:pt x="1795326" y="1197688"/>
                  </a:lnTo>
                  <a:lnTo>
                    <a:pt x="1795986" y="1231509"/>
                  </a:lnTo>
                  <a:lnTo>
                    <a:pt x="1796647" y="1284788"/>
                  </a:lnTo>
                  <a:lnTo>
                    <a:pt x="1797307" y="1333432"/>
                  </a:lnTo>
                  <a:lnTo>
                    <a:pt x="1797968" y="1362662"/>
                  </a:lnTo>
                  <a:lnTo>
                    <a:pt x="1798628" y="1406010"/>
                  </a:lnTo>
                  <a:lnTo>
                    <a:pt x="1799289" y="1430742"/>
                  </a:lnTo>
                  <a:lnTo>
                    <a:pt x="1799949" y="1430742"/>
                  </a:lnTo>
                  <a:lnTo>
                    <a:pt x="1800610" y="1430742"/>
                  </a:lnTo>
                  <a:lnTo>
                    <a:pt x="1801271" y="1430742"/>
                  </a:lnTo>
                  <a:lnTo>
                    <a:pt x="1801931" y="1430742"/>
                  </a:lnTo>
                  <a:lnTo>
                    <a:pt x="1802592" y="1430742"/>
                  </a:lnTo>
                  <a:lnTo>
                    <a:pt x="1803252" y="1430742"/>
                  </a:lnTo>
                  <a:lnTo>
                    <a:pt x="1803913" y="1430742"/>
                  </a:lnTo>
                  <a:lnTo>
                    <a:pt x="1804573" y="1430742"/>
                  </a:lnTo>
                  <a:lnTo>
                    <a:pt x="1805234" y="1408380"/>
                  </a:lnTo>
                  <a:lnTo>
                    <a:pt x="1805894" y="1364665"/>
                  </a:lnTo>
                  <a:lnTo>
                    <a:pt x="1806555" y="1327264"/>
                  </a:lnTo>
                  <a:lnTo>
                    <a:pt x="1807215" y="1310408"/>
                  </a:lnTo>
                  <a:lnTo>
                    <a:pt x="1807876" y="1310408"/>
                  </a:lnTo>
                  <a:lnTo>
                    <a:pt x="1808536" y="1325528"/>
                  </a:lnTo>
                  <a:lnTo>
                    <a:pt x="1809197" y="1362662"/>
                  </a:lnTo>
                  <a:lnTo>
                    <a:pt x="1809857" y="1406010"/>
                  </a:lnTo>
                  <a:lnTo>
                    <a:pt x="1810518" y="1430742"/>
                  </a:lnTo>
                  <a:lnTo>
                    <a:pt x="1811179" y="1430742"/>
                  </a:lnTo>
                  <a:lnTo>
                    <a:pt x="1811839" y="1430742"/>
                  </a:lnTo>
                  <a:lnTo>
                    <a:pt x="1812500" y="1406010"/>
                  </a:lnTo>
                  <a:lnTo>
                    <a:pt x="1813160" y="1383432"/>
                  </a:lnTo>
                  <a:lnTo>
                    <a:pt x="1813821" y="1362662"/>
                  </a:lnTo>
                  <a:lnTo>
                    <a:pt x="1814481" y="1343431"/>
                  </a:lnTo>
                  <a:lnTo>
                    <a:pt x="1815142" y="1325528"/>
                  </a:lnTo>
                  <a:lnTo>
                    <a:pt x="1815802" y="1343431"/>
                  </a:lnTo>
                  <a:lnTo>
                    <a:pt x="1816463" y="1362662"/>
                  </a:lnTo>
                  <a:lnTo>
                    <a:pt x="1817123" y="1383432"/>
                  </a:lnTo>
                  <a:lnTo>
                    <a:pt x="1817784" y="1406010"/>
                  </a:lnTo>
                  <a:lnTo>
                    <a:pt x="1818444" y="1430742"/>
                  </a:lnTo>
                  <a:lnTo>
                    <a:pt x="1819105" y="1430742"/>
                  </a:lnTo>
                  <a:lnTo>
                    <a:pt x="1819765" y="1430742"/>
                  </a:lnTo>
                  <a:lnTo>
                    <a:pt x="1820426" y="1430742"/>
                  </a:lnTo>
                  <a:lnTo>
                    <a:pt x="1821087" y="1430742"/>
                  </a:lnTo>
                  <a:lnTo>
                    <a:pt x="1821747" y="1430742"/>
                  </a:lnTo>
                  <a:lnTo>
                    <a:pt x="1822408" y="1430742"/>
                  </a:lnTo>
                  <a:lnTo>
                    <a:pt x="1823068" y="1430742"/>
                  </a:lnTo>
                  <a:lnTo>
                    <a:pt x="1823729" y="1430742"/>
                  </a:lnTo>
                  <a:lnTo>
                    <a:pt x="1824389" y="1430742"/>
                  </a:lnTo>
                  <a:lnTo>
                    <a:pt x="1825050" y="1430742"/>
                  </a:lnTo>
                  <a:lnTo>
                    <a:pt x="1825710" y="1406010"/>
                  </a:lnTo>
                  <a:lnTo>
                    <a:pt x="1826371" y="1374923"/>
                  </a:lnTo>
                  <a:lnTo>
                    <a:pt x="1827031" y="1336121"/>
                  </a:lnTo>
                  <a:lnTo>
                    <a:pt x="1827692" y="1318699"/>
                  </a:lnTo>
                  <a:lnTo>
                    <a:pt x="1828352" y="1318699"/>
                  </a:lnTo>
                  <a:lnTo>
                    <a:pt x="1829013" y="1336121"/>
                  </a:lnTo>
                  <a:lnTo>
                    <a:pt x="1829673" y="1362662"/>
                  </a:lnTo>
                  <a:lnTo>
                    <a:pt x="1830334" y="1406010"/>
                  </a:lnTo>
                  <a:lnTo>
                    <a:pt x="1830994" y="1430742"/>
                  </a:lnTo>
                  <a:lnTo>
                    <a:pt x="1831655" y="1430742"/>
                  </a:lnTo>
                  <a:lnTo>
                    <a:pt x="1832316" y="1408380"/>
                  </a:lnTo>
                  <a:lnTo>
                    <a:pt x="1832976" y="1345292"/>
                  </a:lnTo>
                  <a:lnTo>
                    <a:pt x="1833637" y="1279664"/>
                  </a:lnTo>
                  <a:lnTo>
                    <a:pt x="1834297" y="1227328"/>
                  </a:lnTo>
                  <a:lnTo>
                    <a:pt x="1834958" y="1183797"/>
                  </a:lnTo>
                  <a:lnTo>
                    <a:pt x="1835618" y="1163567"/>
                  </a:lnTo>
                  <a:lnTo>
                    <a:pt x="1836279" y="1182797"/>
                  </a:lnTo>
                  <a:lnTo>
                    <a:pt x="1836939" y="1226146"/>
                  </a:lnTo>
                  <a:lnTo>
                    <a:pt x="1837600" y="1278218"/>
                  </a:lnTo>
                  <a:lnTo>
                    <a:pt x="1838260" y="1334326"/>
                  </a:lnTo>
                  <a:lnTo>
                    <a:pt x="1838921" y="1372839"/>
                  </a:lnTo>
                  <a:lnTo>
                    <a:pt x="1839581" y="1352868"/>
                  </a:lnTo>
                  <a:lnTo>
                    <a:pt x="1840242" y="1317020"/>
                  </a:lnTo>
                  <a:lnTo>
                    <a:pt x="1840902" y="1285528"/>
                  </a:lnTo>
                  <a:lnTo>
                    <a:pt x="1841563" y="1267625"/>
                  </a:lnTo>
                  <a:lnTo>
                    <a:pt x="1842224" y="1281847"/>
                  </a:lnTo>
                  <a:lnTo>
                    <a:pt x="1842884" y="1312868"/>
                  </a:lnTo>
                  <a:lnTo>
                    <a:pt x="1843545" y="1348107"/>
                  </a:lnTo>
                  <a:lnTo>
                    <a:pt x="1844205" y="1388895"/>
                  </a:lnTo>
                  <a:lnTo>
                    <a:pt x="1844866" y="1430742"/>
                  </a:lnTo>
                  <a:lnTo>
                    <a:pt x="1845526" y="1430742"/>
                  </a:lnTo>
                  <a:lnTo>
                    <a:pt x="1846187" y="1430742"/>
                  </a:lnTo>
                  <a:lnTo>
                    <a:pt x="1846847" y="1430742"/>
                  </a:lnTo>
                  <a:lnTo>
                    <a:pt x="1847508" y="1406010"/>
                  </a:lnTo>
                  <a:lnTo>
                    <a:pt x="1848168" y="1362662"/>
                  </a:lnTo>
                  <a:lnTo>
                    <a:pt x="1848829" y="1343431"/>
                  </a:lnTo>
                  <a:lnTo>
                    <a:pt x="1849489" y="1343431"/>
                  </a:lnTo>
                  <a:lnTo>
                    <a:pt x="1850150" y="1325528"/>
                  </a:lnTo>
                  <a:lnTo>
                    <a:pt x="1850810" y="1308781"/>
                  </a:lnTo>
                  <a:lnTo>
                    <a:pt x="1851471" y="1325528"/>
                  </a:lnTo>
                  <a:lnTo>
                    <a:pt x="1852132" y="1337930"/>
                  </a:lnTo>
                  <a:lnTo>
                    <a:pt x="1852792" y="1337930"/>
                  </a:lnTo>
                  <a:lnTo>
                    <a:pt x="1853453" y="1356741"/>
                  </a:lnTo>
                  <a:lnTo>
                    <a:pt x="1854113" y="1399028"/>
                  </a:lnTo>
                  <a:lnTo>
                    <a:pt x="1854774" y="1423072"/>
                  </a:lnTo>
                  <a:lnTo>
                    <a:pt x="1855434" y="1430742"/>
                  </a:lnTo>
                  <a:lnTo>
                    <a:pt x="1856095" y="1430742"/>
                  </a:lnTo>
                  <a:lnTo>
                    <a:pt x="1856755" y="1430742"/>
                  </a:lnTo>
                  <a:lnTo>
                    <a:pt x="1857416" y="1430742"/>
                  </a:lnTo>
                  <a:lnTo>
                    <a:pt x="1858076" y="1430742"/>
                  </a:lnTo>
                  <a:lnTo>
                    <a:pt x="1858737" y="1418082"/>
                  </a:lnTo>
                  <a:lnTo>
                    <a:pt x="1859397" y="1394476"/>
                  </a:lnTo>
                  <a:lnTo>
                    <a:pt x="1860058" y="1352868"/>
                  </a:lnTo>
                  <a:lnTo>
                    <a:pt x="1860718" y="1334326"/>
                  </a:lnTo>
                  <a:lnTo>
                    <a:pt x="1861379" y="1334326"/>
                  </a:lnTo>
                  <a:lnTo>
                    <a:pt x="1862040" y="1343431"/>
                  </a:lnTo>
                  <a:lnTo>
                    <a:pt x="1862700" y="1362662"/>
                  </a:lnTo>
                  <a:lnTo>
                    <a:pt x="1863361" y="1406010"/>
                  </a:lnTo>
                  <a:lnTo>
                    <a:pt x="1864021" y="1430742"/>
                  </a:lnTo>
                  <a:lnTo>
                    <a:pt x="1864682" y="1430742"/>
                  </a:lnTo>
                  <a:lnTo>
                    <a:pt x="1865342" y="1430742"/>
                  </a:lnTo>
                  <a:lnTo>
                    <a:pt x="1866003" y="1430742"/>
                  </a:lnTo>
                  <a:lnTo>
                    <a:pt x="1866663" y="1386696"/>
                  </a:lnTo>
                  <a:lnTo>
                    <a:pt x="1867324" y="1346227"/>
                  </a:lnTo>
                  <a:lnTo>
                    <a:pt x="1867984" y="1328136"/>
                  </a:lnTo>
                  <a:lnTo>
                    <a:pt x="1868645" y="1328136"/>
                  </a:lnTo>
                  <a:lnTo>
                    <a:pt x="1869305" y="1328136"/>
                  </a:lnTo>
                  <a:lnTo>
                    <a:pt x="1869966" y="1343431"/>
                  </a:lnTo>
                  <a:lnTo>
                    <a:pt x="1870626" y="1343431"/>
                  </a:lnTo>
                  <a:lnTo>
                    <a:pt x="1871287" y="1325528"/>
                  </a:lnTo>
                  <a:lnTo>
                    <a:pt x="1871947" y="1309594"/>
                  </a:lnTo>
                  <a:lnTo>
                    <a:pt x="1872608" y="1309594"/>
                  </a:lnTo>
                  <a:lnTo>
                    <a:pt x="1873269" y="1326395"/>
                  </a:lnTo>
                  <a:lnTo>
                    <a:pt x="1873929" y="1363662"/>
                  </a:lnTo>
                  <a:lnTo>
                    <a:pt x="1874590" y="1407192"/>
                  </a:lnTo>
                  <a:lnTo>
                    <a:pt x="1875250" y="1430742"/>
                  </a:lnTo>
                  <a:lnTo>
                    <a:pt x="1875911" y="1430742"/>
                  </a:lnTo>
                  <a:lnTo>
                    <a:pt x="1876571" y="1430742"/>
                  </a:lnTo>
                  <a:lnTo>
                    <a:pt x="1877232" y="1430742"/>
                  </a:lnTo>
                  <a:lnTo>
                    <a:pt x="1877892" y="1406010"/>
                  </a:lnTo>
                  <a:lnTo>
                    <a:pt x="1878553" y="1362662"/>
                  </a:lnTo>
                  <a:lnTo>
                    <a:pt x="1879213" y="1325528"/>
                  </a:lnTo>
                  <a:lnTo>
                    <a:pt x="1879874" y="1308781"/>
                  </a:lnTo>
                  <a:lnTo>
                    <a:pt x="1880534" y="1308781"/>
                  </a:lnTo>
                  <a:lnTo>
                    <a:pt x="1881195" y="1325528"/>
                  </a:lnTo>
                  <a:lnTo>
                    <a:pt x="1881855" y="1343431"/>
                  </a:lnTo>
                  <a:lnTo>
                    <a:pt x="1882516" y="1343431"/>
                  </a:lnTo>
                  <a:lnTo>
                    <a:pt x="1883177" y="1343431"/>
                  </a:lnTo>
                  <a:lnTo>
                    <a:pt x="1883837" y="1343431"/>
                  </a:lnTo>
                  <a:lnTo>
                    <a:pt x="1884498" y="1343431"/>
                  </a:lnTo>
                  <a:lnTo>
                    <a:pt x="1885158" y="1362662"/>
                  </a:lnTo>
                  <a:lnTo>
                    <a:pt x="1885819" y="1406010"/>
                  </a:lnTo>
                  <a:lnTo>
                    <a:pt x="1886479" y="1430742"/>
                  </a:lnTo>
                  <a:lnTo>
                    <a:pt x="1887140" y="1430742"/>
                  </a:lnTo>
                  <a:lnTo>
                    <a:pt x="1887800" y="1430742"/>
                  </a:lnTo>
                  <a:lnTo>
                    <a:pt x="1888461" y="1430742"/>
                  </a:lnTo>
                  <a:lnTo>
                    <a:pt x="1889121" y="1430742"/>
                  </a:lnTo>
                  <a:lnTo>
                    <a:pt x="1889782" y="1430742"/>
                  </a:lnTo>
                  <a:lnTo>
                    <a:pt x="1890442" y="1430742"/>
                  </a:lnTo>
                  <a:lnTo>
                    <a:pt x="1891103" y="1430742"/>
                  </a:lnTo>
                  <a:lnTo>
                    <a:pt x="1891763" y="1430742"/>
                  </a:lnTo>
                  <a:lnTo>
                    <a:pt x="1892424" y="1430742"/>
                  </a:lnTo>
                  <a:lnTo>
                    <a:pt x="1893085" y="1383432"/>
                  </a:lnTo>
                  <a:lnTo>
                    <a:pt x="1893745" y="1297670"/>
                  </a:lnTo>
                  <a:lnTo>
                    <a:pt x="1894406" y="1157160"/>
                  </a:lnTo>
                  <a:lnTo>
                    <a:pt x="1895066" y="1060214"/>
                  </a:lnTo>
                  <a:lnTo>
                    <a:pt x="1895727" y="970822"/>
                  </a:lnTo>
                  <a:lnTo>
                    <a:pt x="1896387" y="876642"/>
                  </a:lnTo>
                  <a:lnTo>
                    <a:pt x="1897048" y="788435"/>
                  </a:lnTo>
                  <a:lnTo>
                    <a:pt x="1897708" y="733628"/>
                  </a:lnTo>
                  <a:lnTo>
                    <a:pt x="1898369" y="696702"/>
                  </a:lnTo>
                  <a:lnTo>
                    <a:pt x="1899029" y="675442"/>
                  </a:lnTo>
                  <a:lnTo>
                    <a:pt x="1899690" y="683330"/>
                  </a:lnTo>
                  <a:lnTo>
                    <a:pt x="1900350" y="720783"/>
                  </a:lnTo>
                  <a:lnTo>
                    <a:pt x="1901011" y="778896"/>
                  </a:lnTo>
                  <a:lnTo>
                    <a:pt x="1901671" y="850686"/>
                  </a:lnTo>
                  <a:lnTo>
                    <a:pt x="1902332" y="937166"/>
                  </a:lnTo>
                  <a:lnTo>
                    <a:pt x="1902992" y="1004184"/>
                  </a:lnTo>
                  <a:lnTo>
                    <a:pt x="1903653" y="1014411"/>
                  </a:lnTo>
                  <a:lnTo>
                    <a:pt x="1904314" y="969503"/>
                  </a:lnTo>
                  <a:lnTo>
                    <a:pt x="1904974" y="853757"/>
                  </a:lnTo>
                  <a:lnTo>
                    <a:pt x="1905635" y="741798"/>
                  </a:lnTo>
                  <a:lnTo>
                    <a:pt x="1906295" y="640845"/>
                  </a:lnTo>
                  <a:lnTo>
                    <a:pt x="1906956" y="556072"/>
                  </a:lnTo>
                  <a:lnTo>
                    <a:pt x="1907616" y="481121"/>
                  </a:lnTo>
                  <a:lnTo>
                    <a:pt x="1908277" y="443590"/>
                  </a:lnTo>
                  <a:lnTo>
                    <a:pt x="1908937" y="435621"/>
                  </a:lnTo>
                  <a:lnTo>
                    <a:pt x="1909598" y="454360"/>
                  </a:lnTo>
                  <a:lnTo>
                    <a:pt x="1910258" y="495967"/>
                  </a:lnTo>
                  <a:lnTo>
                    <a:pt x="1910919" y="578262"/>
                  </a:lnTo>
                  <a:lnTo>
                    <a:pt x="1911579" y="678926"/>
                  </a:lnTo>
                  <a:lnTo>
                    <a:pt x="1912240" y="746864"/>
                  </a:lnTo>
                  <a:lnTo>
                    <a:pt x="1912900" y="756528"/>
                  </a:lnTo>
                  <a:lnTo>
                    <a:pt x="1913561" y="739800"/>
                  </a:lnTo>
                  <a:lnTo>
                    <a:pt x="1914222" y="713403"/>
                  </a:lnTo>
                  <a:lnTo>
                    <a:pt x="1914882" y="691465"/>
                  </a:lnTo>
                  <a:lnTo>
                    <a:pt x="1915543" y="697777"/>
                  </a:lnTo>
                  <a:lnTo>
                    <a:pt x="1916203" y="730728"/>
                  </a:lnTo>
                  <a:lnTo>
                    <a:pt x="1916864" y="773585"/>
                  </a:lnTo>
                  <a:lnTo>
                    <a:pt x="1917524" y="818126"/>
                  </a:lnTo>
                  <a:lnTo>
                    <a:pt x="1918185" y="873593"/>
                  </a:lnTo>
                  <a:lnTo>
                    <a:pt x="1918845" y="931231"/>
                  </a:lnTo>
                  <a:lnTo>
                    <a:pt x="1919506" y="986733"/>
                  </a:lnTo>
                  <a:lnTo>
                    <a:pt x="1920166" y="1042186"/>
                  </a:lnTo>
                  <a:lnTo>
                    <a:pt x="1920827" y="1061461"/>
                  </a:lnTo>
                  <a:lnTo>
                    <a:pt x="1921487" y="1029443"/>
                  </a:lnTo>
                  <a:lnTo>
                    <a:pt x="1922148" y="966016"/>
                  </a:lnTo>
                  <a:lnTo>
                    <a:pt x="1922808" y="911555"/>
                  </a:lnTo>
                  <a:lnTo>
                    <a:pt x="1923469" y="881753"/>
                  </a:lnTo>
                  <a:lnTo>
                    <a:pt x="1924130" y="878026"/>
                  </a:lnTo>
                  <a:lnTo>
                    <a:pt x="1924790" y="893758"/>
                  </a:lnTo>
                  <a:lnTo>
                    <a:pt x="1925451" y="925985"/>
                  </a:lnTo>
                  <a:lnTo>
                    <a:pt x="1926111" y="943636"/>
                  </a:lnTo>
                  <a:lnTo>
                    <a:pt x="1926772" y="937554"/>
                  </a:lnTo>
                  <a:lnTo>
                    <a:pt x="1927432" y="924875"/>
                  </a:lnTo>
                  <a:lnTo>
                    <a:pt x="1928093" y="923218"/>
                  </a:lnTo>
                  <a:lnTo>
                    <a:pt x="1928753" y="922302"/>
                  </a:lnTo>
                  <a:lnTo>
                    <a:pt x="1929414" y="906001"/>
                  </a:lnTo>
                  <a:lnTo>
                    <a:pt x="1930074" y="904460"/>
                  </a:lnTo>
                  <a:lnTo>
                    <a:pt x="1930735" y="917770"/>
                  </a:lnTo>
                  <a:lnTo>
                    <a:pt x="1931395" y="912786"/>
                  </a:lnTo>
                  <a:lnTo>
                    <a:pt x="1932056" y="906173"/>
                  </a:lnTo>
                  <a:lnTo>
                    <a:pt x="1932716" y="951088"/>
                  </a:lnTo>
                  <a:lnTo>
                    <a:pt x="1933377" y="1013890"/>
                  </a:lnTo>
                  <a:lnTo>
                    <a:pt x="1934038" y="1041317"/>
                  </a:lnTo>
                  <a:lnTo>
                    <a:pt x="1934698" y="1067790"/>
                  </a:lnTo>
                  <a:lnTo>
                    <a:pt x="1935359" y="1094065"/>
                  </a:lnTo>
                  <a:lnTo>
                    <a:pt x="1936019" y="1087070"/>
                  </a:lnTo>
                  <a:lnTo>
                    <a:pt x="1936680" y="1082622"/>
                  </a:lnTo>
                  <a:lnTo>
                    <a:pt x="1937340" y="1105293"/>
                  </a:lnTo>
                  <a:lnTo>
                    <a:pt x="1938001" y="1137156"/>
                  </a:lnTo>
                  <a:lnTo>
                    <a:pt x="1938661" y="1203568"/>
                  </a:lnTo>
                  <a:lnTo>
                    <a:pt x="1939322" y="1264188"/>
                  </a:lnTo>
                  <a:lnTo>
                    <a:pt x="1939982" y="1278218"/>
                  </a:lnTo>
                  <a:lnTo>
                    <a:pt x="1940643" y="1278218"/>
                  </a:lnTo>
                  <a:lnTo>
                    <a:pt x="1941303" y="1264188"/>
                  </a:lnTo>
                  <a:lnTo>
                    <a:pt x="1941964" y="1264188"/>
                  </a:lnTo>
                  <a:lnTo>
                    <a:pt x="1942624" y="1293050"/>
                  </a:lnTo>
                  <a:lnTo>
                    <a:pt x="1943285" y="1343431"/>
                  </a:lnTo>
                  <a:lnTo>
                    <a:pt x="1943945" y="1362662"/>
                  </a:lnTo>
                  <a:lnTo>
                    <a:pt x="1944606" y="1362662"/>
                  </a:lnTo>
                  <a:lnTo>
                    <a:pt x="1945267" y="1293050"/>
                  </a:lnTo>
                  <a:lnTo>
                    <a:pt x="1945927" y="1238218"/>
                  </a:lnTo>
                  <a:lnTo>
                    <a:pt x="1946588" y="1214611"/>
                  </a:lnTo>
                  <a:lnTo>
                    <a:pt x="1947248" y="1214611"/>
                  </a:lnTo>
                  <a:lnTo>
                    <a:pt x="1947909" y="1226146"/>
                  </a:lnTo>
                  <a:lnTo>
                    <a:pt x="1948569" y="1264188"/>
                  </a:lnTo>
                  <a:lnTo>
                    <a:pt x="1949230" y="1293050"/>
                  </a:lnTo>
                  <a:lnTo>
                    <a:pt x="1949890" y="1325528"/>
                  </a:lnTo>
                  <a:lnTo>
                    <a:pt x="1950551" y="1308781"/>
                  </a:lnTo>
                  <a:lnTo>
                    <a:pt x="1951211" y="1293050"/>
                  </a:lnTo>
                  <a:lnTo>
                    <a:pt x="1951872" y="1278218"/>
                  </a:lnTo>
                  <a:lnTo>
                    <a:pt x="1952532" y="1264188"/>
                  </a:lnTo>
                  <a:lnTo>
                    <a:pt x="1953193" y="1226146"/>
                  </a:lnTo>
                  <a:lnTo>
                    <a:pt x="1953853" y="1226146"/>
                  </a:lnTo>
                  <a:lnTo>
                    <a:pt x="1954514" y="1226146"/>
                  </a:lnTo>
                  <a:lnTo>
                    <a:pt x="1955175" y="1226146"/>
                  </a:lnTo>
                  <a:lnTo>
                    <a:pt x="1955835" y="1226146"/>
                  </a:lnTo>
                  <a:lnTo>
                    <a:pt x="1956496" y="1238218"/>
                  </a:lnTo>
                  <a:lnTo>
                    <a:pt x="1957156" y="1250878"/>
                  </a:lnTo>
                  <a:lnTo>
                    <a:pt x="1957817" y="1278218"/>
                  </a:lnTo>
                  <a:lnTo>
                    <a:pt x="1958477" y="1325528"/>
                  </a:lnTo>
                  <a:lnTo>
                    <a:pt x="1959138" y="1383432"/>
                  </a:lnTo>
                  <a:lnTo>
                    <a:pt x="1959798" y="1430742"/>
                  </a:lnTo>
                  <a:lnTo>
                    <a:pt x="1960459" y="1430742"/>
                  </a:lnTo>
                  <a:lnTo>
                    <a:pt x="1961119" y="1430742"/>
                  </a:lnTo>
                  <a:lnTo>
                    <a:pt x="1961780" y="1430742"/>
                  </a:lnTo>
                  <a:lnTo>
                    <a:pt x="1962440" y="1406010"/>
                  </a:lnTo>
                  <a:lnTo>
                    <a:pt x="1963101" y="1327264"/>
                  </a:lnTo>
                  <a:lnTo>
                    <a:pt x="1963761" y="1249584"/>
                  </a:lnTo>
                  <a:lnTo>
                    <a:pt x="1964422" y="1181801"/>
                  </a:lnTo>
                  <a:lnTo>
                    <a:pt x="1965083" y="1153568"/>
                  </a:lnTo>
                  <a:lnTo>
                    <a:pt x="1965743" y="1153568"/>
                  </a:lnTo>
                  <a:lnTo>
                    <a:pt x="1966404" y="1180809"/>
                  </a:lnTo>
                  <a:lnTo>
                    <a:pt x="1967064" y="1206832"/>
                  </a:lnTo>
                  <a:lnTo>
                    <a:pt x="1967725" y="1229709"/>
                  </a:lnTo>
                  <a:lnTo>
                    <a:pt x="1968385" y="1196107"/>
                  </a:lnTo>
                  <a:lnTo>
                    <a:pt x="1969046" y="1174934"/>
                  </a:lnTo>
                  <a:lnTo>
                    <a:pt x="1969706" y="1163104"/>
                  </a:lnTo>
                  <a:lnTo>
                    <a:pt x="1970367" y="1142654"/>
                  </a:lnTo>
                  <a:lnTo>
                    <a:pt x="1971027" y="1126095"/>
                  </a:lnTo>
                  <a:lnTo>
                    <a:pt x="1971688" y="1134242"/>
                  </a:lnTo>
                  <a:lnTo>
                    <a:pt x="1972348" y="1103817"/>
                  </a:lnTo>
                  <a:lnTo>
                    <a:pt x="1973009" y="1100889"/>
                  </a:lnTo>
                  <a:lnTo>
                    <a:pt x="1973669" y="1140102"/>
                  </a:lnTo>
                  <a:lnTo>
                    <a:pt x="1974330" y="1196633"/>
                  </a:lnTo>
                  <a:lnTo>
                    <a:pt x="1974990" y="1255459"/>
                  </a:lnTo>
                  <a:lnTo>
                    <a:pt x="1975651" y="1331655"/>
                  </a:lnTo>
                  <a:lnTo>
                    <a:pt x="1976312" y="1325528"/>
                  </a:lnTo>
                  <a:lnTo>
                    <a:pt x="1976972" y="1278218"/>
                  </a:lnTo>
                  <a:lnTo>
                    <a:pt x="1977633" y="1250878"/>
                  </a:lnTo>
                  <a:lnTo>
                    <a:pt x="1978293" y="1250878"/>
                  </a:lnTo>
                  <a:lnTo>
                    <a:pt x="1978954" y="1278218"/>
                  </a:lnTo>
                  <a:lnTo>
                    <a:pt x="1979614" y="1325528"/>
                  </a:lnTo>
                  <a:lnTo>
                    <a:pt x="1980275" y="1362662"/>
                  </a:lnTo>
                  <a:lnTo>
                    <a:pt x="1980935" y="1362662"/>
                  </a:lnTo>
                  <a:lnTo>
                    <a:pt x="1981596" y="1332542"/>
                  </a:lnTo>
                  <a:lnTo>
                    <a:pt x="1982256" y="1299229"/>
                  </a:lnTo>
                  <a:lnTo>
                    <a:pt x="1982917" y="1284049"/>
                  </a:lnTo>
                  <a:lnTo>
                    <a:pt x="1983577" y="1284049"/>
                  </a:lnTo>
                  <a:lnTo>
                    <a:pt x="1984238" y="1299229"/>
                  </a:lnTo>
                  <a:lnTo>
                    <a:pt x="1984898" y="1313693"/>
                  </a:lnTo>
                  <a:lnTo>
                    <a:pt x="1985559" y="1349052"/>
                  </a:lnTo>
                  <a:lnTo>
                    <a:pt x="1986220" y="1368720"/>
                  </a:lnTo>
                  <a:lnTo>
                    <a:pt x="1986880" y="1390001"/>
                  </a:lnTo>
                  <a:lnTo>
                    <a:pt x="1987541" y="1413186"/>
                  </a:lnTo>
                  <a:lnTo>
                    <a:pt x="1988201" y="1430742"/>
                  </a:lnTo>
                  <a:lnTo>
                    <a:pt x="1988862" y="1430742"/>
                  </a:lnTo>
                  <a:lnTo>
                    <a:pt x="1989522" y="1430742"/>
                  </a:lnTo>
                  <a:lnTo>
                    <a:pt x="1990183" y="1430742"/>
                  </a:lnTo>
                  <a:lnTo>
                    <a:pt x="1990843" y="1406010"/>
                  </a:lnTo>
                  <a:lnTo>
                    <a:pt x="1991504" y="1362662"/>
                  </a:lnTo>
                  <a:lnTo>
                    <a:pt x="1992164" y="1325528"/>
                  </a:lnTo>
                  <a:lnTo>
                    <a:pt x="1992825" y="1308781"/>
                  </a:lnTo>
                  <a:lnTo>
                    <a:pt x="1993485" y="1308781"/>
                  </a:lnTo>
                  <a:lnTo>
                    <a:pt x="1994146" y="1325528"/>
                  </a:lnTo>
                  <a:lnTo>
                    <a:pt x="1994806" y="1362662"/>
                  </a:lnTo>
                  <a:lnTo>
                    <a:pt x="1995467" y="1406010"/>
                  </a:lnTo>
                  <a:lnTo>
                    <a:pt x="1996128" y="1430742"/>
                  </a:lnTo>
                  <a:lnTo>
                    <a:pt x="1996788" y="1406010"/>
                  </a:lnTo>
                  <a:lnTo>
                    <a:pt x="1997449" y="1383432"/>
                  </a:lnTo>
                  <a:lnTo>
                    <a:pt x="1998109" y="1383432"/>
                  </a:lnTo>
                  <a:lnTo>
                    <a:pt x="1998770" y="1362662"/>
                  </a:lnTo>
                  <a:lnTo>
                    <a:pt x="1999430" y="1325528"/>
                  </a:lnTo>
                  <a:lnTo>
                    <a:pt x="2000091" y="1298448"/>
                  </a:lnTo>
                  <a:lnTo>
                    <a:pt x="2000751" y="1263506"/>
                  </a:lnTo>
                  <a:lnTo>
                    <a:pt x="2001412" y="1192456"/>
                  </a:lnTo>
                  <a:lnTo>
                    <a:pt x="2002072" y="1145232"/>
                  </a:lnTo>
                  <a:lnTo>
                    <a:pt x="2002733" y="1145232"/>
                  </a:lnTo>
                  <a:lnTo>
                    <a:pt x="2003393" y="1159886"/>
                  </a:lnTo>
                  <a:lnTo>
                    <a:pt x="2004054" y="1192975"/>
                  </a:lnTo>
                  <a:lnTo>
                    <a:pt x="2004714" y="1264188"/>
                  </a:lnTo>
                  <a:lnTo>
                    <a:pt x="2005375" y="1343431"/>
                  </a:lnTo>
                  <a:lnTo>
                    <a:pt x="2006036" y="1343431"/>
                  </a:lnTo>
                  <a:lnTo>
                    <a:pt x="2006696" y="1325528"/>
                  </a:lnTo>
                  <a:lnTo>
                    <a:pt x="2007357" y="1308781"/>
                  </a:lnTo>
                  <a:lnTo>
                    <a:pt x="2008017" y="1308781"/>
                  </a:lnTo>
                  <a:lnTo>
                    <a:pt x="2008678" y="1325528"/>
                  </a:lnTo>
                  <a:lnTo>
                    <a:pt x="2009338" y="1362662"/>
                  </a:lnTo>
                  <a:lnTo>
                    <a:pt x="2009999" y="1406010"/>
                  </a:lnTo>
                  <a:lnTo>
                    <a:pt x="2010659" y="1430742"/>
                  </a:lnTo>
                  <a:lnTo>
                    <a:pt x="2011320" y="1430742"/>
                  </a:lnTo>
                  <a:lnTo>
                    <a:pt x="2011980" y="1430742"/>
                  </a:lnTo>
                  <a:lnTo>
                    <a:pt x="2012641" y="1430742"/>
                  </a:lnTo>
                  <a:lnTo>
                    <a:pt x="2013301" y="1430742"/>
                  </a:lnTo>
                  <a:lnTo>
                    <a:pt x="2013962" y="1430742"/>
                  </a:lnTo>
                  <a:lnTo>
                    <a:pt x="2014622" y="1430742"/>
                  </a:lnTo>
                  <a:lnTo>
                    <a:pt x="2015283" y="1430742"/>
                  </a:lnTo>
                  <a:lnTo>
                    <a:pt x="2015943" y="1406010"/>
                  </a:lnTo>
                  <a:lnTo>
                    <a:pt x="2016604" y="1383432"/>
                  </a:lnTo>
                  <a:lnTo>
                    <a:pt x="2017265" y="1362662"/>
                  </a:lnTo>
                  <a:lnTo>
                    <a:pt x="2017925" y="1343431"/>
                  </a:lnTo>
                  <a:lnTo>
                    <a:pt x="2018586" y="1325528"/>
                  </a:lnTo>
                  <a:lnTo>
                    <a:pt x="2019246" y="1343431"/>
                  </a:lnTo>
                  <a:lnTo>
                    <a:pt x="2019907" y="1362662"/>
                  </a:lnTo>
                  <a:lnTo>
                    <a:pt x="2020567" y="1362662"/>
                  </a:lnTo>
                  <a:lnTo>
                    <a:pt x="2021228" y="1362662"/>
                  </a:lnTo>
                  <a:lnTo>
                    <a:pt x="2021888" y="1344360"/>
                  </a:lnTo>
                  <a:lnTo>
                    <a:pt x="2022549" y="1293814"/>
                  </a:lnTo>
                  <a:lnTo>
                    <a:pt x="2023209" y="1264872"/>
                  </a:lnTo>
                  <a:lnTo>
                    <a:pt x="2023870" y="1264872"/>
                  </a:lnTo>
                  <a:lnTo>
                    <a:pt x="2024530" y="1278940"/>
                  </a:lnTo>
                  <a:lnTo>
                    <a:pt x="2025191" y="1308781"/>
                  </a:lnTo>
                  <a:lnTo>
                    <a:pt x="2025851" y="1362662"/>
                  </a:lnTo>
                  <a:lnTo>
                    <a:pt x="2026512" y="1406010"/>
                  </a:lnTo>
                  <a:lnTo>
                    <a:pt x="2027173" y="1406010"/>
                  </a:lnTo>
                  <a:lnTo>
                    <a:pt x="2027833" y="1362662"/>
                  </a:lnTo>
                  <a:lnTo>
                    <a:pt x="2028494" y="1343431"/>
                  </a:lnTo>
                  <a:lnTo>
                    <a:pt x="2029154" y="1343431"/>
                  </a:lnTo>
                  <a:lnTo>
                    <a:pt x="2029815" y="1343431"/>
                  </a:lnTo>
                  <a:lnTo>
                    <a:pt x="2030475" y="1362662"/>
                  </a:lnTo>
                  <a:lnTo>
                    <a:pt x="2031136" y="1406010"/>
                  </a:lnTo>
                  <a:lnTo>
                    <a:pt x="2031796" y="1430742"/>
                  </a:lnTo>
                  <a:lnTo>
                    <a:pt x="2032457" y="1430742"/>
                  </a:lnTo>
                  <a:lnTo>
                    <a:pt x="2033117" y="1430742"/>
                  </a:lnTo>
                  <a:lnTo>
                    <a:pt x="2033778" y="1430742"/>
                  </a:lnTo>
                  <a:lnTo>
                    <a:pt x="2034438" y="1430742"/>
                  </a:lnTo>
                  <a:lnTo>
                    <a:pt x="2035099" y="1430742"/>
                  </a:lnTo>
                  <a:lnTo>
                    <a:pt x="2035759" y="1430742"/>
                  </a:lnTo>
                  <a:lnTo>
                    <a:pt x="2036420" y="1430742"/>
                  </a:lnTo>
                  <a:lnTo>
                    <a:pt x="2037081" y="1430742"/>
                  </a:lnTo>
                  <a:lnTo>
                    <a:pt x="2037741" y="1430742"/>
                  </a:lnTo>
                  <a:lnTo>
                    <a:pt x="2038402" y="1430742"/>
                  </a:lnTo>
                  <a:lnTo>
                    <a:pt x="2039062" y="1430742"/>
                  </a:lnTo>
                  <a:lnTo>
                    <a:pt x="2039723" y="1430742"/>
                  </a:lnTo>
                  <a:lnTo>
                    <a:pt x="2040383" y="1430742"/>
                  </a:lnTo>
                  <a:lnTo>
                    <a:pt x="2041044" y="1430742"/>
                  </a:lnTo>
                  <a:lnTo>
                    <a:pt x="2041704" y="1430742"/>
                  </a:lnTo>
                  <a:lnTo>
                    <a:pt x="2042365" y="1430742"/>
                  </a:lnTo>
                  <a:lnTo>
                    <a:pt x="2043025" y="1430742"/>
                  </a:lnTo>
                  <a:lnTo>
                    <a:pt x="2043686" y="1430742"/>
                  </a:lnTo>
                  <a:lnTo>
                    <a:pt x="2044346" y="1430742"/>
                  </a:lnTo>
                  <a:lnTo>
                    <a:pt x="2045007" y="1430742"/>
                  </a:lnTo>
                  <a:lnTo>
                    <a:pt x="2045667" y="1406010"/>
                  </a:lnTo>
                  <a:lnTo>
                    <a:pt x="2046328" y="1383432"/>
                  </a:lnTo>
                  <a:lnTo>
                    <a:pt x="2046988" y="1343431"/>
                  </a:lnTo>
                  <a:lnTo>
                    <a:pt x="2047649" y="1325528"/>
                  </a:lnTo>
                  <a:lnTo>
                    <a:pt x="2048310" y="1308781"/>
                  </a:lnTo>
                  <a:lnTo>
                    <a:pt x="2048970" y="1308781"/>
                  </a:lnTo>
                  <a:lnTo>
                    <a:pt x="2049631" y="1308781"/>
                  </a:lnTo>
                  <a:lnTo>
                    <a:pt x="2050291" y="1325528"/>
                  </a:lnTo>
                  <a:lnTo>
                    <a:pt x="2050952" y="1325528"/>
                  </a:lnTo>
                  <a:lnTo>
                    <a:pt x="2051612" y="1325528"/>
                  </a:lnTo>
                  <a:lnTo>
                    <a:pt x="2052273" y="1343431"/>
                  </a:lnTo>
                  <a:lnTo>
                    <a:pt x="2052933" y="1362662"/>
                  </a:lnTo>
                  <a:lnTo>
                    <a:pt x="2053594" y="1383432"/>
                  </a:lnTo>
                  <a:lnTo>
                    <a:pt x="2054254" y="1406010"/>
                  </a:lnTo>
                  <a:lnTo>
                    <a:pt x="2054915" y="1430742"/>
                  </a:lnTo>
                  <a:lnTo>
                    <a:pt x="2055575" y="1430742"/>
                  </a:lnTo>
                  <a:lnTo>
                    <a:pt x="2056236" y="1430742"/>
                  </a:lnTo>
                  <a:lnTo>
                    <a:pt x="2056896" y="1430742"/>
                  </a:lnTo>
                  <a:lnTo>
                    <a:pt x="2057557" y="1430742"/>
                  </a:lnTo>
                  <a:lnTo>
                    <a:pt x="2058218" y="1430742"/>
                  </a:lnTo>
                  <a:lnTo>
                    <a:pt x="2058878" y="1430742"/>
                  </a:lnTo>
                  <a:lnTo>
                    <a:pt x="2059539" y="1430742"/>
                  </a:lnTo>
                  <a:lnTo>
                    <a:pt x="2060199" y="1430742"/>
                  </a:lnTo>
                  <a:lnTo>
                    <a:pt x="2060860" y="1430742"/>
                  </a:lnTo>
                  <a:lnTo>
                    <a:pt x="2061520" y="1430742"/>
                  </a:lnTo>
                  <a:lnTo>
                    <a:pt x="2062181" y="1430742"/>
                  </a:lnTo>
                  <a:lnTo>
                    <a:pt x="2062841" y="1430742"/>
                  </a:lnTo>
                  <a:lnTo>
                    <a:pt x="2063502" y="1406010"/>
                  </a:lnTo>
                  <a:lnTo>
                    <a:pt x="2064162" y="1383432"/>
                  </a:lnTo>
                  <a:lnTo>
                    <a:pt x="2064823" y="1382353"/>
                  </a:lnTo>
                  <a:lnTo>
                    <a:pt x="2065483" y="1324665"/>
                  </a:lnTo>
                  <a:lnTo>
                    <a:pt x="2066144" y="1277498"/>
                  </a:lnTo>
                  <a:lnTo>
                    <a:pt x="2066804" y="1292288"/>
                  </a:lnTo>
                  <a:lnTo>
                    <a:pt x="2067465" y="1307972"/>
                  </a:lnTo>
                  <a:lnTo>
                    <a:pt x="2068126" y="1308781"/>
                  </a:lnTo>
                  <a:lnTo>
                    <a:pt x="2068786" y="1362662"/>
                  </a:lnTo>
                  <a:lnTo>
                    <a:pt x="2069447" y="1430742"/>
                  </a:lnTo>
                  <a:lnTo>
                    <a:pt x="2070107" y="1430742"/>
                  </a:lnTo>
                  <a:lnTo>
                    <a:pt x="2070768" y="1430742"/>
                  </a:lnTo>
                  <a:lnTo>
                    <a:pt x="2071428" y="1430742"/>
                  </a:lnTo>
                  <a:lnTo>
                    <a:pt x="2072089" y="1430742"/>
                  </a:lnTo>
                  <a:lnTo>
                    <a:pt x="2072749" y="1430742"/>
                  </a:lnTo>
                  <a:lnTo>
                    <a:pt x="2073410" y="1430742"/>
                  </a:lnTo>
                  <a:lnTo>
                    <a:pt x="2074070" y="1430742"/>
                  </a:lnTo>
                  <a:lnTo>
                    <a:pt x="2074731" y="1430742"/>
                  </a:lnTo>
                  <a:lnTo>
                    <a:pt x="2075391" y="1430742"/>
                  </a:lnTo>
                  <a:lnTo>
                    <a:pt x="2076052" y="1406010"/>
                  </a:lnTo>
                  <a:lnTo>
                    <a:pt x="2076712" y="1362662"/>
                  </a:lnTo>
                  <a:lnTo>
                    <a:pt x="2077373" y="1342506"/>
                  </a:lnTo>
                  <a:lnTo>
                    <a:pt x="2078034" y="1342506"/>
                  </a:lnTo>
                  <a:lnTo>
                    <a:pt x="2078694" y="1342506"/>
                  </a:lnTo>
                  <a:lnTo>
                    <a:pt x="2079355" y="1361665"/>
                  </a:lnTo>
                  <a:lnTo>
                    <a:pt x="2080015" y="1404833"/>
                  </a:lnTo>
                  <a:lnTo>
                    <a:pt x="2080676" y="1430742"/>
                  </a:lnTo>
                  <a:lnTo>
                    <a:pt x="2081336" y="1430742"/>
                  </a:lnTo>
                  <a:lnTo>
                    <a:pt x="2081997" y="1430742"/>
                  </a:lnTo>
                  <a:lnTo>
                    <a:pt x="2082657" y="1430742"/>
                  </a:lnTo>
                  <a:lnTo>
                    <a:pt x="2083318" y="1430742"/>
                  </a:lnTo>
                  <a:lnTo>
                    <a:pt x="2083978" y="1430742"/>
                  </a:lnTo>
                  <a:lnTo>
                    <a:pt x="2084639" y="1430742"/>
                  </a:lnTo>
                  <a:lnTo>
                    <a:pt x="2085299" y="1430742"/>
                  </a:lnTo>
                  <a:lnTo>
                    <a:pt x="2085960" y="1430742"/>
                  </a:lnTo>
                  <a:lnTo>
                    <a:pt x="2086620" y="1430742"/>
                  </a:lnTo>
                  <a:lnTo>
                    <a:pt x="2087281" y="1430742"/>
                  </a:lnTo>
                  <a:lnTo>
                    <a:pt x="2087941" y="1430742"/>
                  </a:lnTo>
                  <a:lnTo>
                    <a:pt x="2088602" y="1430742"/>
                  </a:lnTo>
                  <a:lnTo>
                    <a:pt x="2089263" y="1430742"/>
                  </a:lnTo>
                  <a:lnTo>
                    <a:pt x="2089923" y="1430742"/>
                  </a:lnTo>
                  <a:lnTo>
                    <a:pt x="2090584" y="1430742"/>
                  </a:lnTo>
                  <a:lnTo>
                    <a:pt x="2091244" y="1430742"/>
                  </a:lnTo>
                  <a:lnTo>
                    <a:pt x="2091905" y="1430742"/>
                  </a:lnTo>
                  <a:lnTo>
                    <a:pt x="2092565" y="1430742"/>
                  </a:lnTo>
                  <a:lnTo>
                    <a:pt x="2093226" y="1430742"/>
                  </a:lnTo>
                  <a:lnTo>
                    <a:pt x="2093886" y="1430742"/>
                  </a:lnTo>
                  <a:lnTo>
                    <a:pt x="2094547" y="1430742"/>
                  </a:lnTo>
                  <a:lnTo>
                    <a:pt x="2095207" y="1430742"/>
                  </a:lnTo>
                  <a:lnTo>
                    <a:pt x="2095868" y="1430742"/>
                  </a:lnTo>
                  <a:lnTo>
                    <a:pt x="2096528" y="1430742"/>
                  </a:lnTo>
                  <a:lnTo>
                    <a:pt x="2097189" y="1430742"/>
                  </a:lnTo>
                  <a:lnTo>
                    <a:pt x="2097849" y="1430742"/>
                  </a:lnTo>
                  <a:lnTo>
                    <a:pt x="2098510" y="1430742"/>
                  </a:lnTo>
                  <a:lnTo>
                    <a:pt x="2099171" y="1383432"/>
                  </a:lnTo>
                  <a:lnTo>
                    <a:pt x="2099831" y="1343431"/>
                  </a:lnTo>
                  <a:lnTo>
                    <a:pt x="2100492" y="1325528"/>
                  </a:lnTo>
                  <a:lnTo>
                    <a:pt x="2101152" y="1325528"/>
                  </a:lnTo>
                  <a:lnTo>
                    <a:pt x="2101813" y="1325528"/>
                  </a:lnTo>
                  <a:lnTo>
                    <a:pt x="2102473" y="1362662"/>
                  </a:lnTo>
                  <a:lnTo>
                    <a:pt x="2103134" y="1406010"/>
                  </a:lnTo>
                  <a:lnTo>
                    <a:pt x="2103794" y="1430742"/>
                  </a:lnTo>
                  <a:lnTo>
                    <a:pt x="2104455" y="1430742"/>
                  </a:lnTo>
                  <a:lnTo>
                    <a:pt x="2105115" y="1430742"/>
                  </a:lnTo>
                  <a:lnTo>
                    <a:pt x="2105776" y="1430742"/>
                  </a:lnTo>
                  <a:lnTo>
                    <a:pt x="2106436" y="1406010"/>
                  </a:lnTo>
                  <a:lnTo>
                    <a:pt x="2107097" y="1380208"/>
                  </a:lnTo>
                  <a:lnTo>
                    <a:pt x="2107757" y="1322946"/>
                  </a:lnTo>
                  <a:lnTo>
                    <a:pt x="2108418" y="1276065"/>
                  </a:lnTo>
                  <a:lnTo>
                    <a:pt x="2109079" y="1262148"/>
                  </a:lnTo>
                  <a:lnTo>
                    <a:pt x="2109739" y="1276065"/>
                  </a:lnTo>
                  <a:lnTo>
                    <a:pt x="2110400" y="1293050"/>
                  </a:lnTo>
                  <a:lnTo>
                    <a:pt x="2111060" y="1343431"/>
                  </a:lnTo>
                  <a:lnTo>
                    <a:pt x="2111721" y="1406010"/>
                  </a:lnTo>
                  <a:lnTo>
                    <a:pt x="2112381" y="1430742"/>
                  </a:lnTo>
                  <a:lnTo>
                    <a:pt x="2113042" y="1430742"/>
                  </a:lnTo>
                  <a:lnTo>
                    <a:pt x="2113702" y="1430742"/>
                  </a:lnTo>
                  <a:lnTo>
                    <a:pt x="2114363" y="1430742"/>
                  </a:lnTo>
                  <a:lnTo>
                    <a:pt x="2115023" y="1430742"/>
                  </a:lnTo>
                  <a:lnTo>
                    <a:pt x="2115684" y="1430742"/>
                  </a:lnTo>
                  <a:lnTo>
                    <a:pt x="2116344" y="1430742"/>
                  </a:lnTo>
                  <a:lnTo>
                    <a:pt x="2117005" y="1430742"/>
                  </a:lnTo>
                  <a:lnTo>
                    <a:pt x="2117665" y="1430742"/>
                  </a:lnTo>
                  <a:lnTo>
                    <a:pt x="2118326" y="1430742"/>
                  </a:lnTo>
                  <a:lnTo>
                    <a:pt x="2118986" y="1430742"/>
                  </a:lnTo>
                  <a:lnTo>
                    <a:pt x="2119647" y="1430742"/>
                  </a:lnTo>
                  <a:lnTo>
                    <a:pt x="2120308" y="1430742"/>
                  </a:lnTo>
                  <a:lnTo>
                    <a:pt x="2120968" y="1430742"/>
                  </a:lnTo>
                  <a:lnTo>
                    <a:pt x="2121629" y="1430742"/>
                  </a:lnTo>
                  <a:lnTo>
                    <a:pt x="2122289" y="1421815"/>
                  </a:lnTo>
                  <a:lnTo>
                    <a:pt x="2122950" y="1397882"/>
                  </a:lnTo>
                  <a:lnTo>
                    <a:pt x="2123610" y="1337024"/>
                  </a:lnTo>
                  <a:lnTo>
                    <a:pt x="2124271" y="1303166"/>
                  </a:lnTo>
                  <a:lnTo>
                    <a:pt x="2124931" y="1271108"/>
                  </a:lnTo>
                  <a:lnTo>
                    <a:pt x="2125592" y="1236371"/>
                  </a:lnTo>
                  <a:lnTo>
                    <a:pt x="2126252" y="1224383"/>
                  </a:lnTo>
                  <a:lnTo>
                    <a:pt x="2126913" y="1226146"/>
                  </a:lnTo>
                  <a:lnTo>
                    <a:pt x="2127573" y="1214611"/>
                  </a:lnTo>
                  <a:lnTo>
                    <a:pt x="2128234" y="1201951"/>
                  </a:lnTo>
                  <a:lnTo>
                    <a:pt x="2128894" y="1212925"/>
                  </a:lnTo>
                  <a:lnTo>
                    <a:pt x="2129555" y="1224383"/>
                  </a:lnTo>
                  <a:lnTo>
                    <a:pt x="2130216" y="1222632"/>
                  </a:lnTo>
                  <a:lnTo>
                    <a:pt x="2130876" y="1200344"/>
                  </a:lnTo>
                  <a:lnTo>
                    <a:pt x="2131537" y="1192975"/>
                  </a:lnTo>
                  <a:lnTo>
                    <a:pt x="2132197" y="1192975"/>
                  </a:lnTo>
                  <a:lnTo>
                    <a:pt x="2132858" y="1182797"/>
                  </a:lnTo>
                  <a:lnTo>
                    <a:pt x="2133518" y="1192975"/>
                  </a:lnTo>
                  <a:lnTo>
                    <a:pt x="2134179" y="1214611"/>
                  </a:lnTo>
                  <a:lnTo>
                    <a:pt x="2134839" y="1238218"/>
                  </a:lnTo>
                  <a:lnTo>
                    <a:pt x="2135500" y="1250878"/>
                  </a:lnTo>
                  <a:lnTo>
                    <a:pt x="2136160" y="1278218"/>
                  </a:lnTo>
                  <a:lnTo>
                    <a:pt x="2136821" y="1293050"/>
                  </a:lnTo>
                  <a:lnTo>
                    <a:pt x="2137481" y="1308781"/>
                  </a:lnTo>
                  <a:lnTo>
                    <a:pt x="2138142" y="1325528"/>
                  </a:lnTo>
                  <a:lnTo>
                    <a:pt x="2138802" y="1343431"/>
                  </a:lnTo>
                  <a:lnTo>
                    <a:pt x="2139463" y="1343431"/>
                  </a:lnTo>
                  <a:lnTo>
                    <a:pt x="2140124" y="1362662"/>
                  </a:lnTo>
                  <a:lnTo>
                    <a:pt x="2140784" y="1406010"/>
                  </a:lnTo>
                  <a:lnTo>
                    <a:pt x="2141445" y="1430742"/>
                  </a:lnTo>
                  <a:lnTo>
                    <a:pt x="2142105" y="1430742"/>
                  </a:lnTo>
                  <a:lnTo>
                    <a:pt x="2142766" y="1430742"/>
                  </a:lnTo>
                  <a:lnTo>
                    <a:pt x="2143426" y="1430742"/>
                  </a:lnTo>
                  <a:lnTo>
                    <a:pt x="2144087" y="1430742"/>
                  </a:lnTo>
                  <a:lnTo>
                    <a:pt x="2144747" y="1430742"/>
                  </a:lnTo>
                  <a:lnTo>
                    <a:pt x="2145408" y="1430742"/>
                  </a:lnTo>
                  <a:lnTo>
                    <a:pt x="2146068" y="1406010"/>
                  </a:lnTo>
                  <a:lnTo>
                    <a:pt x="2146729" y="1343431"/>
                  </a:lnTo>
                  <a:lnTo>
                    <a:pt x="2147389" y="1293050"/>
                  </a:lnTo>
                  <a:lnTo>
                    <a:pt x="2148050" y="1264188"/>
                  </a:lnTo>
                  <a:lnTo>
                    <a:pt x="2148710" y="1262148"/>
                  </a:lnTo>
                  <a:lnTo>
                    <a:pt x="2149371" y="1248939"/>
                  </a:lnTo>
                  <a:lnTo>
                    <a:pt x="2150032" y="1262148"/>
                  </a:lnTo>
                  <a:lnTo>
                    <a:pt x="2150692" y="1290770"/>
                  </a:lnTo>
                  <a:lnTo>
                    <a:pt x="2151353" y="1290770"/>
                  </a:lnTo>
                  <a:lnTo>
                    <a:pt x="2152013" y="1264188"/>
                  </a:lnTo>
                  <a:lnTo>
                    <a:pt x="2152674" y="1293050"/>
                  </a:lnTo>
                  <a:lnTo>
                    <a:pt x="2153334" y="1325528"/>
                  </a:lnTo>
                  <a:lnTo>
                    <a:pt x="2153995" y="1343431"/>
                  </a:lnTo>
                  <a:lnTo>
                    <a:pt x="2154655" y="1383432"/>
                  </a:lnTo>
                  <a:lnTo>
                    <a:pt x="2155316" y="1430742"/>
                  </a:lnTo>
                  <a:lnTo>
                    <a:pt x="2155976" y="1430742"/>
                  </a:lnTo>
                  <a:lnTo>
                    <a:pt x="2156637" y="1430742"/>
                  </a:lnTo>
                  <a:lnTo>
                    <a:pt x="2157297" y="1383432"/>
                  </a:lnTo>
                  <a:lnTo>
                    <a:pt x="2157958" y="1325528"/>
                  </a:lnTo>
                  <a:lnTo>
                    <a:pt x="2158618" y="1260796"/>
                  </a:lnTo>
                  <a:lnTo>
                    <a:pt x="2159279" y="1215176"/>
                  </a:lnTo>
                  <a:lnTo>
                    <a:pt x="2159939" y="1193494"/>
                  </a:lnTo>
                  <a:lnTo>
                    <a:pt x="2160600" y="1205739"/>
                  </a:lnTo>
                  <a:lnTo>
                    <a:pt x="2161261" y="1240701"/>
                  </a:lnTo>
                  <a:lnTo>
                    <a:pt x="2161921" y="1300011"/>
                  </a:lnTo>
                  <a:lnTo>
                    <a:pt x="2162582" y="1365673"/>
                  </a:lnTo>
                  <a:lnTo>
                    <a:pt x="2163242" y="1409573"/>
                  </a:lnTo>
                  <a:lnTo>
                    <a:pt x="2163903" y="1406010"/>
                  </a:lnTo>
                  <a:lnTo>
                    <a:pt x="2164563" y="1383432"/>
                  </a:lnTo>
                  <a:lnTo>
                    <a:pt x="2165224" y="1343431"/>
                  </a:lnTo>
                  <a:lnTo>
                    <a:pt x="2165884" y="1325528"/>
                  </a:lnTo>
                  <a:lnTo>
                    <a:pt x="2166545" y="1307165"/>
                  </a:lnTo>
                  <a:lnTo>
                    <a:pt x="2167205" y="1291528"/>
                  </a:lnTo>
                  <a:lnTo>
                    <a:pt x="2167866" y="1276780"/>
                  </a:lnTo>
                  <a:lnTo>
                    <a:pt x="2168526" y="1291528"/>
                  </a:lnTo>
                  <a:lnTo>
                    <a:pt x="2169187" y="1291528"/>
                  </a:lnTo>
                  <a:lnTo>
                    <a:pt x="2169847" y="1293050"/>
                  </a:lnTo>
                  <a:lnTo>
                    <a:pt x="2170508" y="1308781"/>
                  </a:lnTo>
                  <a:lnTo>
                    <a:pt x="2171169" y="1308781"/>
                  </a:lnTo>
                  <a:lnTo>
                    <a:pt x="2171829" y="1278218"/>
                  </a:lnTo>
                  <a:lnTo>
                    <a:pt x="2172490" y="1238218"/>
                  </a:lnTo>
                  <a:lnTo>
                    <a:pt x="2173150" y="1214611"/>
                  </a:lnTo>
                  <a:lnTo>
                    <a:pt x="2173811" y="1214611"/>
                  </a:lnTo>
                  <a:lnTo>
                    <a:pt x="2174471" y="1226146"/>
                  </a:lnTo>
                  <a:lnTo>
                    <a:pt x="2175132" y="1264188"/>
                  </a:lnTo>
                  <a:lnTo>
                    <a:pt x="2175792" y="1325528"/>
                  </a:lnTo>
                  <a:lnTo>
                    <a:pt x="2176453" y="1348107"/>
                  </a:lnTo>
                  <a:lnTo>
                    <a:pt x="2177113" y="1312868"/>
                  </a:lnTo>
                  <a:lnTo>
                    <a:pt x="2177774" y="1281847"/>
                  </a:lnTo>
                  <a:lnTo>
                    <a:pt x="2178434" y="1254142"/>
                  </a:lnTo>
                  <a:lnTo>
                    <a:pt x="2179095" y="1254142"/>
                  </a:lnTo>
                  <a:lnTo>
                    <a:pt x="2179755" y="1278218"/>
                  </a:lnTo>
                  <a:lnTo>
                    <a:pt x="2180416" y="1325528"/>
                  </a:lnTo>
                  <a:lnTo>
                    <a:pt x="2181077" y="1383432"/>
                  </a:lnTo>
                  <a:lnTo>
                    <a:pt x="2181737" y="1430742"/>
                  </a:lnTo>
                  <a:lnTo>
                    <a:pt x="2182398" y="1430742"/>
                  </a:lnTo>
                  <a:lnTo>
                    <a:pt x="2183058" y="1430742"/>
                  </a:lnTo>
                  <a:lnTo>
                    <a:pt x="2183719" y="1430742"/>
                  </a:lnTo>
                  <a:lnTo>
                    <a:pt x="2184379" y="1430742"/>
                  </a:lnTo>
                  <a:lnTo>
                    <a:pt x="2185040" y="1430742"/>
                  </a:lnTo>
                  <a:lnTo>
                    <a:pt x="2185700" y="1430742"/>
                  </a:lnTo>
                  <a:lnTo>
                    <a:pt x="2186361" y="1430742"/>
                  </a:lnTo>
                  <a:lnTo>
                    <a:pt x="2187021" y="1430742"/>
                  </a:lnTo>
                  <a:lnTo>
                    <a:pt x="2187682" y="1430742"/>
                  </a:lnTo>
                  <a:lnTo>
                    <a:pt x="2188342" y="1406010"/>
                  </a:lnTo>
                  <a:lnTo>
                    <a:pt x="2189003" y="1362662"/>
                  </a:lnTo>
                  <a:lnTo>
                    <a:pt x="2189663" y="1343431"/>
                  </a:lnTo>
                  <a:lnTo>
                    <a:pt x="2190324" y="1336121"/>
                  </a:lnTo>
                  <a:lnTo>
                    <a:pt x="2190984" y="1336121"/>
                  </a:lnTo>
                  <a:lnTo>
                    <a:pt x="2191645" y="1354798"/>
                  </a:lnTo>
                  <a:lnTo>
                    <a:pt x="2192306" y="1396742"/>
                  </a:lnTo>
                  <a:lnTo>
                    <a:pt x="2192966" y="1420565"/>
                  </a:lnTo>
                  <a:lnTo>
                    <a:pt x="2193627" y="1430742"/>
                  </a:lnTo>
                  <a:lnTo>
                    <a:pt x="2194287" y="1430742"/>
                  </a:lnTo>
                  <a:lnTo>
                    <a:pt x="2194948" y="1430742"/>
                  </a:lnTo>
                  <a:lnTo>
                    <a:pt x="2195608" y="1362662"/>
                  </a:lnTo>
                  <a:lnTo>
                    <a:pt x="2196269" y="1240701"/>
                  </a:lnTo>
                  <a:lnTo>
                    <a:pt x="2196929" y="1165427"/>
                  </a:lnTo>
                  <a:lnTo>
                    <a:pt x="2197590" y="1108647"/>
                  </a:lnTo>
                  <a:lnTo>
                    <a:pt x="2198250" y="1060837"/>
                  </a:lnTo>
                  <a:lnTo>
                    <a:pt x="2198911" y="1031384"/>
                  </a:lnTo>
                  <a:lnTo>
                    <a:pt x="2199571" y="1050443"/>
                  </a:lnTo>
                  <a:lnTo>
                    <a:pt x="2200232" y="1089149"/>
                  </a:lnTo>
                  <a:lnTo>
                    <a:pt x="2200892" y="1141375"/>
                  </a:lnTo>
                  <a:lnTo>
                    <a:pt x="2201553" y="1209031"/>
                  </a:lnTo>
                  <a:lnTo>
                    <a:pt x="2202214" y="1317020"/>
                  </a:lnTo>
                  <a:lnTo>
                    <a:pt x="2202874" y="1406010"/>
                  </a:lnTo>
                  <a:lnTo>
                    <a:pt x="2203535" y="1406010"/>
                  </a:lnTo>
                  <a:lnTo>
                    <a:pt x="2204195" y="1383432"/>
                  </a:lnTo>
                  <a:lnTo>
                    <a:pt x="2204856" y="1356741"/>
                  </a:lnTo>
                  <a:lnTo>
                    <a:pt x="2205516" y="1337930"/>
                  </a:lnTo>
                  <a:lnTo>
                    <a:pt x="2206177" y="1337930"/>
                  </a:lnTo>
                  <a:lnTo>
                    <a:pt x="2206837" y="1337930"/>
                  </a:lnTo>
                  <a:lnTo>
                    <a:pt x="2207498" y="1320390"/>
                  </a:lnTo>
                  <a:lnTo>
                    <a:pt x="2208158" y="1325528"/>
                  </a:lnTo>
                  <a:lnTo>
                    <a:pt x="2208819" y="1343431"/>
                  </a:lnTo>
                  <a:lnTo>
                    <a:pt x="2209479" y="1343431"/>
                  </a:lnTo>
                  <a:lnTo>
                    <a:pt x="2210140" y="1362662"/>
                  </a:lnTo>
                  <a:lnTo>
                    <a:pt x="2210800" y="1406010"/>
                  </a:lnTo>
                  <a:lnTo>
                    <a:pt x="2211461" y="1430742"/>
                  </a:lnTo>
                  <a:lnTo>
                    <a:pt x="2212122" y="1430742"/>
                  </a:lnTo>
                  <a:lnTo>
                    <a:pt x="2212782" y="1430742"/>
                  </a:lnTo>
                  <a:lnTo>
                    <a:pt x="2213443" y="1430742"/>
                  </a:lnTo>
                  <a:lnTo>
                    <a:pt x="2214103" y="1430742"/>
                  </a:lnTo>
                  <a:lnTo>
                    <a:pt x="2214764" y="1430742"/>
                  </a:lnTo>
                  <a:lnTo>
                    <a:pt x="2215424" y="1430742"/>
                  </a:lnTo>
                  <a:lnTo>
                    <a:pt x="2216085" y="1430742"/>
                  </a:lnTo>
                  <a:lnTo>
                    <a:pt x="2216745" y="1430742"/>
                  </a:lnTo>
                  <a:lnTo>
                    <a:pt x="2217406" y="1430742"/>
                  </a:lnTo>
                  <a:lnTo>
                    <a:pt x="2218066" y="1430742"/>
                  </a:lnTo>
                  <a:lnTo>
                    <a:pt x="2218727" y="1406010"/>
                  </a:lnTo>
                  <a:lnTo>
                    <a:pt x="2219387" y="1362662"/>
                  </a:lnTo>
                  <a:lnTo>
                    <a:pt x="2220048" y="1343431"/>
                  </a:lnTo>
                  <a:lnTo>
                    <a:pt x="2220708" y="1343431"/>
                  </a:lnTo>
                  <a:lnTo>
                    <a:pt x="2221369" y="1343431"/>
                  </a:lnTo>
                  <a:lnTo>
                    <a:pt x="2222030" y="1362662"/>
                  </a:lnTo>
                  <a:lnTo>
                    <a:pt x="2222690" y="1406010"/>
                  </a:lnTo>
                  <a:lnTo>
                    <a:pt x="2223351" y="1430742"/>
                  </a:lnTo>
                  <a:lnTo>
                    <a:pt x="2224011" y="1430742"/>
                  </a:lnTo>
                  <a:lnTo>
                    <a:pt x="2224672" y="1430742"/>
                  </a:lnTo>
                  <a:lnTo>
                    <a:pt x="2225332" y="1430742"/>
                  </a:lnTo>
                  <a:lnTo>
                    <a:pt x="2225993" y="1430742"/>
                  </a:lnTo>
                  <a:lnTo>
                    <a:pt x="2226653" y="1430742"/>
                  </a:lnTo>
                  <a:lnTo>
                    <a:pt x="2227314" y="1430742"/>
                  </a:lnTo>
                  <a:lnTo>
                    <a:pt x="2227974" y="1430742"/>
                  </a:lnTo>
                  <a:lnTo>
                    <a:pt x="2228635" y="1430742"/>
                  </a:lnTo>
                  <a:lnTo>
                    <a:pt x="2229295" y="1406010"/>
                  </a:lnTo>
                  <a:lnTo>
                    <a:pt x="2229956" y="1362662"/>
                  </a:lnTo>
                  <a:lnTo>
                    <a:pt x="2230616" y="1308781"/>
                  </a:lnTo>
                  <a:lnTo>
                    <a:pt x="2231277" y="1264188"/>
                  </a:lnTo>
                  <a:lnTo>
                    <a:pt x="2231937" y="1238218"/>
                  </a:lnTo>
                  <a:lnTo>
                    <a:pt x="2232598" y="1250878"/>
                  </a:lnTo>
                  <a:lnTo>
                    <a:pt x="2233259" y="1278218"/>
                  </a:lnTo>
                  <a:lnTo>
                    <a:pt x="2233919" y="1325528"/>
                  </a:lnTo>
                  <a:lnTo>
                    <a:pt x="2234580" y="1383432"/>
                  </a:lnTo>
                  <a:lnTo>
                    <a:pt x="2235240" y="1406010"/>
                  </a:lnTo>
                  <a:lnTo>
                    <a:pt x="2235901" y="1383432"/>
                  </a:lnTo>
                  <a:lnTo>
                    <a:pt x="2236561" y="1343431"/>
                  </a:lnTo>
                  <a:lnTo>
                    <a:pt x="2237222" y="1325528"/>
                  </a:lnTo>
                  <a:lnTo>
                    <a:pt x="2237882" y="1325528"/>
                  </a:lnTo>
                  <a:lnTo>
                    <a:pt x="2238543" y="1343431"/>
                  </a:lnTo>
                  <a:lnTo>
                    <a:pt x="2239203" y="1362662"/>
                  </a:lnTo>
                  <a:lnTo>
                    <a:pt x="2239864" y="1406010"/>
                  </a:lnTo>
                  <a:lnTo>
                    <a:pt x="2240524" y="1430742"/>
                  </a:lnTo>
                  <a:lnTo>
                    <a:pt x="2241185" y="1430742"/>
                  </a:lnTo>
                  <a:lnTo>
                    <a:pt x="2241845" y="1430742"/>
                  </a:lnTo>
                  <a:lnTo>
                    <a:pt x="2242506" y="1430742"/>
                  </a:lnTo>
                  <a:lnTo>
                    <a:pt x="2243167" y="1430742"/>
                  </a:lnTo>
                  <a:lnTo>
                    <a:pt x="2243827" y="1430742"/>
                  </a:lnTo>
                  <a:lnTo>
                    <a:pt x="2244488" y="1430742"/>
                  </a:lnTo>
                  <a:lnTo>
                    <a:pt x="2245148" y="1430742"/>
                  </a:lnTo>
                  <a:lnTo>
                    <a:pt x="2245809" y="1430742"/>
                  </a:lnTo>
                  <a:lnTo>
                    <a:pt x="2246469" y="1430742"/>
                  </a:lnTo>
                  <a:lnTo>
                    <a:pt x="2247130" y="1430742"/>
                  </a:lnTo>
                  <a:lnTo>
                    <a:pt x="2247790" y="1430742"/>
                  </a:lnTo>
                  <a:lnTo>
                    <a:pt x="2248451" y="1430742"/>
                  </a:lnTo>
                  <a:lnTo>
                    <a:pt x="2249111" y="1430742"/>
                  </a:lnTo>
                  <a:lnTo>
                    <a:pt x="2249772" y="1430742"/>
                  </a:lnTo>
                  <a:lnTo>
                    <a:pt x="2250432" y="1430742"/>
                  </a:lnTo>
                  <a:lnTo>
                    <a:pt x="2251093" y="1430742"/>
                  </a:lnTo>
                  <a:lnTo>
                    <a:pt x="2251753" y="1430742"/>
                  </a:lnTo>
                  <a:lnTo>
                    <a:pt x="2252414" y="1430742"/>
                  </a:lnTo>
                  <a:lnTo>
                    <a:pt x="2253075" y="1430742"/>
                  </a:lnTo>
                  <a:lnTo>
                    <a:pt x="2253735" y="1430742"/>
                  </a:lnTo>
                  <a:lnTo>
                    <a:pt x="2254396" y="1430742"/>
                  </a:lnTo>
                  <a:lnTo>
                    <a:pt x="2255056" y="1430742"/>
                  </a:lnTo>
                  <a:lnTo>
                    <a:pt x="2255717" y="1430742"/>
                  </a:lnTo>
                  <a:lnTo>
                    <a:pt x="2256377" y="1430742"/>
                  </a:lnTo>
                  <a:lnTo>
                    <a:pt x="2257038" y="1430742"/>
                  </a:lnTo>
                  <a:lnTo>
                    <a:pt x="2257698" y="1430742"/>
                  </a:lnTo>
                  <a:lnTo>
                    <a:pt x="2258359" y="1430742"/>
                  </a:lnTo>
                  <a:lnTo>
                    <a:pt x="2259019" y="1430742"/>
                  </a:lnTo>
                  <a:lnTo>
                    <a:pt x="2259680" y="1430742"/>
                  </a:lnTo>
                  <a:lnTo>
                    <a:pt x="2260340" y="1386696"/>
                  </a:lnTo>
                  <a:lnTo>
                    <a:pt x="2261001" y="1346227"/>
                  </a:lnTo>
                  <a:lnTo>
                    <a:pt x="2261661" y="1328136"/>
                  </a:lnTo>
                  <a:lnTo>
                    <a:pt x="2262322" y="1328136"/>
                  </a:lnTo>
                  <a:lnTo>
                    <a:pt x="2262982" y="1311226"/>
                  </a:lnTo>
                  <a:lnTo>
                    <a:pt x="2263643" y="1308781"/>
                  </a:lnTo>
                  <a:lnTo>
                    <a:pt x="2264304" y="1308781"/>
                  </a:lnTo>
                  <a:lnTo>
                    <a:pt x="2264964" y="1308781"/>
                  </a:lnTo>
                  <a:lnTo>
                    <a:pt x="2265625" y="1308781"/>
                  </a:lnTo>
                  <a:lnTo>
                    <a:pt x="2266285" y="1325528"/>
                  </a:lnTo>
                  <a:lnTo>
                    <a:pt x="2266946" y="1362662"/>
                  </a:lnTo>
                  <a:lnTo>
                    <a:pt x="2267606" y="1406010"/>
                  </a:lnTo>
                  <a:lnTo>
                    <a:pt x="2268267" y="1430742"/>
                  </a:lnTo>
                  <a:lnTo>
                    <a:pt x="2268927" y="1430742"/>
                  </a:lnTo>
                  <a:lnTo>
                    <a:pt x="2269588" y="1430742"/>
                  </a:lnTo>
                  <a:lnTo>
                    <a:pt x="2270248" y="1430742"/>
                  </a:lnTo>
                  <a:lnTo>
                    <a:pt x="2270909" y="1430742"/>
                  </a:lnTo>
                  <a:lnTo>
                    <a:pt x="2271569" y="1430742"/>
                  </a:lnTo>
                  <a:lnTo>
                    <a:pt x="2272230" y="1430742"/>
                  </a:lnTo>
                  <a:lnTo>
                    <a:pt x="2272890" y="1430742"/>
                  </a:lnTo>
                  <a:lnTo>
                    <a:pt x="2273551" y="1430742"/>
                  </a:lnTo>
                  <a:lnTo>
                    <a:pt x="2274212" y="1430742"/>
                  </a:lnTo>
                  <a:lnTo>
                    <a:pt x="2274872" y="1430742"/>
                  </a:lnTo>
                  <a:lnTo>
                    <a:pt x="2275533" y="1430742"/>
                  </a:lnTo>
                  <a:lnTo>
                    <a:pt x="2276193" y="1430742"/>
                  </a:lnTo>
                  <a:lnTo>
                    <a:pt x="2276854" y="1430742"/>
                  </a:lnTo>
                  <a:lnTo>
                    <a:pt x="2277514" y="1430742"/>
                  </a:lnTo>
                  <a:lnTo>
                    <a:pt x="2278175" y="1430742"/>
                  </a:lnTo>
                  <a:lnTo>
                    <a:pt x="2278835" y="1406010"/>
                  </a:lnTo>
                  <a:lnTo>
                    <a:pt x="2279496" y="1383432"/>
                  </a:lnTo>
                  <a:lnTo>
                    <a:pt x="2280156" y="1362662"/>
                  </a:lnTo>
                  <a:lnTo>
                    <a:pt x="2280817" y="1343431"/>
                  </a:lnTo>
                  <a:lnTo>
                    <a:pt x="2281477" y="1319543"/>
                  </a:lnTo>
                  <a:lnTo>
                    <a:pt x="2282138" y="1303166"/>
                  </a:lnTo>
                  <a:lnTo>
                    <a:pt x="2282798" y="1303166"/>
                  </a:lnTo>
                  <a:lnTo>
                    <a:pt x="2283459" y="1319543"/>
                  </a:lnTo>
                  <a:lnTo>
                    <a:pt x="2284120" y="1337024"/>
                  </a:lnTo>
                  <a:lnTo>
                    <a:pt x="2284780" y="1337024"/>
                  </a:lnTo>
                  <a:lnTo>
                    <a:pt x="2285441" y="1337024"/>
                  </a:lnTo>
                  <a:lnTo>
                    <a:pt x="2286101" y="1337024"/>
                  </a:lnTo>
                  <a:lnTo>
                    <a:pt x="2286762" y="1337024"/>
                  </a:lnTo>
                  <a:lnTo>
                    <a:pt x="2287422" y="1337024"/>
                  </a:lnTo>
                  <a:lnTo>
                    <a:pt x="2288083" y="1362662"/>
                  </a:lnTo>
                  <a:lnTo>
                    <a:pt x="2288743" y="1406010"/>
                  </a:lnTo>
                  <a:lnTo>
                    <a:pt x="2289404" y="1430742"/>
                  </a:lnTo>
                  <a:lnTo>
                    <a:pt x="2290064" y="1430742"/>
                  </a:lnTo>
                  <a:lnTo>
                    <a:pt x="2290725" y="1430742"/>
                  </a:lnTo>
                  <a:lnTo>
                    <a:pt x="2291385" y="1430742"/>
                  </a:lnTo>
                  <a:lnTo>
                    <a:pt x="2292046" y="1430742"/>
                  </a:lnTo>
                  <a:lnTo>
                    <a:pt x="2292706" y="1430742"/>
                  </a:lnTo>
                  <a:lnTo>
                    <a:pt x="2293367" y="1430742"/>
                  </a:lnTo>
                  <a:lnTo>
                    <a:pt x="2294028" y="1430742"/>
                  </a:lnTo>
                  <a:lnTo>
                    <a:pt x="2294688" y="1430742"/>
                  </a:lnTo>
                  <a:lnTo>
                    <a:pt x="2295349" y="1406010"/>
                  </a:lnTo>
                  <a:lnTo>
                    <a:pt x="2296009" y="1383432"/>
                  </a:lnTo>
                  <a:lnTo>
                    <a:pt x="2296670" y="1343431"/>
                  </a:lnTo>
                  <a:lnTo>
                    <a:pt x="2297330" y="1325528"/>
                  </a:lnTo>
                  <a:lnTo>
                    <a:pt x="2297991" y="1325528"/>
                  </a:lnTo>
                  <a:lnTo>
                    <a:pt x="2298651" y="1343431"/>
                  </a:lnTo>
                  <a:lnTo>
                    <a:pt x="2299312" y="1362662"/>
                  </a:lnTo>
                  <a:lnTo>
                    <a:pt x="2299972" y="1406010"/>
                  </a:lnTo>
                  <a:lnTo>
                    <a:pt x="2300633" y="1430742"/>
                  </a:lnTo>
                  <a:lnTo>
                    <a:pt x="2301293" y="1430742"/>
                  </a:lnTo>
                  <a:lnTo>
                    <a:pt x="2301954" y="1430742"/>
                  </a:lnTo>
                  <a:lnTo>
                    <a:pt x="2302614" y="1430742"/>
                  </a:lnTo>
                  <a:lnTo>
                    <a:pt x="2303275" y="1430742"/>
                  </a:lnTo>
                  <a:lnTo>
                    <a:pt x="2303935" y="1430742"/>
                  </a:lnTo>
                  <a:lnTo>
                    <a:pt x="2304596" y="1430742"/>
                  </a:lnTo>
                  <a:lnTo>
                    <a:pt x="2305257" y="1406010"/>
                  </a:lnTo>
                  <a:lnTo>
                    <a:pt x="2305917" y="1383432"/>
                  </a:lnTo>
                  <a:lnTo>
                    <a:pt x="2306578" y="1383432"/>
                  </a:lnTo>
                  <a:lnTo>
                    <a:pt x="2307238" y="1362662"/>
                  </a:lnTo>
                  <a:lnTo>
                    <a:pt x="2307899" y="1343431"/>
                  </a:lnTo>
                  <a:lnTo>
                    <a:pt x="2308559" y="1362662"/>
                  </a:lnTo>
                  <a:lnTo>
                    <a:pt x="2309220" y="1362662"/>
                  </a:lnTo>
                  <a:lnTo>
                    <a:pt x="2309880" y="1325528"/>
                  </a:lnTo>
                  <a:lnTo>
                    <a:pt x="2310541" y="1325528"/>
                  </a:lnTo>
                  <a:lnTo>
                    <a:pt x="2311201" y="1325528"/>
                  </a:lnTo>
                  <a:lnTo>
                    <a:pt x="2311862" y="1325528"/>
                  </a:lnTo>
                  <a:lnTo>
                    <a:pt x="2312522" y="1343431"/>
                  </a:lnTo>
                  <a:lnTo>
                    <a:pt x="2313183" y="1383432"/>
                  </a:lnTo>
                  <a:lnTo>
                    <a:pt x="2313843" y="1406010"/>
                  </a:lnTo>
                  <a:lnTo>
                    <a:pt x="2314504" y="1430742"/>
                  </a:lnTo>
                  <a:lnTo>
                    <a:pt x="2315165" y="1430742"/>
                  </a:lnTo>
                  <a:lnTo>
                    <a:pt x="2315825" y="1430742"/>
                  </a:lnTo>
                  <a:lnTo>
                    <a:pt x="2316486" y="1383432"/>
                  </a:lnTo>
                  <a:lnTo>
                    <a:pt x="2317146" y="1325528"/>
                  </a:lnTo>
                  <a:lnTo>
                    <a:pt x="2317807" y="1293050"/>
                  </a:lnTo>
                  <a:lnTo>
                    <a:pt x="2318467" y="1264188"/>
                  </a:lnTo>
                  <a:lnTo>
                    <a:pt x="2319128" y="1250878"/>
                  </a:lnTo>
                  <a:lnTo>
                    <a:pt x="2319788" y="1264188"/>
                  </a:lnTo>
                  <a:lnTo>
                    <a:pt x="2320449" y="1293050"/>
                  </a:lnTo>
                  <a:lnTo>
                    <a:pt x="2321109" y="1308781"/>
                  </a:lnTo>
                  <a:lnTo>
                    <a:pt x="2321770" y="1325528"/>
                  </a:lnTo>
                  <a:lnTo>
                    <a:pt x="2322430" y="1343431"/>
                  </a:lnTo>
                  <a:lnTo>
                    <a:pt x="2323091" y="1362662"/>
                  </a:lnTo>
                  <a:lnTo>
                    <a:pt x="2323751" y="1383432"/>
                  </a:lnTo>
                  <a:lnTo>
                    <a:pt x="2324412" y="1406010"/>
                  </a:lnTo>
                  <a:lnTo>
                    <a:pt x="2325073" y="1430742"/>
                  </a:lnTo>
                  <a:lnTo>
                    <a:pt x="2325733" y="1430742"/>
                  </a:lnTo>
                  <a:lnTo>
                    <a:pt x="2326394" y="1430742"/>
                  </a:lnTo>
                  <a:lnTo>
                    <a:pt x="2327054" y="1406010"/>
                  </a:lnTo>
                  <a:lnTo>
                    <a:pt x="2327715" y="1362662"/>
                  </a:lnTo>
                  <a:lnTo>
                    <a:pt x="2328375" y="1308781"/>
                  </a:lnTo>
                  <a:lnTo>
                    <a:pt x="2329036" y="1264188"/>
                  </a:lnTo>
                  <a:lnTo>
                    <a:pt x="2329696" y="1238218"/>
                  </a:lnTo>
                  <a:lnTo>
                    <a:pt x="2330357" y="1250878"/>
                  </a:lnTo>
                  <a:lnTo>
                    <a:pt x="2331017" y="1264188"/>
                  </a:lnTo>
                  <a:lnTo>
                    <a:pt x="2331678" y="1278218"/>
                  </a:lnTo>
                  <a:lnTo>
                    <a:pt x="2332338" y="1307972"/>
                  </a:lnTo>
                  <a:lnTo>
                    <a:pt x="2332999" y="1342506"/>
                  </a:lnTo>
                  <a:lnTo>
                    <a:pt x="2333659" y="1342506"/>
                  </a:lnTo>
                  <a:lnTo>
                    <a:pt x="2334320" y="1342506"/>
                  </a:lnTo>
                  <a:lnTo>
                    <a:pt x="2334980" y="1324665"/>
                  </a:lnTo>
                  <a:lnTo>
                    <a:pt x="2335641" y="1308781"/>
                  </a:lnTo>
                  <a:lnTo>
                    <a:pt x="2336302" y="1278218"/>
                  </a:lnTo>
                  <a:lnTo>
                    <a:pt x="2336962" y="1264188"/>
                  </a:lnTo>
                  <a:lnTo>
                    <a:pt x="2337623" y="1264188"/>
                  </a:lnTo>
                  <a:lnTo>
                    <a:pt x="2338283" y="1308781"/>
                  </a:lnTo>
                  <a:lnTo>
                    <a:pt x="2338944" y="1343431"/>
                  </a:lnTo>
                  <a:lnTo>
                    <a:pt x="2339604" y="1383432"/>
                  </a:lnTo>
                  <a:lnTo>
                    <a:pt x="2340265" y="1406010"/>
                  </a:lnTo>
                  <a:lnTo>
                    <a:pt x="2340925" y="1430742"/>
                  </a:lnTo>
                  <a:lnTo>
                    <a:pt x="2341586" y="1430742"/>
                  </a:lnTo>
                  <a:lnTo>
                    <a:pt x="2342246" y="1430742"/>
                  </a:lnTo>
                  <a:lnTo>
                    <a:pt x="2342907" y="1430742"/>
                  </a:lnTo>
                  <a:lnTo>
                    <a:pt x="2343567" y="1430742"/>
                  </a:lnTo>
                  <a:lnTo>
                    <a:pt x="2344228" y="1430742"/>
                  </a:lnTo>
                  <a:lnTo>
                    <a:pt x="2344888" y="1406010"/>
                  </a:lnTo>
                  <a:lnTo>
                    <a:pt x="2345549" y="1362662"/>
                  </a:lnTo>
                  <a:lnTo>
                    <a:pt x="2346210" y="1343431"/>
                  </a:lnTo>
                  <a:lnTo>
                    <a:pt x="2346870" y="1343431"/>
                  </a:lnTo>
                  <a:lnTo>
                    <a:pt x="2347531" y="1343431"/>
                  </a:lnTo>
                  <a:lnTo>
                    <a:pt x="2348191" y="1362662"/>
                  </a:lnTo>
                  <a:lnTo>
                    <a:pt x="2348852" y="1406010"/>
                  </a:lnTo>
                  <a:lnTo>
                    <a:pt x="2349512" y="1430742"/>
                  </a:lnTo>
                  <a:lnTo>
                    <a:pt x="2350173" y="1430742"/>
                  </a:lnTo>
                  <a:lnTo>
                    <a:pt x="2350833" y="1430742"/>
                  </a:lnTo>
                  <a:lnTo>
                    <a:pt x="2351494" y="1430742"/>
                  </a:lnTo>
                  <a:lnTo>
                    <a:pt x="2352154" y="1430742"/>
                  </a:lnTo>
                  <a:lnTo>
                    <a:pt x="2352815" y="1430742"/>
                  </a:lnTo>
                  <a:lnTo>
                    <a:pt x="2353475" y="1406010"/>
                  </a:lnTo>
                  <a:lnTo>
                    <a:pt x="2354136" y="1362662"/>
                  </a:lnTo>
                  <a:lnTo>
                    <a:pt x="2354796" y="1308781"/>
                  </a:lnTo>
                  <a:lnTo>
                    <a:pt x="2355457" y="1278218"/>
                  </a:lnTo>
                  <a:lnTo>
                    <a:pt x="2356118" y="1250878"/>
                  </a:lnTo>
                  <a:lnTo>
                    <a:pt x="2356778" y="1238218"/>
                  </a:lnTo>
                  <a:lnTo>
                    <a:pt x="2357439" y="1238218"/>
                  </a:lnTo>
                  <a:lnTo>
                    <a:pt x="2358099" y="1264188"/>
                  </a:lnTo>
                  <a:lnTo>
                    <a:pt x="2358760" y="1293050"/>
                  </a:lnTo>
                  <a:lnTo>
                    <a:pt x="2359420" y="1325528"/>
                  </a:lnTo>
                  <a:lnTo>
                    <a:pt x="2360081" y="1362662"/>
                  </a:lnTo>
                  <a:lnTo>
                    <a:pt x="2360741" y="1406010"/>
                  </a:lnTo>
                  <a:lnTo>
                    <a:pt x="2361402" y="1430742"/>
                  </a:lnTo>
                  <a:lnTo>
                    <a:pt x="2362062" y="1430742"/>
                  </a:lnTo>
                  <a:lnTo>
                    <a:pt x="2362723" y="1430742"/>
                  </a:lnTo>
                  <a:lnTo>
                    <a:pt x="2363383" y="1430742"/>
                  </a:lnTo>
                  <a:lnTo>
                    <a:pt x="2364044" y="1430742"/>
                  </a:lnTo>
                  <a:lnTo>
                    <a:pt x="2364704" y="1430742"/>
                  </a:lnTo>
                  <a:lnTo>
                    <a:pt x="2365365" y="1430742"/>
                  </a:lnTo>
                  <a:lnTo>
                    <a:pt x="2366026" y="1430742"/>
                  </a:lnTo>
                  <a:lnTo>
                    <a:pt x="2366686" y="1430742"/>
                  </a:lnTo>
                  <a:lnTo>
                    <a:pt x="2367347" y="1430742"/>
                  </a:lnTo>
                  <a:lnTo>
                    <a:pt x="2368007" y="1430742"/>
                  </a:lnTo>
                  <a:lnTo>
                    <a:pt x="2368668" y="1430742"/>
                  </a:lnTo>
                  <a:lnTo>
                    <a:pt x="2369328" y="1430742"/>
                  </a:lnTo>
                  <a:lnTo>
                    <a:pt x="2369989" y="1430742"/>
                  </a:lnTo>
                  <a:lnTo>
                    <a:pt x="2370649" y="1430742"/>
                  </a:lnTo>
                  <a:lnTo>
                    <a:pt x="2371310" y="1430742"/>
                  </a:lnTo>
                  <a:lnTo>
                    <a:pt x="2371970" y="1430742"/>
                  </a:lnTo>
                  <a:lnTo>
                    <a:pt x="2372631" y="1430742"/>
                  </a:lnTo>
                  <a:lnTo>
                    <a:pt x="2373291" y="1430742"/>
                  </a:lnTo>
                  <a:lnTo>
                    <a:pt x="2373952" y="1430742"/>
                  </a:lnTo>
                  <a:lnTo>
                    <a:pt x="2374612" y="1430742"/>
                  </a:lnTo>
                  <a:lnTo>
                    <a:pt x="2375273" y="1430742"/>
                  </a:lnTo>
                  <a:lnTo>
                    <a:pt x="2375933" y="1430742"/>
                  </a:lnTo>
                  <a:lnTo>
                    <a:pt x="2376594" y="1430742"/>
                  </a:lnTo>
                  <a:lnTo>
                    <a:pt x="2377255" y="1383432"/>
                  </a:lnTo>
                  <a:lnTo>
                    <a:pt x="2377915" y="1325528"/>
                  </a:lnTo>
                  <a:lnTo>
                    <a:pt x="2378576" y="1278218"/>
                  </a:lnTo>
                  <a:lnTo>
                    <a:pt x="2379236" y="1254142"/>
                  </a:lnTo>
                  <a:lnTo>
                    <a:pt x="2379897" y="1254142"/>
                  </a:lnTo>
                  <a:lnTo>
                    <a:pt x="2380557" y="1281847"/>
                  </a:lnTo>
                  <a:lnTo>
                    <a:pt x="2381218" y="1312868"/>
                  </a:lnTo>
                  <a:lnTo>
                    <a:pt x="2381878" y="1329890"/>
                  </a:lnTo>
                  <a:lnTo>
                    <a:pt x="2382539" y="1343431"/>
                  </a:lnTo>
                  <a:lnTo>
                    <a:pt x="2383199" y="1343431"/>
                  </a:lnTo>
                  <a:lnTo>
                    <a:pt x="2383860" y="1343431"/>
                  </a:lnTo>
                  <a:lnTo>
                    <a:pt x="2384520" y="1362662"/>
                  </a:lnTo>
                  <a:lnTo>
                    <a:pt x="2385181" y="1406010"/>
                  </a:lnTo>
                  <a:lnTo>
                    <a:pt x="2385841" y="1430742"/>
                  </a:lnTo>
                  <a:lnTo>
                    <a:pt x="2386502" y="1430742"/>
                  </a:lnTo>
                  <a:lnTo>
                    <a:pt x="2387163" y="1430742"/>
                  </a:lnTo>
                  <a:lnTo>
                    <a:pt x="2387823" y="1430742"/>
                  </a:lnTo>
                  <a:lnTo>
                    <a:pt x="2388484" y="1430742"/>
                  </a:lnTo>
                  <a:lnTo>
                    <a:pt x="2389144" y="1430742"/>
                  </a:lnTo>
                  <a:lnTo>
                    <a:pt x="2389805" y="1430742"/>
                  </a:lnTo>
                  <a:lnTo>
                    <a:pt x="2390465" y="1430742"/>
                  </a:lnTo>
                  <a:lnTo>
                    <a:pt x="2391126" y="1430742"/>
                  </a:lnTo>
                  <a:lnTo>
                    <a:pt x="2391786" y="1430742"/>
                  </a:lnTo>
                  <a:lnTo>
                    <a:pt x="2392447" y="1430742"/>
                  </a:lnTo>
                  <a:lnTo>
                    <a:pt x="2393107" y="1430742"/>
                  </a:lnTo>
                  <a:lnTo>
                    <a:pt x="2393768" y="1430742"/>
                  </a:lnTo>
                  <a:lnTo>
                    <a:pt x="2394428" y="1430742"/>
                  </a:lnTo>
                  <a:lnTo>
                    <a:pt x="2395089" y="1430742"/>
                  </a:lnTo>
                  <a:lnTo>
                    <a:pt x="2395749" y="1406010"/>
                  </a:lnTo>
                  <a:lnTo>
                    <a:pt x="2396410" y="1362662"/>
                  </a:lnTo>
                  <a:lnTo>
                    <a:pt x="2397071" y="1325528"/>
                  </a:lnTo>
                  <a:lnTo>
                    <a:pt x="2397731" y="1264188"/>
                  </a:lnTo>
                  <a:lnTo>
                    <a:pt x="2398392" y="1226146"/>
                  </a:lnTo>
                  <a:lnTo>
                    <a:pt x="2399052" y="1226146"/>
                  </a:lnTo>
                  <a:lnTo>
                    <a:pt x="2399713" y="1250878"/>
                  </a:lnTo>
                  <a:lnTo>
                    <a:pt x="2400373" y="1278218"/>
                  </a:lnTo>
                  <a:lnTo>
                    <a:pt x="2401034" y="1343431"/>
                  </a:lnTo>
                  <a:lnTo>
                    <a:pt x="2401694" y="1406010"/>
                  </a:lnTo>
                  <a:lnTo>
                    <a:pt x="2402355" y="1406010"/>
                  </a:lnTo>
                  <a:lnTo>
                    <a:pt x="2403015" y="1362662"/>
                  </a:lnTo>
                  <a:lnTo>
                    <a:pt x="2403676" y="1329012"/>
                  </a:lnTo>
                  <a:lnTo>
                    <a:pt x="2404336" y="1312045"/>
                  </a:lnTo>
                  <a:lnTo>
                    <a:pt x="2404997" y="1296121"/>
                  </a:lnTo>
                  <a:lnTo>
                    <a:pt x="2405657" y="1281117"/>
                  </a:lnTo>
                  <a:lnTo>
                    <a:pt x="2406318" y="1281117"/>
                  </a:lnTo>
                  <a:lnTo>
                    <a:pt x="2406978" y="1278218"/>
                  </a:lnTo>
                  <a:lnTo>
                    <a:pt x="2407639" y="1271811"/>
                  </a:lnTo>
                  <a:lnTo>
                    <a:pt x="2408300" y="1245104"/>
                  </a:lnTo>
                  <a:lnTo>
                    <a:pt x="2408960" y="1232716"/>
                  </a:lnTo>
                  <a:lnTo>
                    <a:pt x="2409621" y="1245104"/>
                  </a:lnTo>
                  <a:lnTo>
                    <a:pt x="2410281" y="1271811"/>
                  </a:lnTo>
                  <a:lnTo>
                    <a:pt x="2410942" y="1293050"/>
                  </a:lnTo>
                  <a:lnTo>
                    <a:pt x="2411602" y="1343431"/>
                  </a:lnTo>
                  <a:lnTo>
                    <a:pt x="2412263" y="1406010"/>
                  </a:lnTo>
                  <a:lnTo>
                    <a:pt x="2412923" y="1430742"/>
                  </a:lnTo>
                  <a:lnTo>
                    <a:pt x="2413584" y="1430742"/>
                  </a:lnTo>
                  <a:lnTo>
                    <a:pt x="2414244" y="1430742"/>
                  </a:lnTo>
                  <a:lnTo>
                    <a:pt x="2414905" y="1430742"/>
                  </a:lnTo>
                  <a:lnTo>
                    <a:pt x="2415565" y="1406010"/>
                  </a:lnTo>
                  <a:lnTo>
                    <a:pt x="2416226" y="1362662"/>
                  </a:lnTo>
                  <a:lnTo>
                    <a:pt x="2416886" y="1343431"/>
                  </a:lnTo>
                  <a:lnTo>
                    <a:pt x="2417547" y="1325528"/>
                  </a:lnTo>
                  <a:lnTo>
                    <a:pt x="2418208" y="1325528"/>
                  </a:lnTo>
                  <a:lnTo>
                    <a:pt x="2418868" y="1343431"/>
                  </a:lnTo>
                  <a:lnTo>
                    <a:pt x="2419529" y="1362662"/>
                  </a:lnTo>
                  <a:lnTo>
                    <a:pt x="2420189" y="1343431"/>
                  </a:lnTo>
                  <a:lnTo>
                    <a:pt x="2420850" y="1343431"/>
                  </a:lnTo>
                  <a:lnTo>
                    <a:pt x="2421510" y="1343431"/>
                  </a:lnTo>
                  <a:lnTo>
                    <a:pt x="2422171" y="1343431"/>
                  </a:lnTo>
                  <a:lnTo>
                    <a:pt x="2422831" y="1362662"/>
                  </a:lnTo>
                  <a:lnTo>
                    <a:pt x="2423492" y="1406010"/>
                  </a:lnTo>
                  <a:lnTo>
                    <a:pt x="2424152" y="1430742"/>
                  </a:lnTo>
                  <a:lnTo>
                    <a:pt x="2424813" y="1406010"/>
                  </a:lnTo>
                  <a:lnTo>
                    <a:pt x="2425473" y="1362662"/>
                  </a:lnTo>
                  <a:lnTo>
                    <a:pt x="2426134" y="1337024"/>
                  </a:lnTo>
                  <a:lnTo>
                    <a:pt x="2426794" y="1319543"/>
                  </a:lnTo>
                  <a:lnTo>
                    <a:pt x="2427455" y="1287762"/>
                  </a:lnTo>
                  <a:lnTo>
                    <a:pt x="2428116" y="1287762"/>
                  </a:lnTo>
                  <a:lnTo>
                    <a:pt x="2428776" y="1303166"/>
                  </a:lnTo>
                  <a:lnTo>
                    <a:pt x="2429437" y="1291528"/>
                  </a:lnTo>
                  <a:lnTo>
                    <a:pt x="2430097" y="1276780"/>
                  </a:lnTo>
                  <a:lnTo>
                    <a:pt x="2430758" y="1276780"/>
                  </a:lnTo>
                  <a:lnTo>
                    <a:pt x="2431418" y="1291528"/>
                  </a:lnTo>
                  <a:lnTo>
                    <a:pt x="2432079" y="1276780"/>
                  </a:lnTo>
                  <a:lnTo>
                    <a:pt x="2432739" y="1264188"/>
                  </a:lnTo>
                  <a:lnTo>
                    <a:pt x="2433400" y="1278218"/>
                  </a:lnTo>
                  <a:lnTo>
                    <a:pt x="2434060" y="1308781"/>
                  </a:lnTo>
                  <a:lnTo>
                    <a:pt x="2434721" y="1308781"/>
                  </a:lnTo>
                  <a:lnTo>
                    <a:pt x="2435381" y="1343431"/>
                  </a:lnTo>
                  <a:lnTo>
                    <a:pt x="2436042" y="1406010"/>
                  </a:lnTo>
                  <a:lnTo>
                    <a:pt x="2436702" y="1430742"/>
                  </a:lnTo>
                  <a:lnTo>
                    <a:pt x="2437363" y="1430742"/>
                  </a:lnTo>
                  <a:lnTo>
                    <a:pt x="2438024" y="1430742"/>
                  </a:lnTo>
                  <a:lnTo>
                    <a:pt x="2438684" y="1430742"/>
                  </a:lnTo>
                  <a:lnTo>
                    <a:pt x="2439345" y="1430742"/>
                  </a:lnTo>
                  <a:lnTo>
                    <a:pt x="2440005" y="1430742"/>
                  </a:lnTo>
                  <a:lnTo>
                    <a:pt x="2440666" y="1430742"/>
                  </a:lnTo>
                  <a:lnTo>
                    <a:pt x="2441326" y="1430742"/>
                  </a:lnTo>
                  <a:lnTo>
                    <a:pt x="2441987" y="1430742"/>
                  </a:lnTo>
                  <a:lnTo>
                    <a:pt x="2442647" y="1430742"/>
                  </a:lnTo>
                  <a:lnTo>
                    <a:pt x="2443308" y="1430742"/>
                  </a:lnTo>
                  <a:lnTo>
                    <a:pt x="2443968" y="1430742"/>
                  </a:lnTo>
                  <a:lnTo>
                    <a:pt x="2444629" y="1430742"/>
                  </a:lnTo>
                  <a:lnTo>
                    <a:pt x="2445289" y="1430742"/>
                  </a:lnTo>
                  <a:lnTo>
                    <a:pt x="2445950" y="1430742"/>
                  </a:lnTo>
                  <a:lnTo>
                    <a:pt x="2446610" y="1430742"/>
                  </a:lnTo>
                  <a:lnTo>
                    <a:pt x="2447271" y="1430742"/>
                  </a:lnTo>
                  <a:lnTo>
                    <a:pt x="2447931" y="1430742"/>
                  </a:lnTo>
                  <a:lnTo>
                    <a:pt x="2448592" y="1430742"/>
                  </a:lnTo>
                  <a:lnTo>
                    <a:pt x="2449253" y="1430742"/>
                  </a:lnTo>
                  <a:lnTo>
                    <a:pt x="2449913" y="1406010"/>
                  </a:lnTo>
                  <a:lnTo>
                    <a:pt x="2450574" y="1362662"/>
                  </a:lnTo>
                  <a:lnTo>
                    <a:pt x="2451234" y="1325528"/>
                  </a:lnTo>
                  <a:lnTo>
                    <a:pt x="2451895" y="1325528"/>
                  </a:lnTo>
                  <a:lnTo>
                    <a:pt x="2452555" y="1325528"/>
                  </a:lnTo>
                  <a:lnTo>
                    <a:pt x="2453216" y="1343431"/>
                  </a:lnTo>
                  <a:lnTo>
                    <a:pt x="2453876" y="1383432"/>
                  </a:lnTo>
                  <a:lnTo>
                    <a:pt x="2454537" y="1430742"/>
                  </a:lnTo>
                  <a:lnTo>
                    <a:pt x="2455197" y="1430742"/>
                  </a:lnTo>
                  <a:lnTo>
                    <a:pt x="2455858" y="1430742"/>
                  </a:lnTo>
                  <a:lnTo>
                    <a:pt x="2456518" y="1430742"/>
                  </a:lnTo>
                  <a:lnTo>
                    <a:pt x="2457179" y="1430742"/>
                  </a:lnTo>
                  <a:lnTo>
                    <a:pt x="2457839" y="1430742"/>
                  </a:lnTo>
                  <a:lnTo>
                    <a:pt x="2458500" y="1430742"/>
                  </a:lnTo>
                  <a:lnTo>
                    <a:pt x="2459161" y="1430742"/>
                  </a:lnTo>
                  <a:lnTo>
                    <a:pt x="2459821" y="1430742"/>
                  </a:lnTo>
                  <a:lnTo>
                    <a:pt x="2460482" y="1430742"/>
                  </a:lnTo>
                  <a:lnTo>
                    <a:pt x="2461142" y="1430742"/>
                  </a:lnTo>
                  <a:lnTo>
                    <a:pt x="2461803" y="1430742"/>
                  </a:lnTo>
                  <a:lnTo>
                    <a:pt x="2462463" y="1406010"/>
                  </a:lnTo>
                  <a:lnTo>
                    <a:pt x="2463124" y="1362662"/>
                  </a:lnTo>
                  <a:lnTo>
                    <a:pt x="2463784" y="1325528"/>
                  </a:lnTo>
                  <a:lnTo>
                    <a:pt x="2464445" y="1305558"/>
                  </a:lnTo>
                  <a:lnTo>
                    <a:pt x="2465105" y="1275351"/>
                  </a:lnTo>
                  <a:lnTo>
                    <a:pt x="2465766" y="1248296"/>
                  </a:lnTo>
                  <a:lnTo>
                    <a:pt x="2466426" y="1248296"/>
                  </a:lnTo>
                  <a:lnTo>
                    <a:pt x="2467087" y="1261471"/>
                  </a:lnTo>
                  <a:lnTo>
                    <a:pt x="2467747" y="1278218"/>
                  </a:lnTo>
                  <a:lnTo>
                    <a:pt x="2468408" y="1308781"/>
                  </a:lnTo>
                  <a:lnTo>
                    <a:pt x="2469069" y="1362662"/>
                  </a:lnTo>
                  <a:lnTo>
                    <a:pt x="2469729" y="1406010"/>
                  </a:lnTo>
                  <a:lnTo>
                    <a:pt x="2470390" y="1430742"/>
                  </a:lnTo>
                  <a:lnTo>
                    <a:pt x="2471050" y="1430742"/>
                  </a:lnTo>
                  <a:lnTo>
                    <a:pt x="2471711" y="1430742"/>
                  </a:lnTo>
                  <a:lnTo>
                    <a:pt x="2472371" y="1430742"/>
                  </a:lnTo>
                  <a:lnTo>
                    <a:pt x="2473032" y="1430742"/>
                  </a:lnTo>
                  <a:lnTo>
                    <a:pt x="2473692" y="1430742"/>
                  </a:lnTo>
                  <a:lnTo>
                    <a:pt x="2474353" y="1430742"/>
                  </a:lnTo>
                  <a:lnTo>
                    <a:pt x="2475013" y="1430742"/>
                  </a:lnTo>
                  <a:lnTo>
                    <a:pt x="2475674" y="1430742"/>
                  </a:lnTo>
                  <a:lnTo>
                    <a:pt x="2476334" y="1430742"/>
                  </a:lnTo>
                  <a:lnTo>
                    <a:pt x="2476995" y="1430742"/>
                  </a:lnTo>
                  <a:lnTo>
                    <a:pt x="2477655" y="1430742"/>
                  </a:lnTo>
                  <a:lnTo>
                    <a:pt x="2478316" y="1430742"/>
                  </a:lnTo>
                  <a:lnTo>
                    <a:pt x="2478976" y="1430742"/>
                  </a:lnTo>
                  <a:lnTo>
                    <a:pt x="2479637" y="1430742"/>
                  </a:lnTo>
                  <a:lnTo>
                    <a:pt x="2480298" y="1430742"/>
                  </a:lnTo>
                  <a:lnTo>
                    <a:pt x="2480958" y="1430742"/>
                  </a:lnTo>
                  <a:lnTo>
                    <a:pt x="2481619" y="1430742"/>
                  </a:lnTo>
                  <a:lnTo>
                    <a:pt x="2482279" y="1430742"/>
                  </a:lnTo>
                  <a:lnTo>
                    <a:pt x="2482940" y="1430742"/>
                  </a:lnTo>
                  <a:lnTo>
                    <a:pt x="2483600" y="1430742"/>
                  </a:lnTo>
                  <a:lnTo>
                    <a:pt x="2484261" y="1430742"/>
                  </a:lnTo>
                  <a:lnTo>
                    <a:pt x="2484921" y="1430742"/>
                  </a:lnTo>
                  <a:lnTo>
                    <a:pt x="2485582" y="1430742"/>
                  </a:lnTo>
                  <a:lnTo>
                    <a:pt x="2486242" y="1430742"/>
                  </a:lnTo>
                  <a:lnTo>
                    <a:pt x="2486903" y="1430742"/>
                  </a:lnTo>
                  <a:lnTo>
                    <a:pt x="2487563" y="1430742"/>
                  </a:lnTo>
                  <a:lnTo>
                    <a:pt x="2488224" y="1430742"/>
                  </a:lnTo>
                  <a:lnTo>
                    <a:pt x="2488884" y="1430742"/>
                  </a:lnTo>
                  <a:lnTo>
                    <a:pt x="2489545" y="1430742"/>
                  </a:lnTo>
                  <a:lnTo>
                    <a:pt x="2490206" y="1430742"/>
                  </a:lnTo>
                  <a:lnTo>
                    <a:pt x="2490866" y="1406010"/>
                  </a:lnTo>
                  <a:lnTo>
                    <a:pt x="2491527" y="1383432"/>
                  </a:lnTo>
                  <a:lnTo>
                    <a:pt x="2492187" y="1362662"/>
                  </a:lnTo>
                  <a:lnTo>
                    <a:pt x="2492848" y="1317858"/>
                  </a:lnTo>
                  <a:lnTo>
                    <a:pt x="2493508" y="1271811"/>
                  </a:lnTo>
                  <a:lnTo>
                    <a:pt x="2494169" y="1258114"/>
                  </a:lnTo>
                  <a:lnTo>
                    <a:pt x="2494829" y="1245104"/>
                  </a:lnTo>
                  <a:lnTo>
                    <a:pt x="2495490" y="1232716"/>
                  </a:lnTo>
                  <a:lnTo>
                    <a:pt x="2496150" y="1250878"/>
                  </a:lnTo>
                  <a:lnTo>
                    <a:pt x="2496811" y="1264188"/>
                  </a:lnTo>
                  <a:lnTo>
                    <a:pt x="2497471" y="1278218"/>
                  </a:lnTo>
                  <a:lnTo>
                    <a:pt x="2498132" y="1308781"/>
                  </a:lnTo>
                  <a:lnTo>
                    <a:pt x="2498792" y="1343431"/>
                  </a:lnTo>
                  <a:lnTo>
                    <a:pt x="2499453" y="1343431"/>
                  </a:lnTo>
                  <a:lnTo>
                    <a:pt x="2500114" y="1343431"/>
                  </a:lnTo>
                  <a:lnTo>
                    <a:pt x="2500774" y="1341584"/>
                  </a:lnTo>
                  <a:lnTo>
                    <a:pt x="2501435" y="1323804"/>
                  </a:lnTo>
                  <a:lnTo>
                    <a:pt x="2502095" y="1291528"/>
                  </a:lnTo>
                  <a:lnTo>
                    <a:pt x="2502756" y="1291528"/>
                  </a:lnTo>
                  <a:lnTo>
                    <a:pt x="2503416" y="1320390"/>
                  </a:lnTo>
                  <a:lnTo>
                    <a:pt x="2504077" y="1339751"/>
                  </a:lnTo>
                  <a:lnTo>
                    <a:pt x="2504737" y="1358700"/>
                  </a:lnTo>
                  <a:lnTo>
                    <a:pt x="2505398" y="1401335"/>
                  </a:lnTo>
                  <a:lnTo>
                    <a:pt x="2506058" y="1425604"/>
                  </a:lnTo>
                  <a:lnTo>
                    <a:pt x="2506719" y="1406010"/>
                  </a:lnTo>
                  <a:lnTo>
                    <a:pt x="2507379" y="1343431"/>
                  </a:lnTo>
                  <a:lnTo>
                    <a:pt x="2508040" y="1266245"/>
                  </a:lnTo>
                  <a:lnTo>
                    <a:pt x="2508700" y="1216309"/>
                  </a:lnTo>
                  <a:lnTo>
                    <a:pt x="2509361" y="1184299"/>
                  </a:lnTo>
                  <a:lnTo>
                    <a:pt x="2510022" y="1164961"/>
                  </a:lnTo>
                  <a:lnTo>
                    <a:pt x="2510682" y="1146965"/>
                  </a:lnTo>
                  <a:lnTo>
                    <a:pt x="2511343" y="1137156"/>
                  </a:lnTo>
                  <a:lnTo>
                    <a:pt x="2512003" y="1140950"/>
                  </a:lnTo>
                  <a:lnTo>
                    <a:pt x="2512664" y="1149586"/>
                  </a:lnTo>
                  <a:lnTo>
                    <a:pt x="2513324" y="1177365"/>
                  </a:lnTo>
                  <a:lnTo>
                    <a:pt x="2513985" y="1219739"/>
                  </a:lnTo>
                  <a:lnTo>
                    <a:pt x="2514645" y="1284788"/>
                  </a:lnTo>
                  <a:lnTo>
                    <a:pt x="2515306" y="1343431"/>
                  </a:lnTo>
                  <a:lnTo>
                    <a:pt x="2515966" y="1362662"/>
                  </a:lnTo>
                  <a:lnTo>
                    <a:pt x="2516627" y="1325528"/>
                  </a:lnTo>
                  <a:lnTo>
                    <a:pt x="2517287" y="1308781"/>
                  </a:lnTo>
                  <a:lnTo>
                    <a:pt x="2517948" y="1308781"/>
                  </a:lnTo>
                  <a:lnTo>
                    <a:pt x="2518608" y="1308781"/>
                  </a:lnTo>
                  <a:lnTo>
                    <a:pt x="2519269" y="1325528"/>
                  </a:lnTo>
                  <a:lnTo>
                    <a:pt x="2519929" y="1362662"/>
                  </a:lnTo>
                  <a:lnTo>
                    <a:pt x="2520590" y="1406010"/>
                  </a:lnTo>
                  <a:lnTo>
                    <a:pt x="2521251" y="1430742"/>
                  </a:lnTo>
                  <a:lnTo>
                    <a:pt x="2521911" y="1406010"/>
                  </a:lnTo>
                  <a:lnTo>
                    <a:pt x="2522572" y="1368720"/>
                  </a:lnTo>
                  <a:lnTo>
                    <a:pt x="2523232" y="1330771"/>
                  </a:lnTo>
                  <a:lnTo>
                    <a:pt x="2523893" y="1313693"/>
                  </a:lnTo>
                  <a:lnTo>
                    <a:pt x="2524553" y="1313693"/>
                  </a:lnTo>
                  <a:lnTo>
                    <a:pt x="2525214" y="1330771"/>
                  </a:lnTo>
                  <a:lnTo>
                    <a:pt x="2525874" y="1362662"/>
                  </a:lnTo>
                  <a:lnTo>
                    <a:pt x="2526535" y="1406010"/>
                  </a:lnTo>
                  <a:lnTo>
                    <a:pt x="2527195" y="1430742"/>
                  </a:lnTo>
                  <a:lnTo>
                    <a:pt x="2527856" y="1430742"/>
                  </a:lnTo>
                  <a:lnTo>
                    <a:pt x="2528516" y="1430742"/>
                  </a:lnTo>
                  <a:lnTo>
                    <a:pt x="2529177" y="1430742"/>
                  </a:lnTo>
                  <a:lnTo>
                    <a:pt x="2529837" y="1430742"/>
                  </a:lnTo>
                  <a:lnTo>
                    <a:pt x="2530498" y="1430742"/>
                  </a:lnTo>
                  <a:lnTo>
                    <a:pt x="2531159" y="1430742"/>
                  </a:lnTo>
                  <a:lnTo>
                    <a:pt x="2531819" y="1430742"/>
                  </a:lnTo>
                  <a:lnTo>
                    <a:pt x="2532480" y="1430742"/>
                  </a:lnTo>
                  <a:lnTo>
                    <a:pt x="2533140" y="1430742"/>
                  </a:lnTo>
                  <a:lnTo>
                    <a:pt x="2533801" y="1430742"/>
                  </a:lnTo>
                  <a:lnTo>
                    <a:pt x="2534461" y="1430742"/>
                  </a:lnTo>
                  <a:lnTo>
                    <a:pt x="2535122" y="1430742"/>
                  </a:lnTo>
                  <a:lnTo>
                    <a:pt x="2535782" y="1430742"/>
                  </a:lnTo>
                  <a:lnTo>
                    <a:pt x="2536443" y="1430742"/>
                  </a:lnTo>
                  <a:lnTo>
                    <a:pt x="2537103" y="1430742"/>
                  </a:lnTo>
                  <a:lnTo>
                    <a:pt x="2537764" y="1430742"/>
                  </a:lnTo>
                  <a:lnTo>
                    <a:pt x="2538424" y="1430742"/>
                  </a:lnTo>
                  <a:lnTo>
                    <a:pt x="2539085" y="1430742"/>
                  </a:lnTo>
                  <a:lnTo>
                    <a:pt x="2539745" y="1430742"/>
                  </a:lnTo>
                  <a:lnTo>
                    <a:pt x="2540406" y="1430742"/>
                  </a:lnTo>
                  <a:lnTo>
                    <a:pt x="2541067" y="1430742"/>
                  </a:lnTo>
                  <a:lnTo>
                    <a:pt x="2541727" y="1430742"/>
                  </a:lnTo>
                  <a:lnTo>
                    <a:pt x="2542388" y="1406010"/>
                  </a:lnTo>
                  <a:lnTo>
                    <a:pt x="2543048" y="1362662"/>
                  </a:lnTo>
                  <a:lnTo>
                    <a:pt x="2543709" y="1325528"/>
                  </a:lnTo>
                  <a:lnTo>
                    <a:pt x="2544369" y="1308781"/>
                  </a:lnTo>
                  <a:lnTo>
                    <a:pt x="2545030" y="1308781"/>
                  </a:lnTo>
                  <a:lnTo>
                    <a:pt x="2545690" y="1325528"/>
                  </a:lnTo>
                  <a:lnTo>
                    <a:pt x="2546351" y="1362662"/>
                  </a:lnTo>
                  <a:lnTo>
                    <a:pt x="2547011" y="1406010"/>
                  </a:lnTo>
                  <a:lnTo>
                    <a:pt x="2547672" y="1406010"/>
                  </a:lnTo>
                  <a:lnTo>
                    <a:pt x="2548332" y="1362662"/>
                  </a:lnTo>
                  <a:lnTo>
                    <a:pt x="2548993" y="1343431"/>
                  </a:lnTo>
                  <a:lnTo>
                    <a:pt x="2549653" y="1343431"/>
                  </a:lnTo>
                  <a:lnTo>
                    <a:pt x="2550314" y="1343431"/>
                  </a:lnTo>
                  <a:lnTo>
                    <a:pt x="2550974" y="1362662"/>
                  </a:lnTo>
                  <a:lnTo>
                    <a:pt x="2551635" y="1406010"/>
                  </a:lnTo>
                  <a:lnTo>
                    <a:pt x="2552296" y="1430742"/>
                  </a:lnTo>
                  <a:lnTo>
                    <a:pt x="2552956" y="1430742"/>
                  </a:lnTo>
                  <a:lnTo>
                    <a:pt x="2553617" y="1406010"/>
                  </a:lnTo>
                  <a:lnTo>
                    <a:pt x="2554277" y="1362662"/>
                  </a:lnTo>
                  <a:lnTo>
                    <a:pt x="2554938" y="1343431"/>
                  </a:lnTo>
                  <a:lnTo>
                    <a:pt x="2555598" y="1325528"/>
                  </a:lnTo>
                  <a:lnTo>
                    <a:pt x="2556259" y="1308781"/>
                  </a:lnTo>
                  <a:lnTo>
                    <a:pt x="2556919" y="1308781"/>
                  </a:lnTo>
                  <a:lnTo>
                    <a:pt x="2557580" y="1325528"/>
                  </a:lnTo>
                  <a:lnTo>
                    <a:pt x="2558240" y="1343431"/>
                  </a:lnTo>
                  <a:lnTo>
                    <a:pt x="2558901" y="1343431"/>
                  </a:lnTo>
                  <a:lnTo>
                    <a:pt x="2559561" y="1325528"/>
                  </a:lnTo>
                  <a:lnTo>
                    <a:pt x="2560222" y="1325528"/>
                  </a:lnTo>
                  <a:lnTo>
                    <a:pt x="2560882" y="1325528"/>
                  </a:lnTo>
                  <a:lnTo>
                    <a:pt x="2561543" y="1308781"/>
                  </a:lnTo>
                  <a:lnTo>
                    <a:pt x="2562204" y="1293050"/>
                  </a:lnTo>
                  <a:lnTo>
                    <a:pt x="2562864" y="1308781"/>
                  </a:lnTo>
                  <a:lnTo>
                    <a:pt x="2563525" y="1321239"/>
                  </a:lnTo>
                  <a:lnTo>
                    <a:pt x="2564185" y="1321239"/>
                  </a:lnTo>
                  <a:lnTo>
                    <a:pt x="2564846" y="1304758"/>
                  </a:lnTo>
                  <a:lnTo>
                    <a:pt x="2565506" y="1289262"/>
                  </a:lnTo>
                  <a:lnTo>
                    <a:pt x="2566167" y="1274639"/>
                  </a:lnTo>
                  <a:lnTo>
                    <a:pt x="2566827" y="1264188"/>
                  </a:lnTo>
                  <a:lnTo>
                    <a:pt x="2567488" y="1278218"/>
                  </a:lnTo>
                  <a:lnTo>
                    <a:pt x="2568148" y="1308781"/>
                  </a:lnTo>
                  <a:lnTo>
                    <a:pt x="2568809" y="1362662"/>
                  </a:lnTo>
                  <a:lnTo>
                    <a:pt x="2569469" y="1406010"/>
                  </a:lnTo>
                  <a:lnTo>
                    <a:pt x="2570130" y="1430742"/>
                  </a:lnTo>
                  <a:lnTo>
                    <a:pt x="2570790" y="1430742"/>
                  </a:lnTo>
                  <a:lnTo>
                    <a:pt x="2571451" y="1430742"/>
                  </a:lnTo>
                  <a:lnTo>
                    <a:pt x="2572112" y="1406010"/>
                  </a:lnTo>
                  <a:lnTo>
                    <a:pt x="2572772" y="1383432"/>
                  </a:lnTo>
                  <a:lnTo>
                    <a:pt x="2573433" y="1362662"/>
                  </a:lnTo>
                  <a:lnTo>
                    <a:pt x="2574093" y="1343431"/>
                  </a:lnTo>
                  <a:lnTo>
                    <a:pt x="2574754" y="1325528"/>
                  </a:lnTo>
                  <a:lnTo>
                    <a:pt x="2575414" y="1343431"/>
                  </a:lnTo>
                  <a:lnTo>
                    <a:pt x="2576075" y="1362662"/>
                  </a:lnTo>
                  <a:lnTo>
                    <a:pt x="2576735" y="1383432"/>
                  </a:lnTo>
                  <a:lnTo>
                    <a:pt x="2577396" y="1406010"/>
                  </a:lnTo>
                  <a:lnTo>
                    <a:pt x="2578056" y="1430742"/>
                  </a:lnTo>
                  <a:lnTo>
                    <a:pt x="2578717" y="1430742"/>
                  </a:lnTo>
                  <a:lnTo>
                    <a:pt x="2579377" y="1430742"/>
                  </a:lnTo>
                  <a:lnTo>
                    <a:pt x="2580038" y="1406010"/>
                  </a:lnTo>
                  <a:lnTo>
                    <a:pt x="2580698" y="1383432"/>
                  </a:lnTo>
                  <a:lnTo>
                    <a:pt x="2581359" y="1362662"/>
                  </a:lnTo>
                  <a:lnTo>
                    <a:pt x="2582020" y="1343431"/>
                  </a:lnTo>
                  <a:lnTo>
                    <a:pt x="2582680" y="1343431"/>
                  </a:lnTo>
                  <a:lnTo>
                    <a:pt x="2583341" y="1362662"/>
                  </a:lnTo>
                  <a:lnTo>
                    <a:pt x="2584001" y="1383432"/>
                  </a:lnTo>
                  <a:lnTo>
                    <a:pt x="2584662" y="1406010"/>
                  </a:lnTo>
                  <a:lnTo>
                    <a:pt x="2585322" y="1430742"/>
                  </a:lnTo>
                  <a:lnTo>
                    <a:pt x="2585983" y="1430742"/>
                  </a:lnTo>
                  <a:lnTo>
                    <a:pt x="2586643" y="1430742"/>
                  </a:lnTo>
                  <a:lnTo>
                    <a:pt x="2587304" y="1430742"/>
                  </a:lnTo>
                  <a:lnTo>
                    <a:pt x="2587964" y="1430742"/>
                  </a:lnTo>
                  <a:lnTo>
                    <a:pt x="2588625" y="1430742"/>
                  </a:lnTo>
                  <a:lnTo>
                    <a:pt x="2589285" y="1430742"/>
                  </a:lnTo>
                  <a:lnTo>
                    <a:pt x="2589946" y="1430742"/>
                  </a:lnTo>
                  <a:lnTo>
                    <a:pt x="2590606" y="1430742"/>
                  </a:lnTo>
                  <a:lnTo>
                    <a:pt x="2591267" y="1430742"/>
                  </a:lnTo>
                  <a:lnTo>
                    <a:pt x="2591927" y="1430742"/>
                  </a:lnTo>
                  <a:lnTo>
                    <a:pt x="2592588" y="1430742"/>
                  </a:lnTo>
                  <a:lnTo>
                    <a:pt x="2593249" y="1430742"/>
                  </a:lnTo>
                  <a:lnTo>
                    <a:pt x="2593909" y="1430742"/>
                  </a:lnTo>
                  <a:lnTo>
                    <a:pt x="2594570" y="1430742"/>
                  </a:lnTo>
                  <a:lnTo>
                    <a:pt x="2595230" y="1430742"/>
                  </a:lnTo>
                  <a:lnTo>
                    <a:pt x="2595891" y="1430742"/>
                  </a:lnTo>
                  <a:lnTo>
                    <a:pt x="2596551" y="1430742"/>
                  </a:lnTo>
                  <a:lnTo>
                    <a:pt x="2597212" y="1406010"/>
                  </a:lnTo>
                  <a:lnTo>
                    <a:pt x="2597872" y="1383432"/>
                  </a:lnTo>
                  <a:lnTo>
                    <a:pt x="2598533" y="1343431"/>
                  </a:lnTo>
                  <a:lnTo>
                    <a:pt x="2599193" y="1325528"/>
                  </a:lnTo>
                  <a:lnTo>
                    <a:pt x="2599854" y="1325528"/>
                  </a:lnTo>
                  <a:lnTo>
                    <a:pt x="2600514" y="1343431"/>
                  </a:lnTo>
                  <a:lnTo>
                    <a:pt x="2601175" y="1362662"/>
                  </a:lnTo>
                  <a:lnTo>
                    <a:pt x="2601835" y="1406010"/>
                  </a:lnTo>
                  <a:lnTo>
                    <a:pt x="2602496" y="1430742"/>
                  </a:lnTo>
                  <a:lnTo>
                    <a:pt x="2603157" y="1430742"/>
                  </a:lnTo>
                  <a:lnTo>
                    <a:pt x="2603817" y="1430742"/>
                  </a:lnTo>
                  <a:lnTo>
                    <a:pt x="2604478" y="1430742"/>
                  </a:lnTo>
                  <a:lnTo>
                    <a:pt x="2605138" y="1430742"/>
                  </a:lnTo>
                  <a:lnTo>
                    <a:pt x="2605799" y="1430742"/>
                  </a:lnTo>
                  <a:lnTo>
                    <a:pt x="2606459" y="1430742"/>
                  </a:lnTo>
                  <a:lnTo>
                    <a:pt x="2607120" y="1430742"/>
                  </a:lnTo>
                  <a:lnTo>
                    <a:pt x="2607780" y="1430742"/>
                  </a:lnTo>
                  <a:lnTo>
                    <a:pt x="2608441" y="1430742"/>
                  </a:lnTo>
                  <a:lnTo>
                    <a:pt x="2609101" y="1430742"/>
                  </a:lnTo>
                  <a:lnTo>
                    <a:pt x="2609762" y="1430742"/>
                  </a:lnTo>
                  <a:lnTo>
                    <a:pt x="2610422" y="1430742"/>
                  </a:lnTo>
                  <a:lnTo>
                    <a:pt x="2611083" y="1430742"/>
                  </a:lnTo>
                  <a:lnTo>
                    <a:pt x="2611743" y="1430742"/>
                  </a:lnTo>
                  <a:lnTo>
                    <a:pt x="2612404" y="1430742"/>
                  </a:lnTo>
                  <a:lnTo>
                    <a:pt x="2613065" y="1430742"/>
                  </a:lnTo>
                  <a:lnTo>
                    <a:pt x="2613725" y="1430742"/>
                  </a:lnTo>
                  <a:lnTo>
                    <a:pt x="2614386" y="1430742"/>
                  </a:lnTo>
                  <a:lnTo>
                    <a:pt x="2615046" y="1430742"/>
                  </a:lnTo>
                  <a:lnTo>
                    <a:pt x="2615707" y="1430742"/>
                  </a:lnTo>
                  <a:lnTo>
                    <a:pt x="2616367" y="1430742"/>
                  </a:lnTo>
                  <a:lnTo>
                    <a:pt x="2617028" y="1430742"/>
                  </a:lnTo>
                  <a:lnTo>
                    <a:pt x="2617688" y="1430742"/>
                  </a:lnTo>
                  <a:lnTo>
                    <a:pt x="2618349" y="1430742"/>
                  </a:lnTo>
                  <a:lnTo>
                    <a:pt x="2619009" y="1430742"/>
                  </a:lnTo>
                  <a:lnTo>
                    <a:pt x="2619670" y="1430742"/>
                  </a:lnTo>
                  <a:lnTo>
                    <a:pt x="2620330" y="1406010"/>
                  </a:lnTo>
                  <a:lnTo>
                    <a:pt x="2620991" y="1383432"/>
                  </a:lnTo>
                  <a:lnTo>
                    <a:pt x="2621651" y="1383432"/>
                  </a:lnTo>
                  <a:lnTo>
                    <a:pt x="2622312" y="1362662"/>
                  </a:lnTo>
                  <a:lnTo>
                    <a:pt x="2622972" y="1343431"/>
                  </a:lnTo>
                  <a:lnTo>
                    <a:pt x="2623633" y="1362662"/>
                  </a:lnTo>
                  <a:lnTo>
                    <a:pt x="2624294" y="1383432"/>
                  </a:lnTo>
                  <a:lnTo>
                    <a:pt x="2624954" y="1383432"/>
                  </a:lnTo>
                  <a:lnTo>
                    <a:pt x="2625615" y="1406010"/>
                  </a:lnTo>
                  <a:lnTo>
                    <a:pt x="2626275" y="1406010"/>
                  </a:lnTo>
                  <a:lnTo>
                    <a:pt x="2626936" y="1383432"/>
                  </a:lnTo>
                  <a:lnTo>
                    <a:pt x="2627596" y="1362662"/>
                  </a:lnTo>
                  <a:lnTo>
                    <a:pt x="2628257" y="1343431"/>
                  </a:lnTo>
                  <a:lnTo>
                    <a:pt x="2628917" y="1343431"/>
                  </a:lnTo>
                  <a:lnTo>
                    <a:pt x="2629578" y="1362662"/>
                  </a:lnTo>
                  <a:lnTo>
                    <a:pt x="2630238" y="1383432"/>
                  </a:lnTo>
                  <a:lnTo>
                    <a:pt x="2630899" y="1383432"/>
                  </a:lnTo>
                  <a:lnTo>
                    <a:pt x="2631559" y="1383432"/>
                  </a:lnTo>
                  <a:lnTo>
                    <a:pt x="2632220" y="1343431"/>
                  </a:lnTo>
                  <a:lnTo>
                    <a:pt x="2632880" y="1325528"/>
                  </a:lnTo>
                  <a:lnTo>
                    <a:pt x="2633541" y="1308781"/>
                  </a:lnTo>
                  <a:lnTo>
                    <a:pt x="2634202" y="1308781"/>
                  </a:lnTo>
                  <a:lnTo>
                    <a:pt x="2634862" y="1301584"/>
                  </a:lnTo>
                  <a:lnTo>
                    <a:pt x="2635523" y="1317858"/>
                  </a:lnTo>
                  <a:lnTo>
                    <a:pt x="2636183" y="1330771"/>
                  </a:lnTo>
                  <a:lnTo>
                    <a:pt x="2636844" y="1330771"/>
                  </a:lnTo>
                  <a:lnTo>
                    <a:pt x="2637504" y="1313693"/>
                  </a:lnTo>
                  <a:lnTo>
                    <a:pt x="2638165" y="1304758"/>
                  </a:lnTo>
                  <a:lnTo>
                    <a:pt x="2638825" y="1289262"/>
                  </a:lnTo>
                  <a:lnTo>
                    <a:pt x="2639486" y="1287015"/>
                  </a:lnTo>
                  <a:lnTo>
                    <a:pt x="2640146" y="1287015"/>
                  </a:lnTo>
                  <a:lnTo>
                    <a:pt x="2640807" y="1302374"/>
                  </a:lnTo>
                  <a:lnTo>
                    <a:pt x="2641467" y="1318699"/>
                  </a:lnTo>
                  <a:lnTo>
                    <a:pt x="2642128" y="1354798"/>
                  </a:lnTo>
                  <a:lnTo>
                    <a:pt x="2642788" y="1362662"/>
                  </a:lnTo>
                  <a:lnTo>
                    <a:pt x="2643449" y="1383432"/>
                  </a:lnTo>
                  <a:lnTo>
                    <a:pt x="2644110" y="1380208"/>
                  </a:lnTo>
                  <a:lnTo>
                    <a:pt x="2644770" y="1322946"/>
                  </a:lnTo>
                  <a:lnTo>
                    <a:pt x="2645431" y="1275351"/>
                  </a:lnTo>
                  <a:lnTo>
                    <a:pt x="2646091" y="1261471"/>
                  </a:lnTo>
                  <a:lnTo>
                    <a:pt x="2646752" y="1261471"/>
                  </a:lnTo>
                  <a:lnTo>
                    <a:pt x="2647412" y="1277498"/>
                  </a:lnTo>
                  <a:lnTo>
                    <a:pt x="2648073" y="1342506"/>
                  </a:lnTo>
                  <a:lnTo>
                    <a:pt x="2648733" y="1406010"/>
                  </a:lnTo>
                  <a:lnTo>
                    <a:pt x="2649394" y="1430742"/>
                  </a:lnTo>
                  <a:lnTo>
                    <a:pt x="2650054" y="1430742"/>
                  </a:lnTo>
                  <a:lnTo>
                    <a:pt x="2650715" y="1430742"/>
                  </a:lnTo>
                  <a:lnTo>
                    <a:pt x="2651375" y="1430742"/>
                  </a:lnTo>
                  <a:lnTo>
                    <a:pt x="2652036" y="1430742"/>
                  </a:lnTo>
                  <a:lnTo>
                    <a:pt x="2652696" y="1430742"/>
                  </a:lnTo>
                  <a:lnTo>
                    <a:pt x="2653357" y="1430742"/>
                  </a:lnTo>
                  <a:lnTo>
                    <a:pt x="2654018" y="1430742"/>
                  </a:lnTo>
                  <a:lnTo>
                    <a:pt x="2654678" y="1430742"/>
                  </a:lnTo>
                  <a:lnTo>
                    <a:pt x="2655339" y="1430742"/>
                  </a:lnTo>
                  <a:lnTo>
                    <a:pt x="2655999" y="1430742"/>
                  </a:lnTo>
                  <a:lnTo>
                    <a:pt x="2656660" y="1430742"/>
                  </a:lnTo>
                  <a:lnTo>
                    <a:pt x="2657320" y="1430742"/>
                  </a:lnTo>
                  <a:lnTo>
                    <a:pt x="2657981" y="1430742"/>
                  </a:lnTo>
                  <a:lnTo>
                    <a:pt x="2658641" y="1430742"/>
                  </a:lnTo>
                  <a:lnTo>
                    <a:pt x="2659302" y="1430742"/>
                  </a:lnTo>
                  <a:lnTo>
                    <a:pt x="2659962" y="1430742"/>
                  </a:lnTo>
                  <a:lnTo>
                    <a:pt x="2660623" y="1430742"/>
                  </a:lnTo>
                  <a:lnTo>
                    <a:pt x="2661283" y="1430742"/>
                  </a:lnTo>
                  <a:lnTo>
                    <a:pt x="2661944" y="1430742"/>
                  </a:lnTo>
                  <a:lnTo>
                    <a:pt x="2662604" y="1430742"/>
                  </a:lnTo>
                  <a:lnTo>
                    <a:pt x="2663265" y="1430742"/>
                  </a:lnTo>
                  <a:lnTo>
                    <a:pt x="2663925" y="1430742"/>
                  </a:lnTo>
                  <a:lnTo>
                    <a:pt x="2664586" y="1430742"/>
                  </a:lnTo>
                  <a:lnTo>
                    <a:pt x="2665247" y="1430742"/>
                  </a:lnTo>
                  <a:lnTo>
                    <a:pt x="2665907" y="1430742"/>
                  </a:lnTo>
                  <a:lnTo>
                    <a:pt x="2666568" y="1430742"/>
                  </a:lnTo>
                  <a:lnTo>
                    <a:pt x="2667228" y="1430742"/>
                  </a:lnTo>
                  <a:lnTo>
                    <a:pt x="2667889" y="1430742"/>
                  </a:lnTo>
                  <a:lnTo>
                    <a:pt x="2668549" y="1430742"/>
                  </a:lnTo>
                  <a:lnTo>
                    <a:pt x="2669210" y="1406010"/>
                  </a:lnTo>
                  <a:lnTo>
                    <a:pt x="2669870" y="1362662"/>
                  </a:lnTo>
                  <a:lnTo>
                    <a:pt x="2670531" y="1332542"/>
                  </a:lnTo>
                  <a:lnTo>
                    <a:pt x="2671191" y="1332542"/>
                  </a:lnTo>
                  <a:lnTo>
                    <a:pt x="2671852" y="1332542"/>
                  </a:lnTo>
                  <a:lnTo>
                    <a:pt x="2672512" y="1350953"/>
                  </a:lnTo>
                  <a:lnTo>
                    <a:pt x="2673173" y="1392229"/>
                  </a:lnTo>
                  <a:lnTo>
                    <a:pt x="2673833" y="1430742"/>
                  </a:lnTo>
                  <a:lnTo>
                    <a:pt x="2674494" y="1430742"/>
                  </a:lnTo>
                  <a:lnTo>
                    <a:pt x="2675155" y="1430742"/>
                  </a:lnTo>
                  <a:lnTo>
                    <a:pt x="2675815" y="1430742"/>
                  </a:lnTo>
                  <a:lnTo>
                    <a:pt x="2676476" y="1430742"/>
                  </a:lnTo>
                  <a:lnTo>
                    <a:pt x="2677136" y="1430742"/>
                  </a:lnTo>
                  <a:lnTo>
                    <a:pt x="2677797" y="1430742"/>
                  </a:lnTo>
                  <a:lnTo>
                    <a:pt x="2678457" y="1391113"/>
                  </a:lnTo>
                  <a:lnTo>
                    <a:pt x="2679118" y="1350001"/>
                  </a:lnTo>
                  <a:lnTo>
                    <a:pt x="2679778" y="1331655"/>
                  </a:lnTo>
                  <a:lnTo>
                    <a:pt x="2680439" y="1331655"/>
                  </a:lnTo>
                  <a:lnTo>
                    <a:pt x="2681099" y="1331655"/>
                  </a:lnTo>
                  <a:lnTo>
                    <a:pt x="2681760" y="1362662"/>
                  </a:lnTo>
                  <a:lnTo>
                    <a:pt x="2682420" y="1406010"/>
                  </a:lnTo>
                  <a:lnTo>
                    <a:pt x="2683081" y="1430742"/>
                  </a:lnTo>
                  <a:lnTo>
                    <a:pt x="2683741" y="1430742"/>
                  </a:lnTo>
                  <a:lnTo>
                    <a:pt x="2684402" y="1430742"/>
                  </a:lnTo>
                  <a:lnTo>
                    <a:pt x="2685063" y="1406010"/>
                  </a:lnTo>
                  <a:lnTo>
                    <a:pt x="2685723" y="1383432"/>
                  </a:lnTo>
                  <a:lnTo>
                    <a:pt x="2686384" y="1343431"/>
                  </a:lnTo>
                  <a:lnTo>
                    <a:pt x="2687044" y="1325528"/>
                  </a:lnTo>
                  <a:lnTo>
                    <a:pt x="2687705" y="1325528"/>
                  </a:lnTo>
                  <a:lnTo>
                    <a:pt x="2688365" y="1343431"/>
                  </a:lnTo>
                  <a:lnTo>
                    <a:pt x="2689026" y="1362662"/>
                  </a:lnTo>
                  <a:lnTo>
                    <a:pt x="2689686" y="1406010"/>
                  </a:lnTo>
                  <a:lnTo>
                    <a:pt x="2690347" y="1430742"/>
                  </a:lnTo>
                  <a:lnTo>
                    <a:pt x="2691007" y="1430742"/>
                  </a:lnTo>
                  <a:lnTo>
                    <a:pt x="2691668" y="1430742"/>
                  </a:lnTo>
                  <a:lnTo>
                    <a:pt x="2692328" y="1430742"/>
                  </a:lnTo>
                  <a:lnTo>
                    <a:pt x="2692989" y="1430742"/>
                  </a:lnTo>
                  <a:lnTo>
                    <a:pt x="2693649" y="1430742"/>
                  </a:lnTo>
                  <a:lnTo>
                    <a:pt x="2694310" y="1430742"/>
                  </a:lnTo>
                  <a:lnTo>
                    <a:pt x="2694970" y="1430742"/>
                  </a:lnTo>
                  <a:lnTo>
                    <a:pt x="2695631" y="1430742"/>
                  </a:lnTo>
                  <a:lnTo>
                    <a:pt x="2696292" y="1430742"/>
                  </a:lnTo>
                  <a:lnTo>
                    <a:pt x="2696952" y="1430742"/>
                  </a:lnTo>
                  <a:lnTo>
                    <a:pt x="2697613" y="1406010"/>
                  </a:lnTo>
                  <a:lnTo>
                    <a:pt x="2698273" y="1343431"/>
                  </a:lnTo>
                  <a:lnTo>
                    <a:pt x="2698934" y="1293050"/>
                  </a:lnTo>
                  <a:lnTo>
                    <a:pt x="2699594" y="1273929"/>
                  </a:lnTo>
                  <a:lnTo>
                    <a:pt x="2700255" y="1260123"/>
                  </a:lnTo>
                  <a:lnTo>
                    <a:pt x="2700915" y="1273929"/>
                  </a:lnTo>
                  <a:lnTo>
                    <a:pt x="2701576" y="1320390"/>
                  </a:lnTo>
                  <a:lnTo>
                    <a:pt x="2702236" y="1377024"/>
                  </a:lnTo>
                  <a:lnTo>
                    <a:pt x="2702897" y="1406010"/>
                  </a:lnTo>
                  <a:lnTo>
                    <a:pt x="2703557" y="1430742"/>
                  </a:lnTo>
                  <a:lnTo>
                    <a:pt x="2704218" y="1430742"/>
                  </a:lnTo>
                  <a:lnTo>
                    <a:pt x="2704878" y="1406010"/>
                  </a:lnTo>
                  <a:lnTo>
                    <a:pt x="2705539" y="1362662"/>
                  </a:lnTo>
                  <a:lnTo>
                    <a:pt x="2706200" y="1343431"/>
                  </a:lnTo>
                  <a:lnTo>
                    <a:pt x="2706860" y="1325528"/>
                  </a:lnTo>
                  <a:lnTo>
                    <a:pt x="2707521" y="1293050"/>
                  </a:lnTo>
                  <a:lnTo>
                    <a:pt x="2708181" y="1264188"/>
                  </a:lnTo>
                  <a:lnTo>
                    <a:pt x="2708842" y="1250878"/>
                  </a:lnTo>
                  <a:lnTo>
                    <a:pt x="2709502" y="1250878"/>
                  </a:lnTo>
                  <a:lnTo>
                    <a:pt x="2710163" y="1252179"/>
                  </a:lnTo>
                  <a:lnTo>
                    <a:pt x="2710823" y="1239456"/>
                  </a:lnTo>
                  <a:lnTo>
                    <a:pt x="2711484" y="1239456"/>
                  </a:lnTo>
                  <a:lnTo>
                    <a:pt x="2712144" y="1252179"/>
                  </a:lnTo>
                  <a:lnTo>
                    <a:pt x="2712805" y="1252179"/>
                  </a:lnTo>
                  <a:lnTo>
                    <a:pt x="2713465" y="1262148"/>
                  </a:lnTo>
                  <a:lnTo>
                    <a:pt x="2714126" y="1306360"/>
                  </a:lnTo>
                  <a:lnTo>
                    <a:pt x="2714786" y="1359685"/>
                  </a:lnTo>
                  <a:lnTo>
                    <a:pt x="2715447" y="1402496"/>
                  </a:lnTo>
                  <a:lnTo>
                    <a:pt x="2716108" y="1426879"/>
                  </a:lnTo>
                  <a:lnTo>
                    <a:pt x="2716768" y="1430742"/>
                  </a:lnTo>
                  <a:lnTo>
                    <a:pt x="2717429" y="1430742"/>
                  </a:lnTo>
                  <a:lnTo>
                    <a:pt x="2718089" y="1430742"/>
                  </a:lnTo>
                  <a:lnTo>
                    <a:pt x="2718750" y="1383432"/>
                  </a:lnTo>
                  <a:lnTo>
                    <a:pt x="2719410" y="1343431"/>
                  </a:lnTo>
                  <a:lnTo>
                    <a:pt x="2720071" y="1325528"/>
                  </a:lnTo>
                  <a:lnTo>
                    <a:pt x="2720731" y="1308781"/>
                  </a:lnTo>
                  <a:lnTo>
                    <a:pt x="2721392" y="1293050"/>
                  </a:lnTo>
                  <a:lnTo>
                    <a:pt x="2722052" y="1292288"/>
                  </a:lnTo>
                  <a:lnTo>
                    <a:pt x="2722713" y="1278940"/>
                  </a:lnTo>
                  <a:lnTo>
                    <a:pt x="2723373" y="1217447"/>
                  </a:lnTo>
                  <a:lnTo>
                    <a:pt x="2724034" y="1175418"/>
                  </a:lnTo>
                  <a:lnTo>
                    <a:pt x="2724694" y="1147836"/>
                  </a:lnTo>
                  <a:lnTo>
                    <a:pt x="2725355" y="1097994"/>
                  </a:lnTo>
                  <a:lnTo>
                    <a:pt x="2726016" y="950884"/>
                  </a:lnTo>
                  <a:lnTo>
                    <a:pt x="2726676" y="819846"/>
                  </a:lnTo>
                  <a:lnTo>
                    <a:pt x="2727337" y="737636"/>
                  </a:lnTo>
                  <a:lnTo>
                    <a:pt x="2727997" y="698394"/>
                  </a:lnTo>
                  <a:lnTo>
                    <a:pt x="2728658" y="694716"/>
                  </a:lnTo>
                  <a:lnTo>
                    <a:pt x="2729318" y="738355"/>
                  </a:lnTo>
                  <a:lnTo>
                    <a:pt x="2729979" y="836905"/>
                  </a:lnTo>
                  <a:lnTo>
                    <a:pt x="2730639" y="991464"/>
                  </a:lnTo>
                  <a:lnTo>
                    <a:pt x="2731300" y="1175418"/>
                  </a:lnTo>
                  <a:lnTo>
                    <a:pt x="2731960" y="1293050"/>
                  </a:lnTo>
                  <a:lnTo>
                    <a:pt x="2732621" y="1322946"/>
                  </a:lnTo>
                  <a:lnTo>
                    <a:pt x="2733281" y="1290770"/>
                  </a:lnTo>
                  <a:lnTo>
                    <a:pt x="2733942" y="1248939"/>
                  </a:lnTo>
                  <a:lnTo>
                    <a:pt x="2734602" y="1248939"/>
                  </a:lnTo>
                  <a:lnTo>
                    <a:pt x="2735263" y="1262148"/>
                  </a:lnTo>
                  <a:lnTo>
                    <a:pt x="2735923" y="1293050"/>
                  </a:lnTo>
                  <a:lnTo>
                    <a:pt x="2736584" y="1362662"/>
                  </a:lnTo>
                  <a:lnTo>
                    <a:pt x="2737245" y="1430742"/>
                  </a:lnTo>
                  <a:lnTo>
                    <a:pt x="2737905" y="1430742"/>
                  </a:lnTo>
                  <a:lnTo>
                    <a:pt x="2738566" y="1430742"/>
                  </a:lnTo>
                  <a:lnTo>
                    <a:pt x="2739226" y="1430742"/>
                  </a:lnTo>
                  <a:lnTo>
                    <a:pt x="2739887" y="1430742"/>
                  </a:lnTo>
                  <a:lnTo>
                    <a:pt x="2740547" y="1430742"/>
                  </a:lnTo>
                  <a:lnTo>
                    <a:pt x="2741208" y="1430742"/>
                  </a:lnTo>
                  <a:lnTo>
                    <a:pt x="2741868" y="1430742"/>
                  </a:lnTo>
                  <a:lnTo>
                    <a:pt x="2742529" y="1430742"/>
                  </a:lnTo>
                  <a:lnTo>
                    <a:pt x="2743189" y="1430742"/>
                  </a:lnTo>
                  <a:lnTo>
                    <a:pt x="2743850" y="1430742"/>
                  </a:lnTo>
                  <a:lnTo>
                    <a:pt x="2744510" y="1404833"/>
                  </a:lnTo>
                  <a:lnTo>
                    <a:pt x="2745171" y="1361665"/>
                  </a:lnTo>
                  <a:lnTo>
                    <a:pt x="2745831" y="1307972"/>
                  </a:lnTo>
                  <a:lnTo>
                    <a:pt x="2746492" y="1277498"/>
                  </a:lnTo>
                  <a:lnTo>
                    <a:pt x="2747153" y="1263506"/>
                  </a:lnTo>
                  <a:lnTo>
                    <a:pt x="2747813" y="1278218"/>
                  </a:lnTo>
                  <a:lnTo>
                    <a:pt x="2748474" y="1308781"/>
                  </a:lnTo>
                  <a:lnTo>
                    <a:pt x="2749134" y="1362662"/>
                  </a:lnTo>
                  <a:lnTo>
                    <a:pt x="2749795" y="1406010"/>
                  </a:lnTo>
                  <a:lnTo>
                    <a:pt x="2750455" y="1383432"/>
                  </a:lnTo>
                  <a:lnTo>
                    <a:pt x="2751116" y="1343431"/>
                  </a:lnTo>
                  <a:lnTo>
                    <a:pt x="2751776" y="1325528"/>
                  </a:lnTo>
                  <a:lnTo>
                    <a:pt x="2752437" y="1325528"/>
                  </a:lnTo>
                  <a:lnTo>
                    <a:pt x="2753097" y="1308781"/>
                  </a:lnTo>
                  <a:lnTo>
                    <a:pt x="2753758" y="1325528"/>
                  </a:lnTo>
                  <a:lnTo>
                    <a:pt x="2754418" y="1325528"/>
                  </a:lnTo>
                  <a:lnTo>
                    <a:pt x="2755079" y="1154461"/>
                  </a:lnTo>
                  <a:lnTo>
                    <a:pt x="2755739" y="996769"/>
                  </a:lnTo>
                  <a:lnTo>
                    <a:pt x="2756400" y="871781"/>
                  </a:lnTo>
                  <a:lnTo>
                    <a:pt x="2757061" y="733894"/>
                  </a:lnTo>
                  <a:lnTo>
                    <a:pt x="2757721" y="656778"/>
                  </a:lnTo>
                  <a:lnTo>
                    <a:pt x="2758382" y="645020"/>
                  </a:lnTo>
                  <a:lnTo>
                    <a:pt x="2759042" y="666283"/>
                  </a:lnTo>
                  <a:lnTo>
                    <a:pt x="2759703" y="710395"/>
                  </a:lnTo>
                  <a:lnTo>
                    <a:pt x="2760363" y="832987"/>
                  </a:lnTo>
                  <a:lnTo>
                    <a:pt x="2761024" y="1027241"/>
                  </a:lnTo>
                  <a:lnTo>
                    <a:pt x="2761684" y="1212365"/>
                  </a:lnTo>
                  <a:lnTo>
                    <a:pt x="2762345" y="1322091"/>
                  </a:lnTo>
                  <a:lnTo>
                    <a:pt x="2763005" y="1406010"/>
                  </a:lnTo>
                  <a:lnTo>
                    <a:pt x="2763666" y="1430742"/>
                  </a:lnTo>
                  <a:lnTo>
                    <a:pt x="2764326" y="1430742"/>
                  </a:lnTo>
                  <a:lnTo>
                    <a:pt x="2764987" y="1430742"/>
                  </a:lnTo>
                  <a:lnTo>
                    <a:pt x="2765647" y="1430742"/>
                  </a:lnTo>
                  <a:lnTo>
                    <a:pt x="2766308" y="1430742"/>
                  </a:lnTo>
                  <a:lnTo>
                    <a:pt x="2766968" y="1430742"/>
                  </a:lnTo>
                  <a:lnTo>
                    <a:pt x="2767629" y="1430742"/>
                  </a:lnTo>
                  <a:lnTo>
                    <a:pt x="2768290" y="1430742"/>
                  </a:lnTo>
                  <a:lnTo>
                    <a:pt x="2768950" y="1430742"/>
                  </a:lnTo>
                  <a:lnTo>
                    <a:pt x="2769611" y="1430742"/>
                  </a:lnTo>
                  <a:lnTo>
                    <a:pt x="2770271" y="1430742"/>
                  </a:lnTo>
                  <a:lnTo>
                    <a:pt x="2770932" y="1430742"/>
                  </a:lnTo>
                  <a:lnTo>
                    <a:pt x="2771592" y="1430742"/>
                  </a:lnTo>
                  <a:lnTo>
                    <a:pt x="2772253" y="1430742"/>
                  </a:lnTo>
                  <a:lnTo>
                    <a:pt x="2772913" y="1406010"/>
                  </a:lnTo>
                  <a:lnTo>
                    <a:pt x="2773574" y="1383432"/>
                  </a:lnTo>
                  <a:lnTo>
                    <a:pt x="2774234" y="1383432"/>
                  </a:lnTo>
                  <a:lnTo>
                    <a:pt x="2774895" y="1362662"/>
                  </a:lnTo>
                  <a:lnTo>
                    <a:pt x="2775555" y="1343431"/>
                  </a:lnTo>
                  <a:lnTo>
                    <a:pt x="2776216" y="1362662"/>
                  </a:lnTo>
                  <a:lnTo>
                    <a:pt x="2776876" y="1383432"/>
                  </a:lnTo>
                  <a:lnTo>
                    <a:pt x="2777537" y="1383432"/>
                  </a:lnTo>
                  <a:lnTo>
                    <a:pt x="2778198" y="1406010"/>
                  </a:lnTo>
                  <a:lnTo>
                    <a:pt x="2778858" y="1430742"/>
                  </a:lnTo>
                  <a:lnTo>
                    <a:pt x="2779519" y="1430742"/>
                  </a:lnTo>
                  <a:lnTo>
                    <a:pt x="2780179" y="1430742"/>
                  </a:lnTo>
                  <a:lnTo>
                    <a:pt x="2780840" y="1430742"/>
                  </a:lnTo>
                  <a:lnTo>
                    <a:pt x="2781500" y="1430742"/>
                  </a:lnTo>
                  <a:lnTo>
                    <a:pt x="2782161" y="1430742"/>
                  </a:lnTo>
                  <a:lnTo>
                    <a:pt x="2782821" y="1430742"/>
                  </a:lnTo>
                  <a:lnTo>
                    <a:pt x="2783482" y="1430742"/>
                  </a:lnTo>
                  <a:lnTo>
                    <a:pt x="2784142" y="1430742"/>
                  </a:lnTo>
                  <a:lnTo>
                    <a:pt x="2784803" y="1430742"/>
                  </a:lnTo>
                  <a:lnTo>
                    <a:pt x="2785463" y="1430742"/>
                  </a:lnTo>
                  <a:lnTo>
                    <a:pt x="2786124" y="1430742"/>
                  </a:lnTo>
                  <a:lnTo>
                    <a:pt x="2786784" y="1430742"/>
                  </a:lnTo>
                  <a:lnTo>
                    <a:pt x="2787445" y="1406010"/>
                  </a:lnTo>
                  <a:lnTo>
                    <a:pt x="2788106" y="1343431"/>
                  </a:lnTo>
                  <a:lnTo>
                    <a:pt x="2788766" y="1308781"/>
                  </a:lnTo>
                  <a:lnTo>
                    <a:pt x="2789427" y="1264188"/>
                  </a:lnTo>
                  <a:lnTo>
                    <a:pt x="2790087" y="1238218"/>
                  </a:lnTo>
                  <a:lnTo>
                    <a:pt x="2790748" y="1214611"/>
                  </a:lnTo>
                  <a:lnTo>
                    <a:pt x="2791408" y="1226146"/>
                  </a:lnTo>
                  <a:lnTo>
                    <a:pt x="2792069" y="1247015"/>
                  </a:lnTo>
                  <a:lnTo>
                    <a:pt x="2792729" y="1288511"/>
                  </a:lnTo>
                  <a:lnTo>
                    <a:pt x="2793390" y="1320390"/>
                  </a:lnTo>
                  <a:lnTo>
                    <a:pt x="2794050" y="1377024"/>
                  </a:lnTo>
                  <a:lnTo>
                    <a:pt x="2794711" y="1423072"/>
                  </a:lnTo>
                  <a:lnTo>
                    <a:pt x="2795371" y="1430742"/>
                  </a:lnTo>
                  <a:lnTo>
                    <a:pt x="2796032" y="1430742"/>
                  </a:lnTo>
                  <a:lnTo>
                    <a:pt x="2796692" y="1430742"/>
                  </a:lnTo>
                  <a:lnTo>
                    <a:pt x="2797353" y="1430742"/>
                  </a:lnTo>
                  <a:lnTo>
                    <a:pt x="2798014" y="1430742"/>
                  </a:lnTo>
                  <a:lnTo>
                    <a:pt x="2798674" y="1430742"/>
                  </a:lnTo>
                  <a:lnTo>
                    <a:pt x="2799335" y="1430742"/>
                  </a:lnTo>
                  <a:lnTo>
                    <a:pt x="2799995" y="1430742"/>
                  </a:lnTo>
                  <a:lnTo>
                    <a:pt x="2800656" y="1430742"/>
                  </a:lnTo>
                  <a:lnTo>
                    <a:pt x="2801316" y="1430742"/>
                  </a:lnTo>
                  <a:lnTo>
                    <a:pt x="2801977" y="1430742"/>
                  </a:lnTo>
                  <a:lnTo>
                    <a:pt x="2802637" y="1430742"/>
                  </a:lnTo>
                  <a:lnTo>
                    <a:pt x="2803298" y="1430742"/>
                  </a:lnTo>
                  <a:lnTo>
                    <a:pt x="2803958" y="1430742"/>
                  </a:lnTo>
                  <a:lnTo>
                    <a:pt x="2804619" y="1406010"/>
                  </a:lnTo>
                  <a:lnTo>
                    <a:pt x="2805279" y="1362662"/>
                  </a:lnTo>
                  <a:lnTo>
                    <a:pt x="2805940" y="1327264"/>
                  </a:lnTo>
                  <a:lnTo>
                    <a:pt x="2806600" y="1310408"/>
                  </a:lnTo>
                  <a:lnTo>
                    <a:pt x="2807261" y="1310408"/>
                  </a:lnTo>
                  <a:lnTo>
                    <a:pt x="2807921" y="1327264"/>
                  </a:lnTo>
                  <a:lnTo>
                    <a:pt x="2808582" y="1364665"/>
                  </a:lnTo>
                  <a:lnTo>
                    <a:pt x="2809243" y="1406010"/>
                  </a:lnTo>
                  <a:lnTo>
                    <a:pt x="2809903" y="1430742"/>
                  </a:lnTo>
                  <a:lnTo>
                    <a:pt x="2810564" y="1406010"/>
                  </a:lnTo>
                  <a:lnTo>
                    <a:pt x="2811224" y="1362662"/>
                  </a:lnTo>
                  <a:lnTo>
                    <a:pt x="2811885" y="1343431"/>
                  </a:lnTo>
                  <a:lnTo>
                    <a:pt x="2812545" y="1343431"/>
                  </a:lnTo>
                  <a:lnTo>
                    <a:pt x="2813206" y="1343431"/>
                  </a:lnTo>
                  <a:lnTo>
                    <a:pt x="2813866" y="1362662"/>
                  </a:lnTo>
                  <a:lnTo>
                    <a:pt x="2814527" y="1406010"/>
                  </a:lnTo>
                  <a:lnTo>
                    <a:pt x="2815187" y="1430742"/>
                  </a:lnTo>
                  <a:lnTo>
                    <a:pt x="2815848" y="1430742"/>
                  </a:lnTo>
                  <a:lnTo>
                    <a:pt x="2816508" y="1430742"/>
                  </a:lnTo>
                  <a:lnTo>
                    <a:pt x="2817169" y="1430742"/>
                  </a:lnTo>
                  <a:lnTo>
                    <a:pt x="2817829" y="1430742"/>
                  </a:lnTo>
                  <a:lnTo>
                    <a:pt x="2818490" y="1430742"/>
                  </a:lnTo>
                  <a:lnTo>
                    <a:pt x="2819151" y="1430742"/>
                  </a:lnTo>
                  <a:lnTo>
                    <a:pt x="2819811" y="1430742"/>
                  </a:lnTo>
                  <a:lnTo>
                    <a:pt x="2820472" y="1430742"/>
                  </a:lnTo>
                  <a:lnTo>
                    <a:pt x="2821132" y="1430742"/>
                  </a:lnTo>
                  <a:lnTo>
                    <a:pt x="2821793" y="1406010"/>
                  </a:lnTo>
                  <a:lnTo>
                    <a:pt x="2822453" y="1383432"/>
                  </a:lnTo>
                  <a:lnTo>
                    <a:pt x="2823114" y="1362662"/>
                  </a:lnTo>
                  <a:lnTo>
                    <a:pt x="2823774" y="1343431"/>
                  </a:lnTo>
                  <a:lnTo>
                    <a:pt x="2824435" y="1343431"/>
                  </a:lnTo>
                  <a:lnTo>
                    <a:pt x="2825095" y="1362662"/>
                  </a:lnTo>
                  <a:lnTo>
                    <a:pt x="2825756" y="1383432"/>
                  </a:lnTo>
                  <a:lnTo>
                    <a:pt x="2826416" y="1406010"/>
                  </a:lnTo>
                  <a:lnTo>
                    <a:pt x="2827077" y="1430742"/>
                  </a:lnTo>
                  <a:lnTo>
                    <a:pt x="2827737" y="1430742"/>
                  </a:lnTo>
                  <a:lnTo>
                    <a:pt x="2828398" y="1430742"/>
                  </a:lnTo>
                  <a:lnTo>
                    <a:pt x="2829059" y="1430742"/>
                  </a:lnTo>
                  <a:lnTo>
                    <a:pt x="2829719" y="1383432"/>
                  </a:lnTo>
                  <a:lnTo>
                    <a:pt x="2830380" y="1325528"/>
                  </a:lnTo>
                  <a:lnTo>
                    <a:pt x="2831040" y="1293050"/>
                  </a:lnTo>
                  <a:lnTo>
                    <a:pt x="2831701" y="1250878"/>
                  </a:lnTo>
                  <a:lnTo>
                    <a:pt x="2832361" y="1226146"/>
                  </a:lnTo>
                  <a:lnTo>
                    <a:pt x="2833022" y="1238218"/>
                  </a:lnTo>
                  <a:lnTo>
                    <a:pt x="2833682" y="1278218"/>
                  </a:lnTo>
                  <a:lnTo>
                    <a:pt x="2834343" y="1278218"/>
                  </a:lnTo>
                  <a:lnTo>
                    <a:pt x="2835003" y="1293050"/>
                  </a:lnTo>
                  <a:lnTo>
                    <a:pt x="2835664" y="1278218"/>
                  </a:lnTo>
                  <a:lnTo>
                    <a:pt x="2836324" y="1264188"/>
                  </a:lnTo>
                  <a:lnTo>
                    <a:pt x="2836985" y="1238218"/>
                  </a:lnTo>
                  <a:lnTo>
                    <a:pt x="2837645" y="1238218"/>
                  </a:lnTo>
                  <a:lnTo>
                    <a:pt x="2838306" y="1250878"/>
                  </a:lnTo>
                  <a:lnTo>
                    <a:pt x="2838966" y="1264188"/>
                  </a:lnTo>
                  <a:lnTo>
                    <a:pt x="2839627" y="1264188"/>
                  </a:lnTo>
                  <a:lnTo>
                    <a:pt x="2840288" y="1264188"/>
                  </a:lnTo>
                  <a:lnTo>
                    <a:pt x="2840948" y="1278218"/>
                  </a:lnTo>
                  <a:lnTo>
                    <a:pt x="2841609" y="1293050"/>
                  </a:lnTo>
                  <a:lnTo>
                    <a:pt x="2842269" y="1298448"/>
                  </a:lnTo>
                  <a:lnTo>
                    <a:pt x="2842930" y="1272515"/>
                  </a:lnTo>
                  <a:lnTo>
                    <a:pt x="2843590" y="1233321"/>
                  </a:lnTo>
                  <a:lnTo>
                    <a:pt x="2844251" y="1199278"/>
                  </a:lnTo>
                  <a:lnTo>
                    <a:pt x="2844911" y="1188856"/>
                  </a:lnTo>
                  <a:lnTo>
                    <a:pt x="2845572" y="1195583"/>
                  </a:lnTo>
                  <a:lnTo>
                    <a:pt x="2846232" y="1218018"/>
                  </a:lnTo>
                  <a:lnTo>
                    <a:pt x="2846893" y="1241951"/>
                  </a:lnTo>
                  <a:lnTo>
                    <a:pt x="2847553" y="1241951"/>
                  </a:lnTo>
                  <a:lnTo>
                    <a:pt x="2848214" y="1241951"/>
                  </a:lnTo>
                  <a:lnTo>
                    <a:pt x="2848874" y="1241951"/>
                  </a:lnTo>
                  <a:lnTo>
                    <a:pt x="2849535" y="1264188"/>
                  </a:lnTo>
                  <a:lnTo>
                    <a:pt x="2850196" y="1308781"/>
                  </a:lnTo>
                  <a:lnTo>
                    <a:pt x="2850856" y="1362662"/>
                  </a:lnTo>
                  <a:lnTo>
                    <a:pt x="2851517" y="1362662"/>
                  </a:lnTo>
                  <a:lnTo>
                    <a:pt x="2852177" y="1343431"/>
                  </a:lnTo>
                  <a:lnTo>
                    <a:pt x="2852838" y="1325528"/>
                  </a:lnTo>
                  <a:lnTo>
                    <a:pt x="2853498" y="1308781"/>
                  </a:lnTo>
                  <a:lnTo>
                    <a:pt x="2854159" y="1325528"/>
                  </a:lnTo>
                  <a:lnTo>
                    <a:pt x="2854819" y="1343431"/>
                  </a:lnTo>
                  <a:lnTo>
                    <a:pt x="2855480" y="1383432"/>
                  </a:lnTo>
                  <a:lnTo>
                    <a:pt x="2856140" y="1362662"/>
                  </a:lnTo>
                  <a:lnTo>
                    <a:pt x="2856801" y="1308781"/>
                  </a:lnTo>
                  <a:lnTo>
                    <a:pt x="2857461" y="1278218"/>
                  </a:lnTo>
                  <a:lnTo>
                    <a:pt x="2858122" y="1264188"/>
                  </a:lnTo>
                  <a:lnTo>
                    <a:pt x="2858782" y="1264188"/>
                  </a:lnTo>
                  <a:lnTo>
                    <a:pt x="2859443" y="1278218"/>
                  </a:lnTo>
                  <a:lnTo>
                    <a:pt x="2860104" y="1308781"/>
                  </a:lnTo>
                  <a:lnTo>
                    <a:pt x="2860764" y="1293050"/>
                  </a:lnTo>
                  <a:lnTo>
                    <a:pt x="2861425" y="1250878"/>
                  </a:lnTo>
                  <a:lnTo>
                    <a:pt x="2862085" y="1226146"/>
                  </a:lnTo>
                  <a:lnTo>
                    <a:pt x="2862746" y="1218018"/>
                  </a:lnTo>
                  <a:lnTo>
                    <a:pt x="2863406" y="1241951"/>
                  </a:lnTo>
                  <a:lnTo>
                    <a:pt x="2864067" y="1268318"/>
                  </a:lnTo>
                  <a:lnTo>
                    <a:pt x="2864727" y="1297670"/>
                  </a:lnTo>
                  <a:lnTo>
                    <a:pt x="2865388" y="1297670"/>
                  </a:lnTo>
                  <a:lnTo>
                    <a:pt x="2866048" y="1303166"/>
                  </a:lnTo>
                  <a:lnTo>
                    <a:pt x="2866709" y="1287762"/>
                  </a:lnTo>
                  <a:lnTo>
                    <a:pt x="2867369" y="1273221"/>
                  </a:lnTo>
                  <a:lnTo>
                    <a:pt x="2868030" y="1287762"/>
                  </a:lnTo>
                  <a:lnTo>
                    <a:pt x="2868690" y="1287762"/>
                  </a:lnTo>
                  <a:lnTo>
                    <a:pt x="2869351" y="1267625"/>
                  </a:lnTo>
                  <a:lnTo>
                    <a:pt x="2870012" y="1254142"/>
                  </a:lnTo>
                  <a:lnTo>
                    <a:pt x="2870672" y="1254142"/>
                  </a:lnTo>
                  <a:lnTo>
                    <a:pt x="2871333" y="1217447"/>
                  </a:lnTo>
                  <a:lnTo>
                    <a:pt x="2871993" y="1195583"/>
                  </a:lnTo>
                  <a:lnTo>
                    <a:pt x="2872654" y="1192975"/>
                  </a:lnTo>
                  <a:lnTo>
                    <a:pt x="2873314" y="1214611"/>
                  </a:lnTo>
                  <a:lnTo>
                    <a:pt x="2873975" y="1238218"/>
                  </a:lnTo>
                  <a:lnTo>
                    <a:pt x="2874635" y="1293050"/>
                  </a:lnTo>
                  <a:lnTo>
                    <a:pt x="2875296" y="1343431"/>
                  </a:lnTo>
                  <a:lnTo>
                    <a:pt x="2875956" y="1362662"/>
                  </a:lnTo>
                  <a:lnTo>
                    <a:pt x="2876617" y="1343431"/>
                  </a:lnTo>
                  <a:lnTo>
                    <a:pt x="2877277" y="1342506"/>
                  </a:lnTo>
                  <a:lnTo>
                    <a:pt x="2877938" y="1342506"/>
                  </a:lnTo>
                  <a:lnTo>
                    <a:pt x="2878598" y="1361665"/>
                  </a:lnTo>
                  <a:lnTo>
                    <a:pt x="2879259" y="1404833"/>
                  </a:lnTo>
                  <a:lnTo>
                    <a:pt x="2879919" y="1404833"/>
                  </a:lnTo>
                  <a:lnTo>
                    <a:pt x="2880580" y="1362662"/>
                  </a:lnTo>
                  <a:lnTo>
                    <a:pt x="2881241" y="1325528"/>
                  </a:lnTo>
                  <a:lnTo>
                    <a:pt x="2881901" y="1325528"/>
                  </a:lnTo>
                  <a:lnTo>
                    <a:pt x="2882562" y="1325528"/>
                  </a:lnTo>
                  <a:lnTo>
                    <a:pt x="2883222" y="1343431"/>
                  </a:lnTo>
                  <a:lnTo>
                    <a:pt x="2883883" y="1383432"/>
                  </a:lnTo>
                  <a:lnTo>
                    <a:pt x="2884543" y="1430742"/>
                  </a:lnTo>
                  <a:lnTo>
                    <a:pt x="2885204" y="1430742"/>
                  </a:lnTo>
                  <a:lnTo>
                    <a:pt x="2885864" y="1430742"/>
                  </a:lnTo>
                  <a:lnTo>
                    <a:pt x="2886525" y="1430742"/>
                  </a:lnTo>
                  <a:lnTo>
                    <a:pt x="2887185" y="1430742"/>
                  </a:lnTo>
                  <a:lnTo>
                    <a:pt x="2887846" y="1430742"/>
                  </a:lnTo>
                  <a:lnTo>
                    <a:pt x="2888506" y="1430742"/>
                  </a:lnTo>
                  <a:lnTo>
                    <a:pt x="2889167" y="1430742"/>
                  </a:lnTo>
                  <a:lnTo>
                    <a:pt x="2889827" y="1430742"/>
                  </a:lnTo>
                  <a:lnTo>
                    <a:pt x="2890488" y="1430742"/>
                  </a:lnTo>
                  <a:lnTo>
                    <a:pt x="2891149" y="1430742"/>
                  </a:lnTo>
                  <a:lnTo>
                    <a:pt x="2891809" y="1430742"/>
                  </a:lnTo>
                  <a:lnTo>
                    <a:pt x="2892470" y="1430742"/>
                  </a:lnTo>
                  <a:lnTo>
                    <a:pt x="2893130" y="1362662"/>
                  </a:lnTo>
                  <a:lnTo>
                    <a:pt x="2893791" y="1278218"/>
                  </a:lnTo>
                  <a:lnTo>
                    <a:pt x="2894451" y="1226146"/>
                  </a:lnTo>
                  <a:lnTo>
                    <a:pt x="2895112" y="1204109"/>
                  </a:lnTo>
                  <a:lnTo>
                    <a:pt x="2895772" y="1204109"/>
                  </a:lnTo>
                  <a:lnTo>
                    <a:pt x="2896433" y="1238836"/>
                  </a:lnTo>
                  <a:lnTo>
                    <a:pt x="2897093" y="1293814"/>
                  </a:lnTo>
                  <a:lnTo>
                    <a:pt x="2897754" y="1326395"/>
                  </a:lnTo>
                  <a:lnTo>
                    <a:pt x="2898414" y="1343431"/>
                  </a:lnTo>
                  <a:lnTo>
                    <a:pt x="2899075" y="1343431"/>
                  </a:lnTo>
                  <a:lnTo>
                    <a:pt x="2899735" y="1343431"/>
                  </a:lnTo>
                  <a:lnTo>
                    <a:pt x="2900396" y="1362662"/>
                  </a:lnTo>
                  <a:lnTo>
                    <a:pt x="2901057" y="1406010"/>
                  </a:lnTo>
                  <a:lnTo>
                    <a:pt x="2901717" y="1430742"/>
                  </a:lnTo>
                  <a:lnTo>
                    <a:pt x="2902378" y="1430742"/>
                  </a:lnTo>
                  <a:lnTo>
                    <a:pt x="2903038" y="1420565"/>
                  </a:lnTo>
                  <a:lnTo>
                    <a:pt x="2903699" y="1396742"/>
                  </a:lnTo>
                  <a:lnTo>
                    <a:pt x="2904359" y="1374923"/>
                  </a:lnTo>
                  <a:lnTo>
                    <a:pt x="2905020" y="1336121"/>
                  </a:lnTo>
                  <a:lnTo>
                    <a:pt x="2905680" y="1287015"/>
                  </a:lnTo>
                  <a:lnTo>
                    <a:pt x="2906341" y="1278218"/>
                  </a:lnTo>
                  <a:lnTo>
                    <a:pt x="2907001" y="1293050"/>
                  </a:lnTo>
                  <a:lnTo>
                    <a:pt x="2907662" y="1308781"/>
                  </a:lnTo>
                  <a:lnTo>
                    <a:pt x="2908322" y="1325528"/>
                  </a:lnTo>
                  <a:lnTo>
                    <a:pt x="2908983" y="1343431"/>
                  </a:lnTo>
                  <a:lnTo>
                    <a:pt x="2909643" y="1338839"/>
                  </a:lnTo>
                  <a:lnTo>
                    <a:pt x="2910304" y="1338839"/>
                  </a:lnTo>
                  <a:lnTo>
                    <a:pt x="2910964" y="1338839"/>
                  </a:lnTo>
                  <a:lnTo>
                    <a:pt x="2911625" y="1357719"/>
                  </a:lnTo>
                  <a:lnTo>
                    <a:pt x="2912286" y="1400179"/>
                  </a:lnTo>
                  <a:lnTo>
                    <a:pt x="2912946" y="1430742"/>
                  </a:lnTo>
                  <a:lnTo>
                    <a:pt x="2913607" y="1430742"/>
                  </a:lnTo>
                  <a:lnTo>
                    <a:pt x="2914267" y="1430742"/>
                  </a:lnTo>
                  <a:lnTo>
                    <a:pt x="2914928" y="1406010"/>
                  </a:lnTo>
                  <a:lnTo>
                    <a:pt x="2915588" y="1362662"/>
                  </a:lnTo>
                  <a:lnTo>
                    <a:pt x="2916249" y="1334326"/>
                  </a:lnTo>
                  <a:lnTo>
                    <a:pt x="2916909" y="1322091"/>
                  </a:lnTo>
                  <a:lnTo>
                    <a:pt x="2917570" y="1322091"/>
                  </a:lnTo>
                  <a:lnTo>
                    <a:pt x="2918230" y="1339751"/>
                  </a:lnTo>
                  <a:lnTo>
                    <a:pt x="2918891" y="1379143"/>
                  </a:lnTo>
                  <a:lnTo>
                    <a:pt x="2919551" y="1413186"/>
                  </a:lnTo>
                  <a:lnTo>
                    <a:pt x="2920212" y="1406010"/>
                  </a:lnTo>
                  <a:lnTo>
                    <a:pt x="2920872" y="1383432"/>
                  </a:lnTo>
                  <a:lnTo>
                    <a:pt x="2921533" y="1325528"/>
                  </a:lnTo>
                  <a:lnTo>
                    <a:pt x="2922194" y="1214611"/>
                  </a:lnTo>
                  <a:lnTo>
                    <a:pt x="2922854" y="1128917"/>
                  </a:lnTo>
                  <a:lnTo>
                    <a:pt x="2923515" y="1098354"/>
                  </a:lnTo>
                  <a:lnTo>
                    <a:pt x="2924175" y="1098354"/>
                  </a:lnTo>
                  <a:lnTo>
                    <a:pt x="2924836" y="1113186"/>
                  </a:lnTo>
                  <a:lnTo>
                    <a:pt x="2925496" y="1173004"/>
                  </a:lnTo>
                  <a:lnTo>
                    <a:pt x="2926157" y="1250878"/>
                  </a:lnTo>
                  <a:lnTo>
                    <a:pt x="2926817" y="1264188"/>
                  </a:lnTo>
                  <a:lnTo>
                    <a:pt x="2927478" y="1214611"/>
                  </a:lnTo>
                  <a:lnTo>
                    <a:pt x="2928138" y="1203568"/>
                  </a:lnTo>
                  <a:lnTo>
                    <a:pt x="2928799" y="1192975"/>
                  </a:lnTo>
                  <a:lnTo>
                    <a:pt x="2929459" y="1192975"/>
                  </a:lnTo>
                  <a:lnTo>
                    <a:pt x="2930120" y="1238218"/>
                  </a:lnTo>
                  <a:lnTo>
                    <a:pt x="2930780" y="1308781"/>
                  </a:lnTo>
                  <a:lnTo>
                    <a:pt x="2931441" y="1343431"/>
                  </a:lnTo>
                  <a:lnTo>
                    <a:pt x="2932102" y="1362662"/>
                  </a:lnTo>
                  <a:lnTo>
                    <a:pt x="2932762" y="1383432"/>
                  </a:lnTo>
                  <a:lnTo>
                    <a:pt x="2933423" y="1343431"/>
                  </a:lnTo>
                  <a:lnTo>
                    <a:pt x="2934083" y="1308781"/>
                  </a:lnTo>
                  <a:lnTo>
                    <a:pt x="2934744" y="1293050"/>
                  </a:lnTo>
                  <a:lnTo>
                    <a:pt x="2935404" y="1308781"/>
                  </a:lnTo>
                  <a:lnTo>
                    <a:pt x="2936065" y="1264188"/>
                  </a:lnTo>
                  <a:lnTo>
                    <a:pt x="2936725" y="1200879"/>
                  </a:lnTo>
                  <a:lnTo>
                    <a:pt x="2937386" y="1152234"/>
                  </a:lnTo>
                  <a:lnTo>
                    <a:pt x="2938046" y="1118974"/>
                  </a:lnTo>
                  <a:lnTo>
                    <a:pt x="2938707" y="1075926"/>
                  </a:lnTo>
                  <a:lnTo>
                    <a:pt x="2939367" y="1044812"/>
                  </a:lnTo>
                  <a:lnTo>
                    <a:pt x="2940028" y="1054673"/>
                  </a:lnTo>
                  <a:lnTo>
                    <a:pt x="2940688" y="1073950"/>
                  </a:lnTo>
                  <a:lnTo>
                    <a:pt x="2941349" y="1101618"/>
                  </a:lnTo>
                  <a:lnTo>
                    <a:pt x="2942010" y="1149586"/>
                  </a:lnTo>
                  <a:lnTo>
                    <a:pt x="2942670" y="1243838"/>
                  </a:lnTo>
                  <a:lnTo>
                    <a:pt x="2943331" y="1326395"/>
                  </a:lnTo>
                  <a:lnTo>
                    <a:pt x="2943991" y="1406010"/>
                  </a:lnTo>
                  <a:lnTo>
                    <a:pt x="2944652" y="1362662"/>
                  </a:lnTo>
                  <a:lnTo>
                    <a:pt x="2945312" y="1278218"/>
                  </a:lnTo>
                  <a:lnTo>
                    <a:pt x="2945973" y="1220892"/>
                  </a:lnTo>
                  <a:lnTo>
                    <a:pt x="2946633" y="1165427"/>
                  </a:lnTo>
                  <a:lnTo>
                    <a:pt x="2947294" y="1130544"/>
                  </a:lnTo>
                  <a:lnTo>
                    <a:pt x="2947954" y="1138835"/>
                  </a:lnTo>
                  <a:lnTo>
                    <a:pt x="2948615" y="1184801"/>
                  </a:lnTo>
                  <a:lnTo>
                    <a:pt x="2949275" y="1233928"/>
                  </a:lnTo>
                  <a:lnTo>
                    <a:pt x="2949936" y="1278218"/>
                  </a:lnTo>
                  <a:lnTo>
                    <a:pt x="2950596" y="1293050"/>
                  </a:lnTo>
                  <a:lnTo>
                    <a:pt x="2951257" y="1243838"/>
                  </a:lnTo>
                  <a:lnTo>
                    <a:pt x="2951917" y="1197688"/>
                  </a:lnTo>
                  <a:lnTo>
                    <a:pt x="2952578" y="1187328"/>
                  </a:lnTo>
                  <a:lnTo>
                    <a:pt x="2953239" y="1158520"/>
                  </a:lnTo>
                  <a:lnTo>
                    <a:pt x="2953899" y="1121326"/>
                  </a:lnTo>
                  <a:lnTo>
                    <a:pt x="2954560" y="1095487"/>
                  </a:lnTo>
                  <a:lnTo>
                    <a:pt x="2955220" y="1074936"/>
                  </a:lnTo>
                  <a:lnTo>
                    <a:pt x="2955881" y="1046577"/>
                  </a:lnTo>
                  <a:lnTo>
                    <a:pt x="2956541" y="1046577"/>
                  </a:lnTo>
                  <a:lnTo>
                    <a:pt x="2957202" y="1031663"/>
                  </a:lnTo>
                  <a:lnTo>
                    <a:pt x="2957862" y="985563"/>
                  </a:lnTo>
                  <a:lnTo>
                    <a:pt x="2958523" y="934086"/>
                  </a:lnTo>
                  <a:lnTo>
                    <a:pt x="2959183" y="887127"/>
                  </a:lnTo>
                  <a:lnTo>
                    <a:pt x="2959844" y="858004"/>
                  </a:lnTo>
                  <a:lnTo>
                    <a:pt x="2960504" y="852357"/>
                  </a:lnTo>
                  <a:lnTo>
                    <a:pt x="2961165" y="878953"/>
                  </a:lnTo>
                  <a:lnTo>
                    <a:pt x="2961825" y="920661"/>
                  </a:lnTo>
                  <a:lnTo>
                    <a:pt x="2962486" y="979566"/>
                  </a:lnTo>
                  <a:lnTo>
                    <a:pt x="2963147" y="1039013"/>
                  </a:lnTo>
                  <a:lnTo>
                    <a:pt x="2963807" y="1075926"/>
                  </a:lnTo>
                  <a:lnTo>
                    <a:pt x="2964468" y="1111285"/>
                  </a:lnTo>
                  <a:lnTo>
                    <a:pt x="2965128" y="1150026"/>
                  </a:lnTo>
                  <a:lnTo>
                    <a:pt x="2965789" y="1182797"/>
                  </a:lnTo>
                  <a:lnTo>
                    <a:pt x="2966449" y="1214048"/>
                  </a:lnTo>
                  <a:lnTo>
                    <a:pt x="2967110" y="1292288"/>
                  </a:lnTo>
                  <a:lnTo>
                    <a:pt x="2967770" y="1361665"/>
                  </a:lnTo>
                  <a:lnTo>
                    <a:pt x="2968431" y="1400179"/>
                  </a:lnTo>
                  <a:lnTo>
                    <a:pt x="2969091" y="1317858"/>
                  </a:lnTo>
                  <a:lnTo>
                    <a:pt x="2969752" y="1188856"/>
                  </a:lnTo>
                  <a:lnTo>
                    <a:pt x="2970412" y="1125694"/>
                  </a:lnTo>
                  <a:lnTo>
                    <a:pt x="2971073" y="1071014"/>
                  </a:lnTo>
                  <a:lnTo>
                    <a:pt x="2971733" y="1026148"/>
                  </a:lnTo>
                  <a:lnTo>
                    <a:pt x="2972394" y="1010529"/>
                  </a:lnTo>
                  <a:lnTo>
                    <a:pt x="2973055" y="1036729"/>
                  </a:lnTo>
                  <a:lnTo>
                    <a:pt x="2973715" y="1060525"/>
                  </a:lnTo>
                  <a:lnTo>
                    <a:pt x="2974376" y="1083983"/>
                  </a:lnTo>
                  <a:lnTo>
                    <a:pt x="2975036" y="1110906"/>
                  </a:lnTo>
                  <a:lnTo>
                    <a:pt x="2975697" y="1115871"/>
                  </a:lnTo>
                  <a:lnTo>
                    <a:pt x="2976357" y="1071989"/>
                  </a:lnTo>
                  <a:lnTo>
                    <a:pt x="2977018" y="1008736"/>
                  </a:lnTo>
                  <a:lnTo>
                    <a:pt x="2977678" y="984864"/>
                  </a:lnTo>
                  <a:lnTo>
                    <a:pt x="2978339" y="958340"/>
                  </a:lnTo>
                  <a:lnTo>
                    <a:pt x="2978999" y="936586"/>
                  </a:lnTo>
                  <a:lnTo>
                    <a:pt x="2979660" y="929345"/>
                  </a:lnTo>
                  <a:lnTo>
                    <a:pt x="2980320" y="914201"/>
                  </a:lnTo>
                  <a:lnTo>
                    <a:pt x="2980981" y="862613"/>
                  </a:lnTo>
                  <a:lnTo>
                    <a:pt x="2981641" y="818616"/>
                  </a:lnTo>
                  <a:lnTo>
                    <a:pt x="2982302" y="791841"/>
                  </a:lnTo>
                  <a:lnTo>
                    <a:pt x="2982962" y="773173"/>
                  </a:lnTo>
                  <a:lnTo>
                    <a:pt x="2983623" y="770612"/>
                  </a:lnTo>
                  <a:lnTo>
                    <a:pt x="2984284" y="785180"/>
                  </a:lnTo>
                  <a:lnTo>
                    <a:pt x="2984944" y="788435"/>
                  </a:lnTo>
                  <a:lnTo>
                    <a:pt x="2985605" y="747702"/>
                  </a:lnTo>
                  <a:lnTo>
                    <a:pt x="2986265" y="690117"/>
                  </a:lnTo>
                  <a:lnTo>
                    <a:pt x="2986926" y="634073"/>
                  </a:lnTo>
                  <a:lnTo>
                    <a:pt x="2987586" y="590035"/>
                  </a:lnTo>
                  <a:lnTo>
                    <a:pt x="2988247" y="562528"/>
                  </a:lnTo>
                  <a:lnTo>
                    <a:pt x="2988907" y="567512"/>
                  </a:lnTo>
                  <a:lnTo>
                    <a:pt x="2989568" y="583165"/>
                  </a:lnTo>
                  <a:lnTo>
                    <a:pt x="2990228" y="586954"/>
                  </a:lnTo>
                  <a:lnTo>
                    <a:pt x="2990889" y="564869"/>
                  </a:lnTo>
                  <a:lnTo>
                    <a:pt x="2991549" y="513335"/>
                  </a:lnTo>
                  <a:lnTo>
                    <a:pt x="2992210" y="450829"/>
                  </a:lnTo>
                  <a:lnTo>
                    <a:pt x="2992870" y="406613"/>
                  </a:lnTo>
                  <a:lnTo>
                    <a:pt x="2993531" y="376364"/>
                  </a:lnTo>
                  <a:lnTo>
                    <a:pt x="2994192" y="356180"/>
                  </a:lnTo>
                  <a:lnTo>
                    <a:pt x="2994852" y="320562"/>
                  </a:lnTo>
                  <a:lnTo>
                    <a:pt x="2995513" y="261753"/>
                  </a:lnTo>
                  <a:lnTo>
                    <a:pt x="2996173" y="197226"/>
                  </a:lnTo>
                  <a:lnTo>
                    <a:pt x="2996834" y="144942"/>
                  </a:lnTo>
                  <a:lnTo>
                    <a:pt x="2997494" y="100898"/>
                  </a:lnTo>
                  <a:lnTo>
                    <a:pt x="2998155" y="72226"/>
                  </a:lnTo>
                  <a:lnTo>
                    <a:pt x="2998815" y="60422"/>
                  </a:lnTo>
                  <a:lnTo>
                    <a:pt x="2999476" y="60144"/>
                  </a:lnTo>
                  <a:lnTo>
                    <a:pt x="3000136" y="61222"/>
                  </a:lnTo>
                  <a:lnTo>
                    <a:pt x="3000797" y="70024"/>
                  </a:lnTo>
                  <a:lnTo>
                    <a:pt x="3001457" y="86746"/>
                  </a:lnTo>
                  <a:lnTo>
                    <a:pt x="3002118" y="111409"/>
                  </a:lnTo>
                  <a:lnTo>
                    <a:pt x="3002778" y="135347"/>
                  </a:lnTo>
                  <a:lnTo>
                    <a:pt x="3003439" y="152625"/>
                  </a:lnTo>
                  <a:lnTo>
                    <a:pt x="3004100" y="152701"/>
                  </a:lnTo>
                  <a:lnTo>
                    <a:pt x="3004760" y="132778"/>
                  </a:lnTo>
                  <a:lnTo>
                    <a:pt x="3005421" y="104190"/>
                  </a:lnTo>
                  <a:lnTo>
                    <a:pt x="3006081" y="73202"/>
                  </a:lnTo>
                  <a:lnTo>
                    <a:pt x="3006742" y="48248"/>
                  </a:lnTo>
                  <a:lnTo>
                    <a:pt x="3007402" y="34777"/>
                  </a:lnTo>
                  <a:lnTo>
                    <a:pt x="3008063" y="30619"/>
                  </a:lnTo>
                  <a:lnTo>
                    <a:pt x="3008723" y="25814"/>
                  </a:lnTo>
                  <a:lnTo>
                    <a:pt x="3009384" y="13747"/>
                  </a:lnTo>
                  <a:lnTo>
                    <a:pt x="3010044" y="6503"/>
                  </a:lnTo>
                  <a:lnTo>
                    <a:pt x="3010705" y="0"/>
                  </a:lnTo>
                  <a:lnTo>
                    <a:pt x="3011365" y="3374"/>
                  </a:lnTo>
                  <a:lnTo>
                    <a:pt x="3012026" y="19186"/>
                  </a:lnTo>
                  <a:lnTo>
                    <a:pt x="3012686" y="62257"/>
                  </a:lnTo>
                  <a:lnTo>
                    <a:pt x="3013347" y="119604"/>
                  </a:lnTo>
                  <a:lnTo>
                    <a:pt x="3014008" y="187103"/>
                  </a:lnTo>
                  <a:lnTo>
                    <a:pt x="3014668" y="232207"/>
                  </a:lnTo>
                  <a:lnTo>
                    <a:pt x="3015329" y="233850"/>
                  </a:lnTo>
                  <a:lnTo>
                    <a:pt x="3015989" y="203051"/>
                  </a:lnTo>
                  <a:lnTo>
                    <a:pt x="3016650" y="168300"/>
                  </a:lnTo>
                  <a:lnTo>
                    <a:pt x="3017310" y="144120"/>
                  </a:lnTo>
                  <a:lnTo>
                    <a:pt x="3017971" y="134599"/>
                  </a:lnTo>
                  <a:lnTo>
                    <a:pt x="3018631" y="148292"/>
                  </a:lnTo>
                  <a:lnTo>
                    <a:pt x="3019292" y="161282"/>
                  </a:lnTo>
                  <a:lnTo>
                    <a:pt x="3019952" y="167700"/>
                  </a:lnTo>
                  <a:lnTo>
                    <a:pt x="3020613" y="152578"/>
                  </a:lnTo>
                  <a:lnTo>
                    <a:pt x="3021273" y="140087"/>
                  </a:lnTo>
                  <a:lnTo>
                    <a:pt x="3021934" y="120634"/>
                  </a:lnTo>
                  <a:lnTo>
                    <a:pt x="3022594" y="110767"/>
                  </a:lnTo>
                  <a:lnTo>
                    <a:pt x="3023255" y="111409"/>
                  </a:lnTo>
                  <a:lnTo>
                    <a:pt x="3023915" y="129941"/>
                  </a:lnTo>
                  <a:lnTo>
                    <a:pt x="3024576" y="154099"/>
                  </a:lnTo>
                  <a:lnTo>
                    <a:pt x="3025237" y="189752"/>
                  </a:lnTo>
                  <a:lnTo>
                    <a:pt x="3025897" y="223226"/>
                  </a:lnTo>
                  <a:lnTo>
                    <a:pt x="3026558" y="240094"/>
                  </a:lnTo>
                  <a:lnTo>
                    <a:pt x="3027218" y="227866"/>
                  </a:lnTo>
                  <a:lnTo>
                    <a:pt x="3027879" y="201364"/>
                  </a:lnTo>
                  <a:lnTo>
                    <a:pt x="3028539" y="160291"/>
                  </a:lnTo>
                  <a:lnTo>
                    <a:pt x="3029200" y="137942"/>
                  </a:lnTo>
                  <a:lnTo>
                    <a:pt x="3029860" y="121051"/>
                  </a:lnTo>
                  <a:lnTo>
                    <a:pt x="3030521" y="115360"/>
                  </a:lnTo>
                  <a:lnTo>
                    <a:pt x="3031181" y="104128"/>
                  </a:lnTo>
                  <a:lnTo>
                    <a:pt x="3031842" y="103652"/>
                  </a:lnTo>
                  <a:lnTo>
                    <a:pt x="3032502" y="101268"/>
                  </a:lnTo>
                  <a:lnTo>
                    <a:pt x="3033163" y="105970"/>
                  </a:lnTo>
                  <a:lnTo>
                    <a:pt x="3033823" y="113871"/>
                  </a:lnTo>
                  <a:lnTo>
                    <a:pt x="3034484" y="133827"/>
                  </a:lnTo>
                  <a:lnTo>
                    <a:pt x="3035145" y="160543"/>
                  </a:lnTo>
                  <a:lnTo>
                    <a:pt x="3035805" y="179399"/>
                  </a:lnTo>
                  <a:lnTo>
                    <a:pt x="3036466" y="185698"/>
                  </a:lnTo>
                  <a:lnTo>
                    <a:pt x="3037126" y="177484"/>
                  </a:lnTo>
                  <a:lnTo>
                    <a:pt x="3037787" y="170308"/>
                  </a:lnTo>
                  <a:lnTo>
                    <a:pt x="3038447" y="160475"/>
                  </a:lnTo>
                  <a:lnTo>
                    <a:pt x="3039108" y="153276"/>
                  </a:lnTo>
                  <a:lnTo>
                    <a:pt x="3039768" y="165424"/>
                  </a:lnTo>
                  <a:lnTo>
                    <a:pt x="3040429" y="204853"/>
                  </a:lnTo>
                  <a:lnTo>
                    <a:pt x="3041089" y="254512"/>
                  </a:lnTo>
                  <a:lnTo>
                    <a:pt x="3041750" y="316351"/>
                  </a:lnTo>
                  <a:lnTo>
                    <a:pt x="3042410" y="386718"/>
                  </a:lnTo>
                  <a:lnTo>
                    <a:pt x="3043071" y="442667"/>
                  </a:lnTo>
                  <a:lnTo>
                    <a:pt x="3043731" y="448050"/>
                  </a:lnTo>
                  <a:lnTo>
                    <a:pt x="3044392" y="433055"/>
                  </a:lnTo>
                  <a:lnTo>
                    <a:pt x="3045053" y="419247"/>
                  </a:lnTo>
                  <a:lnTo>
                    <a:pt x="3045713" y="431064"/>
                  </a:lnTo>
                  <a:lnTo>
                    <a:pt x="3046374" y="447903"/>
                  </a:lnTo>
                  <a:lnTo>
                    <a:pt x="3047034" y="497955"/>
                  </a:lnTo>
                  <a:lnTo>
                    <a:pt x="3047695" y="586352"/>
                  </a:lnTo>
                  <a:lnTo>
                    <a:pt x="3048355" y="680866"/>
                  </a:lnTo>
                  <a:lnTo>
                    <a:pt x="3049016" y="740071"/>
                  </a:lnTo>
                  <a:lnTo>
                    <a:pt x="3049676" y="784965"/>
                  </a:lnTo>
                  <a:lnTo>
                    <a:pt x="3050337" y="823944"/>
                  </a:lnTo>
                  <a:lnTo>
                    <a:pt x="3050997" y="815569"/>
                  </a:lnTo>
                  <a:lnTo>
                    <a:pt x="3051658" y="804651"/>
                  </a:lnTo>
                  <a:lnTo>
                    <a:pt x="3052318" y="798678"/>
                  </a:lnTo>
                  <a:lnTo>
                    <a:pt x="3052979" y="789310"/>
                  </a:lnTo>
                  <a:lnTo>
                    <a:pt x="3053639" y="770612"/>
                  </a:lnTo>
                  <a:lnTo>
                    <a:pt x="3054300" y="759636"/>
                  </a:lnTo>
                  <a:lnTo>
                    <a:pt x="3054960" y="769189"/>
                  </a:lnTo>
                  <a:lnTo>
                    <a:pt x="3055621" y="802914"/>
                  </a:lnTo>
                  <a:lnTo>
                    <a:pt x="3056282" y="858147"/>
                  </a:lnTo>
                  <a:lnTo>
                    <a:pt x="3056942" y="929345"/>
                  </a:lnTo>
                  <a:lnTo>
                    <a:pt x="3057603" y="1050443"/>
                  </a:lnTo>
                  <a:lnTo>
                    <a:pt x="3058263" y="1203028"/>
                  </a:lnTo>
                  <a:lnTo>
                    <a:pt x="3058924" y="1307972"/>
                  </a:lnTo>
                  <a:lnTo>
                    <a:pt x="3059584" y="1324665"/>
                  </a:lnTo>
                  <a:lnTo>
                    <a:pt x="3060245" y="1250230"/>
                  </a:lnTo>
                  <a:lnTo>
                    <a:pt x="3060905" y="1192975"/>
                  </a:lnTo>
                  <a:lnTo>
                    <a:pt x="3061566" y="1150026"/>
                  </a:lnTo>
                  <a:lnTo>
                    <a:pt x="3062226" y="1168243"/>
                  </a:lnTo>
                  <a:lnTo>
                    <a:pt x="3062887" y="1187836"/>
                  </a:lnTo>
                  <a:lnTo>
                    <a:pt x="3063547" y="1244471"/>
                  </a:lnTo>
                  <a:lnTo>
                    <a:pt x="3064208" y="1285528"/>
                  </a:lnTo>
                  <a:lnTo>
                    <a:pt x="3064868" y="1343431"/>
                  </a:lnTo>
                  <a:lnTo>
                    <a:pt x="3065529" y="1325528"/>
                  </a:lnTo>
                  <a:lnTo>
                    <a:pt x="3066190" y="1293050"/>
                  </a:lnTo>
                  <a:lnTo>
                    <a:pt x="3066850" y="1293050"/>
                  </a:lnTo>
                  <a:lnTo>
                    <a:pt x="3067511" y="1325528"/>
                  </a:lnTo>
                  <a:lnTo>
                    <a:pt x="3068171" y="1343431"/>
                  </a:lnTo>
                  <a:lnTo>
                    <a:pt x="3068832" y="1362662"/>
                  </a:lnTo>
                  <a:lnTo>
                    <a:pt x="3069492" y="1406010"/>
                  </a:lnTo>
                  <a:lnTo>
                    <a:pt x="3070153" y="1406010"/>
                  </a:lnTo>
                  <a:lnTo>
                    <a:pt x="3070813" y="1362662"/>
                  </a:lnTo>
                  <a:lnTo>
                    <a:pt x="3071474" y="1325528"/>
                  </a:lnTo>
                  <a:lnTo>
                    <a:pt x="3072134" y="1289262"/>
                  </a:lnTo>
                  <a:lnTo>
                    <a:pt x="3072795" y="1266245"/>
                  </a:lnTo>
                  <a:lnTo>
                    <a:pt x="3073455" y="1266245"/>
                  </a:lnTo>
                  <a:lnTo>
                    <a:pt x="3074116" y="1240078"/>
                  </a:lnTo>
                  <a:lnTo>
                    <a:pt x="3074776" y="1205195"/>
                  </a:lnTo>
                  <a:lnTo>
                    <a:pt x="3075437" y="1178836"/>
                  </a:lnTo>
                  <a:lnTo>
                    <a:pt x="3076098" y="1103449"/>
                  </a:lnTo>
                  <a:lnTo>
                    <a:pt x="3076758" y="1033060"/>
                  </a:lnTo>
                  <a:lnTo>
                    <a:pt x="3077419" y="1027516"/>
                  </a:lnTo>
                  <a:lnTo>
                    <a:pt x="3078079" y="1049248"/>
                  </a:lnTo>
                  <a:lnTo>
                    <a:pt x="3078740" y="1072967"/>
                  </a:lnTo>
                  <a:lnTo>
                    <a:pt x="3079400" y="1115486"/>
                  </a:lnTo>
                  <a:lnTo>
                    <a:pt x="3080061" y="1139679"/>
                  </a:lnTo>
                  <a:lnTo>
                    <a:pt x="3080721" y="1093357"/>
                  </a:lnTo>
                  <a:lnTo>
                    <a:pt x="3081382" y="1053154"/>
                  </a:lnTo>
                  <a:lnTo>
                    <a:pt x="3082042" y="1019149"/>
                  </a:lnTo>
                  <a:lnTo>
                    <a:pt x="3082703" y="1031106"/>
                  </a:lnTo>
                  <a:lnTo>
                    <a:pt x="3083363" y="1061774"/>
                  </a:lnTo>
                  <a:lnTo>
                    <a:pt x="3084024" y="1095130"/>
                  </a:lnTo>
                  <a:lnTo>
                    <a:pt x="3084684" y="1071989"/>
                  </a:lnTo>
                  <a:lnTo>
                    <a:pt x="3085345" y="1030828"/>
                  </a:lnTo>
                  <a:lnTo>
                    <a:pt x="3086006" y="971484"/>
                  </a:lnTo>
                  <a:lnTo>
                    <a:pt x="3086666" y="949459"/>
                  </a:lnTo>
                  <a:lnTo>
                    <a:pt x="3087327" y="953552"/>
                  </a:lnTo>
                  <a:lnTo>
                    <a:pt x="3087987" y="992420"/>
                  </a:lnTo>
                  <a:lnTo>
                    <a:pt x="3088648" y="1069075"/>
                  </a:lnTo>
                  <a:lnTo>
                    <a:pt x="3089308" y="1173004"/>
                  </a:lnTo>
                  <a:lnTo>
                    <a:pt x="3089969" y="1241951"/>
                  </a:lnTo>
                  <a:lnTo>
                    <a:pt x="3090629" y="1268318"/>
                  </a:lnTo>
                  <a:lnTo>
                    <a:pt x="3091290" y="1240701"/>
                  </a:lnTo>
                  <a:lnTo>
                    <a:pt x="3091950" y="1195059"/>
                  </a:lnTo>
                  <a:lnTo>
                    <a:pt x="3092611" y="1156257"/>
                  </a:lnTo>
                  <a:lnTo>
                    <a:pt x="3093271" y="1144801"/>
                  </a:lnTo>
                  <a:lnTo>
                    <a:pt x="3093932" y="1128108"/>
                  </a:lnTo>
                  <a:lnTo>
                    <a:pt x="3094592" y="1126898"/>
                  </a:lnTo>
                  <a:lnTo>
                    <a:pt x="3095253" y="1126898"/>
                  </a:lnTo>
                  <a:lnTo>
                    <a:pt x="3095913" y="1135071"/>
                  </a:lnTo>
                  <a:lnTo>
                    <a:pt x="3096574" y="1143511"/>
                  </a:lnTo>
                  <a:lnTo>
                    <a:pt x="3097235" y="1180314"/>
                  </a:lnTo>
                  <a:lnTo>
                    <a:pt x="3097895" y="1192975"/>
                  </a:lnTo>
                  <a:lnTo>
                    <a:pt x="3098556" y="1163567"/>
                  </a:lnTo>
                  <a:lnTo>
                    <a:pt x="3099216" y="1132592"/>
                  </a:lnTo>
                  <a:lnTo>
                    <a:pt x="3099877" y="1112424"/>
                  </a:lnTo>
                  <a:lnTo>
                    <a:pt x="3100537" y="1090544"/>
                  </a:lnTo>
                  <a:lnTo>
                    <a:pt x="3101198" y="1092651"/>
                  </a:lnTo>
                  <a:lnTo>
                    <a:pt x="3101858" y="1130544"/>
                  </a:lnTo>
                  <a:lnTo>
                    <a:pt x="3102519" y="1169188"/>
                  </a:lnTo>
                  <a:lnTo>
                    <a:pt x="3103179" y="1175904"/>
                  </a:lnTo>
                  <a:lnTo>
                    <a:pt x="3103840" y="1168715"/>
                  </a:lnTo>
                  <a:lnTo>
                    <a:pt x="3104500" y="1156708"/>
                  </a:lnTo>
                  <a:lnTo>
                    <a:pt x="3105161" y="1152678"/>
                  </a:lnTo>
                  <a:lnTo>
                    <a:pt x="3105821" y="1172524"/>
                  </a:lnTo>
                  <a:lnTo>
                    <a:pt x="3106482" y="1223798"/>
                  </a:lnTo>
                  <a:lnTo>
                    <a:pt x="3107143" y="1286270"/>
                  </a:lnTo>
                  <a:lnTo>
                    <a:pt x="3107803" y="1353831"/>
                  </a:lnTo>
                  <a:lnTo>
                    <a:pt x="3108464" y="1406010"/>
                  </a:lnTo>
                  <a:lnTo>
                    <a:pt x="3109124" y="1430742"/>
                  </a:lnTo>
                  <a:lnTo>
                    <a:pt x="3109785" y="1383432"/>
                  </a:lnTo>
                  <a:lnTo>
                    <a:pt x="3110445" y="1325528"/>
                  </a:lnTo>
                  <a:lnTo>
                    <a:pt x="3111106" y="1278218"/>
                  </a:lnTo>
                  <a:lnTo>
                    <a:pt x="3111766" y="1250878"/>
                  </a:lnTo>
                  <a:lnTo>
                    <a:pt x="3112427" y="1250878"/>
                  </a:lnTo>
                  <a:lnTo>
                    <a:pt x="3113087" y="1278218"/>
                  </a:lnTo>
                  <a:lnTo>
                    <a:pt x="3113748" y="1325528"/>
                  </a:lnTo>
                  <a:lnTo>
                    <a:pt x="3114408" y="1383432"/>
                  </a:lnTo>
                  <a:lnTo>
                    <a:pt x="3115069" y="1430742"/>
                  </a:lnTo>
                  <a:lnTo>
                    <a:pt x="3115729" y="1430742"/>
                  </a:lnTo>
                  <a:lnTo>
                    <a:pt x="3116390" y="1430742"/>
                  </a:lnTo>
                  <a:lnTo>
                    <a:pt x="3117051" y="1430742"/>
                  </a:lnTo>
                  <a:lnTo>
                    <a:pt x="3117711" y="1430742"/>
                  </a:lnTo>
                  <a:lnTo>
                    <a:pt x="3118372" y="1430742"/>
                  </a:lnTo>
                  <a:lnTo>
                    <a:pt x="3119032" y="1430742"/>
                  </a:lnTo>
                  <a:lnTo>
                    <a:pt x="3119693" y="1430742"/>
                  </a:lnTo>
                  <a:lnTo>
                    <a:pt x="3120353" y="1362662"/>
                  </a:lnTo>
                  <a:lnTo>
                    <a:pt x="3121014" y="1273221"/>
                  </a:lnTo>
                  <a:lnTo>
                    <a:pt x="3121674" y="1233928"/>
                  </a:lnTo>
                  <a:lnTo>
                    <a:pt x="3122335" y="1210692"/>
                  </a:lnTo>
                  <a:lnTo>
                    <a:pt x="3122995" y="1199811"/>
                  </a:lnTo>
                  <a:lnTo>
                    <a:pt x="3123656" y="1210692"/>
                  </a:lnTo>
                  <a:lnTo>
                    <a:pt x="3124316" y="1264188"/>
                  </a:lnTo>
                  <a:lnTo>
                    <a:pt x="3124977" y="1296894"/>
                  </a:lnTo>
                  <a:lnTo>
                    <a:pt x="3125637" y="1312868"/>
                  </a:lnTo>
                  <a:lnTo>
                    <a:pt x="3126298" y="1254142"/>
                  </a:lnTo>
                  <a:lnTo>
                    <a:pt x="3126958" y="1196633"/>
                  </a:lnTo>
                  <a:lnTo>
                    <a:pt x="3127619" y="1148709"/>
                  </a:lnTo>
                  <a:lnTo>
                    <a:pt x="3128280" y="1129729"/>
                  </a:lnTo>
                  <a:lnTo>
                    <a:pt x="3128940" y="1137994"/>
                  </a:lnTo>
                  <a:lnTo>
                    <a:pt x="3129601" y="1155358"/>
                  </a:lnTo>
                  <a:lnTo>
                    <a:pt x="3130261" y="1179328"/>
                  </a:lnTo>
                  <a:lnTo>
                    <a:pt x="3130922" y="1189367"/>
                  </a:lnTo>
                  <a:lnTo>
                    <a:pt x="3131582" y="1142654"/>
                  </a:lnTo>
                  <a:lnTo>
                    <a:pt x="3132243" y="1103082"/>
                  </a:lnTo>
                  <a:lnTo>
                    <a:pt x="3132903" y="1109398"/>
                  </a:lnTo>
                  <a:lnTo>
                    <a:pt x="3133564" y="1135903"/>
                  </a:lnTo>
                  <a:lnTo>
                    <a:pt x="3134224" y="1171567"/>
                  </a:lnTo>
                  <a:lnTo>
                    <a:pt x="3134885" y="1248939"/>
                  </a:lnTo>
                  <a:lnTo>
                    <a:pt x="3135545" y="1306360"/>
                  </a:lnTo>
                  <a:lnTo>
                    <a:pt x="3136206" y="1308781"/>
                  </a:lnTo>
                  <a:lnTo>
                    <a:pt x="3136866" y="1278218"/>
                  </a:lnTo>
                  <a:lnTo>
                    <a:pt x="3137527" y="1250878"/>
                  </a:lnTo>
                  <a:lnTo>
                    <a:pt x="3138188" y="1226146"/>
                  </a:lnTo>
                  <a:lnTo>
                    <a:pt x="3138848" y="1182797"/>
                  </a:lnTo>
                  <a:lnTo>
                    <a:pt x="3139509" y="1172045"/>
                  </a:lnTo>
                  <a:lnTo>
                    <a:pt x="3140169" y="1172045"/>
                  </a:lnTo>
                  <a:lnTo>
                    <a:pt x="3140830" y="1172045"/>
                  </a:lnTo>
                  <a:lnTo>
                    <a:pt x="3141490" y="1154909"/>
                  </a:lnTo>
                  <a:lnTo>
                    <a:pt x="3142151" y="1154909"/>
                  </a:lnTo>
                  <a:lnTo>
                    <a:pt x="3142811" y="1155807"/>
                  </a:lnTo>
                  <a:lnTo>
                    <a:pt x="3143472" y="1153123"/>
                  </a:lnTo>
                  <a:lnTo>
                    <a:pt x="3144132" y="1153123"/>
                  </a:lnTo>
                  <a:lnTo>
                    <a:pt x="3144793" y="1179820"/>
                  </a:lnTo>
                  <a:lnTo>
                    <a:pt x="3145453" y="1222632"/>
                  </a:lnTo>
                  <a:lnTo>
                    <a:pt x="3146114" y="1247015"/>
                  </a:lnTo>
                  <a:lnTo>
                    <a:pt x="3146774" y="1264188"/>
                  </a:lnTo>
                  <a:lnTo>
                    <a:pt x="3147435" y="1250878"/>
                  </a:lnTo>
                  <a:lnTo>
                    <a:pt x="3148096" y="1250878"/>
                  </a:lnTo>
                  <a:lnTo>
                    <a:pt x="3148756" y="1238218"/>
                  </a:lnTo>
                  <a:lnTo>
                    <a:pt x="3149417" y="1238218"/>
                  </a:lnTo>
                  <a:lnTo>
                    <a:pt x="3150077" y="1214611"/>
                  </a:lnTo>
                  <a:lnTo>
                    <a:pt x="3150738" y="1182797"/>
                  </a:lnTo>
                  <a:lnTo>
                    <a:pt x="3151398" y="1137156"/>
                  </a:lnTo>
                  <a:lnTo>
                    <a:pt x="3152059" y="1120932"/>
                  </a:lnTo>
                  <a:lnTo>
                    <a:pt x="3152719" y="1120932"/>
                  </a:lnTo>
                  <a:lnTo>
                    <a:pt x="3153380" y="1145664"/>
                  </a:lnTo>
                  <a:lnTo>
                    <a:pt x="3154040" y="1214611"/>
                  </a:lnTo>
                  <a:lnTo>
                    <a:pt x="3154701" y="1308781"/>
                  </a:lnTo>
                  <a:lnTo>
                    <a:pt x="3155361" y="1383432"/>
                  </a:lnTo>
                  <a:lnTo>
                    <a:pt x="3156022" y="1383432"/>
                  </a:lnTo>
                  <a:lnTo>
                    <a:pt x="3156682" y="1362662"/>
                  </a:lnTo>
                  <a:lnTo>
                    <a:pt x="3157343" y="1325528"/>
                  </a:lnTo>
                  <a:lnTo>
                    <a:pt x="3158004" y="1293050"/>
                  </a:lnTo>
                  <a:lnTo>
                    <a:pt x="3158664" y="1278218"/>
                  </a:lnTo>
                  <a:lnTo>
                    <a:pt x="3159325" y="1278218"/>
                  </a:lnTo>
                  <a:lnTo>
                    <a:pt x="3159985" y="1278218"/>
                  </a:lnTo>
                  <a:lnTo>
                    <a:pt x="3160646" y="1278218"/>
                  </a:lnTo>
                  <a:lnTo>
                    <a:pt x="3161306" y="1308781"/>
                  </a:lnTo>
                  <a:lnTo>
                    <a:pt x="3161967" y="1308781"/>
                  </a:lnTo>
                  <a:lnTo>
                    <a:pt x="3162627" y="1293050"/>
                  </a:lnTo>
                  <a:lnTo>
                    <a:pt x="3163288" y="1308781"/>
                  </a:lnTo>
                  <a:lnTo>
                    <a:pt x="3163948" y="1343431"/>
                  </a:lnTo>
                  <a:lnTo>
                    <a:pt x="3164609" y="1343431"/>
                  </a:lnTo>
                  <a:lnTo>
                    <a:pt x="3165269" y="1362662"/>
                  </a:lnTo>
                  <a:lnTo>
                    <a:pt x="3165930" y="1406010"/>
                  </a:lnTo>
                  <a:lnTo>
                    <a:pt x="3166590" y="1383432"/>
                  </a:lnTo>
                  <a:lnTo>
                    <a:pt x="3167251" y="1308781"/>
                  </a:lnTo>
                  <a:lnTo>
                    <a:pt x="3167911" y="1256783"/>
                  </a:lnTo>
                  <a:lnTo>
                    <a:pt x="3168572" y="1256783"/>
                  </a:lnTo>
                  <a:lnTo>
                    <a:pt x="3169233" y="1256783"/>
                  </a:lnTo>
                  <a:lnTo>
                    <a:pt x="3169893" y="1284788"/>
                  </a:lnTo>
                  <a:lnTo>
                    <a:pt x="3170554" y="1316184"/>
                  </a:lnTo>
                  <a:lnTo>
                    <a:pt x="3171214" y="1325528"/>
                  </a:lnTo>
                  <a:lnTo>
                    <a:pt x="3171875" y="1293050"/>
                  </a:lnTo>
                  <a:lnTo>
                    <a:pt x="3172535" y="1278218"/>
                  </a:lnTo>
                  <a:lnTo>
                    <a:pt x="3173196" y="1278218"/>
                  </a:lnTo>
                  <a:lnTo>
                    <a:pt x="3173856" y="1308781"/>
                  </a:lnTo>
                  <a:lnTo>
                    <a:pt x="3174517" y="1362662"/>
                  </a:lnTo>
                  <a:lnTo>
                    <a:pt x="3175177" y="1406010"/>
                  </a:lnTo>
                  <a:lnTo>
                    <a:pt x="3175838" y="1430742"/>
                  </a:lnTo>
                  <a:lnTo>
                    <a:pt x="3176498" y="1423072"/>
                  </a:lnTo>
                  <a:lnTo>
                    <a:pt x="3177159" y="1372839"/>
                  </a:lnTo>
                  <a:lnTo>
                    <a:pt x="3177819" y="1300797"/>
                  </a:lnTo>
                  <a:lnTo>
                    <a:pt x="3178480" y="1271108"/>
                  </a:lnTo>
                  <a:lnTo>
                    <a:pt x="3179141" y="1257448"/>
                  </a:lnTo>
                  <a:lnTo>
                    <a:pt x="3179801" y="1261471"/>
                  </a:lnTo>
                  <a:lnTo>
                    <a:pt x="3180462" y="1293050"/>
                  </a:lnTo>
                  <a:lnTo>
                    <a:pt x="3181122" y="1362662"/>
                  </a:lnTo>
                  <a:lnTo>
                    <a:pt x="3181783" y="1406010"/>
                  </a:lnTo>
                  <a:lnTo>
                    <a:pt x="3182443" y="1430742"/>
                  </a:lnTo>
                  <a:lnTo>
                    <a:pt x="3183104" y="1430742"/>
                  </a:lnTo>
                  <a:lnTo>
                    <a:pt x="3183764" y="1406010"/>
                  </a:lnTo>
                  <a:lnTo>
                    <a:pt x="3184425" y="1383432"/>
                  </a:lnTo>
                  <a:lnTo>
                    <a:pt x="3185085" y="1343431"/>
                  </a:lnTo>
                  <a:lnTo>
                    <a:pt x="3185746" y="1325528"/>
                  </a:lnTo>
                  <a:lnTo>
                    <a:pt x="3186406" y="1308781"/>
                  </a:lnTo>
                  <a:lnTo>
                    <a:pt x="3187067" y="1325528"/>
                  </a:lnTo>
                  <a:lnTo>
                    <a:pt x="3187727" y="1343431"/>
                  </a:lnTo>
                  <a:lnTo>
                    <a:pt x="3188388" y="1383432"/>
                  </a:lnTo>
                  <a:lnTo>
                    <a:pt x="3189049" y="1406010"/>
                  </a:lnTo>
                  <a:lnTo>
                    <a:pt x="3189709" y="1430742"/>
                  </a:lnTo>
                  <a:lnTo>
                    <a:pt x="3190370" y="1430742"/>
                  </a:lnTo>
                  <a:lnTo>
                    <a:pt x="3191030" y="1430742"/>
                  </a:lnTo>
                  <a:lnTo>
                    <a:pt x="3191691" y="1406010"/>
                  </a:lnTo>
                  <a:lnTo>
                    <a:pt x="3192351" y="1362662"/>
                  </a:lnTo>
                  <a:lnTo>
                    <a:pt x="3193012" y="1343431"/>
                  </a:lnTo>
                  <a:lnTo>
                    <a:pt x="3193672" y="1325528"/>
                  </a:lnTo>
                  <a:lnTo>
                    <a:pt x="3194333" y="1278218"/>
                  </a:lnTo>
                  <a:lnTo>
                    <a:pt x="3194993" y="1250878"/>
                  </a:lnTo>
                  <a:lnTo>
                    <a:pt x="3195654" y="1264188"/>
                  </a:lnTo>
                  <a:lnTo>
                    <a:pt x="3196314" y="1264188"/>
                  </a:lnTo>
                  <a:lnTo>
                    <a:pt x="3196975" y="1264188"/>
                  </a:lnTo>
                  <a:lnTo>
                    <a:pt x="3197635" y="1293050"/>
                  </a:lnTo>
                  <a:lnTo>
                    <a:pt x="3198296" y="1325528"/>
                  </a:lnTo>
                  <a:lnTo>
                    <a:pt x="3198956" y="1325528"/>
                  </a:lnTo>
                  <a:lnTo>
                    <a:pt x="3199617" y="1343431"/>
                  </a:lnTo>
                  <a:lnTo>
                    <a:pt x="3200278" y="1362662"/>
                  </a:lnTo>
                  <a:lnTo>
                    <a:pt x="3200938" y="1383432"/>
                  </a:lnTo>
                  <a:lnTo>
                    <a:pt x="3201599" y="1406010"/>
                  </a:lnTo>
                  <a:lnTo>
                    <a:pt x="3202259" y="1430742"/>
                  </a:lnTo>
                  <a:lnTo>
                    <a:pt x="3202920" y="1430742"/>
                  </a:lnTo>
                  <a:lnTo>
                    <a:pt x="3203580" y="1430742"/>
                  </a:lnTo>
                  <a:lnTo>
                    <a:pt x="3204241" y="1430742"/>
                  </a:lnTo>
                  <a:lnTo>
                    <a:pt x="3204901" y="1430742"/>
                  </a:lnTo>
                  <a:lnTo>
                    <a:pt x="3205562" y="1430742"/>
                  </a:lnTo>
                  <a:lnTo>
                    <a:pt x="3206222" y="1430742"/>
                  </a:lnTo>
                  <a:lnTo>
                    <a:pt x="3206883" y="1430742"/>
                  </a:lnTo>
                  <a:lnTo>
                    <a:pt x="3207543" y="1430742"/>
                  </a:lnTo>
                  <a:lnTo>
                    <a:pt x="3208204" y="1430742"/>
                  </a:lnTo>
                  <a:lnTo>
                    <a:pt x="3208864" y="1409573"/>
                  </a:lnTo>
                  <a:lnTo>
                    <a:pt x="3209525" y="1386696"/>
                  </a:lnTo>
                  <a:lnTo>
                    <a:pt x="3210186" y="1346227"/>
                  </a:lnTo>
                  <a:lnTo>
                    <a:pt x="3210846" y="1328136"/>
                  </a:lnTo>
                  <a:lnTo>
                    <a:pt x="3211507" y="1314521"/>
                  </a:lnTo>
                  <a:lnTo>
                    <a:pt x="3212167" y="1312045"/>
                  </a:lnTo>
                  <a:lnTo>
                    <a:pt x="3212828" y="1281117"/>
                  </a:lnTo>
                  <a:lnTo>
                    <a:pt x="3213488" y="1240701"/>
                  </a:lnTo>
                  <a:lnTo>
                    <a:pt x="3214149" y="1195059"/>
                  </a:lnTo>
                  <a:lnTo>
                    <a:pt x="3214809" y="1173004"/>
                  </a:lnTo>
                  <a:lnTo>
                    <a:pt x="3215470" y="1173004"/>
                  </a:lnTo>
                  <a:lnTo>
                    <a:pt x="3216130" y="1192975"/>
                  </a:lnTo>
                  <a:lnTo>
                    <a:pt x="3216791" y="1214611"/>
                  </a:lnTo>
                  <a:lnTo>
                    <a:pt x="3217451" y="1238218"/>
                  </a:lnTo>
                  <a:lnTo>
                    <a:pt x="3218112" y="1224383"/>
                  </a:lnTo>
                  <a:lnTo>
                    <a:pt x="3218772" y="1171567"/>
                  </a:lnTo>
                  <a:lnTo>
                    <a:pt x="3219433" y="1144370"/>
                  </a:lnTo>
                  <a:lnTo>
                    <a:pt x="3220094" y="1162181"/>
                  </a:lnTo>
                  <a:lnTo>
                    <a:pt x="3220754" y="1181305"/>
                  </a:lnTo>
                  <a:lnTo>
                    <a:pt x="3221415" y="1226146"/>
                  </a:lnTo>
                  <a:lnTo>
                    <a:pt x="3222075" y="1278218"/>
                  </a:lnTo>
                  <a:lnTo>
                    <a:pt x="3222736" y="1269709"/>
                  </a:lnTo>
                  <a:lnTo>
                    <a:pt x="3223396" y="1230908"/>
                  </a:lnTo>
                  <a:lnTo>
                    <a:pt x="3224057" y="1207929"/>
                  </a:lnTo>
                  <a:lnTo>
                    <a:pt x="3224717" y="1207929"/>
                  </a:lnTo>
                  <a:lnTo>
                    <a:pt x="3225378" y="1230908"/>
                  </a:lnTo>
                  <a:lnTo>
                    <a:pt x="3226038" y="1293050"/>
                  </a:lnTo>
                  <a:lnTo>
                    <a:pt x="3226699" y="1327264"/>
                  </a:lnTo>
                  <a:lnTo>
                    <a:pt x="3227359" y="1312045"/>
                  </a:lnTo>
                  <a:lnTo>
                    <a:pt x="3228020" y="1253486"/>
                  </a:lnTo>
                  <a:lnTo>
                    <a:pt x="3228680" y="1200344"/>
                  </a:lnTo>
                  <a:lnTo>
                    <a:pt x="3229341" y="1143082"/>
                  </a:lnTo>
                  <a:lnTo>
                    <a:pt x="3230002" y="1117806"/>
                  </a:lnTo>
                  <a:lnTo>
                    <a:pt x="3230662" y="1124894"/>
                  </a:lnTo>
                  <a:lnTo>
                    <a:pt x="3231323" y="1133004"/>
                  </a:lnTo>
                  <a:lnTo>
                    <a:pt x="3231983" y="1154461"/>
                  </a:lnTo>
                  <a:lnTo>
                    <a:pt x="3232644" y="1182797"/>
                  </a:lnTo>
                  <a:lnTo>
                    <a:pt x="3233304" y="1188856"/>
                  </a:lnTo>
                  <a:lnTo>
                    <a:pt x="3233965" y="1178836"/>
                  </a:lnTo>
                  <a:lnTo>
                    <a:pt x="3234625" y="1178836"/>
                  </a:lnTo>
                  <a:lnTo>
                    <a:pt x="3235286" y="1188856"/>
                  </a:lnTo>
                  <a:lnTo>
                    <a:pt x="3235946" y="1210137"/>
                  </a:lnTo>
                  <a:lnTo>
                    <a:pt x="3236607" y="1238218"/>
                  </a:lnTo>
                  <a:lnTo>
                    <a:pt x="3237267" y="1254800"/>
                  </a:lnTo>
                  <a:lnTo>
                    <a:pt x="3237928" y="1232716"/>
                  </a:lnTo>
                  <a:lnTo>
                    <a:pt x="3238588" y="1198747"/>
                  </a:lnTo>
                  <a:lnTo>
                    <a:pt x="3239249" y="1173485"/>
                  </a:lnTo>
                  <a:lnTo>
                    <a:pt x="3239909" y="1154909"/>
                  </a:lnTo>
                  <a:lnTo>
                    <a:pt x="3240570" y="1137156"/>
                  </a:lnTo>
                  <a:lnTo>
                    <a:pt x="3241231" y="1143511"/>
                  </a:lnTo>
                  <a:lnTo>
                    <a:pt x="3241891" y="1135071"/>
                  </a:lnTo>
                  <a:lnTo>
                    <a:pt x="3242552" y="1139257"/>
                  </a:lnTo>
                  <a:lnTo>
                    <a:pt x="3243212" y="1156708"/>
                  </a:lnTo>
                  <a:lnTo>
                    <a:pt x="3243873" y="1192975"/>
                  </a:lnTo>
                  <a:lnTo>
                    <a:pt x="3244533" y="1226146"/>
                  </a:lnTo>
                  <a:lnTo>
                    <a:pt x="3245194" y="1278218"/>
                  </a:lnTo>
                  <a:lnTo>
                    <a:pt x="3245854" y="1293050"/>
                  </a:lnTo>
                  <a:lnTo>
                    <a:pt x="3246515" y="1250878"/>
                  </a:lnTo>
                  <a:lnTo>
                    <a:pt x="3247175" y="1182797"/>
                  </a:lnTo>
                  <a:lnTo>
                    <a:pt x="3247836" y="1122906"/>
                  </a:lnTo>
                  <a:lnTo>
                    <a:pt x="3248496" y="1073950"/>
                  </a:lnTo>
                  <a:lnTo>
                    <a:pt x="3249157" y="1054977"/>
                  </a:lnTo>
                  <a:lnTo>
                    <a:pt x="3249817" y="1073950"/>
                  </a:lnTo>
                  <a:lnTo>
                    <a:pt x="3250478" y="1087415"/>
                  </a:lnTo>
                  <a:lnTo>
                    <a:pt x="3251139" y="1072315"/>
                  </a:lnTo>
                  <a:lnTo>
                    <a:pt x="3251799" y="1047464"/>
                  </a:lnTo>
                  <a:lnTo>
                    <a:pt x="3252460" y="1019414"/>
                  </a:lnTo>
                  <a:lnTo>
                    <a:pt x="3253120" y="998972"/>
                  </a:lnTo>
                  <a:lnTo>
                    <a:pt x="3253781" y="1019414"/>
                  </a:lnTo>
                  <a:lnTo>
                    <a:pt x="3254441" y="1065875"/>
                  </a:lnTo>
                  <a:lnTo>
                    <a:pt x="3255102" y="1120932"/>
                  </a:lnTo>
                  <a:lnTo>
                    <a:pt x="3255762" y="1173004"/>
                  </a:lnTo>
                  <a:lnTo>
                    <a:pt x="3256423" y="1192975"/>
                  </a:lnTo>
                  <a:lnTo>
                    <a:pt x="3257083" y="1173004"/>
                  </a:lnTo>
                  <a:lnTo>
                    <a:pt x="3257744" y="1182797"/>
                  </a:lnTo>
                  <a:lnTo>
                    <a:pt x="3258404" y="1226146"/>
                  </a:lnTo>
                  <a:lnTo>
                    <a:pt x="3259065" y="1278218"/>
                  </a:lnTo>
                  <a:lnTo>
                    <a:pt x="3259725" y="1343431"/>
                  </a:lnTo>
                  <a:lnTo>
                    <a:pt x="3260386" y="1406010"/>
                  </a:lnTo>
                  <a:lnTo>
                    <a:pt x="3261047" y="1430742"/>
                  </a:lnTo>
                  <a:lnTo>
                    <a:pt x="3261707" y="1430742"/>
                  </a:lnTo>
                  <a:lnTo>
                    <a:pt x="3262368" y="1406010"/>
                  </a:lnTo>
                  <a:lnTo>
                    <a:pt x="3263028" y="1362662"/>
                  </a:lnTo>
                  <a:lnTo>
                    <a:pt x="3263689" y="1327264"/>
                  </a:lnTo>
                  <a:lnTo>
                    <a:pt x="3264349" y="1294581"/>
                  </a:lnTo>
                  <a:lnTo>
                    <a:pt x="3265010" y="1265557"/>
                  </a:lnTo>
                  <a:lnTo>
                    <a:pt x="3265670" y="1265557"/>
                  </a:lnTo>
                  <a:lnTo>
                    <a:pt x="3266331" y="1279664"/>
                  </a:lnTo>
                  <a:lnTo>
                    <a:pt x="3266991" y="1250878"/>
                  </a:lnTo>
                  <a:lnTo>
                    <a:pt x="3267652" y="1163567"/>
                  </a:lnTo>
                  <a:lnTo>
                    <a:pt x="3268312" y="1112044"/>
                  </a:lnTo>
                  <a:lnTo>
                    <a:pt x="3268973" y="1090194"/>
                  </a:lnTo>
                  <a:lnTo>
                    <a:pt x="3269633" y="1090194"/>
                  </a:lnTo>
                  <a:lnTo>
                    <a:pt x="3270294" y="1104554"/>
                  </a:lnTo>
                  <a:lnTo>
                    <a:pt x="3270954" y="1162181"/>
                  </a:lnTo>
                  <a:lnTo>
                    <a:pt x="3271615" y="1223214"/>
                  </a:lnTo>
                  <a:lnTo>
                    <a:pt x="3272276" y="1235147"/>
                  </a:lnTo>
                  <a:lnTo>
                    <a:pt x="3272936" y="1166362"/>
                  </a:lnTo>
                  <a:lnTo>
                    <a:pt x="3273597" y="1107898"/>
                  </a:lnTo>
                  <a:lnTo>
                    <a:pt x="3274257" y="1079587"/>
                  </a:lnTo>
                  <a:lnTo>
                    <a:pt x="3274918" y="1088107"/>
                  </a:lnTo>
                  <a:lnTo>
                    <a:pt x="3275578" y="1095130"/>
                  </a:lnTo>
                  <a:lnTo>
                    <a:pt x="3276239" y="1137156"/>
                  </a:lnTo>
                  <a:lnTo>
                    <a:pt x="3276899" y="1192975"/>
                  </a:lnTo>
                  <a:lnTo>
                    <a:pt x="3277560" y="1264188"/>
                  </a:lnTo>
                  <a:lnTo>
                    <a:pt x="3278220" y="1250878"/>
                  </a:lnTo>
                  <a:lnTo>
                    <a:pt x="3278881" y="1264188"/>
                  </a:lnTo>
                  <a:lnTo>
                    <a:pt x="3279541" y="1293050"/>
                  </a:lnTo>
                  <a:lnTo>
                    <a:pt x="3280202" y="1343431"/>
                  </a:lnTo>
                  <a:lnTo>
                    <a:pt x="3280862" y="1362662"/>
                  </a:lnTo>
                  <a:lnTo>
                    <a:pt x="3281523" y="1383432"/>
                  </a:lnTo>
                  <a:lnTo>
                    <a:pt x="3282184" y="1308781"/>
                  </a:lnTo>
                  <a:lnTo>
                    <a:pt x="3282844" y="1214611"/>
                  </a:lnTo>
                  <a:lnTo>
                    <a:pt x="3283505" y="1175904"/>
                  </a:lnTo>
                  <a:lnTo>
                    <a:pt x="3284165" y="1131361"/>
                  </a:lnTo>
                  <a:lnTo>
                    <a:pt x="3284826" y="1100525"/>
                  </a:lnTo>
                  <a:lnTo>
                    <a:pt x="3285486" y="1086381"/>
                  </a:lnTo>
                  <a:lnTo>
                    <a:pt x="3286147" y="1079587"/>
                  </a:lnTo>
                  <a:lnTo>
                    <a:pt x="3286807" y="1058663"/>
                  </a:lnTo>
                  <a:lnTo>
                    <a:pt x="3287468" y="1046577"/>
                  </a:lnTo>
                  <a:lnTo>
                    <a:pt x="3288128" y="1040739"/>
                  </a:lnTo>
                  <a:lnTo>
                    <a:pt x="3288789" y="1058663"/>
                  </a:lnTo>
                  <a:lnTo>
                    <a:pt x="3289449" y="1082962"/>
                  </a:lnTo>
                  <a:lnTo>
                    <a:pt x="3290110" y="1103817"/>
                  </a:lnTo>
                  <a:lnTo>
                    <a:pt x="3290770" y="1135071"/>
                  </a:lnTo>
                  <a:lnTo>
                    <a:pt x="3291431" y="1190393"/>
                  </a:lnTo>
                  <a:lnTo>
                    <a:pt x="3292092" y="1235147"/>
                  </a:lnTo>
                  <a:lnTo>
                    <a:pt x="3292752" y="1293050"/>
                  </a:lnTo>
                  <a:lnTo>
                    <a:pt x="3293413" y="1343431"/>
                  </a:lnTo>
                  <a:lnTo>
                    <a:pt x="3294073" y="1362662"/>
                  </a:lnTo>
                  <a:lnTo>
                    <a:pt x="3294734" y="1325528"/>
                  </a:lnTo>
                  <a:lnTo>
                    <a:pt x="3295394" y="1308781"/>
                  </a:lnTo>
                  <a:lnTo>
                    <a:pt x="3296055" y="1308781"/>
                  </a:lnTo>
                  <a:lnTo>
                    <a:pt x="3296715" y="1325528"/>
                  </a:lnTo>
                  <a:lnTo>
                    <a:pt x="3297376" y="1362662"/>
                  </a:lnTo>
                  <a:lnTo>
                    <a:pt x="3298036" y="1406010"/>
                  </a:lnTo>
                  <a:lnTo>
                    <a:pt x="3298697" y="1430742"/>
                  </a:lnTo>
                  <a:lnTo>
                    <a:pt x="3299357" y="1430742"/>
                  </a:lnTo>
                  <a:lnTo>
                    <a:pt x="3300018" y="1430742"/>
                  </a:lnTo>
                  <a:lnTo>
                    <a:pt x="3300678" y="1430742"/>
                  </a:lnTo>
                  <a:lnTo>
                    <a:pt x="3301339" y="1430742"/>
                  </a:lnTo>
                  <a:lnTo>
                    <a:pt x="3302000" y="1430742"/>
                  </a:lnTo>
                  <a:lnTo>
                    <a:pt x="3302660" y="1430742"/>
                  </a:lnTo>
                  <a:lnTo>
                    <a:pt x="3303321" y="1430742"/>
                  </a:lnTo>
                  <a:lnTo>
                    <a:pt x="3303981" y="1430742"/>
                  </a:lnTo>
                  <a:lnTo>
                    <a:pt x="3304642" y="1430742"/>
                  </a:lnTo>
                  <a:lnTo>
                    <a:pt x="3305302" y="1430742"/>
                  </a:lnTo>
                  <a:lnTo>
                    <a:pt x="3305963" y="1430742"/>
                  </a:lnTo>
                  <a:lnTo>
                    <a:pt x="3306623" y="1430742"/>
                  </a:lnTo>
                  <a:lnTo>
                    <a:pt x="3307284" y="1430742"/>
                  </a:lnTo>
                  <a:lnTo>
                    <a:pt x="3307944" y="1430742"/>
                  </a:lnTo>
                  <a:lnTo>
                    <a:pt x="3308605" y="1406010"/>
                  </a:lnTo>
                  <a:lnTo>
                    <a:pt x="3309265" y="1362662"/>
                  </a:lnTo>
                  <a:lnTo>
                    <a:pt x="3309926" y="1293050"/>
                  </a:lnTo>
                  <a:lnTo>
                    <a:pt x="3310586" y="1264188"/>
                  </a:lnTo>
                  <a:lnTo>
                    <a:pt x="3311247" y="1254142"/>
                  </a:lnTo>
                  <a:lnTo>
                    <a:pt x="3311907" y="1217447"/>
                  </a:lnTo>
                  <a:lnTo>
                    <a:pt x="3312568" y="1185305"/>
                  </a:lnTo>
                  <a:lnTo>
                    <a:pt x="3313229" y="1193494"/>
                  </a:lnTo>
                  <a:lnTo>
                    <a:pt x="3313889" y="1204109"/>
                  </a:lnTo>
                  <a:lnTo>
                    <a:pt x="3314550" y="1201414"/>
                  </a:lnTo>
                  <a:lnTo>
                    <a:pt x="3315210" y="1235758"/>
                  </a:lnTo>
                  <a:lnTo>
                    <a:pt x="3315871" y="1275351"/>
                  </a:lnTo>
                  <a:lnTo>
                    <a:pt x="3316531" y="1264188"/>
                  </a:lnTo>
                  <a:lnTo>
                    <a:pt x="3317192" y="1238218"/>
                  </a:lnTo>
                  <a:lnTo>
                    <a:pt x="3317852" y="1226146"/>
                  </a:lnTo>
                  <a:lnTo>
                    <a:pt x="3318513" y="1226146"/>
                  </a:lnTo>
                  <a:lnTo>
                    <a:pt x="3319173" y="1250878"/>
                  </a:lnTo>
                  <a:lnTo>
                    <a:pt x="3319834" y="1308781"/>
                  </a:lnTo>
                  <a:lnTo>
                    <a:pt x="3320494" y="1308781"/>
                  </a:lnTo>
                  <a:lnTo>
                    <a:pt x="3321155" y="1246376"/>
                  </a:lnTo>
                  <a:lnTo>
                    <a:pt x="3321815" y="1179328"/>
                  </a:lnTo>
                  <a:lnTo>
                    <a:pt x="3322476" y="1103082"/>
                  </a:lnTo>
                  <a:lnTo>
                    <a:pt x="3323137" y="1044226"/>
                  </a:lnTo>
                  <a:lnTo>
                    <a:pt x="3323797" y="1020747"/>
                  </a:lnTo>
                  <a:lnTo>
                    <a:pt x="3324458" y="982778"/>
                  </a:lnTo>
                  <a:lnTo>
                    <a:pt x="3325118" y="944233"/>
                  </a:lnTo>
                  <a:lnTo>
                    <a:pt x="3325779" y="900899"/>
                  </a:lnTo>
                  <a:lnTo>
                    <a:pt x="3326439" y="860442"/>
                  </a:lnTo>
                  <a:lnTo>
                    <a:pt x="3327100" y="833636"/>
                  </a:lnTo>
                  <a:lnTo>
                    <a:pt x="3327760" y="831050"/>
                  </a:lnTo>
                  <a:lnTo>
                    <a:pt x="3328421" y="817393"/>
                  </a:lnTo>
                  <a:lnTo>
                    <a:pt x="3329081" y="808397"/>
                  </a:lnTo>
                  <a:lnTo>
                    <a:pt x="3329742" y="806517"/>
                  </a:lnTo>
                  <a:lnTo>
                    <a:pt x="3330402" y="797318"/>
                  </a:lnTo>
                  <a:lnTo>
                    <a:pt x="3331063" y="772248"/>
                  </a:lnTo>
                  <a:lnTo>
                    <a:pt x="3331723" y="738806"/>
                  </a:lnTo>
                  <a:lnTo>
                    <a:pt x="3332384" y="716776"/>
                  </a:lnTo>
                  <a:lnTo>
                    <a:pt x="3333045" y="681155"/>
                  </a:lnTo>
                  <a:lnTo>
                    <a:pt x="3333705" y="648307"/>
                  </a:lnTo>
                  <a:lnTo>
                    <a:pt x="3334366" y="631080"/>
                  </a:lnTo>
                  <a:lnTo>
                    <a:pt x="3335026" y="646975"/>
                  </a:lnTo>
                  <a:lnTo>
                    <a:pt x="3335687" y="677570"/>
                  </a:lnTo>
                  <a:lnTo>
                    <a:pt x="3336347" y="733363"/>
                  </a:lnTo>
                  <a:lnTo>
                    <a:pt x="3337008" y="805233"/>
                  </a:lnTo>
                  <a:lnTo>
                    <a:pt x="3337668" y="878026"/>
                  </a:lnTo>
                  <a:lnTo>
                    <a:pt x="3338329" y="913669"/>
                  </a:lnTo>
                  <a:lnTo>
                    <a:pt x="3338989" y="906689"/>
                  </a:lnTo>
                  <a:lnTo>
                    <a:pt x="3339650" y="881441"/>
                  </a:lnTo>
                  <a:lnTo>
                    <a:pt x="3340310" y="847514"/>
                  </a:lnTo>
                  <a:lnTo>
                    <a:pt x="3340971" y="786802"/>
                  </a:lnTo>
                  <a:lnTo>
                    <a:pt x="3341631" y="704957"/>
                  </a:lnTo>
                  <a:lnTo>
                    <a:pt x="3342292" y="608844"/>
                  </a:lnTo>
                  <a:lnTo>
                    <a:pt x="3342952" y="534973"/>
                  </a:lnTo>
                  <a:lnTo>
                    <a:pt x="3343613" y="464529"/>
                  </a:lnTo>
                  <a:lnTo>
                    <a:pt x="3344274" y="403771"/>
                  </a:lnTo>
                  <a:lnTo>
                    <a:pt x="3344934" y="379078"/>
                  </a:lnTo>
                  <a:lnTo>
                    <a:pt x="3345595" y="371481"/>
                  </a:lnTo>
                  <a:lnTo>
                    <a:pt x="3346255" y="358939"/>
                  </a:lnTo>
                  <a:lnTo>
                    <a:pt x="3346916" y="363548"/>
                  </a:lnTo>
                  <a:lnTo>
                    <a:pt x="3347576" y="390412"/>
                  </a:lnTo>
                  <a:lnTo>
                    <a:pt x="3348237" y="404466"/>
                  </a:lnTo>
                  <a:lnTo>
                    <a:pt x="3348897" y="421945"/>
                  </a:lnTo>
                  <a:lnTo>
                    <a:pt x="3349558" y="465722"/>
                  </a:lnTo>
                  <a:lnTo>
                    <a:pt x="3350218" y="521908"/>
                  </a:lnTo>
                  <a:lnTo>
                    <a:pt x="3350879" y="591923"/>
                  </a:lnTo>
                  <a:lnTo>
                    <a:pt x="3351539" y="667993"/>
                  </a:lnTo>
                  <a:lnTo>
                    <a:pt x="3352200" y="742895"/>
                  </a:lnTo>
                  <a:lnTo>
                    <a:pt x="3352860" y="792728"/>
                  </a:lnTo>
                  <a:lnTo>
                    <a:pt x="3353521" y="823444"/>
                  </a:lnTo>
                  <a:lnTo>
                    <a:pt x="3354182" y="804071"/>
                  </a:lnTo>
                  <a:lnTo>
                    <a:pt x="3354842" y="810409"/>
                  </a:lnTo>
                  <a:lnTo>
                    <a:pt x="3355503" y="845330"/>
                  </a:lnTo>
                  <a:lnTo>
                    <a:pt x="3356163" y="907551"/>
                  </a:lnTo>
                  <a:lnTo>
                    <a:pt x="3356824" y="950680"/>
                  </a:lnTo>
                  <a:lnTo>
                    <a:pt x="3357484" y="1005189"/>
                  </a:lnTo>
                  <a:lnTo>
                    <a:pt x="3358145" y="1083302"/>
                  </a:lnTo>
                  <a:lnTo>
                    <a:pt x="3358805" y="1162181"/>
                  </a:lnTo>
                  <a:lnTo>
                    <a:pt x="3359466" y="1191422"/>
                  </a:lnTo>
                  <a:lnTo>
                    <a:pt x="3360126" y="1191422"/>
                  </a:lnTo>
                  <a:lnTo>
                    <a:pt x="3360787" y="1191422"/>
                  </a:lnTo>
                  <a:lnTo>
                    <a:pt x="3361447" y="1163567"/>
                  </a:lnTo>
                  <a:lnTo>
                    <a:pt x="3362108" y="1154461"/>
                  </a:lnTo>
                  <a:lnTo>
                    <a:pt x="3362768" y="1172045"/>
                  </a:lnTo>
                  <a:lnTo>
                    <a:pt x="3363429" y="1202489"/>
                  </a:lnTo>
                  <a:lnTo>
                    <a:pt x="3364090" y="1213486"/>
                  </a:lnTo>
                  <a:lnTo>
                    <a:pt x="3364750" y="1182797"/>
                  </a:lnTo>
                  <a:lnTo>
                    <a:pt x="3365411" y="1083642"/>
                  </a:lnTo>
                  <a:lnTo>
                    <a:pt x="3366071" y="980251"/>
                  </a:lnTo>
                  <a:lnTo>
                    <a:pt x="3366732" y="926728"/>
                  </a:lnTo>
                  <a:lnTo>
                    <a:pt x="3367392" y="910854"/>
                  </a:lnTo>
                  <a:lnTo>
                    <a:pt x="3368053" y="915622"/>
                  </a:lnTo>
                  <a:lnTo>
                    <a:pt x="3368713" y="930664"/>
                  </a:lnTo>
                  <a:lnTo>
                    <a:pt x="3369374" y="966016"/>
                  </a:lnTo>
                  <a:lnTo>
                    <a:pt x="3370034" y="989798"/>
                  </a:lnTo>
                  <a:lnTo>
                    <a:pt x="3370695" y="987437"/>
                  </a:lnTo>
                  <a:lnTo>
                    <a:pt x="3371355" y="967318"/>
                  </a:lnTo>
                  <a:lnTo>
                    <a:pt x="3372016" y="994586"/>
                  </a:lnTo>
                  <a:lnTo>
                    <a:pt x="3372676" y="1029167"/>
                  </a:lnTo>
                  <a:lnTo>
                    <a:pt x="3373337" y="1051344"/>
                  </a:lnTo>
                  <a:lnTo>
                    <a:pt x="3373997" y="1063029"/>
                  </a:lnTo>
                  <a:lnTo>
                    <a:pt x="3374658" y="1103817"/>
                  </a:lnTo>
                  <a:lnTo>
                    <a:pt x="3375319" y="1104185"/>
                  </a:lnTo>
                  <a:lnTo>
                    <a:pt x="3375979" y="1099076"/>
                  </a:lnTo>
                  <a:lnTo>
                    <a:pt x="3376640" y="1128917"/>
                  </a:lnTo>
                  <a:lnTo>
                    <a:pt x="3377300" y="1182797"/>
                  </a:lnTo>
                  <a:lnTo>
                    <a:pt x="3377961" y="1226146"/>
                  </a:lnTo>
                  <a:lnTo>
                    <a:pt x="3378621" y="1278218"/>
                  </a:lnTo>
                  <a:lnTo>
                    <a:pt x="3379282" y="1325528"/>
                  </a:lnTo>
                  <a:lnTo>
                    <a:pt x="3379942" y="1293050"/>
                  </a:lnTo>
                  <a:lnTo>
                    <a:pt x="3380603" y="1250878"/>
                  </a:lnTo>
                  <a:lnTo>
                    <a:pt x="3381263" y="1214611"/>
                  </a:lnTo>
                  <a:lnTo>
                    <a:pt x="3381924" y="1173004"/>
                  </a:lnTo>
                  <a:lnTo>
                    <a:pt x="3382584" y="1154461"/>
                  </a:lnTo>
                  <a:lnTo>
                    <a:pt x="3383245" y="1173004"/>
                  </a:lnTo>
                  <a:lnTo>
                    <a:pt x="3383905" y="1214611"/>
                  </a:lnTo>
                  <a:lnTo>
                    <a:pt x="3384566" y="1250878"/>
                  </a:lnTo>
                  <a:lnTo>
                    <a:pt x="3385227" y="1293050"/>
                  </a:lnTo>
                  <a:lnTo>
                    <a:pt x="3385887" y="1293050"/>
                  </a:lnTo>
                  <a:lnTo>
                    <a:pt x="3386548" y="1264872"/>
                  </a:lnTo>
                  <a:lnTo>
                    <a:pt x="3387208" y="1227328"/>
                  </a:lnTo>
                  <a:lnTo>
                    <a:pt x="3387869" y="1194015"/>
                  </a:lnTo>
                  <a:lnTo>
                    <a:pt x="3388529" y="1194015"/>
                  </a:lnTo>
                  <a:lnTo>
                    <a:pt x="3389190" y="1203028"/>
                  </a:lnTo>
                  <a:lnTo>
                    <a:pt x="3389850" y="1213486"/>
                  </a:lnTo>
                  <a:lnTo>
                    <a:pt x="3390511" y="1243838"/>
                  </a:lnTo>
                  <a:lnTo>
                    <a:pt x="3391171" y="1300011"/>
                  </a:lnTo>
                  <a:lnTo>
                    <a:pt x="3391832" y="1333432"/>
                  </a:lnTo>
                  <a:lnTo>
                    <a:pt x="3392492" y="1374923"/>
                  </a:lnTo>
                  <a:lnTo>
                    <a:pt x="3393153" y="1318699"/>
                  </a:lnTo>
                  <a:lnTo>
                    <a:pt x="3393813" y="1238218"/>
                  </a:lnTo>
                  <a:lnTo>
                    <a:pt x="3394474" y="1182797"/>
                  </a:lnTo>
                  <a:lnTo>
                    <a:pt x="3395135" y="1145664"/>
                  </a:lnTo>
                  <a:lnTo>
                    <a:pt x="3395795" y="1113186"/>
                  </a:lnTo>
                  <a:lnTo>
                    <a:pt x="3396456" y="1103817"/>
                  </a:lnTo>
                  <a:lnTo>
                    <a:pt x="3397116" y="1075926"/>
                  </a:lnTo>
                  <a:lnTo>
                    <a:pt x="3397777" y="1031942"/>
                  </a:lnTo>
                  <a:lnTo>
                    <a:pt x="3398437" y="1000945"/>
                  </a:lnTo>
                  <a:lnTo>
                    <a:pt x="3399098" y="981856"/>
                  </a:lnTo>
                  <a:lnTo>
                    <a:pt x="3399758" y="987672"/>
                  </a:lnTo>
                  <a:lnTo>
                    <a:pt x="3400419" y="1007210"/>
                  </a:lnTo>
                  <a:lnTo>
                    <a:pt x="3401079" y="1035312"/>
                  </a:lnTo>
                  <a:lnTo>
                    <a:pt x="3401740" y="1041606"/>
                  </a:lnTo>
                  <a:lnTo>
                    <a:pt x="3402400" y="1065875"/>
                  </a:lnTo>
                  <a:lnTo>
                    <a:pt x="3403061" y="1092651"/>
                  </a:lnTo>
                  <a:lnTo>
                    <a:pt x="3403721" y="1130544"/>
                  </a:lnTo>
                  <a:lnTo>
                    <a:pt x="3404382" y="1184801"/>
                  </a:lnTo>
                  <a:lnTo>
                    <a:pt x="3405043" y="1264188"/>
                  </a:lnTo>
                  <a:lnTo>
                    <a:pt x="3405703" y="1308781"/>
                  </a:lnTo>
                  <a:lnTo>
                    <a:pt x="3406364" y="1308781"/>
                  </a:lnTo>
                  <a:lnTo>
                    <a:pt x="3407024" y="1307972"/>
                  </a:lnTo>
                  <a:lnTo>
                    <a:pt x="3407685" y="1292288"/>
                  </a:lnTo>
                  <a:lnTo>
                    <a:pt x="3408345" y="1254800"/>
                  </a:lnTo>
                  <a:lnTo>
                    <a:pt x="3409006" y="1218018"/>
                  </a:lnTo>
                  <a:lnTo>
                    <a:pt x="3409666" y="1206832"/>
                  </a:lnTo>
                  <a:lnTo>
                    <a:pt x="3410327" y="1196633"/>
                  </a:lnTo>
                  <a:lnTo>
                    <a:pt x="3410987" y="1196633"/>
                  </a:lnTo>
                  <a:lnTo>
                    <a:pt x="3411648" y="1238218"/>
                  </a:lnTo>
                  <a:lnTo>
                    <a:pt x="3412308" y="1293050"/>
                  </a:lnTo>
                  <a:lnTo>
                    <a:pt x="3412969" y="1325528"/>
                  </a:lnTo>
                  <a:lnTo>
                    <a:pt x="3413629" y="1362662"/>
                  </a:lnTo>
                  <a:lnTo>
                    <a:pt x="3414290" y="1406010"/>
                  </a:lnTo>
                  <a:lnTo>
                    <a:pt x="3414950" y="1430742"/>
                  </a:lnTo>
                  <a:lnTo>
                    <a:pt x="3415611" y="1406010"/>
                  </a:lnTo>
                  <a:lnTo>
                    <a:pt x="3416272" y="1343431"/>
                  </a:lnTo>
                  <a:lnTo>
                    <a:pt x="3416932" y="1308781"/>
                  </a:lnTo>
                  <a:lnTo>
                    <a:pt x="3417593" y="1293050"/>
                  </a:lnTo>
                  <a:lnTo>
                    <a:pt x="3418253" y="1278218"/>
                  </a:lnTo>
                  <a:lnTo>
                    <a:pt x="3418914" y="1293050"/>
                  </a:lnTo>
                  <a:lnTo>
                    <a:pt x="3419574" y="1343431"/>
                  </a:lnTo>
                  <a:lnTo>
                    <a:pt x="3420235" y="1383432"/>
                  </a:lnTo>
                  <a:lnTo>
                    <a:pt x="3420895" y="1406010"/>
                  </a:lnTo>
                  <a:lnTo>
                    <a:pt x="3421556" y="1430742"/>
                  </a:lnTo>
                  <a:lnTo>
                    <a:pt x="3422216" y="1406010"/>
                  </a:lnTo>
                  <a:lnTo>
                    <a:pt x="3422877" y="1351909"/>
                  </a:lnTo>
                  <a:lnTo>
                    <a:pt x="3423537" y="1300011"/>
                  </a:lnTo>
                  <a:lnTo>
                    <a:pt x="3424198" y="1256783"/>
                  </a:lnTo>
                  <a:lnTo>
                    <a:pt x="3424858" y="1243838"/>
                  </a:lnTo>
                  <a:lnTo>
                    <a:pt x="3425519" y="1256783"/>
                  </a:lnTo>
                  <a:lnTo>
                    <a:pt x="3426180" y="1293050"/>
                  </a:lnTo>
                  <a:lnTo>
                    <a:pt x="3426840" y="1343431"/>
                  </a:lnTo>
                  <a:lnTo>
                    <a:pt x="3427501" y="1406010"/>
                  </a:lnTo>
                  <a:lnTo>
                    <a:pt x="3428161" y="1430742"/>
                  </a:lnTo>
                  <a:lnTo>
                    <a:pt x="3428822" y="1430742"/>
                  </a:lnTo>
                  <a:lnTo>
                    <a:pt x="3429482" y="1406010"/>
                  </a:lnTo>
                  <a:lnTo>
                    <a:pt x="3430143" y="1383432"/>
                  </a:lnTo>
                  <a:lnTo>
                    <a:pt x="3430803" y="1362662"/>
                  </a:lnTo>
                  <a:lnTo>
                    <a:pt x="3431464" y="1343431"/>
                  </a:lnTo>
                  <a:lnTo>
                    <a:pt x="3432124" y="1308781"/>
                  </a:lnTo>
                  <a:lnTo>
                    <a:pt x="3432785" y="1293050"/>
                  </a:lnTo>
                  <a:lnTo>
                    <a:pt x="3433445" y="1278218"/>
                  </a:lnTo>
                  <a:lnTo>
                    <a:pt x="3434106" y="1264188"/>
                  </a:lnTo>
                  <a:lnTo>
                    <a:pt x="3434766" y="1250878"/>
                  </a:lnTo>
                  <a:lnTo>
                    <a:pt x="3435427" y="1264188"/>
                  </a:lnTo>
                  <a:lnTo>
                    <a:pt x="3436088" y="1264188"/>
                  </a:lnTo>
                  <a:lnTo>
                    <a:pt x="3436748" y="1238218"/>
                  </a:lnTo>
                  <a:lnTo>
                    <a:pt x="3437409" y="1203568"/>
                  </a:lnTo>
                  <a:lnTo>
                    <a:pt x="3438069" y="1183797"/>
                  </a:lnTo>
                  <a:lnTo>
                    <a:pt x="3438730" y="1173967"/>
                  </a:lnTo>
                  <a:lnTo>
                    <a:pt x="3439390" y="1183797"/>
                  </a:lnTo>
                  <a:lnTo>
                    <a:pt x="3440051" y="1204651"/>
                  </a:lnTo>
                  <a:lnTo>
                    <a:pt x="3440711" y="1252179"/>
                  </a:lnTo>
                  <a:lnTo>
                    <a:pt x="3441372" y="1293050"/>
                  </a:lnTo>
                  <a:lnTo>
                    <a:pt x="3442032" y="1308781"/>
                  </a:lnTo>
                  <a:lnTo>
                    <a:pt x="3442693" y="1308781"/>
                  </a:lnTo>
                  <a:lnTo>
                    <a:pt x="3443353" y="1325528"/>
                  </a:lnTo>
                  <a:lnTo>
                    <a:pt x="3444014" y="1325528"/>
                  </a:lnTo>
                  <a:lnTo>
                    <a:pt x="3444674" y="1308781"/>
                  </a:lnTo>
                  <a:lnTo>
                    <a:pt x="3445335" y="1308781"/>
                  </a:lnTo>
                  <a:lnTo>
                    <a:pt x="3445995" y="1293050"/>
                  </a:lnTo>
                  <a:lnTo>
                    <a:pt x="3446656" y="1250878"/>
                  </a:lnTo>
                  <a:lnTo>
                    <a:pt x="3447317" y="1214611"/>
                  </a:lnTo>
                  <a:lnTo>
                    <a:pt x="3447977" y="1212365"/>
                  </a:lnTo>
                  <a:lnTo>
                    <a:pt x="3448638" y="1201414"/>
                  </a:lnTo>
                  <a:lnTo>
                    <a:pt x="3449298" y="1189879"/>
                  </a:lnTo>
                  <a:lnTo>
                    <a:pt x="3449959" y="1211249"/>
                  </a:lnTo>
                  <a:lnTo>
                    <a:pt x="3450619" y="1260123"/>
                  </a:lnTo>
                  <a:lnTo>
                    <a:pt x="3451280" y="1291528"/>
                  </a:lnTo>
                  <a:lnTo>
                    <a:pt x="3451940" y="1323804"/>
                  </a:lnTo>
                  <a:lnTo>
                    <a:pt x="3452601" y="1383432"/>
                  </a:lnTo>
                  <a:lnTo>
                    <a:pt x="3453261" y="1430742"/>
                  </a:lnTo>
                  <a:lnTo>
                    <a:pt x="3453922" y="1430742"/>
                  </a:lnTo>
                  <a:lnTo>
                    <a:pt x="3454582" y="1430742"/>
                  </a:lnTo>
                  <a:lnTo>
                    <a:pt x="3455243" y="1430742"/>
                  </a:lnTo>
                  <a:lnTo>
                    <a:pt x="3455903" y="1430742"/>
                  </a:lnTo>
                  <a:lnTo>
                    <a:pt x="3456564" y="1430742"/>
                  </a:lnTo>
                  <a:lnTo>
                    <a:pt x="3457225" y="1430742"/>
                  </a:lnTo>
                  <a:lnTo>
                    <a:pt x="3457885" y="1430742"/>
                  </a:lnTo>
                  <a:lnTo>
                    <a:pt x="3458546" y="1430742"/>
                  </a:lnTo>
                  <a:lnTo>
                    <a:pt x="3459206" y="1430742"/>
                  </a:lnTo>
                  <a:lnTo>
                    <a:pt x="3459867" y="1430742"/>
                  </a:lnTo>
                  <a:lnTo>
                    <a:pt x="3460527" y="1430742"/>
                  </a:lnTo>
                  <a:lnTo>
                    <a:pt x="3461188" y="1430742"/>
                  </a:lnTo>
                  <a:lnTo>
                    <a:pt x="3461848" y="1430742"/>
                  </a:lnTo>
                  <a:lnTo>
                    <a:pt x="3462509" y="1430742"/>
                  </a:lnTo>
                  <a:lnTo>
                    <a:pt x="3463169" y="1430742"/>
                  </a:lnTo>
                  <a:lnTo>
                    <a:pt x="3463830" y="1430742"/>
                  </a:lnTo>
                  <a:lnTo>
                    <a:pt x="3464490" y="1430742"/>
                  </a:lnTo>
                  <a:lnTo>
                    <a:pt x="3465151" y="1430742"/>
                  </a:lnTo>
                  <a:lnTo>
                    <a:pt x="3465811" y="1430742"/>
                  </a:lnTo>
                  <a:lnTo>
                    <a:pt x="3466472" y="1430742"/>
                  </a:lnTo>
                  <a:lnTo>
                    <a:pt x="3467133" y="1406010"/>
                  </a:lnTo>
                  <a:lnTo>
                    <a:pt x="3467793" y="1362662"/>
                  </a:lnTo>
                  <a:lnTo>
                    <a:pt x="3468454" y="1325528"/>
                  </a:lnTo>
                  <a:lnTo>
                    <a:pt x="3469114" y="1308781"/>
                  </a:lnTo>
                  <a:lnTo>
                    <a:pt x="3469775" y="1308781"/>
                  </a:lnTo>
                  <a:lnTo>
                    <a:pt x="3470435" y="1325528"/>
                  </a:lnTo>
                  <a:lnTo>
                    <a:pt x="3471096" y="1362662"/>
                  </a:lnTo>
                  <a:lnTo>
                    <a:pt x="3471756" y="1406010"/>
                  </a:lnTo>
                  <a:lnTo>
                    <a:pt x="3472417" y="1430742"/>
                  </a:lnTo>
                  <a:lnTo>
                    <a:pt x="3473077" y="1430742"/>
                  </a:lnTo>
                  <a:lnTo>
                    <a:pt x="3473738" y="1430742"/>
                  </a:lnTo>
                  <a:lnTo>
                    <a:pt x="3474398" y="1430742"/>
                  </a:lnTo>
                  <a:lnTo>
                    <a:pt x="3475059" y="1430742"/>
                  </a:lnTo>
                  <a:lnTo>
                    <a:pt x="3475719" y="1430742"/>
                  </a:lnTo>
                  <a:lnTo>
                    <a:pt x="3476380" y="1430742"/>
                  </a:lnTo>
                  <a:lnTo>
                    <a:pt x="3477041" y="1430742"/>
                  </a:lnTo>
                  <a:lnTo>
                    <a:pt x="3477701" y="1430742"/>
                  </a:lnTo>
                  <a:lnTo>
                    <a:pt x="3478362" y="1430742"/>
                  </a:lnTo>
                  <a:lnTo>
                    <a:pt x="3479022" y="1430742"/>
                  </a:lnTo>
                  <a:lnTo>
                    <a:pt x="3479683" y="1430742"/>
                  </a:lnTo>
                  <a:lnTo>
                    <a:pt x="3480343" y="1430742"/>
                  </a:lnTo>
                  <a:lnTo>
                    <a:pt x="3481004" y="1430742"/>
                  </a:lnTo>
                  <a:lnTo>
                    <a:pt x="3481664" y="1430742"/>
                  </a:lnTo>
                  <a:lnTo>
                    <a:pt x="3482325" y="1430742"/>
                  </a:lnTo>
                  <a:lnTo>
                    <a:pt x="3482985" y="1413186"/>
                  </a:lnTo>
                  <a:lnTo>
                    <a:pt x="3483646" y="1360673"/>
                  </a:lnTo>
                  <a:lnTo>
                    <a:pt x="3484306" y="1287015"/>
                  </a:lnTo>
                  <a:lnTo>
                    <a:pt x="3484967" y="1159886"/>
                  </a:lnTo>
                  <a:lnTo>
                    <a:pt x="3485627" y="1063974"/>
                  </a:lnTo>
                  <a:lnTo>
                    <a:pt x="3486288" y="1032501"/>
                  </a:lnTo>
                  <a:lnTo>
                    <a:pt x="3486948" y="1040451"/>
                  </a:lnTo>
                  <a:lnTo>
                    <a:pt x="3487609" y="1054064"/>
                  </a:lnTo>
                  <a:lnTo>
                    <a:pt x="3488270" y="1123302"/>
                  </a:lnTo>
                  <a:lnTo>
                    <a:pt x="3488930" y="1250878"/>
                  </a:lnTo>
                  <a:lnTo>
                    <a:pt x="3489591" y="1343431"/>
                  </a:lnTo>
                  <a:lnTo>
                    <a:pt x="3490251" y="1362662"/>
                  </a:lnTo>
                  <a:lnTo>
                    <a:pt x="3490912" y="1406010"/>
                  </a:lnTo>
                  <a:lnTo>
                    <a:pt x="3491572" y="1387793"/>
                  </a:lnTo>
                  <a:lnTo>
                    <a:pt x="3492233" y="1347165"/>
                  </a:lnTo>
                  <a:lnTo>
                    <a:pt x="3492893" y="1312045"/>
                  </a:lnTo>
                  <a:lnTo>
                    <a:pt x="3493554" y="1296121"/>
                  </a:lnTo>
                  <a:lnTo>
                    <a:pt x="3494214" y="1273929"/>
                  </a:lnTo>
                  <a:lnTo>
                    <a:pt x="3494875" y="1285528"/>
                  </a:lnTo>
                  <a:lnTo>
                    <a:pt x="3495535" y="1300797"/>
                  </a:lnTo>
                  <a:lnTo>
                    <a:pt x="3496196" y="1334326"/>
                  </a:lnTo>
                  <a:lnTo>
                    <a:pt x="3496856" y="1334326"/>
                  </a:lnTo>
                  <a:lnTo>
                    <a:pt x="3497517" y="1325528"/>
                  </a:lnTo>
                  <a:lnTo>
                    <a:pt x="3498178" y="1325528"/>
                  </a:lnTo>
                  <a:lnTo>
                    <a:pt x="3498838" y="1343431"/>
                  </a:lnTo>
                  <a:lnTo>
                    <a:pt x="3499499" y="1343431"/>
                  </a:lnTo>
                  <a:lnTo>
                    <a:pt x="3500159" y="1343431"/>
                  </a:lnTo>
                  <a:lnTo>
                    <a:pt x="3500820" y="1343431"/>
                  </a:lnTo>
                  <a:lnTo>
                    <a:pt x="3501480" y="1343431"/>
                  </a:lnTo>
                  <a:lnTo>
                    <a:pt x="3502141" y="1343431"/>
                  </a:lnTo>
                  <a:lnTo>
                    <a:pt x="3502801" y="1330771"/>
                  </a:lnTo>
                  <a:lnTo>
                    <a:pt x="3503462" y="1313693"/>
                  </a:lnTo>
                  <a:lnTo>
                    <a:pt x="3504122" y="1313693"/>
                  </a:lnTo>
                  <a:lnTo>
                    <a:pt x="3504783" y="1313693"/>
                  </a:lnTo>
                  <a:lnTo>
                    <a:pt x="3505443" y="1313693"/>
                  </a:lnTo>
                  <a:lnTo>
                    <a:pt x="3506104" y="1325528"/>
                  </a:lnTo>
                  <a:lnTo>
                    <a:pt x="3506764" y="1362662"/>
                  </a:lnTo>
                  <a:lnTo>
                    <a:pt x="3507425" y="1362662"/>
                  </a:lnTo>
                  <a:lnTo>
                    <a:pt x="3508086" y="1293050"/>
                  </a:lnTo>
                  <a:lnTo>
                    <a:pt x="3508746" y="1236985"/>
                  </a:lnTo>
                  <a:lnTo>
                    <a:pt x="3509407" y="1213486"/>
                  </a:lnTo>
                  <a:lnTo>
                    <a:pt x="3510067" y="1172045"/>
                  </a:lnTo>
                  <a:lnTo>
                    <a:pt x="3510728" y="1136320"/>
                  </a:lnTo>
                  <a:lnTo>
                    <a:pt x="3511388" y="1144801"/>
                  </a:lnTo>
                  <a:lnTo>
                    <a:pt x="3512049" y="1168715"/>
                  </a:lnTo>
                  <a:lnTo>
                    <a:pt x="3512709" y="1178345"/>
                  </a:lnTo>
                  <a:lnTo>
                    <a:pt x="3513370" y="1220892"/>
                  </a:lnTo>
                  <a:lnTo>
                    <a:pt x="3514030" y="1301584"/>
                  </a:lnTo>
                  <a:lnTo>
                    <a:pt x="3514691" y="1373879"/>
                  </a:lnTo>
                  <a:lnTo>
                    <a:pt x="3515351" y="1406010"/>
                  </a:lnTo>
                  <a:lnTo>
                    <a:pt x="3516012" y="1430742"/>
                  </a:lnTo>
                  <a:lnTo>
                    <a:pt x="3516672" y="1430742"/>
                  </a:lnTo>
                  <a:lnTo>
                    <a:pt x="3517333" y="1430742"/>
                  </a:lnTo>
                  <a:lnTo>
                    <a:pt x="3517993" y="1430742"/>
                  </a:lnTo>
                  <a:lnTo>
                    <a:pt x="3518654" y="1430742"/>
                  </a:lnTo>
                  <a:lnTo>
                    <a:pt x="3519315" y="1406010"/>
                  </a:lnTo>
                  <a:lnTo>
                    <a:pt x="3519975" y="1362662"/>
                  </a:lnTo>
                  <a:lnTo>
                    <a:pt x="3520636" y="1343431"/>
                  </a:lnTo>
                  <a:lnTo>
                    <a:pt x="3521296" y="1343431"/>
                  </a:lnTo>
                  <a:lnTo>
                    <a:pt x="3521957" y="1343431"/>
                  </a:lnTo>
                  <a:lnTo>
                    <a:pt x="3522617" y="1362662"/>
                  </a:lnTo>
                  <a:lnTo>
                    <a:pt x="3523278" y="1406010"/>
                  </a:lnTo>
                  <a:lnTo>
                    <a:pt x="3523938" y="1430742"/>
                  </a:lnTo>
                  <a:lnTo>
                    <a:pt x="3524599" y="1430742"/>
                  </a:lnTo>
                  <a:lnTo>
                    <a:pt x="3525259" y="1406010"/>
                  </a:lnTo>
                  <a:lnTo>
                    <a:pt x="3525920" y="1362662"/>
                  </a:lnTo>
                  <a:lnTo>
                    <a:pt x="3526580" y="1343431"/>
                  </a:lnTo>
                  <a:lnTo>
                    <a:pt x="3527241" y="1325528"/>
                  </a:lnTo>
                  <a:lnTo>
                    <a:pt x="3527901" y="1325528"/>
                  </a:lnTo>
                  <a:lnTo>
                    <a:pt x="3528562" y="1325528"/>
                  </a:lnTo>
                  <a:lnTo>
                    <a:pt x="3529223" y="1325528"/>
                  </a:lnTo>
                  <a:lnTo>
                    <a:pt x="3529883" y="1325528"/>
                  </a:lnTo>
                  <a:lnTo>
                    <a:pt x="3530544" y="1325528"/>
                  </a:lnTo>
                  <a:lnTo>
                    <a:pt x="3531204" y="1308781"/>
                  </a:lnTo>
                  <a:lnTo>
                    <a:pt x="3531865" y="1296121"/>
                  </a:lnTo>
                  <a:lnTo>
                    <a:pt x="3532525" y="1256120"/>
                  </a:lnTo>
                  <a:lnTo>
                    <a:pt x="3533186" y="1207929"/>
                  </a:lnTo>
                  <a:lnTo>
                    <a:pt x="3533846" y="1184801"/>
                  </a:lnTo>
                  <a:lnTo>
                    <a:pt x="3534507" y="1170137"/>
                  </a:lnTo>
                  <a:lnTo>
                    <a:pt x="3535167" y="1168243"/>
                  </a:lnTo>
                  <a:lnTo>
                    <a:pt x="3535828" y="1196107"/>
                  </a:lnTo>
                  <a:lnTo>
                    <a:pt x="3536488" y="1241951"/>
                  </a:lnTo>
                  <a:lnTo>
                    <a:pt x="3537149" y="1271108"/>
                  </a:lnTo>
                  <a:lnTo>
                    <a:pt x="3537809" y="1308781"/>
                  </a:lnTo>
                  <a:lnTo>
                    <a:pt x="3538470" y="1343431"/>
                  </a:lnTo>
                  <a:lnTo>
                    <a:pt x="3539131" y="1383432"/>
                  </a:lnTo>
                  <a:lnTo>
                    <a:pt x="3539791" y="1406010"/>
                  </a:lnTo>
                  <a:lnTo>
                    <a:pt x="3540452" y="1430742"/>
                  </a:lnTo>
                  <a:lnTo>
                    <a:pt x="3541112" y="1430742"/>
                  </a:lnTo>
                  <a:lnTo>
                    <a:pt x="3541773" y="1430742"/>
                  </a:lnTo>
                  <a:lnTo>
                    <a:pt x="3542433" y="1430742"/>
                  </a:lnTo>
                  <a:lnTo>
                    <a:pt x="3543094" y="1430742"/>
                  </a:lnTo>
                  <a:lnTo>
                    <a:pt x="3543754" y="1430742"/>
                  </a:lnTo>
                  <a:lnTo>
                    <a:pt x="3544415" y="1430742"/>
                  </a:lnTo>
                  <a:lnTo>
                    <a:pt x="3545075" y="1396742"/>
                  </a:lnTo>
                  <a:lnTo>
                    <a:pt x="3545736" y="1354798"/>
                  </a:lnTo>
                  <a:lnTo>
                    <a:pt x="3546396" y="1336121"/>
                  </a:lnTo>
                  <a:lnTo>
                    <a:pt x="3547057" y="1336121"/>
                  </a:lnTo>
                  <a:lnTo>
                    <a:pt x="3547717" y="1336121"/>
                  </a:lnTo>
                  <a:lnTo>
                    <a:pt x="3548378" y="1362662"/>
                  </a:lnTo>
                  <a:lnTo>
                    <a:pt x="3549039" y="1383432"/>
                  </a:lnTo>
                  <a:lnTo>
                    <a:pt x="3549699" y="1362662"/>
                  </a:lnTo>
                  <a:lnTo>
                    <a:pt x="3550360" y="1293050"/>
                  </a:lnTo>
                  <a:lnTo>
                    <a:pt x="3551020" y="1259452"/>
                  </a:lnTo>
                  <a:lnTo>
                    <a:pt x="3551681" y="1222050"/>
                  </a:lnTo>
                  <a:lnTo>
                    <a:pt x="3552341" y="1210692"/>
                  </a:lnTo>
                  <a:lnTo>
                    <a:pt x="3553002" y="1210692"/>
                  </a:lnTo>
                  <a:lnTo>
                    <a:pt x="3553662" y="1246376"/>
                  </a:lnTo>
                  <a:lnTo>
                    <a:pt x="3554323" y="1250878"/>
                  </a:lnTo>
                  <a:lnTo>
                    <a:pt x="3554983" y="1278218"/>
                  </a:lnTo>
                  <a:lnTo>
                    <a:pt x="3555644" y="1308781"/>
                  </a:lnTo>
                  <a:lnTo>
                    <a:pt x="3556304" y="1343431"/>
                  </a:lnTo>
                  <a:lnTo>
                    <a:pt x="3556965" y="1362662"/>
                  </a:lnTo>
                  <a:lnTo>
                    <a:pt x="3557625" y="1406010"/>
                  </a:lnTo>
                  <a:lnTo>
                    <a:pt x="3558286" y="1430742"/>
                  </a:lnTo>
                  <a:lnTo>
                    <a:pt x="3558946" y="1430742"/>
                  </a:lnTo>
                  <a:lnTo>
                    <a:pt x="3559607" y="1430742"/>
                  </a:lnTo>
                  <a:lnTo>
                    <a:pt x="3560268" y="1430742"/>
                  </a:lnTo>
                  <a:lnTo>
                    <a:pt x="3560928" y="1430742"/>
                  </a:lnTo>
                  <a:lnTo>
                    <a:pt x="3561589" y="1430742"/>
                  </a:lnTo>
                  <a:lnTo>
                    <a:pt x="3562249" y="1430742"/>
                  </a:lnTo>
                  <a:lnTo>
                    <a:pt x="3562910" y="1430742"/>
                  </a:lnTo>
                  <a:lnTo>
                    <a:pt x="3563570" y="1430742"/>
                  </a:lnTo>
                  <a:lnTo>
                    <a:pt x="3564231" y="1430742"/>
                  </a:lnTo>
                  <a:lnTo>
                    <a:pt x="3564891" y="1430742"/>
                  </a:lnTo>
                  <a:lnTo>
                    <a:pt x="3565552" y="1406010"/>
                  </a:lnTo>
                  <a:lnTo>
                    <a:pt x="3566212" y="1343431"/>
                  </a:lnTo>
                  <a:lnTo>
                    <a:pt x="3566873" y="1293050"/>
                  </a:lnTo>
                  <a:lnTo>
                    <a:pt x="3567533" y="1273221"/>
                  </a:lnTo>
                  <a:lnTo>
                    <a:pt x="3568194" y="1246376"/>
                  </a:lnTo>
                  <a:lnTo>
                    <a:pt x="3568854" y="1233928"/>
                  </a:lnTo>
                  <a:lnTo>
                    <a:pt x="3569515" y="1235147"/>
                  </a:lnTo>
                  <a:lnTo>
                    <a:pt x="3570176" y="1247655"/>
                  </a:lnTo>
                  <a:lnTo>
                    <a:pt x="3570836" y="1227328"/>
                  </a:lnTo>
                  <a:lnTo>
                    <a:pt x="3571497" y="1215742"/>
                  </a:lnTo>
                  <a:lnTo>
                    <a:pt x="3572157" y="1183797"/>
                  </a:lnTo>
                  <a:lnTo>
                    <a:pt x="3572818" y="1173004"/>
                  </a:lnTo>
                  <a:lnTo>
                    <a:pt x="3573478" y="1192975"/>
                  </a:lnTo>
                  <a:lnTo>
                    <a:pt x="3574139" y="1226146"/>
                  </a:lnTo>
                  <a:lnTo>
                    <a:pt x="3574799" y="1264188"/>
                  </a:lnTo>
                  <a:lnTo>
                    <a:pt x="3575460" y="1343431"/>
                  </a:lnTo>
                  <a:lnTo>
                    <a:pt x="3576120" y="1430742"/>
                  </a:lnTo>
                  <a:lnTo>
                    <a:pt x="3576781" y="1430742"/>
                  </a:lnTo>
                  <a:lnTo>
                    <a:pt x="3577441" y="1406010"/>
                  </a:lnTo>
                  <a:lnTo>
                    <a:pt x="3578102" y="1362662"/>
                  </a:lnTo>
                  <a:lnTo>
                    <a:pt x="3578762" y="1343431"/>
                  </a:lnTo>
                  <a:lnTo>
                    <a:pt x="3579423" y="1325528"/>
                  </a:lnTo>
                  <a:lnTo>
                    <a:pt x="3580084" y="1308781"/>
                  </a:lnTo>
                  <a:lnTo>
                    <a:pt x="3580744" y="1293050"/>
                  </a:lnTo>
                  <a:lnTo>
                    <a:pt x="3581405" y="1278218"/>
                  </a:lnTo>
                  <a:lnTo>
                    <a:pt x="3582065" y="1264188"/>
                  </a:lnTo>
                  <a:lnTo>
                    <a:pt x="3582726" y="1264188"/>
                  </a:lnTo>
                  <a:lnTo>
                    <a:pt x="3583386" y="1278218"/>
                  </a:lnTo>
                  <a:lnTo>
                    <a:pt x="3584047" y="1308781"/>
                  </a:lnTo>
                  <a:lnTo>
                    <a:pt x="3584707" y="1362662"/>
                  </a:lnTo>
                  <a:lnTo>
                    <a:pt x="3585368" y="1406010"/>
                  </a:lnTo>
                  <a:lnTo>
                    <a:pt x="3586028" y="1430742"/>
                  </a:lnTo>
                  <a:lnTo>
                    <a:pt x="3586689" y="1430742"/>
                  </a:lnTo>
                  <a:lnTo>
                    <a:pt x="3587349" y="1430742"/>
                  </a:lnTo>
                  <a:lnTo>
                    <a:pt x="3588010" y="1430742"/>
                  </a:lnTo>
                  <a:lnTo>
                    <a:pt x="3588670" y="1430742"/>
                  </a:lnTo>
                  <a:lnTo>
                    <a:pt x="3589331" y="1430742"/>
                  </a:lnTo>
                  <a:lnTo>
                    <a:pt x="3589991" y="1430742"/>
                  </a:lnTo>
                  <a:lnTo>
                    <a:pt x="3590652" y="1406010"/>
                  </a:lnTo>
                  <a:lnTo>
                    <a:pt x="3591313" y="1383432"/>
                  </a:lnTo>
                  <a:lnTo>
                    <a:pt x="3591973" y="1374923"/>
                  </a:lnTo>
                  <a:lnTo>
                    <a:pt x="3592634" y="1337024"/>
                  </a:lnTo>
                  <a:lnTo>
                    <a:pt x="3593294" y="1303166"/>
                  </a:lnTo>
                  <a:lnTo>
                    <a:pt x="3593955" y="1303166"/>
                  </a:lnTo>
                  <a:lnTo>
                    <a:pt x="3594615" y="1303166"/>
                  </a:lnTo>
                  <a:lnTo>
                    <a:pt x="3595276" y="1276065"/>
                  </a:lnTo>
                  <a:lnTo>
                    <a:pt x="3595936" y="1275351"/>
                  </a:lnTo>
                  <a:lnTo>
                    <a:pt x="3596597" y="1275351"/>
                  </a:lnTo>
                  <a:lnTo>
                    <a:pt x="3597257" y="1264872"/>
                  </a:lnTo>
                  <a:lnTo>
                    <a:pt x="3597918" y="1251528"/>
                  </a:lnTo>
                  <a:lnTo>
                    <a:pt x="3598578" y="1267625"/>
                  </a:lnTo>
                  <a:lnTo>
                    <a:pt x="3599239" y="1296894"/>
                  </a:lnTo>
                  <a:lnTo>
                    <a:pt x="3599899" y="1329890"/>
                  </a:lnTo>
                  <a:lnTo>
                    <a:pt x="3600560" y="1362662"/>
                  </a:lnTo>
                  <a:lnTo>
                    <a:pt x="3601221" y="1406010"/>
                  </a:lnTo>
                  <a:lnTo>
                    <a:pt x="3601881" y="1430742"/>
                  </a:lnTo>
                  <a:lnTo>
                    <a:pt x="3602542" y="1430742"/>
                  </a:lnTo>
                  <a:lnTo>
                    <a:pt x="3603202" y="1430742"/>
                  </a:lnTo>
                  <a:lnTo>
                    <a:pt x="3603863" y="1430742"/>
                  </a:lnTo>
                  <a:lnTo>
                    <a:pt x="3604523" y="1430742"/>
                  </a:lnTo>
                  <a:lnTo>
                    <a:pt x="3605184" y="1430742"/>
                  </a:lnTo>
                  <a:lnTo>
                    <a:pt x="3605844" y="1430742"/>
                  </a:lnTo>
                  <a:lnTo>
                    <a:pt x="3606505" y="1383432"/>
                  </a:lnTo>
                  <a:lnTo>
                    <a:pt x="3607165" y="1343431"/>
                  </a:lnTo>
                  <a:lnTo>
                    <a:pt x="3607826" y="1325528"/>
                  </a:lnTo>
                  <a:lnTo>
                    <a:pt x="3608486" y="1325528"/>
                  </a:lnTo>
                  <a:lnTo>
                    <a:pt x="3609147" y="1323804"/>
                  </a:lnTo>
                  <a:lnTo>
                    <a:pt x="3609807" y="1339751"/>
                  </a:lnTo>
                  <a:lnTo>
                    <a:pt x="3610468" y="1339751"/>
                  </a:lnTo>
                  <a:lnTo>
                    <a:pt x="3611129" y="1339751"/>
                  </a:lnTo>
                  <a:lnTo>
                    <a:pt x="3611789" y="1339751"/>
                  </a:lnTo>
                  <a:lnTo>
                    <a:pt x="3612450" y="1341584"/>
                  </a:lnTo>
                  <a:lnTo>
                    <a:pt x="3613110" y="1362662"/>
                  </a:lnTo>
                  <a:lnTo>
                    <a:pt x="3613771" y="1383432"/>
                  </a:lnTo>
                  <a:lnTo>
                    <a:pt x="3614431" y="1337930"/>
                  </a:lnTo>
                  <a:lnTo>
                    <a:pt x="3615092" y="1264872"/>
                  </a:lnTo>
                  <a:lnTo>
                    <a:pt x="3615752" y="1215176"/>
                  </a:lnTo>
                  <a:lnTo>
                    <a:pt x="3616413" y="1193494"/>
                  </a:lnTo>
                  <a:lnTo>
                    <a:pt x="3617073" y="1204109"/>
                  </a:lnTo>
                  <a:lnTo>
                    <a:pt x="3617734" y="1230308"/>
                  </a:lnTo>
                  <a:lnTo>
                    <a:pt x="3618394" y="1264188"/>
                  </a:lnTo>
                  <a:lnTo>
                    <a:pt x="3619055" y="1303961"/>
                  </a:lnTo>
                  <a:lnTo>
                    <a:pt x="3619715" y="1337930"/>
                  </a:lnTo>
                  <a:lnTo>
                    <a:pt x="3620376" y="1337930"/>
                  </a:lnTo>
                  <a:lnTo>
                    <a:pt x="3621037" y="1356741"/>
                  </a:lnTo>
                  <a:lnTo>
                    <a:pt x="3621697" y="1399028"/>
                  </a:lnTo>
                  <a:lnTo>
                    <a:pt x="3622358" y="1430742"/>
                  </a:lnTo>
                  <a:lnTo>
                    <a:pt x="3623018" y="1430742"/>
                  </a:lnTo>
                  <a:lnTo>
                    <a:pt x="3623679" y="1430742"/>
                  </a:lnTo>
                  <a:lnTo>
                    <a:pt x="3624339" y="1430742"/>
                  </a:lnTo>
                  <a:lnTo>
                    <a:pt x="3625000" y="1430742"/>
                  </a:lnTo>
                  <a:lnTo>
                    <a:pt x="3625660" y="1430742"/>
                  </a:lnTo>
                  <a:lnTo>
                    <a:pt x="3626321" y="1430742"/>
                  </a:lnTo>
                  <a:lnTo>
                    <a:pt x="3626981" y="1430742"/>
                  </a:lnTo>
                  <a:lnTo>
                    <a:pt x="3627642" y="1430742"/>
                  </a:lnTo>
                  <a:lnTo>
                    <a:pt x="3628302" y="1430742"/>
                  </a:lnTo>
                  <a:lnTo>
                    <a:pt x="3628963" y="1430742"/>
                  </a:lnTo>
                  <a:lnTo>
                    <a:pt x="3629623" y="1430742"/>
                  </a:lnTo>
                  <a:lnTo>
                    <a:pt x="3630284" y="1430742"/>
                  </a:lnTo>
                  <a:lnTo>
                    <a:pt x="3630944" y="1430742"/>
                  </a:lnTo>
                  <a:lnTo>
                    <a:pt x="3631605" y="1430742"/>
                  </a:lnTo>
                  <a:lnTo>
                    <a:pt x="3632266" y="1430742"/>
                  </a:lnTo>
                  <a:lnTo>
                    <a:pt x="3632926" y="1430742"/>
                  </a:lnTo>
                  <a:lnTo>
                    <a:pt x="3633587" y="1430742"/>
                  </a:lnTo>
                  <a:lnTo>
                    <a:pt x="3634247" y="1430742"/>
                  </a:lnTo>
                  <a:lnTo>
                    <a:pt x="3634908" y="1430742"/>
                  </a:lnTo>
                  <a:lnTo>
                    <a:pt x="3635568" y="1406010"/>
                  </a:lnTo>
                  <a:lnTo>
                    <a:pt x="3636229" y="1362662"/>
                  </a:lnTo>
                  <a:lnTo>
                    <a:pt x="3636889" y="1343431"/>
                  </a:lnTo>
                  <a:lnTo>
                    <a:pt x="3637550" y="1318699"/>
                  </a:lnTo>
                  <a:lnTo>
                    <a:pt x="3638210" y="1287015"/>
                  </a:lnTo>
                  <a:lnTo>
                    <a:pt x="3638871" y="1272515"/>
                  </a:lnTo>
                  <a:lnTo>
                    <a:pt x="3639531" y="1272515"/>
                  </a:lnTo>
                  <a:lnTo>
                    <a:pt x="3640192" y="1245740"/>
                  </a:lnTo>
                  <a:lnTo>
                    <a:pt x="3640852" y="1238218"/>
                  </a:lnTo>
                  <a:lnTo>
                    <a:pt x="3641513" y="1238218"/>
                  </a:lnTo>
                  <a:lnTo>
                    <a:pt x="3642174" y="1226146"/>
                  </a:lnTo>
                  <a:lnTo>
                    <a:pt x="3642834" y="1226146"/>
                  </a:lnTo>
                  <a:lnTo>
                    <a:pt x="3643495" y="1264188"/>
                  </a:lnTo>
                  <a:lnTo>
                    <a:pt x="3644155" y="1293050"/>
                  </a:lnTo>
                  <a:lnTo>
                    <a:pt x="3644816" y="1325528"/>
                  </a:lnTo>
                  <a:lnTo>
                    <a:pt x="3645476" y="1383432"/>
                  </a:lnTo>
                  <a:lnTo>
                    <a:pt x="3646137" y="1430742"/>
                  </a:lnTo>
                  <a:lnTo>
                    <a:pt x="3646797" y="1430742"/>
                  </a:lnTo>
                  <a:lnTo>
                    <a:pt x="3647458" y="1430742"/>
                  </a:lnTo>
                  <a:lnTo>
                    <a:pt x="3648118" y="1430742"/>
                  </a:lnTo>
                  <a:lnTo>
                    <a:pt x="3648779" y="1430742"/>
                  </a:lnTo>
                  <a:lnTo>
                    <a:pt x="3649439" y="1430742"/>
                  </a:lnTo>
                  <a:lnTo>
                    <a:pt x="3650100" y="1430742"/>
                  </a:lnTo>
                  <a:lnTo>
                    <a:pt x="3650760" y="1430742"/>
                  </a:lnTo>
                  <a:lnTo>
                    <a:pt x="3651421" y="1430742"/>
                  </a:lnTo>
                  <a:lnTo>
                    <a:pt x="3652082" y="1430742"/>
                  </a:lnTo>
                  <a:lnTo>
                    <a:pt x="3652742" y="1430742"/>
                  </a:lnTo>
                  <a:lnTo>
                    <a:pt x="3653403" y="1383432"/>
                  </a:lnTo>
                  <a:lnTo>
                    <a:pt x="3654063" y="1325528"/>
                  </a:lnTo>
                  <a:lnTo>
                    <a:pt x="3654724" y="1238218"/>
                  </a:lnTo>
                  <a:lnTo>
                    <a:pt x="3655384" y="1154461"/>
                  </a:lnTo>
                  <a:lnTo>
                    <a:pt x="3656045" y="1083642"/>
                  </a:lnTo>
                  <a:lnTo>
                    <a:pt x="3656705" y="1029996"/>
                  </a:lnTo>
                  <a:lnTo>
                    <a:pt x="3657366" y="1003683"/>
                  </a:lnTo>
                  <a:lnTo>
                    <a:pt x="3658026" y="996283"/>
                  </a:lnTo>
                  <a:lnTo>
                    <a:pt x="3658687" y="1016506"/>
                  </a:lnTo>
                  <a:lnTo>
                    <a:pt x="3659347" y="1063029"/>
                  </a:lnTo>
                  <a:lnTo>
                    <a:pt x="3660008" y="1141375"/>
                  </a:lnTo>
                  <a:lnTo>
                    <a:pt x="3660668" y="1220315"/>
                  </a:lnTo>
                  <a:lnTo>
                    <a:pt x="3661329" y="1325528"/>
                  </a:lnTo>
                  <a:lnTo>
                    <a:pt x="3661989" y="1406010"/>
                  </a:lnTo>
                  <a:lnTo>
                    <a:pt x="3662650" y="1430742"/>
                  </a:lnTo>
                  <a:lnTo>
                    <a:pt x="3663311" y="1430742"/>
                  </a:lnTo>
                  <a:lnTo>
                    <a:pt x="3663971" y="1430742"/>
                  </a:lnTo>
                  <a:lnTo>
                    <a:pt x="3664632" y="1430742"/>
                  </a:lnTo>
                  <a:lnTo>
                    <a:pt x="3665292" y="1430742"/>
                  </a:lnTo>
                  <a:lnTo>
                    <a:pt x="3665953" y="1430742"/>
                  </a:lnTo>
                  <a:lnTo>
                    <a:pt x="3666613" y="1430742"/>
                  </a:lnTo>
                  <a:lnTo>
                    <a:pt x="3667274" y="1406010"/>
                  </a:lnTo>
                  <a:lnTo>
                    <a:pt x="3667934" y="1346227"/>
                  </a:lnTo>
                  <a:lnTo>
                    <a:pt x="3668595" y="1311226"/>
                  </a:lnTo>
                  <a:lnTo>
                    <a:pt x="3669255" y="1280389"/>
                  </a:lnTo>
                  <a:lnTo>
                    <a:pt x="3669916" y="1266245"/>
                  </a:lnTo>
                  <a:lnTo>
                    <a:pt x="3670576" y="1280389"/>
                  </a:lnTo>
                  <a:lnTo>
                    <a:pt x="3671237" y="1308781"/>
                  </a:lnTo>
                  <a:lnTo>
                    <a:pt x="3671897" y="1325528"/>
                  </a:lnTo>
                  <a:lnTo>
                    <a:pt x="3672558" y="1343431"/>
                  </a:lnTo>
                  <a:lnTo>
                    <a:pt x="3673219" y="1343431"/>
                  </a:lnTo>
                  <a:lnTo>
                    <a:pt x="3673879" y="1343431"/>
                  </a:lnTo>
                  <a:lnTo>
                    <a:pt x="3674540" y="1362662"/>
                  </a:lnTo>
                  <a:lnTo>
                    <a:pt x="3675200" y="1383432"/>
                  </a:lnTo>
                  <a:lnTo>
                    <a:pt x="3675861" y="1362662"/>
                  </a:lnTo>
                  <a:lnTo>
                    <a:pt x="3676521" y="1308781"/>
                  </a:lnTo>
                  <a:lnTo>
                    <a:pt x="3677182" y="1278218"/>
                  </a:lnTo>
                  <a:lnTo>
                    <a:pt x="3677842" y="1250878"/>
                  </a:lnTo>
                  <a:lnTo>
                    <a:pt x="3678503" y="1226146"/>
                  </a:lnTo>
                  <a:lnTo>
                    <a:pt x="3679163" y="1238218"/>
                  </a:lnTo>
                  <a:lnTo>
                    <a:pt x="3679824" y="1293050"/>
                  </a:lnTo>
                  <a:lnTo>
                    <a:pt x="3680484" y="1325528"/>
                  </a:lnTo>
                  <a:lnTo>
                    <a:pt x="3681145" y="1362662"/>
                  </a:lnTo>
                  <a:lnTo>
                    <a:pt x="3681805" y="1406010"/>
                  </a:lnTo>
                  <a:lnTo>
                    <a:pt x="3682466" y="1430742"/>
                  </a:lnTo>
                  <a:lnTo>
                    <a:pt x="3683127" y="1406010"/>
                  </a:lnTo>
                  <a:lnTo>
                    <a:pt x="3683787" y="1383432"/>
                  </a:lnTo>
                  <a:lnTo>
                    <a:pt x="3684448" y="1343431"/>
                  </a:lnTo>
                  <a:lnTo>
                    <a:pt x="3685108" y="1325528"/>
                  </a:lnTo>
                  <a:lnTo>
                    <a:pt x="3685769" y="1325528"/>
                  </a:lnTo>
                  <a:lnTo>
                    <a:pt x="3686429" y="1343431"/>
                  </a:lnTo>
                  <a:lnTo>
                    <a:pt x="3687090" y="1362662"/>
                  </a:lnTo>
                  <a:lnTo>
                    <a:pt x="3687750" y="1406010"/>
                  </a:lnTo>
                  <a:lnTo>
                    <a:pt x="3688411" y="1430742"/>
                  </a:lnTo>
                  <a:lnTo>
                    <a:pt x="3689071" y="1406010"/>
                  </a:lnTo>
                  <a:lnTo>
                    <a:pt x="3689732" y="1383432"/>
                  </a:lnTo>
                  <a:lnTo>
                    <a:pt x="3690392" y="1362662"/>
                  </a:lnTo>
                  <a:lnTo>
                    <a:pt x="3691053" y="1362662"/>
                  </a:lnTo>
                  <a:lnTo>
                    <a:pt x="3691713" y="1325528"/>
                  </a:lnTo>
                  <a:lnTo>
                    <a:pt x="3692374" y="1303961"/>
                  </a:lnTo>
                  <a:lnTo>
                    <a:pt x="3693035" y="1303961"/>
                  </a:lnTo>
                  <a:lnTo>
                    <a:pt x="3693695" y="1303961"/>
                  </a:lnTo>
                  <a:lnTo>
                    <a:pt x="3694356" y="1303961"/>
                  </a:lnTo>
                  <a:lnTo>
                    <a:pt x="3695016" y="1320390"/>
                  </a:lnTo>
                  <a:lnTo>
                    <a:pt x="3695677" y="1343431"/>
                  </a:lnTo>
                  <a:lnTo>
                    <a:pt x="3696337" y="1343431"/>
                  </a:lnTo>
                  <a:lnTo>
                    <a:pt x="3696998" y="1343431"/>
                  </a:lnTo>
                  <a:lnTo>
                    <a:pt x="3697658" y="1343431"/>
                  </a:lnTo>
                  <a:lnTo>
                    <a:pt x="3698319" y="1362662"/>
                  </a:lnTo>
                  <a:lnTo>
                    <a:pt x="3698979" y="1383432"/>
                  </a:lnTo>
                  <a:lnTo>
                    <a:pt x="3699640" y="1406010"/>
                  </a:lnTo>
                  <a:lnTo>
                    <a:pt x="3700300" y="1406010"/>
                  </a:lnTo>
                  <a:lnTo>
                    <a:pt x="3700961" y="1362662"/>
                  </a:lnTo>
                  <a:lnTo>
                    <a:pt x="3701621" y="1325528"/>
                  </a:lnTo>
                  <a:lnTo>
                    <a:pt x="3702282" y="1308781"/>
                  </a:lnTo>
                  <a:lnTo>
                    <a:pt x="3702942" y="1308781"/>
                  </a:lnTo>
                  <a:lnTo>
                    <a:pt x="3703603" y="1300011"/>
                  </a:lnTo>
                  <a:lnTo>
                    <a:pt x="3704264" y="1286270"/>
                  </a:lnTo>
                  <a:lnTo>
                    <a:pt x="3704924" y="1258114"/>
                  </a:lnTo>
                  <a:lnTo>
                    <a:pt x="3705585" y="1232716"/>
                  </a:lnTo>
                  <a:lnTo>
                    <a:pt x="3706245" y="1220892"/>
                  </a:lnTo>
                  <a:lnTo>
                    <a:pt x="3706906" y="1215742"/>
                  </a:lnTo>
                  <a:lnTo>
                    <a:pt x="3707566" y="1214611"/>
                  </a:lnTo>
                  <a:lnTo>
                    <a:pt x="3708227" y="1214611"/>
                  </a:lnTo>
                  <a:lnTo>
                    <a:pt x="3708887" y="1201951"/>
                  </a:lnTo>
                  <a:lnTo>
                    <a:pt x="3709548" y="1107898"/>
                  </a:lnTo>
                  <a:lnTo>
                    <a:pt x="3710208" y="1025330"/>
                  </a:lnTo>
                  <a:lnTo>
                    <a:pt x="3710869" y="1008992"/>
                  </a:lnTo>
                  <a:lnTo>
                    <a:pt x="3711529" y="1008992"/>
                  </a:lnTo>
                  <a:lnTo>
                    <a:pt x="3712190" y="1031106"/>
                  </a:lnTo>
                  <a:lnTo>
                    <a:pt x="3712850" y="1104924"/>
                  </a:lnTo>
                  <a:lnTo>
                    <a:pt x="3713511" y="1236985"/>
                  </a:lnTo>
                  <a:lnTo>
                    <a:pt x="3714172" y="1301584"/>
                  </a:lnTo>
                  <a:lnTo>
                    <a:pt x="3714832" y="1335222"/>
                  </a:lnTo>
                  <a:lnTo>
                    <a:pt x="3715493" y="1317858"/>
                  </a:lnTo>
                  <a:lnTo>
                    <a:pt x="3716153" y="1317858"/>
                  </a:lnTo>
                  <a:lnTo>
                    <a:pt x="3716814" y="1335222"/>
                  </a:lnTo>
                  <a:lnTo>
                    <a:pt x="3717474" y="1343431"/>
                  </a:lnTo>
                  <a:lnTo>
                    <a:pt x="3718135" y="1308781"/>
                  </a:lnTo>
                  <a:lnTo>
                    <a:pt x="3718795" y="1250878"/>
                  </a:lnTo>
                  <a:lnTo>
                    <a:pt x="3719456" y="1152678"/>
                  </a:lnTo>
                  <a:lnTo>
                    <a:pt x="3720116" y="1057121"/>
                  </a:lnTo>
                  <a:lnTo>
                    <a:pt x="3720777" y="1001937"/>
                  </a:lnTo>
                  <a:lnTo>
                    <a:pt x="3721437" y="988143"/>
                  </a:lnTo>
                  <a:lnTo>
                    <a:pt x="3722098" y="974374"/>
                  </a:lnTo>
                  <a:lnTo>
                    <a:pt x="3722758" y="979794"/>
                  </a:lnTo>
                  <a:lnTo>
                    <a:pt x="3723419" y="997257"/>
                  </a:lnTo>
                  <a:lnTo>
                    <a:pt x="3724080" y="1024787"/>
                  </a:lnTo>
                  <a:lnTo>
                    <a:pt x="3724740" y="1046577"/>
                  </a:lnTo>
                  <a:lnTo>
                    <a:pt x="3725401" y="1061774"/>
                  </a:lnTo>
                  <a:lnTo>
                    <a:pt x="3726061" y="1081269"/>
                  </a:lnTo>
                  <a:lnTo>
                    <a:pt x="3726722" y="1127704"/>
                  </a:lnTo>
                  <a:lnTo>
                    <a:pt x="3727382" y="1158974"/>
                  </a:lnTo>
                  <a:lnTo>
                    <a:pt x="3728043" y="1168243"/>
                  </a:lnTo>
                  <a:lnTo>
                    <a:pt x="3728703" y="1218018"/>
                  </a:lnTo>
                  <a:lnTo>
                    <a:pt x="3729364" y="1277498"/>
                  </a:lnTo>
                  <a:lnTo>
                    <a:pt x="3730024" y="1307972"/>
                  </a:lnTo>
                  <a:lnTo>
                    <a:pt x="3730685" y="1324665"/>
                  </a:lnTo>
                  <a:lnTo>
                    <a:pt x="3731345" y="1342506"/>
                  </a:lnTo>
                  <a:lnTo>
                    <a:pt x="3732006" y="1337024"/>
                  </a:lnTo>
                  <a:lnTo>
                    <a:pt x="3732666" y="1325528"/>
                  </a:lnTo>
                  <a:lnTo>
                    <a:pt x="3733327" y="1343431"/>
                  </a:lnTo>
                  <a:lnTo>
                    <a:pt x="3733987" y="1362662"/>
                  </a:lnTo>
                  <a:lnTo>
                    <a:pt x="3734648" y="1383432"/>
                  </a:lnTo>
                  <a:lnTo>
                    <a:pt x="3735309" y="1406010"/>
                  </a:lnTo>
                  <a:lnTo>
                    <a:pt x="3735969" y="1430742"/>
                  </a:lnTo>
                  <a:lnTo>
                    <a:pt x="3736630" y="1430742"/>
                  </a:lnTo>
                  <a:lnTo>
                    <a:pt x="3737290" y="1406010"/>
                  </a:lnTo>
                  <a:lnTo>
                    <a:pt x="3737951" y="1378081"/>
                  </a:lnTo>
                  <a:lnTo>
                    <a:pt x="3738611" y="1338839"/>
                  </a:lnTo>
                  <a:lnTo>
                    <a:pt x="3739272" y="1289262"/>
                  </a:lnTo>
                  <a:lnTo>
                    <a:pt x="3739932" y="1235147"/>
                  </a:lnTo>
                  <a:lnTo>
                    <a:pt x="3740593" y="1200879"/>
                  </a:lnTo>
                  <a:lnTo>
                    <a:pt x="3741253" y="1174450"/>
                  </a:lnTo>
                  <a:lnTo>
                    <a:pt x="3741914" y="1167301"/>
                  </a:lnTo>
                  <a:lnTo>
                    <a:pt x="3742574" y="1176877"/>
                  </a:lnTo>
                  <a:lnTo>
                    <a:pt x="3743235" y="1197160"/>
                  </a:lnTo>
                  <a:lnTo>
                    <a:pt x="3743895" y="1219164"/>
                  </a:lnTo>
                  <a:lnTo>
                    <a:pt x="3744556" y="1218590"/>
                  </a:lnTo>
                  <a:lnTo>
                    <a:pt x="3745217" y="1173967"/>
                  </a:lnTo>
                  <a:lnTo>
                    <a:pt x="3745877" y="1085008"/>
                  </a:lnTo>
                  <a:lnTo>
                    <a:pt x="3746538" y="1018353"/>
                  </a:lnTo>
                  <a:lnTo>
                    <a:pt x="3747198" y="941068"/>
                  </a:lnTo>
                  <a:lnTo>
                    <a:pt x="3747859" y="874656"/>
                  </a:lnTo>
                  <a:lnTo>
                    <a:pt x="3748519" y="817515"/>
                  </a:lnTo>
                  <a:lnTo>
                    <a:pt x="3749180" y="786261"/>
                  </a:lnTo>
                  <a:lnTo>
                    <a:pt x="3749840" y="758175"/>
                  </a:lnTo>
                  <a:lnTo>
                    <a:pt x="3750501" y="760125"/>
                  </a:lnTo>
                  <a:lnTo>
                    <a:pt x="3751161" y="789419"/>
                  </a:lnTo>
                  <a:lnTo>
                    <a:pt x="3751822" y="848201"/>
                  </a:lnTo>
                  <a:lnTo>
                    <a:pt x="3752482" y="912082"/>
                  </a:lnTo>
                  <a:lnTo>
                    <a:pt x="3753143" y="1007972"/>
                  </a:lnTo>
                  <a:lnTo>
                    <a:pt x="3753803" y="1098354"/>
                  </a:lnTo>
                  <a:lnTo>
                    <a:pt x="3754464" y="1163567"/>
                  </a:lnTo>
                  <a:lnTo>
                    <a:pt x="3755125" y="1192975"/>
                  </a:lnTo>
                  <a:lnTo>
                    <a:pt x="3755785" y="1264188"/>
                  </a:lnTo>
                  <a:lnTo>
                    <a:pt x="3756446" y="1325528"/>
                  </a:lnTo>
                  <a:lnTo>
                    <a:pt x="3757106" y="1383432"/>
                  </a:lnTo>
                  <a:lnTo>
                    <a:pt x="3757767" y="1406010"/>
                  </a:lnTo>
                  <a:lnTo>
                    <a:pt x="3758427" y="1430742"/>
                  </a:lnTo>
                  <a:lnTo>
                    <a:pt x="3759088" y="1406010"/>
                  </a:lnTo>
                  <a:lnTo>
                    <a:pt x="3759748" y="1362662"/>
                  </a:lnTo>
                  <a:lnTo>
                    <a:pt x="3760409" y="1343431"/>
                  </a:lnTo>
                  <a:lnTo>
                    <a:pt x="3761069" y="1343431"/>
                  </a:lnTo>
                  <a:lnTo>
                    <a:pt x="3761730" y="1343431"/>
                  </a:lnTo>
                  <a:lnTo>
                    <a:pt x="3762390" y="1362662"/>
                  </a:lnTo>
                  <a:lnTo>
                    <a:pt x="3763051" y="1383432"/>
                  </a:lnTo>
                  <a:lnTo>
                    <a:pt x="3763711" y="1362662"/>
                  </a:lnTo>
                  <a:lnTo>
                    <a:pt x="3764372" y="1343431"/>
                  </a:lnTo>
                  <a:lnTo>
                    <a:pt x="3765033" y="1325528"/>
                  </a:lnTo>
                  <a:lnTo>
                    <a:pt x="3765693" y="1325528"/>
                  </a:lnTo>
                  <a:lnTo>
                    <a:pt x="3766354" y="1343431"/>
                  </a:lnTo>
                  <a:lnTo>
                    <a:pt x="3767014" y="1383432"/>
                  </a:lnTo>
                  <a:lnTo>
                    <a:pt x="3767675" y="1406010"/>
                  </a:lnTo>
                  <a:lnTo>
                    <a:pt x="3768335" y="1430742"/>
                  </a:lnTo>
                  <a:lnTo>
                    <a:pt x="3768996" y="1430742"/>
                  </a:lnTo>
                  <a:lnTo>
                    <a:pt x="3769656" y="1430742"/>
                  </a:lnTo>
                  <a:lnTo>
                    <a:pt x="3770317" y="1430742"/>
                  </a:lnTo>
                  <a:lnTo>
                    <a:pt x="3770977" y="1430742"/>
                  </a:lnTo>
                  <a:lnTo>
                    <a:pt x="3771638" y="1430742"/>
                  </a:lnTo>
                  <a:lnTo>
                    <a:pt x="3772298" y="1406010"/>
                  </a:lnTo>
                  <a:lnTo>
                    <a:pt x="3772959" y="1362662"/>
                  </a:lnTo>
                  <a:lnTo>
                    <a:pt x="3773619" y="1308781"/>
                  </a:lnTo>
                  <a:lnTo>
                    <a:pt x="3774280" y="1264188"/>
                  </a:lnTo>
                  <a:lnTo>
                    <a:pt x="3774940" y="1214611"/>
                  </a:lnTo>
                  <a:lnTo>
                    <a:pt x="3775601" y="1203568"/>
                  </a:lnTo>
                  <a:lnTo>
                    <a:pt x="3776262" y="1214611"/>
                  </a:lnTo>
                  <a:lnTo>
                    <a:pt x="3776922" y="1250878"/>
                  </a:lnTo>
                  <a:lnTo>
                    <a:pt x="3777583" y="1293050"/>
                  </a:lnTo>
                  <a:lnTo>
                    <a:pt x="3778243" y="1362662"/>
                  </a:lnTo>
                  <a:lnTo>
                    <a:pt x="3778904" y="1406010"/>
                  </a:lnTo>
                  <a:lnTo>
                    <a:pt x="3779564" y="1430742"/>
                  </a:lnTo>
                  <a:lnTo>
                    <a:pt x="3780225" y="1430742"/>
                  </a:lnTo>
                  <a:lnTo>
                    <a:pt x="3780885" y="1430742"/>
                  </a:lnTo>
                  <a:lnTo>
                    <a:pt x="3781546" y="1430742"/>
                  </a:lnTo>
                  <a:lnTo>
                    <a:pt x="3782206" y="1430742"/>
                  </a:lnTo>
                  <a:lnTo>
                    <a:pt x="3782867" y="1430742"/>
                  </a:lnTo>
                  <a:lnTo>
                    <a:pt x="3783527" y="1430742"/>
                  </a:lnTo>
                  <a:lnTo>
                    <a:pt x="3784188" y="1430742"/>
                  </a:lnTo>
                  <a:lnTo>
                    <a:pt x="3784848" y="1430742"/>
                  </a:lnTo>
                  <a:lnTo>
                    <a:pt x="3785509" y="1430742"/>
                  </a:lnTo>
                  <a:lnTo>
                    <a:pt x="3786170" y="1430742"/>
                  </a:lnTo>
                  <a:lnTo>
                    <a:pt x="3786830" y="1430742"/>
                  </a:lnTo>
                  <a:lnTo>
                    <a:pt x="3787491" y="1430742"/>
                  </a:lnTo>
                  <a:lnTo>
                    <a:pt x="3788151" y="1430742"/>
                  </a:lnTo>
                  <a:lnTo>
                    <a:pt x="3788812" y="1430742"/>
                  </a:lnTo>
                  <a:lnTo>
                    <a:pt x="3789472" y="1406010"/>
                  </a:lnTo>
                  <a:lnTo>
                    <a:pt x="3790133" y="1383432"/>
                  </a:lnTo>
                  <a:lnTo>
                    <a:pt x="3790793" y="1362662"/>
                  </a:lnTo>
                  <a:lnTo>
                    <a:pt x="3791454" y="1343431"/>
                  </a:lnTo>
                  <a:lnTo>
                    <a:pt x="3792114" y="1325528"/>
                  </a:lnTo>
                  <a:lnTo>
                    <a:pt x="3792775" y="1308781"/>
                  </a:lnTo>
                  <a:lnTo>
                    <a:pt x="3793435" y="1308781"/>
                  </a:lnTo>
                  <a:lnTo>
                    <a:pt x="3794096" y="1308781"/>
                  </a:lnTo>
                  <a:lnTo>
                    <a:pt x="3794756" y="1293050"/>
                  </a:lnTo>
                  <a:lnTo>
                    <a:pt x="3795417" y="1264188"/>
                  </a:lnTo>
                  <a:lnTo>
                    <a:pt x="3796078" y="1278218"/>
                  </a:lnTo>
                  <a:lnTo>
                    <a:pt x="3796738" y="1278218"/>
                  </a:lnTo>
                  <a:lnTo>
                    <a:pt x="3797399" y="1278218"/>
                  </a:lnTo>
                  <a:lnTo>
                    <a:pt x="3798059" y="1293050"/>
                  </a:lnTo>
                  <a:lnTo>
                    <a:pt x="3798720" y="1325528"/>
                  </a:lnTo>
                  <a:lnTo>
                    <a:pt x="3799380" y="1343431"/>
                  </a:lnTo>
                  <a:lnTo>
                    <a:pt x="3800041" y="1362662"/>
                  </a:lnTo>
                  <a:lnTo>
                    <a:pt x="3800701" y="1383432"/>
                  </a:lnTo>
                  <a:lnTo>
                    <a:pt x="3801362" y="1406010"/>
                  </a:lnTo>
                  <a:lnTo>
                    <a:pt x="3802022" y="1430742"/>
                  </a:lnTo>
                  <a:lnTo>
                    <a:pt x="3802683" y="1406010"/>
                  </a:lnTo>
                  <a:lnTo>
                    <a:pt x="3803343" y="1362662"/>
                  </a:lnTo>
                  <a:lnTo>
                    <a:pt x="3804004" y="1343431"/>
                  </a:lnTo>
                  <a:lnTo>
                    <a:pt x="3804664" y="1325528"/>
                  </a:lnTo>
                  <a:lnTo>
                    <a:pt x="3805325" y="1325528"/>
                  </a:lnTo>
                  <a:lnTo>
                    <a:pt x="3805985" y="1343431"/>
                  </a:lnTo>
                  <a:lnTo>
                    <a:pt x="3806646" y="1383432"/>
                  </a:lnTo>
                  <a:lnTo>
                    <a:pt x="3807307" y="1406010"/>
                  </a:lnTo>
                  <a:lnTo>
                    <a:pt x="3807967" y="1383432"/>
                  </a:lnTo>
                  <a:lnTo>
                    <a:pt x="3808628" y="1325528"/>
                  </a:lnTo>
                  <a:lnTo>
                    <a:pt x="3809288" y="1264188"/>
                  </a:lnTo>
                  <a:lnTo>
                    <a:pt x="3809949" y="1219739"/>
                  </a:lnTo>
                  <a:lnTo>
                    <a:pt x="3810609" y="1197688"/>
                  </a:lnTo>
                  <a:lnTo>
                    <a:pt x="3811270" y="1197688"/>
                  </a:lnTo>
                  <a:lnTo>
                    <a:pt x="3811930" y="1187328"/>
                  </a:lnTo>
                  <a:lnTo>
                    <a:pt x="3812591" y="1197688"/>
                  </a:lnTo>
                  <a:lnTo>
                    <a:pt x="3813251" y="1218018"/>
                  </a:lnTo>
                  <a:lnTo>
                    <a:pt x="3813912" y="1241951"/>
                  </a:lnTo>
                  <a:lnTo>
                    <a:pt x="3814572" y="1268318"/>
                  </a:lnTo>
                  <a:lnTo>
                    <a:pt x="3815233" y="1330771"/>
                  </a:lnTo>
                  <a:lnTo>
                    <a:pt x="3815893" y="1390001"/>
                  </a:lnTo>
                  <a:lnTo>
                    <a:pt x="3816554" y="1391113"/>
                  </a:lnTo>
                  <a:lnTo>
                    <a:pt x="3817215" y="1347165"/>
                  </a:lnTo>
                  <a:lnTo>
                    <a:pt x="3817875" y="1240701"/>
                  </a:lnTo>
                  <a:lnTo>
                    <a:pt x="3818536" y="1165427"/>
                  </a:lnTo>
                  <a:lnTo>
                    <a:pt x="3819196" y="1116643"/>
                  </a:lnTo>
                  <a:lnTo>
                    <a:pt x="3819857" y="1106406"/>
                  </a:lnTo>
                  <a:lnTo>
                    <a:pt x="3820517" y="1093003"/>
                  </a:lnTo>
                  <a:lnTo>
                    <a:pt x="3821178" y="1115101"/>
                  </a:lnTo>
                  <a:lnTo>
                    <a:pt x="3821838" y="1165894"/>
                  </a:lnTo>
                  <a:lnTo>
                    <a:pt x="3822499" y="1214611"/>
                  </a:lnTo>
                  <a:lnTo>
                    <a:pt x="3823159" y="1238218"/>
                  </a:lnTo>
                  <a:lnTo>
                    <a:pt x="3823820" y="1264188"/>
                  </a:lnTo>
                  <a:lnTo>
                    <a:pt x="3824480" y="1308781"/>
                  </a:lnTo>
                  <a:lnTo>
                    <a:pt x="3825141" y="1325528"/>
                  </a:lnTo>
                  <a:lnTo>
                    <a:pt x="3825801" y="1343431"/>
                  </a:lnTo>
                  <a:lnTo>
                    <a:pt x="3826462" y="1362662"/>
                  </a:lnTo>
                  <a:lnTo>
                    <a:pt x="3827123" y="1406010"/>
                  </a:lnTo>
                  <a:lnTo>
                    <a:pt x="3827783" y="1430742"/>
                  </a:lnTo>
                  <a:lnTo>
                    <a:pt x="3828444" y="1430742"/>
                  </a:lnTo>
                  <a:lnTo>
                    <a:pt x="3829104" y="1430742"/>
                  </a:lnTo>
                  <a:lnTo>
                    <a:pt x="3829765" y="1430742"/>
                  </a:lnTo>
                  <a:lnTo>
                    <a:pt x="3830425" y="1430742"/>
                  </a:lnTo>
                  <a:lnTo>
                    <a:pt x="3831086" y="1430742"/>
                  </a:lnTo>
                  <a:lnTo>
                    <a:pt x="3831746" y="1430742"/>
                  </a:lnTo>
                  <a:lnTo>
                    <a:pt x="3832407" y="1430742"/>
                  </a:lnTo>
                  <a:lnTo>
                    <a:pt x="3833067" y="1430742"/>
                  </a:lnTo>
                  <a:lnTo>
                    <a:pt x="3833728" y="1430742"/>
                  </a:lnTo>
                  <a:lnTo>
                    <a:pt x="3834388" y="1406010"/>
                  </a:lnTo>
                  <a:lnTo>
                    <a:pt x="3835049" y="1343431"/>
                  </a:lnTo>
                  <a:lnTo>
                    <a:pt x="3835709" y="1293050"/>
                  </a:lnTo>
                  <a:lnTo>
                    <a:pt x="3836370" y="1250878"/>
                  </a:lnTo>
                  <a:lnTo>
                    <a:pt x="3837031" y="1238218"/>
                  </a:lnTo>
                  <a:lnTo>
                    <a:pt x="3837691" y="1250878"/>
                  </a:lnTo>
                  <a:lnTo>
                    <a:pt x="3838352" y="1278218"/>
                  </a:lnTo>
                  <a:lnTo>
                    <a:pt x="3839012" y="1308781"/>
                  </a:lnTo>
                  <a:lnTo>
                    <a:pt x="3839673" y="1354798"/>
                  </a:lnTo>
                  <a:lnTo>
                    <a:pt x="3840333" y="1336121"/>
                  </a:lnTo>
                  <a:lnTo>
                    <a:pt x="3840994" y="1287015"/>
                  </a:lnTo>
                  <a:lnTo>
                    <a:pt x="3841654" y="1279664"/>
                  </a:lnTo>
                  <a:lnTo>
                    <a:pt x="3842315" y="1279664"/>
                  </a:lnTo>
                  <a:lnTo>
                    <a:pt x="3842975" y="1285528"/>
                  </a:lnTo>
                  <a:lnTo>
                    <a:pt x="3843636" y="1317020"/>
                  </a:lnTo>
                  <a:lnTo>
                    <a:pt x="3844296" y="1372839"/>
                  </a:lnTo>
                  <a:lnTo>
                    <a:pt x="3844957" y="1406010"/>
                  </a:lnTo>
                  <a:lnTo>
                    <a:pt x="3845617" y="1430742"/>
                  </a:lnTo>
                  <a:lnTo>
                    <a:pt x="3846278" y="1430742"/>
                  </a:lnTo>
                  <a:lnTo>
                    <a:pt x="3846938" y="1430742"/>
                  </a:lnTo>
                  <a:lnTo>
                    <a:pt x="3847599" y="1430742"/>
                  </a:lnTo>
                  <a:lnTo>
                    <a:pt x="3848260" y="1430742"/>
                  </a:lnTo>
                  <a:lnTo>
                    <a:pt x="3848920" y="1430742"/>
                  </a:lnTo>
                  <a:lnTo>
                    <a:pt x="3849581" y="1430742"/>
                  </a:lnTo>
                  <a:lnTo>
                    <a:pt x="3850241" y="1430742"/>
                  </a:lnTo>
                  <a:lnTo>
                    <a:pt x="3850902" y="1430742"/>
                  </a:lnTo>
                  <a:lnTo>
                    <a:pt x="3851562" y="1430742"/>
                  </a:lnTo>
                  <a:lnTo>
                    <a:pt x="3852223" y="1430742"/>
                  </a:lnTo>
                  <a:lnTo>
                    <a:pt x="3852883" y="1430742"/>
                  </a:lnTo>
                  <a:lnTo>
                    <a:pt x="3853544" y="1383432"/>
                  </a:lnTo>
                  <a:lnTo>
                    <a:pt x="3854204" y="1325528"/>
                  </a:lnTo>
                  <a:lnTo>
                    <a:pt x="3854865" y="1308781"/>
                  </a:lnTo>
                  <a:lnTo>
                    <a:pt x="3855525" y="1293050"/>
                  </a:lnTo>
                  <a:lnTo>
                    <a:pt x="3856186" y="1278218"/>
                  </a:lnTo>
                  <a:lnTo>
                    <a:pt x="3856846" y="1308781"/>
                  </a:lnTo>
                  <a:lnTo>
                    <a:pt x="3857507" y="1362662"/>
                  </a:lnTo>
                  <a:lnTo>
                    <a:pt x="3858168" y="1383432"/>
                  </a:lnTo>
                  <a:lnTo>
                    <a:pt x="3858828" y="1406010"/>
                  </a:lnTo>
                  <a:lnTo>
                    <a:pt x="3859489" y="1430742"/>
                  </a:lnTo>
                  <a:lnTo>
                    <a:pt x="3860149" y="1406010"/>
                  </a:lnTo>
                  <a:lnTo>
                    <a:pt x="3860810" y="1383432"/>
                  </a:lnTo>
                  <a:lnTo>
                    <a:pt x="3861470" y="1343431"/>
                  </a:lnTo>
                  <a:lnTo>
                    <a:pt x="3862131" y="1325528"/>
                  </a:lnTo>
                  <a:lnTo>
                    <a:pt x="3862791" y="1325528"/>
                  </a:lnTo>
                  <a:lnTo>
                    <a:pt x="3863452" y="1343431"/>
                  </a:lnTo>
                  <a:lnTo>
                    <a:pt x="3864112" y="1362662"/>
                  </a:lnTo>
                  <a:lnTo>
                    <a:pt x="3864773" y="1406010"/>
                  </a:lnTo>
                  <a:lnTo>
                    <a:pt x="3865433" y="1430742"/>
                  </a:lnTo>
                  <a:lnTo>
                    <a:pt x="3866094" y="1406010"/>
                  </a:lnTo>
                  <a:lnTo>
                    <a:pt x="3866754" y="1383432"/>
                  </a:lnTo>
                  <a:lnTo>
                    <a:pt x="3867415" y="1362662"/>
                  </a:lnTo>
                  <a:lnTo>
                    <a:pt x="3868076" y="1343431"/>
                  </a:lnTo>
                  <a:lnTo>
                    <a:pt x="3868736" y="1325528"/>
                  </a:lnTo>
                  <a:lnTo>
                    <a:pt x="3869397" y="1343431"/>
                  </a:lnTo>
                  <a:lnTo>
                    <a:pt x="3870057" y="1362662"/>
                  </a:lnTo>
                  <a:lnTo>
                    <a:pt x="3870718" y="1383432"/>
                  </a:lnTo>
                  <a:lnTo>
                    <a:pt x="3871378" y="1406010"/>
                  </a:lnTo>
                  <a:lnTo>
                    <a:pt x="3872039" y="1430742"/>
                  </a:lnTo>
                  <a:lnTo>
                    <a:pt x="3872699" y="1430742"/>
                  </a:lnTo>
                  <a:lnTo>
                    <a:pt x="3873360" y="1430742"/>
                  </a:lnTo>
                  <a:lnTo>
                    <a:pt x="3874020" y="1430742"/>
                  </a:lnTo>
                  <a:lnTo>
                    <a:pt x="3874681" y="1424335"/>
                  </a:lnTo>
                  <a:lnTo>
                    <a:pt x="3875341" y="1378081"/>
                  </a:lnTo>
                  <a:lnTo>
                    <a:pt x="3876002" y="1319543"/>
                  </a:lnTo>
                  <a:lnTo>
                    <a:pt x="3876662" y="1278940"/>
                  </a:lnTo>
                  <a:lnTo>
                    <a:pt x="3877323" y="1264872"/>
                  </a:lnTo>
                  <a:lnTo>
                    <a:pt x="3877983" y="1268318"/>
                  </a:lnTo>
                  <a:lnTo>
                    <a:pt x="3878644" y="1297670"/>
                  </a:lnTo>
                  <a:lnTo>
                    <a:pt x="3879305" y="1350953"/>
                  </a:lnTo>
                  <a:lnTo>
                    <a:pt x="3879965" y="1406010"/>
                  </a:lnTo>
                  <a:lnTo>
                    <a:pt x="3880626" y="1406010"/>
                  </a:lnTo>
                  <a:lnTo>
                    <a:pt x="3881286" y="1383432"/>
                  </a:lnTo>
                  <a:lnTo>
                    <a:pt x="3881947" y="1362662"/>
                  </a:lnTo>
                  <a:lnTo>
                    <a:pt x="3882607" y="1335222"/>
                  </a:lnTo>
                  <a:lnTo>
                    <a:pt x="3883268" y="1317858"/>
                  </a:lnTo>
                  <a:lnTo>
                    <a:pt x="3883928" y="1301584"/>
                  </a:lnTo>
                  <a:lnTo>
                    <a:pt x="3884589" y="1271811"/>
                  </a:lnTo>
                  <a:lnTo>
                    <a:pt x="3885249" y="1258114"/>
                  </a:lnTo>
                  <a:lnTo>
                    <a:pt x="3885910" y="1264188"/>
                  </a:lnTo>
                  <a:lnTo>
                    <a:pt x="3886570" y="1278218"/>
                  </a:lnTo>
                  <a:lnTo>
                    <a:pt x="3887231" y="1308781"/>
                  </a:lnTo>
                  <a:lnTo>
                    <a:pt x="3887891" y="1362662"/>
                  </a:lnTo>
                  <a:lnTo>
                    <a:pt x="3888552" y="1406010"/>
                  </a:lnTo>
                  <a:lnTo>
                    <a:pt x="3889213" y="1430742"/>
                  </a:lnTo>
                  <a:lnTo>
                    <a:pt x="3889873" y="1430742"/>
                  </a:lnTo>
                  <a:lnTo>
                    <a:pt x="3890534" y="1430742"/>
                  </a:lnTo>
                  <a:lnTo>
                    <a:pt x="3891194" y="1406010"/>
                  </a:lnTo>
                  <a:lnTo>
                    <a:pt x="3891855" y="1343431"/>
                  </a:lnTo>
                  <a:lnTo>
                    <a:pt x="3892515" y="1278218"/>
                  </a:lnTo>
                  <a:lnTo>
                    <a:pt x="3893176" y="1238218"/>
                  </a:lnTo>
                  <a:lnTo>
                    <a:pt x="3893836" y="1238218"/>
                  </a:lnTo>
                  <a:lnTo>
                    <a:pt x="3894497" y="1250878"/>
                  </a:lnTo>
                  <a:lnTo>
                    <a:pt x="3895157" y="1293050"/>
                  </a:lnTo>
                  <a:lnTo>
                    <a:pt x="3895818" y="1362662"/>
                  </a:lnTo>
                  <a:lnTo>
                    <a:pt x="3896478" y="1430742"/>
                  </a:lnTo>
                  <a:lnTo>
                    <a:pt x="3897139" y="1430742"/>
                  </a:lnTo>
                  <a:lnTo>
                    <a:pt x="3897799" y="1430742"/>
                  </a:lnTo>
                  <a:lnTo>
                    <a:pt x="3898460" y="1430742"/>
                  </a:lnTo>
                  <a:lnTo>
                    <a:pt x="3899121" y="1430742"/>
                  </a:lnTo>
                  <a:lnTo>
                    <a:pt x="3899781" y="1430742"/>
                  </a:lnTo>
                  <a:lnTo>
                    <a:pt x="3900442" y="1430742"/>
                  </a:lnTo>
                  <a:lnTo>
                    <a:pt x="3901102" y="1430742"/>
                  </a:lnTo>
                  <a:lnTo>
                    <a:pt x="3901763" y="1430742"/>
                  </a:lnTo>
                  <a:lnTo>
                    <a:pt x="3902423" y="1430742"/>
                  </a:lnTo>
                  <a:lnTo>
                    <a:pt x="3903084" y="1430742"/>
                  </a:lnTo>
                  <a:lnTo>
                    <a:pt x="3903744" y="1430742"/>
                  </a:lnTo>
                  <a:lnTo>
                    <a:pt x="3904405" y="1406010"/>
                  </a:lnTo>
                  <a:lnTo>
                    <a:pt x="3905065" y="1362662"/>
                  </a:lnTo>
                  <a:lnTo>
                    <a:pt x="3905726" y="1308781"/>
                  </a:lnTo>
                  <a:lnTo>
                    <a:pt x="3906386" y="1278218"/>
                  </a:lnTo>
                  <a:lnTo>
                    <a:pt x="3907047" y="1257448"/>
                  </a:lnTo>
                  <a:lnTo>
                    <a:pt x="3907707" y="1271108"/>
                  </a:lnTo>
                  <a:lnTo>
                    <a:pt x="3908368" y="1300797"/>
                  </a:lnTo>
                  <a:lnTo>
                    <a:pt x="3909029" y="1352868"/>
                  </a:lnTo>
                  <a:lnTo>
                    <a:pt x="3909689" y="1394476"/>
                  </a:lnTo>
                  <a:lnTo>
                    <a:pt x="3910350" y="1430742"/>
                  </a:lnTo>
                  <a:lnTo>
                    <a:pt x="3911010" y="1430742"/>
                  </a:lnTo>
                  <a:lnTo>
                    <a:pt x="3911671" y="1430742"/>
                  </a:lnTo>
                  <a:lnTo>
                    <a:pt x="3912331" y="1430742"/>
                  </a:lnTo>
                  <a:lnTo>
                    <a:pt x="3912992" y="1430742"/>
                  </a:lnTo>
                  <a:lnTo>
                    <a:pt x="3913652" y="1430742"/>
                  </a:lnTo>
                  <a:lnTo>
                    <a:pt x="3914313" y="1430742"/>
                  </a:lnTo>
                  <a:lnTo>
                    <a:pt x="3914973" y="1430742"/>
                  </a:lnTo>
                  <a:lnTo>
                    <a:pt x="3915634" y="1430742"/>
                  </a:lnTo>
                  <a:lnTo>
                    <a:pt x="3916294" y="1430742"/>
                  </a:lnTo>
                  <a:lnTo>
                    <a:pt x="3916955" y="1406010"/>
                  </a:lnTo>
                  <a:lnTo>
                    <a:pt x="3917615" y="1383432"/>
                  </a:lnTo>
                  <a:lnTo>
                    <a:pt x="3918276" y="1383432"/>
                  </a:lnTo>
                  <a:lnTo>
                    <a:pt x="3918936" y="1362662"/>
                  </a:lnTo>
                  <a:lnTo>
                    <a:pt x="3919597" y="1325528"/>
                  </a:lnTo>
                  <a:lnTo>
                    <a:pt x="3920258" y="1293050"/>
                  </a:lnTo>
                  <a:lnTo>
                    <a:pt x="3920918" y="1264188"/>
                  </a:lnTo>
                  <a:lnTo>
                    <a:pt x="3921579" y="1250878"/>
                  </a:lnTo>
                  <a:lnTo>
                    <a:pt x="3922239" y="1264188"/>
                  </a:lnTo>
                  <a:lnTo>
                    <a:pt x="3922900" y="1293050"/>
                  </a:lnTo>
                  <a:lnTo>
                    <a:pt x="3923560" y="1343431"/>
                  </a:lnTo>
                  <a:lnTo>
                    <a:pt x="3924221" y="1406010"/>
                  </a:lnTo>
                  <a:lnTo>
                    <a:pt x="3924881" y="1430742"/>
                  </a:lnTo>
                  <a:lnTo>
                    <a:pt x="3925542" y="1430742"/>
                  </a:lnTo>
                  <a:lnTo>
                    <a:pt x="3926202" y="1430742"/>
                  </a:lnTo>
                  <a:lnTo>
                    <a:pt x="3926863" y="1430742"/>
                  </a:lnTo>
                  <a:lnTo>
                    <a:pt x="3927523" y="1430742"/>
                  </a:lnTo>
                  <a:lnTo>
                    <a:pt x="3928184" y="1430742"/>
                  </a:lnTo>
                  <a:lnTo>
                    <a:pt x="3928844" y="1430742"/>
                  </a:lnTo>
                  <a:lnTo>
                    <a:pt x="3929505" y="1430742"/>
                  </a:lnTo>
                  <a:lnTo>
                    <a:pt x="3930166" y="1430742"/>
                  </a:lnTo>
                  <a:lnTo>
                    <a:pt x="3930826" y="1430742"/>
                  </a:lnTo>
                  <a:lnTo>
                    <a:pt x="3931487" y="1430742"/>
                  </a:lnTo>
                  <a:lnTo>
                    <a:pt x="3932147" y="1383432"/>
                  </a:lnTo>
                  <a:lnTo>
                    <a:pt x="3932808" y="1325528"/>
                  </a:lnTo>
                  <a:lnTo>
                    <a:pt x="3933468" y="1278218"/>
                  </a:lnTo>
                  <a:lnTo>
                    <a:pt x="3934129" y="1250878"/>
                  </a:lnTo>
                  <a:lnTo>
                    <a:pt x="3934789" y="1226146"/>
                  </a:lnTo>
                  <a:lnTo>
                    <a:pt x="3935450" y="1238218"/>
                  </a:lnTo>
                  <a:lnTo>
                    <a:pt x="3936110" y="1264188"/>
                  </a:lnTo>
                  <a:lnTo>
                    <a:pt x="3936771" y="1308781"/>
                  </a:lnTo>
                  <a:lnTo>
                    <a:pt x="3937431" y="1343431"/>
                  </a:lnTo>
                  <a:lnTo>
                    <a:pt x="3938092" y="1383432"/>
                  </a:lnTo>
                  <a:lnTo>
                    <a:pt x="3938752" y="1406010"/>
                  </a:lnTo>
                  <a:lnTo>
                    <a:pt x="3939413" y="1430742"/>
                  </a:lnTo>
                  <a:lnTo>
                    <a:pt x="3940074" y="1430742"/>
                  </a:lnTo>
                  <a:lnTo>
                    <a:pt x="3940734" y="1430742"/>
                  </a:lnTo>
                  <a:lnTo>
                    <a:pt x="3941395" y="1430742"/>
                  </a:lnTo>
                  <a:lnTo>
                    <a:pt x="3942055" y="1426879"/>
                  </a:lnTo>
                  <a:lnTo>
                    <a:pt x="3942716" y="1359685"/>
                  </a:lnTo>
                  <a:lnTo>
                    <a:pt x="3943376" y="1276065"/>
                  </a:lnTo>
                  <a:lnTo>
                    <a:pt x="3944037" y="1235758"/>
                  </a:lnTo>
                  <a:lnTo>
                    <a:pt x="3944697" y="1223798"/>
                  </a:lnTo>
                  <a:lnTo>
                    <a:pt x="3945358" y="1225557"/>
                  </a:lnTo>
                  <a:lnTo>
                    <a:pt x="3946018" y="1263506"/>
                  </a:lnTo>
                  <a:lnTo>
                    <a:pt x="3946679" y="1342506"/>
                  </a:lnTo>
                  <a:lnTo>
                    <a:pt x="3947339" y="1406010"/>
                  </a:lnTo>
                  <a:lnTo>
                    <a:pt x="3948000" y="1430742"/>
                  </a:lnTo>
                  <a:lnTo>
                    <a:pt x="3948660" y="1430742"/>
                  </a:lnTo>
                  <a:lnTo>
                    <a:pt x="3949321" y="1430742"/>
                  </a:lnTo>
                  <a:lnTo>
                    <a:pt x="3949981" y="1430742"/>
                  </a:lnTo>
                  <a:lnTo>
                    <a:pt x="3950642" y="1430742"/>
                  </a:lnTo>
                  <a:lnTo>
                    <a:pt x="3951303" y="1430742"/>
                  </a:lnTo>
                  <a:lnTo>
                    <a:pt x="3951963" y="1430742"/>
                  </a:lnTo>
                  <a:lnTo>
                    <a:pt x="3952624" y="1406010"/>
                  </a:lnTo>
                  <a:lnTo>
                    <a:pt x="3953284" y="1383432"/>
                  </a:lnTo>
                  <a:lnTo>
                    <a:pt x="3953945" y="1362662"/>
                  </a:lnTo>
                  <a:lnTo>
                    <a:pt x="3954605" y="1308781"/>
                  </a:lnTo>
                  <a:lnTo>
                    <a:pt x="3955266" y="1264188"/>
                  </a:lnTo>
                  <a:lnTo>
                    <a:pt x="3955926" y="1264188"/>
                  </a:lnTo>
                  <a:lnTo>
                    <a:pt x="3956587" y="1278218"/>
                  </a:lnTo>
                  <a:lnTo>
                    <a:pt x="3957247" y="1293050"/>
                  </a:lnTo>
                  <a:lnTo>
                    <a:pt x="3957908" y="1343431"/>
                  </a:lnTo>
                  <a:lnTo>
                    <a:pt x="3958568" y="1406010"/>
                  </a:lnTo>
                  <a:lnTo>
                    <a:pt x="3959229" y="1430742"/>
                  </a:lnTo>
                  <a:lnTo>
                    <a:pt x="3959889" y="1430742"/>
                  </a:lnTo>
                  <a:lnTo>
                    <a:pt x="3960550" y="1430742"/>
                  </a:lnTo>
                  <a:lnTo>
                    <a:pt x="3961211" y="1406010"/>
                  </a:lnTo>
                  <a:lnTo>
                    <a:pt x="3961871" y="1368720"/>
                  </a:lnTo>
                  <a:lnTo>
                    <a:pt x="3962532" y="1330771"/>
                  </a:lnTo>
                  <a:lnTo>
                    <a:pt x="3963192" y="1313693"/>
                  </a:lnTo>
                  <a:lnTo>
                    <a:pt x="3963853" y="1313693"/>
                  </a:lnTo>
                  <a:lnTo>
                    <a:pt x="3964513" y="1330771"/>
                  </a:lnTo>
                  <a:lnTo>
                    <a:pt x="3965174" y="1362662"/>
                  </a:lnTo>
                  <a:lnTo>
                    <a:pt x="3965834" y="1406010"/>
                  </a:lnTo>
                  <a:lnTo>
                    <a:pt x="3966495" y="1430742"/>
                  </a:lnTo>
                  <a:lnTo>
                    <a:pt x="3967155" y="1430742"/>
                  </a:lnTo>
                  <a:lnTo>
                    <a:pt x="3967816" y="1430742"/>
                  </a:lnTo>
                  <a:lnTo>
                    <a:pt x="3968476" y="1430742"/>
                  </a:lnTo>
                  <a:lnTo>
                    <a:pt x="3969137" y="1430742"/>
                  </a:lnTo>
                  <a:lnTo>
                    <a:pt x="3969797" y="1430742"/>
                  </a:lnTo>
                  <a:lnTo>
                    <a:pt x="3970458" y="1430742"/>
                  </a:lnTo>
                  <a:lnTo>
                    <a:pt x="3971119" y="1430742"/>
                  </a:lnTo>
                  <a:lnTo>
                    <a:pt x="3971779" y="1430742"/>
                  </a:lnTo>
                  <a:lnTo>
                    <a:pt x="3972440" y="1430742"/>
                  </a:lnTo>
                  <a:lnTo>
                    <a:pt x="3973100" y="1418082"/>
                  </a:lnTo>
                  <a:lnTo>
                    <a:pt x="3973761" y="1394476"/>
                  </a:lnTo>
                  <a:lnTo>
                    <a:pt x="3974421" y="1352868"/>
                  </a:lnTo>
                  <a:lnTo>
                    <a:pt x="3975082" y="1317020"/>
                  </a:lnTo>
                  <a:lnTo>
                    <a:pt x="3975742" y="1274639"/>
                  </a:lnTo>
                  <a:lnTo>
                    <a:pt x="3976403" y="1267625"/>
                  </a:lnTo>
                  <a:lnTo>
                    <a:pt x="3977063" y="1281847"/>
                  </a:lnTo>
                  <a:lnTo>
                    <a:pt x="3977724" y="1312868"/>
                  </a:lnTo>
                  <a:lnTo>
                    <a:pt x="3978384" y="1348107"/>
                  </a:lnTo>
                  <a:lnTo>
                    <a:pt x="3979045" y="1406010"/>
                  </a:lnTo>
                  <a:lnTo>
                    <a:pt x="3979705" y="1430742"/>
                  </a:lnTo>
                  <a:lnTo>
                    <a:pt x="3980366" y="1430742"/>
                  </a:lnTo>
                  <a:lnTo>
                    <a:pt x="3981027" y="1430742"/>
                  </a:lnTo>
                  <a:lnTo>
                    <a:pt x="3981687" y="1430742"/>
                  </a:lnTo>
                  <a:lnTo>
                    <a:pt x="3982348" y="1430742"/>
                  </a:lnTo>
                  <a:lnTo>
                    <a:pt x="3983008" y="1430742"/>
                  </a:lnTo>
                  <a:lnTo>
                    <a:pt x="3983669" y="1430742"/>
                  </a:lnTo>
                  <a:lnTo>
                    <a:pt x="3984329" y="1430742"/>
                  </a:lnTo>
                  <a:lnTo>
                    <a:pt x="3984990" y="1430742"/>
                  </a:lnTo>
                  <a:lnTo>
                    <a:pt x="3985650" y="1430742"/>
                  </a:lnTo>
                  <a:lnTo>
                    <a:pt x="3986311" y="1406010"/>
                  </a:lnTo>
                  <a:lnTo>
                    <a:pt x="3986971" y="1362662"/>
                  </a:lnTo>
                  <a:lnTo>
                    <a:pt x="3987632" y="1325528"/>
                  </a:lnTo>
                  <a:lnTo>
                    <a:pt x="3988292" y="1325528"/>
                  </a:lnTo>
                  <a:lnTo>
                    <a:pt x="3988953" y="1308781"/>
                  </a:lnTo>
                  <a:lnTo>
                    <a:pt x="3989613" y="1308781"/>
                  </a:lnTo>
                  <a:lnTo>
                    <a:pt x="3990274" y="1325528"/>
                  </a:lnTo>
                  <a:lnTo>
                    <a:pt x="3990934" y="1343431"/>
                  </a:lnTo>
                  <a:lnTo>
                    <a:pt x="3991595" y="1343431"/>
                  </a:lnTo>
                  <a:lnTo>
                    <a:pt x="3992256" y="1362662"/>
                  </a:lnTo>
                  <a:lnTo>
                    <a:pt x="3992916" y="1383432"/>
                  </a:lnTo>
                  <a:lnTo>
                    <a:pt x="3993577" y="1406010"/>
                  </a:lnTo>
                  <a:lnTo>
                    <a:pt x="3994237" y="1430742"/>
                  </a:lnTo>
                  <a:lnTo>
                    <a:pt x="3994898" y="1430742"/>
                  </a:lnTo>
                  <a:lnTo>
                    <a:pt x="3995558" y="1430742"/>
                  </a:lnTo>
                  <a:lnTo>
                    <a:pt x="3996219" y="1430742"/>
                  </a:lnTo>
                  <a:lnTo>
                    <a:pt x="3996879" y="1430742"/>
                  </a:lnTo>
                  <a:lnTo>
                    <a:pt x="3997540" y="1394476"/>
                  </a:lnTo>
                  <a:lnTo>
                    <a:pt x="3998200" y="1352868"/>
                  </a:lnTo>
                  <a:lnTo>
                    <a:pt x="3998861" y="1334326"/>
                  </a:lnTo>
                  <a:lnTo>
                    <a:pt x="3999521" y="1334326"/>
                  </a:lnTo>
                  <a:lnTo>
                    <a:pt x="4000182" y="1334326"/>
                  </a:lnTo>
                  <a:lnTo>
                    <a:pt x="4000842" y="1362662"/>
                  </a:lnTo>
                  <a:lnTo>
                    <a:pt x="4001503" y="1406010"/>
                  </a:lnTo>
                  <a:lnTo>
                    <a:pt x="4002164" y="1430742"/>
                  </a:lnTo>
                  <a:lnTo>
                    <a:pt x="4002824" y="1430742"/>
                  </a:lnTo>
                  <a:lnTo>
                    <a:pt x="4003485" y="1430742"/>
                  </a:lnTo>
                  <a:lnTo>
                    <a:pt x="4004145" y="1406010"/>
                  </a:lnTo>
                  <a:lnTo>
                    <a:pt x="4004806" y="1383432"/>
                  </a:lnTo>
                  <a:lnTo>
                    <a:pt x="4005466" y="1362662"/>
                  </a:lnTo>
                  <a:lnTo>
                    <a:pt x="4006127" y="1343431"/>
                  </a:lnTo>
                  <a:lnTo>
                    <a:pt x="4006787" y="1325528"/>
                  </a:lnTo>
                  <a:lnTo>
                    <a:pt x="4007448" y="1343431"/>
                  </a:lnTo>
                  <a:lnTo>
                    <a:pt x="4008108" y="1343431"/>
                  </a:lnTo>
                  <a:lnTo>
                    <a:pt x="4008769" y="1325528"/>
                  </a:lnTo>
                  <a:lnTo>
                    <a:pt x="4009429" y="1325528"/>
                  </a:lnTo>
                  <a:lnTo>
                    <a:pt x="4010090" y="1308781"/>
                  </a:lnTo>
                  <a:lnTo>
                    <a:pt x="4010750" y="1278218"/>
                  </a:lnTo>
                  <a:lnTo>
                    <a:pt x="4011411" y="1250878"/>
                  </a:lnTo>
                  <a:lnTo>
                    <a:pt x="4012072" y="1250878"/>
                  </a:lnTo>
                  <a:lnTo>
                    <a:pt x="4012732" y="1244471"/>
                  </a:lnTo>
                  <a:lnTo>
                    <a:pt x="4013393" y="1244471"/>
                  </a:lnTo>
                  <a:lnTo>
                    <a:pt x="4014053" y="1232112"/>
                  </a:lnTo>
                  <a:lnTo>
                    <a:pt x="4014714" y="1257448"/>
                  </a:lnTo>
                  <a:lnTo>
                    <a:pt x="4015374" y="1285528"/>
                  </a:lnTo>
                  <a:lnTo>
                    <a:pt x="4016035" y="1293050"/>
                  </a:lnTo>
                  <a:lnTo>
                    <a:pt x="4016695" y="1308781"/>
                  </a:lnTo>
                  <a:lnTo>
                    <a:pt x="4017356" y="1362662"/>
                  </a:lnTo>
                  <a:lnTo>
                    <a:pt x="4018016" y="1362662"/>
                  </a:lnTo>
                  <a:lnTo>
                    <a:pt x="4018677" y="1325528"/>
                  </a:lnTo>
                  <a:lnTo>
                    <a:pt x="4019337" y="1325528"/>
                  </a:lnTo>
                  <a:lnTo>
                    <a:pt x="4019998" y="1325528"/>
                  </a:lnTo>
                  <a:lnTo>
                    <a:pt x="4020658" y="1293050"/>
                  </a:lnTo>
                  <a:lnTo>
                    <a:pt x="4021319" y="1293050"/>
                  </a:lnTo>
                  <a:lnTo>
                    <a:pt x="4021979" y="1308781"/>
                  </a:lnTo>
                  <a:lnTo>
                    <a:pt x="4022640" y="1325528"/>
                  </a:lnTo>
                  <a:lnTo>
                    <a:pt x="4023301" y="1343431"/>
                  </a:lnTo>
                  <a:lnTo>
                    <a:pt x="4023961" y="1383432"/>
                  </a:lnTo>
                  <a:lnTo>
                    <a:pt x="4024622" y="1362662"/>
                  </a:lnTo>
                  <a:lnTo>
                    <a:pt x="4025282" y="1325528"/>
                  </a:lnTo>
                  <a:lnTo>
                    <a:pt x="4025943" y="1278218"/>
                  </a:lnTo>
                  <a:lnTo>
                    <a:pt x="4026603" y="1264188"/>
                  </a:lnTo>
                  <a:lnTo>
                    <a:pt x="4027264" y="1250878"/>
                  </a:lnTo>
                  <a:lnTo>
                    <a:pt x="4027924" y="1250878"/>
                  </a:lnTo>
                  <a:lnTo>
                    <a:pt x="4028585" y="1264188"/>
                  </a:lnTo>
                  <a:lnTo>
                    <a:pt x="4029245" y="1278218"/>
                  </a:lnTo>
                  <a:lnTo>
                    <a:pt x="4029906" y="1278218"/>
                  </a:lnTo>
                  <a:lnTo>
                    <a:pt x="4030566" y="1270408"/>
                  </a:lnTo>
                  <a:lnTo>
                    <a:pt x="4031227" y="1252179"/>
                  </a:lnTo>
                  <a:lnTo>
                    <a:pt x="4031887" y="1227328"/>
                  </a:lnTo>
                  <a:lnTo>
                    <a:pt x="4032548" y="1215742"/>
                  </a:lnTo>
                  <a:lnTo>
                    <a:pt x="4033209" y="1215742"/>
                  </a:lnTo>
                  <a:lnTo>
                    <a:pt x="4033869" y="1233928"/>
                  </a:lnTo>
                  <a:lnTo>
                    <a:pt x="4034530" y="1264188"/>
                  </a:lnTo>
                  <a:lnTo>
                    <a:pt x="4035190" y="1293050"/>
                  </a:lnTo>
                  <a:lnTo>
                    <a:pt x="4035851" y="1325528"/>
                  </a:lnTo>
                  <a:lnTo>
                    <a:pt x="4036511" y="1343431"/>
                  </a:lnTo>
                  <a:lnTo>
                    <a:pt x="4037172" y="1343431"/>
                  </a:lnTo>
                  <a:lnTo>
                    <a:pt x="4037832" y="1343431"/>
                  </a:lnTo>
                  <a:lnTo>
                    <a:pt x="4038493" y="1343431"/>
                  </a:lnTo>
                  <a:lnTo>
                    <a:pt x="4039153" y="1343431"/>
                  </a:lnTo>
                  <a:lnTo>
                    <a:pt x="4039814" y="1343431"/>
                  </a:lnTo>
                  <a:lnTo>
                    <a:pt x="4040474" y="1343431"/>
                  </a:lnTo>
                  <a:lnTo>
                    <a:pt x="4041135" y="1362662"/>
                  </a:lnTo>
                  <a:lnTo>
                    <a:pt x="4041795" y="1383432"/>
                  </a:lnTo>
                  <a:lnTo>
                    <a:pt x="4042456" y="1383432"/>
                  </a:lnTo>
                  <a:lnTo>
                    <a:pt x="4043117" y="1343431"/>
                  </a:lnTo>
                  <a:lnTo>
                    <a:pt x="4043777" y="1325528"/>
                  </a:lnTo>
                  <a:lnTo>
                    <a:pt x="4044438" y="1320390"/>
                  </a:lnTo>
                  <a:lnTo>
                    <a:pt x="4045098" y="1303961"/>
                  </a:lnTo>
                  <a:lnTo>
                    <a:pt x="4045759" y="1288511"/>
                  </a:lnTo>
                  <a:lnTo>
                    <a:pt x="4046419" y="1317858"/>
                  </a:lnTo>
                  <a:lnTo>
                    <a:pt x="4047080" y="1335222"/>
                  </a:lnTo>
                  <a:lnTo>
                    <a:pt x="4047740" y="1340666"/>
                  </a:lnTo>
                  <a:lnTo>
                    <a:pt x="4048401" y="1380208"/>
                  </a:lnTo>
                  <a:lnTo>
                    <a:pt x="4049061" y="1426879"/>
                  </a:lnTo>
                  <a:lnTo>
                    <a:pt x="4049722" y="1430742"/>
                  </a:lnTo>
                  <a:lnTo>
                    <a:pt x="4050382" y="1430742"/>
                  </a:lnTo>
                  <a:lnTo>
                    <a:pt x="4051043" y="1430742"/>
                  </a:lnTo>
                  <a:lnTo>
                    <a:pt x="4051703" y="1430742"/>
                  </a:lnTo>
                  <a:lnTo>
                    <a:pt x="4052364" y="1430742"/>
                  </a:lnTo>
                  <a:lnTo>
                    <a:pt x="4053025" y="1430742"/>
                  </a:lnTo>
                  <a:lnTo>
                    <a:pt x="4053685" y="1430742"/>
                  </a:lnTo>
                  <a:lnTo>
                    <a:pt x="4054346" y="1430742"/>
                  </a:lnTo>
                  <a:lnTo>
                    <a:pt x="4055006" y="1430742"/>
                  </a:lnTo>
                  <a:lnTo>
                    <a:pt x="4055667" y="1430742"/>
                  </a:lnTo>
                  <a:lnTo>
                    <a:pt x="4056327" y="1430742"/>
                  </a:lnTo>
                  <a:lnTo>
                    <a:pt x="4056988" y="1406010"/>
                  </a:lnTo>
                  <a:lnTo>
                    <a:pt x="4057648" y="1383432"/>
                  </a:lnTo>
                  <a:lnTo>
                    <a:pt x="4058309" y="1343431"/>
                  </a:lnTo>
                  <a:lnTo>
                    <a:pt x="4058969" y="1325528"/>
                  </a:lnTo>
                  <a:lnTo>
                    <a:pt x="4059630" y="1325528"/>
                  </a:lnTo>
                  <a:lnTo>
                    <a:pt x="4060290" y="1343431"/>
                  </a:lnTo>
                  <a:lnTo>
                    <a:pt x="4060951" y="1362662"/>
                  </a:lnTo>
                  <a:lnTo>
                    <a:pt x="4061611" y="1383432"/>
                  </a:lnTo>
                  <a:lnTo>
                    <a:pt x="4062272" y="1343431"/>
                  </a:lnTo>
                  <a:lnTo>
                    <a:pt x="4062932" y="1250878"/>
                  </a:lnTo>
                  <a:lnTo>
                    <a:pt x="4063593" y="1173485"/>
                  </a:lnTo>
                  <a:lnTo>
                    <a:pt x="4064254" y="1152234"/>
                  </a:lnTo>
                  <a:lnTo>
                    <a:pt x="4064914" y="1161261"/>
                  </a:lnTo>
                  <a:lnTo>
                    <a:pt x="4065575" y="1190393"/>
                  </a:lnTo>
                  <a:lnTo>
                    <a:pt x="4066235" y="1260796"/>
                  </a:lnTo>
                  <a:lnTo>
                    <a:pt x="4066896" y="1377024"/>
                  </a:lnTo>
                  <a:lnTo>
                    <a:pt x="4067556" y="1406010"/>
                  </a:lnTo>
                  <a:lnTo>
                    <a:pt x="4068217" y="1383432"/>
                  </a:lnTo>
                  <a:lnTo>
                    <a:pt x="4068877" y="1345292"/>
                  </a:lnTo>
                  <a:lnTo>
                    <a:pt x="4069538" y="1310408"/>
                  </a:lnTo>
                  <a:lnTo>
                    <a:pt x="4070198" y="1265557"/>
                  </a:lnTo>
                  <a:lnTo>
                    <a:pt x="4070859" y="1227328"/>
                  </a:lnTo>
                  <a:lnTo>
                    <a:pt x="4071519" y="1207929"/>
                  </a:lnTo>
                  <a:lnTo>
                    <a:pt x="4072180" y="1206832"/>
                  </a:lnTo>
                  <a:lnTo>
                    <a:pt x="4072840" y="1218018"/>
                  </a:lnTo>
                  <a:lnTo>
                    <a:pt x="4073501" y="1241951"/>
                  </a:lnTo>
                  <a:lnTo>
                    <a:pt x="4074162" y="1282579"/>
                  </a:lnTo>
                  <a:lnTo>
                    <a:pt x="4074822" y="1325528"/>
                  </a:lnTo>
                  <a:lnTo>
                    <a:pt x="4075483" y="1362662"/>
                  </a:lnTo>
                  <a:lnTo>
                    <a:pt x="4076143" y="1383432"/>
                  </a:lnTo>
                  <a:lnTo>
                    <a:pt x="4076804" y="1406010"/>
                  </a:lnTo>
                  <a:lnTo>
                    <a:pt x="4077464" y="1430742"/>
                  </a:lnTo>
                  <a:lnTo>
                    <a:pt x="4078125" y="1430742"/>
                  </a:lnTo>
                  <a:lnTo>
                    <a:pt x="4078785" y="1430742"/>
                  </a:lnTo>
                  <a:lnTo>
                    <a:pt x="4079446" y="1430742"/>
                  </a:lnTo>
                  <a:lnTo>
                    <a:pt x="4080106" y="1430742"/>
                  </a:lnTo>
                  <a:lnTo>
                    <a:pt x="4080767" y="1430742"/>
                  </a:lnTo>
                  <a:lnTo>
                    <a:pt x="4081427" y="1430742"/>
                  </a:lnTo>
                  <a:lnTo>
                    <a:pt x="4082088" y="1430742"/>
                  </a:lnTo>
                  <a:lnTo>
                    <a:pt x="4082748" y="1430742"/>
                  </a:lnTo>
                  <a:lnTo>
                    <a:pt x="4083409" y="1430742"/>
                  </a:lnTo>
                  <a:lnTo>
                    <a:pt x="4084070" y="1430742"/>
                  </a:lnTo>
                  <a:lnTo>
                    <a:pt x="4084730" y="1383432"/>
                  </a:lnTo>
                  <a:lnTo>
                    <a:pt x="4085391" y="1308781"/>
                  </a:lnTo>
                  <a:lnTo>
                    <a:pt x="4086051" y="1264188"/>
                  </a:lnTo>
                  <a:lnTo>
                    <a:pt x="4086712" y="1250878"/>
                  </a:lnTo>
                  <a:lnTo>
                    <a:pt x="4087372" y="1250878"/>
                  </a:lnTo>
                  <a:lnTo>
                    <a:pt x="4088033" y="1278218"/>
                  </a:lnTo>
                  <a:lnTo>
                    <a:pt x="4088693" y="1343431"/>
                  </a:lnTo>
                  <a:lnTo>
                    <a:pt x="4089354" y="1383432"/>
                  </a:lnTo>
                  <a:lnTo>
                    <a:pt x="4090014" y="1362662"/>
                  </a:lnTo>
                  <a:lnTo>
                    <a:pt x="4090675" y="1325528"/>
                  </a:lnTo>
                  <a:lnTo>
                    <a:pt x="4091335" y="1319543"/>
                  </a:lnTo>
                  <a:lnTo>
                    <a:pt x="4091996" y="1319543"/>
                  </a:lnTo>
                  <a:lnTo>
                    <a:pt x="4092656" y="1337024"/>
                  </a:lnTo>
                  <a:lnTo>
                    <a:pt x="4093317" y="1355768"/>
                  </a:lnTo>
                  <a:lnTo>
                    <a:pt x="4093977" y="1375972"/>
                  </a:lnTo>
                  <a:lnTo>
                    <a:pt x="4094638" y="1362662"/>
                  </a:lnTo>
                  <a:lnTo>
                    <a:pt x="4095299" y="1343431"/>
                  </a:lnTo>
                  <a:lnTo>
                    <a:pt x="4095959" y="1325528"/>
                  </a:lnTo>
                  <a:lnTo>
                    <a:pt x="4096620" y="1343431"/>
                  </a:lnTo>
                  <a:lnTo>
                    <a:pt x="4097280" y="1362662"/>
                  </a:lnTo>
                  <a:lnTo>
                    <a:pt x="4097941" y="1383432"/>
                  </a:lnTo>
                  <a:lnTo>
                    <a:pt x="4098601" y="1406010"/>
                  </a:lnTo>
                  <a:lnTo>
                    <a:pt x="4099262" y="1430742"/>
                  </a:lnTo>
                  <a:lnTo>
                    <a:pt x="4099922" y="1430742"/>
                  </a:lnTo>
                  <a:lnTo>
                    <a:pt x="4100583" y="1430742"/>
                  </a:lnTo>
                  <a:lnTo>
                    <a:pt x="4101243" y="1430742"/>
                  </a:lnTo>
                  <a:lnTo>
                    <a:pt x="4101904" y="1430742"/>
                  </a:lnTo>
                  <a:lnTo>
                    <a:pt x="4102564" y="1430742"/>
                  </a:lnTo>
                  <a:lnTo>
                    <a:pt x="4103225" y="1430742"/>
                  </a:lnTo>
                  <a:lnTo>
                    <a:pt x="4103885" y="1430742"/>
                  </a:lnTo>
                  <a:lnTo>
                    <a:pt x="4104546" y="1430742"/>
                  </a:lnTo>
                  <a:lnTo>
                    <a:pt x="4105207" y="1430742"/>
                  </a:lnTo>
                  <a:lnTo>
                    <a:pt x="4105867" y="1430742"/>
                  </a:lnTo>
                  <a:lnTo>
                    <a:pt x="4106528" y="1406010"/>
                  </a:lnTo>
                  <a:lnTo>
                    <a:pt x="4107188" y="1383432"/>
                  </a:lnTo>
                  <a:lnTo>
                    <a:pt x="4107849" y="1343431"/>
                  </a:lnTo>
                  <a:lnTo>
                    <a:pt x="4108509" y="1325528"/>
                  </a:lnTo>
                  <a:lnTo>
                    <a:pt x="4109170" y="1308781"/>
                  </a:lnTo>
                  <a:lnTo>
                    <a:pt x="4109830" y="1325528"/>
                  </a:lnTo>
                  <a:lnTo>
                    <a:pt x="4110491" y="1343431"/>
                  </a:lnTo>
                  <a:lnTo>
                    <a:pt x="4111151" y="1383432"/>
                  </a:lnTo>
                  <a:lnTo>
                    <a:pt x="4111812" y="1406010"/>
                  </a:lnTo>
                  <a:lnTo>
                    <a:pt x="4112472" y="1430742"/>
                  </a:lnTo>
                  <a:lnTo>
                    <a:pt x="4113133" y="1430742"/>
                  </a:lnTo>
                  <a:lnTo>
                    <a:pt x="4113793" y="1430742"/>
                  </a:lnTo>
                  <a:lnTo>
                    <a:pt x="4114454" y="1430742"/>
                  </a:lnTo>
                  <a:lnTo>
                    <a:pt x="4115115" y="1430742"/>
                  </a:lnTo>
                  <a:lnTo>
                    <a:pt x="4115775" y="1430742"/>
                  </a:lnTo>
                  <a:lnTo>
                    <a:pt x="4116436" y="1430742"/>
                  </a:lnTo>
                  <a:lnTo>
                    <a:pt x="4117096" y="1430742"/>
                  </a:lnTo>
                  <a:lnTo>
                    <a:pt x="4117757" y="1430742"/>
                  </a:lnTo>
                  <a:lnTo>
                    <a:pt x="4118417" y="1430742"/>
                  </a:lnTo>
                  <a:lnTo>
                    <a:pt x="4119078" y="1430742"/>
                  </a:lnTo>
                  <a:lnTo>
                    <a:pt x="4119738" y="1430742"/>
                  </a:lnTo>
                  <a:lnTo>
                    <a:pt x="4120399" y="1419320"/>
                  </a:lnTo>
                  <a:lnTo>
                    <a:pt x="4121059" y="1353831"/>
                  </a:lnTo>
                  <a:lnTo>
                    <a:pt x="4121720" y="1286270"/>
                  </a:lnTo>
                  <a:lnTo>
                    <a:pt x="4122380" y="1258114"/>
                  </a:lnTo>
                  <a:lnTo>
                    <a:pt x="4123041" y="1258114"/>
                  </a:lnTo>
                  <a:lnTo>
                    <a:pt x="4123701" y="1264188"/>
                  </a:lnTo>
                  <a:lnTo>
                    <a:pt x="4124362" y="1308781"/>
                  </a:lnTo>
                  <a:lnTo>
                    <a:pt x="4125023" y="1383432"/>
                  </a:lnTo>
                  <a:lnTo>
                    <a:pt x="4125683" y="1430742"/>
                  </a:lnTo>
                  <a:lnTo>
                    <a:pt x="4126344" y="1430742"/>
                  </a:lnTo>
                  <a:lnTo>
                    <a:pt x="4127004" y="1406010"/>
                  </a:lnTo>
                  <a:lnTo>
                    <a:pt x="4127665" y="1343431"/>
                  </a:lnTo>
                  <a:lnTo>
                    <a:pt x="4128325" y="1255459"/>
                  </a:lnTo>
                  <a:lnTo>
                    <a:pt x="4128986" y="1207380"/>
                  </a:lnTo>
                  <a:lnTo>
                    <a:pt x="4129646" y="1186314"/>
                  </a:lnTo>
                  <a:lnTo>
                    <a:pt x="4130307" y="1171567"/>
                  </a:lnTo>
                  <a:lnTo>
                    <a:pt x="4130967" y="1181305"/>
                  </a:lnTo>
                  <a:lnTo>
                    <a:pt x="4131628" y="1209031"/>
                  </a:lnTo>
                  <a:lnTo>
                    <a:pt x="4132288" y="1244471"/>
                  </a:lnTo>
                  <a:lnTo>
                    <a:pt x="4132949" y="1261471"/>
                  </a:lnTo>
                  <a:lnTo>
                    <a:pt x="4133609" y="1297670"/>
                  </a:lnTo>
                  <a:lnTo>
                    <a:pt x="4134270" y="1330771"/>
                  </a:lnTo>
                  <a:lnTo>
                    <a:pt x="4134930" y="1390001"/>
                  </a:lnTo>
                  <a:lnTo>
                    <a:pt x="4135591" y="1413186"/>
                  </a:lnTo>
                  <a:lnTo>
                    <a:pt x="4136252" y="1430742"/>
                  </a:lnTo>
                  <a:lnTo>
                    <a:pt x="4136912" y="1430742"/>
                  </a:lnTo>
                  <a:lnTo>
                    <a:pt x="4137573" y="1430742"/>
                  </a:lnTo>
                  <a:lnTo>
                    <a:pt x="4138233" y="1430742"/>
                  </a:lnTo>
                  <a:lnTo>
                    <a:pt x="4138894" y="1430742"/>
                  </a:lnTo>
                  <a:lnTo>
                    <a:pt x="4139554" y="1430742"/>
                  </a:lnTo>
                  <a:lnTo>
                    <a:pt x="4140215" y="1430742"/>
                  </a:lnTo>
                  <a:lnTo>
                    <a:pt x="4140875" y="1430742"/>
                  </a:lnTo>
                  <a:lnTo>
                    <a:pt x="4141536" y="1430742"/>
                  </a:lnTo>
                  <a:lnTo>
                    <a:pt x="4142196" y="1430742"/>
                  </a:lnTo>
                  <a:lnTo>
                    <a:pt x="4142857" y="1430742"/>
                  </a:lnTo>
                  <a:lnTo>
                    <a:pt x="4143517" y="1430742"/>
                  </a:lnTo>
                  <a:lnTo>
                    <a:pt x="4144178" y="1430742"/>
                  </a:lnTo>
                  <a:lnTo>
                    <a:pt x="4144838" y="1430742"/>
                  </a:lnTo>
                  <a:lnTo>
                    <a:pt x="4145499" y="1430742"/>
                  </a:lnTo>
                  <a:lnTo>
                    <a:pt x="4146160" y="1430742"/>
                  </a:lnTo>
                  <a:lnTo>
                    <a:pt x="4146820" y="1430742"/>
                  </a:lnTo>
                  <a:lnTo>
                    <a:pt x="4147481" y="1430742"/>
                  </a:lnTo>
                  <a:lnTo>
                    <a:pt x="4148141" y="1430742"/>
                  </a:lnTo>
                  <a:lnTo>
                    <a:pt x="4148802" y="1430742"/>
                  </a:lnTo>
                  <a:lnTo>
                    <a:pt x="4149462" y="1430742"/>
                  </a:lnTo>
                  <a:lnTo>
                    <a:pt x="4150123" y="1430742"/>
                  </a:lnTo>
                  <a:lnTo>
                    <a:pt x="4150783" y="1430742"/>
                  </a:lnTo>
                  <a:lnTo>
                    <a:pt x="4151444" y="1430742"/>
                  </a:lnTo>
                  <a:lnTo>
                    <a:pt x="4152104" y="1430742"/>
                  </a:lnTo>
                  <a:lnTo>
                    <a:pt x="4152765" y="1430742"/>
                  </a:lnTo>
                  <a:lnTo>
                    <a:pt x="4153425" y="1406010"/>
                  </a:lnTo>
                  <a:lnTo>
                    <a:pt x="4154086" y="1383432"/>
                  </a:lnTo>
                  <a:lnTo>
                    <a:pt x="4154746" y="1362662"/>
                  </a:lnTo>
                  <a:lnTo>
                    <a:pt x="4155407" y="1343431"/>
                  </a:lnTo>
                  <a:lnTo>
                    <a:pt x="4156068" y="1343431"/>
                  </a:lnTo>
                  <a:lnTo>
                    <a:pt x="4156728" y="1362662"/>
                  </a:lnTo>
                  <a:lnTo>
                    <a:pt x="4157389" y="1383432"/>
                  </a:lnTo>
                  <a:lnTo>
                    <a:pt x="4158049" y="1406010"/>
                  </a:lnTo>
                  <a:lnTo>
                    <a:pt x="4158710" y="1430742"/>
                  </a:lnTo>
                  <a:lnTo>
                    <a:pt x="4159370" y="1430742"/>
                  </a:lnTo>
                  <a:lnTo>
                    <a:pt x="4160031" y="1430742"/>
                  </a:lnTo>
                  <a:lnTo>
                    <a:pt x="4160691" y="1430742"/>
                  </a:lnTo>
                  <a:lnTo>
                    <a:pt x="4161352" y="1430742"/>
                  </a:lnTo>
                  <a:lnTo>
                    <a:pt x="4162012" y="1430742"/>
                  </a:lnTo>
                  <a:lnTo>
                    <a:pt x="4162673" y="1430742"/>
                  </a:lnTo>
                  <a:lnTo>
                    <a:pt x="4163333" y="1430742"/>
                  </a:lnTo>
                  <a:lnTo>
                    <a:pt x="4163994" y="1430742"/>
                  </a:lnTo>
                  <a:lnTo>
                    <a:pt x="4164654" y="1430742"/>
                  </a:lnTo>
                  <a:lnTo>
                    <a:pt x="4165315" y="1430742"/>
                  </a:lnTo>
                  <a:lnTo>
                    <a:pt x="4165975" y="1430742"/>
                  </a:lnTo>
                  <a:lnTo>
                    <a:pt x="4166636" y="1430742"/>
                  </a:lnTo>
                  <a:lnTo>
                    <a:pt x="4167297" y="1430742"/>
                  </a:lnTo>
                  <a:lnTo>
                    <a:pt x="4167957" y="1430742"/>
                  </a:lnTo>
                  <a:lnTo>
                    <a:pt x="4168618" y="1430742"/>
                  </a:lnTo>
                  <a:lnTo>
                    <a:pt x="4169278" y="1406010"/>
                  </a:lnTo>
                  <a:lnTo>
                    <a:pt x="4169939" y="1362662"/>
                  </a:lnTo>
                  <a:lnTo>
                    <a:pt x="4170599" y="1343431"/>
                  </a:lnTo>
                  <a:lnTo>
                    <a:pt x="4171260" y="1325528"/>
                  </a:lnTo>
                  <a:lnTo>
                    <a:pt x="4171920" y="1325528"/>
                  </a:lnTo>
                  <a:lnTo>
                    <a:pt x="4172581" y="1343431"/>
                  </a:lnTo>
                  <a:lnTo>
                    <a:pt x="4173241" y="1383432"/>
                  </a:lnTo>
                  <a:lnTo>
                    <a:pt x="4173902" y="1406010"/>
                  </a:lnTo>
                  <a:lnTo>
                    <a:pt x="4174562" y="1430742"/>
                  </a:lnTo>
                  <a:lnTo>
                    <a:pt x="4175223" y="1430742"/>
                  </a:lnTo>
                  <a:lnTo>
                    <a:pt x="4175883" y="1430742"/>
                  </a:lnTo>
                  <a:lnTo>
                    <a:pt x="4176544" y="1430742"/>
                  </a:lnTo>
                  <a:lnTo>
                    <a:pt x="4177205" y="1430742"/>
                  </a:lnTo>
                  <a:lnTo>
                    <a:pt x="4177865" y="1430742"/>
                  </a:lnTo>
                  <a:lnTo>
                    <a:pt x="4178526" y="1430742"/>
                  </a:lnTo>
                  <a:lnTo>
                    <a:pt x="4179186" y="1430742"/>
                  </a:lnTo>
                  <a:lnTo>
                    <a:pt x="4179847" y="1430742"/>
                  </a:lnTo>
                  <a:lnTo>
                    <a:pt x="4180507" y="1430742"/>
                  </a:lnTo>
                  <a:lnTo>
                    <a:pt x="4181168" y="1430742"/>
                  </a:lnTo>
                  <a:lnTo>
                    <a:pt x="4181828" y="1430742"/>
                  </a:lnTo>
                  <a:lnTo>
                    <a:pt x="4182489" y="1430742"/>
                  </a:lnTo>
                  <a:lnTo>
                    <a:pt x="4183149" y="1430742"/>
                  </a:lnTo>
                  <a:lnTo>
                    <a:pt x="4183810" y="1430742"/>
                  </a:lnTo>
                  <a:lnTo>
                    <a:pt x="4184470" y="1430742"/>
                  </a:lnTo>
                  <a:lnTo>
                    <a:pt x="4185131" y="1430742"/>
                  </a:lnTo>
                  <a:lnTo>
                    <a:pt x="4185791" y="1430742"/>
                  </a:lnTo>
                  <a:lnTo>
                    <a:pt x="4186452" y="1430742"/>
                  </a:lnTo>
                  <a:lnTo>
                    <a:pt x="4187113" y="1430742"/>
                  </a:lnTo>
                  <a:lnTo>
                    <a:pt x="4187773" y="1430742"/>
                  </a:lnTo>
                  <a:lnTo>
                    <a:pt x="4188434" y="1430742"/>
                  </a:lnTo>
                  <a:lnTo>
                    <a:pt x="4189094" y="1430742"/>
                  </a:lnTo>
                  <a:lnTo>
                    <a:pt x="4189755" y="1430742"/>
                  </a:lnTo>
                  <a:lnTo>
                    <a:pt x="4190415" y="1430742"/>
                  </a:lnTo>
                  <a:lnTo>
                    <a:pt x="4191076" y="1430742"/>
                  </a:lnTo>
                  <a:lnTo>
                    <a:pt x="4191736" y="1430742"/>
                  </a:lnTo>
                  <a:lnTo>
                    <a:pt x="4192397" y="1430742"/>
                  </a:lnTo>
                  <a:lnTo>
                    <a:pt x="4193057" y="1406010"/>
                  </a:lnTo>
                  <a:lnTo>
                    <a:pt x="4193718" y="1362662"/>
                  </a:lnTo>
                  <a:lnTo>
                    <a:pt x="4194378" y="1343431"/>
                  </a:lnTo>
                  <a:lnTo>
                    <a:pt x="4195039" y="1325528"/>
                  </a:lnTo>
                  <a:lnTo>
                    <a:pt x="4195699" y="1293050"/>
                  </a:lnTo>
                  <a:lnTo>
                    <a:pt x="4196360" y="1264188"/>
                  </a:lnTo>
                  <a:lnTo>
                    <a:pt x="4197021" y="1203568"/>
                  </a:lnTo>
                  <a:lnTo>
                    <a:pt x="4197681" y="1154461"/>
                  </a:lnTo>
                  <a:lnTo>
                    <a:pt x="4198342" y="1120932"/>
                  </a:lnTo>
                  <a:lnTo>
                    <a:pt x="4199002" y="1105664"/>
                  </a:lnTo>
                  <a:lnTo>
                    <a:pt x="4199663" y="1100525"/>
                  </a:lnTo>
                  <a:lnTo>
                    <a:pt x="4200323" y="1130544"/>
                  </a:lnTo>
                  <a:lnTo>
                    <a:pt x="4200984" y="1122906"/>
                  </a:lnTo>
                  <a:lnTo>
                    <a:pt x="4201644" y="1087070"/>
                  </a:lnTo>
                  <a:lnTo>
                    <a:pt x="4202305" y="1054673"/>
                  </a:lnTo>
                  <a:lnTo>
                    <a:pt x="4202965" y="1052852"/>
                  </a:lnTo>
                  <a:lnTo>
                    <a:pt x="4203626" y="1069720"/>
                  </a:lnTo>
                  <a:lnTo>
                    <a:pt x="4204286" y="1118974"/>
                  </a:lnTo>
                  <a:lnTo>
                    <a:pt x="4204947" y="1210137"/>
                  </a:lnTo>
                  <a:lnTo>
                    <a:pt x="4205607" y="1336121"/>
                  </a:lnTo>
                  <a:lnTo>
                    <a:pt x="4206268" y="1420565"/>
                  </a:lnTo>
                  <a:lnTo>
                    <a:pt x="4206928" y="1430742"/>
                  </a:lnTo>
                  <a:lnTo>
                    <a:pt x="4207589" y="1430742"/>
                  </a:lnTo>
                  <a:lnTo>
                    <a:pt x="4208250" y="1430742"/>
                  </a:lnTo>
                  <a:lnTo>
                    <a:pt x="4208910" y="1430742"/>
                  </a:lnTo>
                  <a:lnTo>
                    <a:pt x="4209571" y="1430742"/>
                  </a:lnTo>
                  <a:lnTo>
                    <a:pt x="4210231" y="1430742"/>
                  </a:lnTo>
                  <a:lnTo>
                    <a:pt x="4210892" y="1406010"/>
                  </a:lnTo>
                  <a:lnTo>
                    <a:pt x="4211552" y="1362662"/>
                  </a:lnTo>
                  <a:lnTo>
                    <a:pt x="4212213" y="1343431"/>
                  </a:lnTo>
                  <a:lnTo>
                    <a:pt x="4212873" y="1343431"/>
                  </a:lnTo>
                  <a:lnTo>
                    <a:pt x="4213534" y="1343431"/>
                  </a:lnTo>
                  <a:lnTo>
                    <a:pt x="4214194" y="1362662"/>
                  </a:lnTo>
                  <a:lnTo>
                    <a:pt x="4214855" y="1406010"/>
                  </a:lnTo>
                  <a:lnTo>
                    <a:pt x="4215515" y="1430742"/>
                  </a:lnTo>
                  <a:lnTo>
                    <a:pt x="4216176" y="1430742"/>
                  </a:lnTo>
                  <a:lnTo>
                    <a:pt x="4216836" y="1430742"/>
                  </a:lnTo>
                  <a:lnTo>
                    <a:pt x="4217497" y="1430742"/>
                  </a:lnTo>
                  <a:lnTo>
                    <a:pt x="4218158" y="1430742"/>
                  </a:lnTo>
                  <a:lnTo>
                    <a:pt x="4218818" y="1430742"/>
                  </a:lnTo>
                  <a:lnTo>
                    <a:pt x="4219479" y="1430742"/>
                  </a:lnTo>
                  <a:lnTo>
                    <a:pt x="4220139" y="1430742"/>
                  </a:lnTo>
                  <a:lnTo>
                    <a:pt x="4220800" y="1406010"/>
                  </a:lnTo>
                  <a:lnTo>
                    <a:pt x="4221460" y="1373879"/>
                  </a:lnTo>
                  <a:lnTo>
                    <a:pt x="4222121" y="1335222"/>
                  </a:lnTo>
                  <a:lnTo>
                    <a:pt x="4222781" y="1317858"/>
                  </a:lnTo>
                  <a:lnTo>
                    <a:pt x="4223442" y="1317858"/>
                  </a:lnTo>
                  <a:lnTo>
                    <a:pt x="4224102" y="1335222"/>
                  </a:lnTo>
                  <a:lnTo>
                    <a:pt x="4224763" y="1362662"/>
                  </a:lnTo>
                  <a:lnTo>
                    <a:pt x="4225423" y="1406010"/>
                  </a:lnTo>
                  <a:lnTo>
                    <a:pt x="4226084" y="1430742"/>
                  </a:lnTo>
                  <a:lnTo>
                    <a:pt x="4226744" y="1430742"/>
                  </a:lnTo>
                  <a:lnTo>
                    <a:pt x="4227405" y="1430742"/>
                  </a:lnTo>
                  <a:lnTo>
                    <a:pt x="4228066" y="1430742"/>
                  </a:lnTo>
                  <a:lnTo>
                    <a:pt x="4228726" y="1430742"/>
                  </a:lnTo>
                  <a:lnTo>
                    <a:pt x="4229387" y="1430742"/>
                  </a:lnTo>
                  <a:lnTo>
                    <a:pt x="4230047" y="1430742"/>
                  </a:lnTo>
                  <a:lnTo>
                    <a:pt x="4230708" y="1430742"/>
                  </a:lnTo>
                  <a:lnTo>
                    <a:pt x="4231368" y="1430742"/>
                  </a:lnTo>
                  <a:lnTo>
                    <a:pt x="4232029" y="1430742"/>
                  </a:lnTo>
                  <a:lnTo>
                    <a:pt x="4232689" y="1430742"/>
                  </a:lnTo>
                  <a:lnTo>
                    <a:pt x="4233350" y="1430742"/>
                  </a:lnTo>
                  <a:lnTo>
                    <a:pt x="4234010" y="1430742"/>
                  </a:lnTo>
                  <a:lnTo>
                    <a:pt x="4234671" y="1430742"/>
                  </a:lnTo>
                  <a:lnTo>
                    <a:pt x="4235331" y="1430742"/>
                  </a:lnTo>
                  <a:lnTo>
                    <a:pt x="4235992" y="1430742"/>
                  </a:lnTo>
                  <a:lnTo>
                    <a:pt x="4236652" y="1430742"/>
                  </a:lnTo>
                  <a:lnTo>
                    <a:pt x="4237313" y="1430742"/>
                  </a:lnTo>
                  <a:lnTo>
                    <a:pt x="4237973" y="1430742"/>
                  </a:lnTo>
                  <a:lnTo>
                    <a:pt x="4238634" y="1430742"/>
                  </a:lnTo>
                  <a:lnTo>
                    <a:pt x="4239295" y="1430742"/>
                  </a:lnTo>
                  <a:lnTo>
                    <a:pt x="4239955" y="1430742"/>
                  </a:lnTo>
                  <a:lnTo>
                    <a:pt x="4240616" y="1430742"/>
                  </a:lnTo>
                  <a:lnTo>
                    <a:pt x="4241276" y="1430742"/>
                  </a:lnTo>
                  <a:lnTo>
                    <a:pt x="4241937" y="1402496"/>
                  </a:lnTo>
                  <a:lnTo>
                    <a:pt x="4242597" y="1359685"/>
                  </a:lnTo>
                  <a:lnTo>
                    <a:pt x="4243258" y="1322946"/>
                  </a:lnTo>
                  <a:lnTo>
                    <a:pt x="4243918" y="1322946"/>
                  </a:lnTo>
                  <a:lnTo>
                    <a:pt x="4244579" y="1322946"/>
                  </a:lnTo>
                  <a:lnTo>
                    <a:pt x="4245239" y="1343431"/>
                  </a:lnTo>
                  <a:lnTo>
                    <a:pt x="4245900" y="1362662"/>
                  </a:lnTo>
                  <a:lnTo>
                    <a:pt x="4246560" y="1362662"/>
                  </a:lnTo>
                  <a:lnTo>
                    <a:pt x="4247221" y="1325528"/>
                  </a:lnTo>
                  <a:lnTo>
                    <a:pt x="4247881" y="1325528"/>
                  </a:lnTo>
                  <a:lnTo>
                    <a:pt x="4248542" y="1325528"/>
                  </a:lnTo>
                  <a:lnTo>
                    <a:pt x="4249203" y="1343431"/>
                  </a:lnTo>
                  <a:lnTo>
                    <a:pt x="4249863" y="1383432"/>
                  </a:lnTo>
                  <a:lnTo>
                    <a:pt x="4250524" y="1430742"/>
                  </a:lnTo>
                  <a:lnTo>
                    <a:pt x="4251184" y="1424335"/>
                  </a:lnTo>
                  <a:lnTo>
                    <a:pt x="4251845" y="1378081"/>
                  </a:lnTo>
                  <a:lnTo>
                    <a:pt x="4252505" y="1338839"/>
                  </a:lnTo>
                  <a:lnTo>
                    <a:pt x="4253166" y="1321239"/>
                  </a:lnTo>
                  <a:lnTo>
                    <a:pt x="4253826" y="1321239"/>
                  </a:lnTo>
                  <a:lnTo>
                    <a:pt x="4254487" y="1325528"/>
                  </a:lnTo>
                  <a:lnTo>
                    <a:pt x="4255147" y="1362662"/>
                  </a:lnTo>
                  <a:lnTo>
                    <a:pt x="4255808" y="1406010"/>
                  </a:lnTo>
                  <a:lnTo>
                    <a:pt x="4256468" y="1430742"/>
                  </a:lnTo>
                  <a:lnTo>
                    <a:pt x="4257129" y="1430742"/>
                  </a:lnTo>
                  <a:lnTo>
                    <a:pt x="4257789" y="1430742"/>
                  </a:lnTo>
                  <a:lnTo>
                    <a:pt x="4258450" y="1406010"/>
                  </a:lnTo>
                  <a:lnTo>
                    <a:pt x="4259111" y="1362662"/>
                  </a:lnTo>
                  <a:lnTo>
                    <a:pt x="4259771" y="1343431"/>
                  </a:lnTo>
                  <a:lnTo>
                    <a:pt x="4260432" y="1343431"/>
                  </a:lnTo>
                  <a:lnTo>
                    <a:pt x="4261092" y="1343431"/>
                  </a:lnTo>
                  <a:lnTo>
                    <a:pt x="4261753" y="1362662"/>
                  </a:lnTo>
                  <a:lnTo>
                    <a:pt x="4262413" y="1406010"/>
                  </a:lnTo>
                  <a:lnTo>
                    <a:pt x="4263074" y="1430742"/>
                  </a:lnTo>
                  <a:lnTo>
                    <a:pt x="4263734" y="1430742"/>
                  </a:lnTo>
                  <a:lnTo>
                    <a:pt x="4264395" y="1430742"/>
                  </a:lnTo>
                  <a:lnTo>
                    <a:pt x="4265055" y="1430742"/>
                  </a:lnTo>
                  <a:lnTo>
                    <a:pt x="4265716" y="1430742"/>
                  </a:lnTo>
                  <a:lnTo>
                    <a:pt x="4266376" y="1430742"/>
                  </a:lnTo>
                  <a:lnTo>
                    <a:pt x="4267037" y="1430742"/>
                  </a:lnTo>
                  <a:lnTo>
                    <a:pt x="4267697" y="1430742"/>
                  </a:lnTo>
                  <a:lnTo>
                    <a:pt x="4268358" y="1430742"/>
                  </a:lnTo>
                  <a:lnTo>
                    <a:pt x="4269019" y="1430742"/>
                  </a:lnTo>
                  <a:lnTo>
                    <a:pt x="4269679" y="1430742"/>
                  </a:lnTo>
                  <a:lnTo>
                    <a:pt x="4270340" y="1430742"/>
                  </a:lnTo>
                  <a:lnTo>
                    <a:pt x="4271000" y="1430742"/>
                  </a:lnTo>
                  <a:lnTo>
                    <a:pt x="4271661" y="1430742"/>
                  </a:lnTo>
                  <a:lnTo>
                    <a:pt x="4272321" y="1430742"/>
                  </a:lnTo>
                  <a:lnTo>
                    <a:pt x="4272982" y="1430742"/>
                  </a:lnTo>
                  <a:lnTo>
                    <a:pt x="4273642" y="1430742"/>
                  </a:lnTo>
                  <a:lnTo>
                    <a:pt x="4274303" y="1430742"/>
                  </a:lnTo>
                  <a:lnTo>
                    <a:pt x="4274963" y="1430742"/>
                  </a:lnTo>
                  <a:lnTo>
                    <a:pt x="4275624" y="1406010"/>
                  </a:lnTo>
                  <a:lnTo>
                    <a:pt x="4276284" y="1362662"/>
                  </a:lnTo>
                  <a:lnTo>
                    <a:pt x="4276945" y="1343431"/>
                  </a:lnTo>
                  <a:lnTo>
                    <a:pt x="4277605" y="1343431"/>
                  </a:lnTo>
                  <a:lnTo>
                    <a:pt x="4278266" y="1343431"/>
                  </a:lnTo>
                  <a:lnTo>
                    <a:pt x="4278926" y="1362662"/>
                  </a:lnTo>
                  <a:lnTo>
                    <a:pt x="4279587" y="1406010"/>
                  </a:lnTo>
                  <a:lnTo>
                    <a:pt x="4280248" y="1430742"/>
                  </a:lnTo>
                  <a:lnTo>
                    <a:pt x="4280908" y="1430742"/>
                  </a:lnTo>
                  <a:lnTo>
                    <a:pt x="4281569" y="1430742"/>
                  </a:lnTo>
                  <a:lnTo>
                    <a:pt x="4282229" y="1430742"/>
                  </a:lnTo>
                  <a:lnTo>
                    <a:pt x="4282890" y="1430742"/>
                  </a:lnTo>
                  <a:lnTo>
                    <a:pt x="4283550" y="1430742"/>
                  </a:lnTo>
                  <a:lnTo>
                    <a:pt x="4284211" y="1430742"/>
                  </a:lnTo>
                  <a:lnTo>
                    <a:pt x="4284871" y="1430742"/>
                  </a:lnTo>
                  <a:lnTo>
                    <a:pt x="4285532" y="1430742"/>
                  </a:lnTo>
                  <a:lnTo>
                    <a:pt x="4286192" y="1430742"/>
                  </a:lnTo>
                  <a:lnTo>
                    <a:pt x="4286853" y="1430742"/>
                  </a:lnTo>
                  <a:lnTo>
                    <a:pt x="4287513" y="1430742"/>
                  </a:lnTo>
                  <a:lnTo>
                    <a:pt x="4288174" y="1430742"/>
                  </a:lnTo>
                  <a:lnTo>
                    <a:pt x="4288834" y="1430742"/>
                  </a:lnTo>
                  <a:lnTo>
                    <a:pt x="4289495" y="1430742"/>
                  </a:lnTo>
                  <a:lnTo>
                    <a:pt x="4290156" y="1430742"/>
                  </a:lnTo>
                  <a:lnTo>
                    <a:pt x="4290816" y="1430742"/>
                  </a:lnTo>
                  <a:lnTo>
                    <a:pt x="4291477" y="1430742"/>
                  </a:lnTo>
                  <a:lnTo>
                    <a:pt x="4292137" y="1430742"/>
                  </a:lnTo>
                  <a:lnTo>
                    <a:pt x="4292798" y="1430742"/>
                  </a:lnTo>
                  <a:lnTo>
                    <a:pt x="4293458" y="1430742"/>
                  </a:lnTo>
                  <a:lnTo>
                    <a:pt x="4294119" y="1430742"/>
                  </a:lnTo>
                  <a:lnTo>
                    <a:pt x="4294779" y="1430742"/>
                  </a:lnTo>
                  <a:lnTo>
                    <a:pt x="4295440" y="1430742"/>
                  </a:lnTo>
                  <a:lnTo>
                    <a:pt x="4296100" y="1430742"/>
                  </a:lnTo>
                  <a:lnTo>
                    <a:pt x="4296761" y="1430742"/>
                  </a:lnTo>
                  <a:lnTo>
                    <a:pt x="4297421" y="1430742"/>
                  </a:lnTo>
                  <a:lnTo>
                    <a:pt x="4298082" y="1430742"/>
                  </a:lnTo>
                  <a:lnTo>
                    <a:pt x="4298742" y="1430742"/>
                  </a:lnTo>
                  <a:lnTo>
                    <a:pt x="4299403" y="1430742"/>
                  </a:lnTo>
                  <a:lnTo>
                    <a:pt x="4300064" y="1430742"/>
                  </a:lnTo>
                  <a:lnTo>
                    <a:pt x="4300724" y="1430742"/>
                  </a:lnTo>
                  <a:lnTo>
                    <a:pt x="4301385" y="1430742"/>
                  </a:lnTo>
                  <a:lnTo>
                    <a:pt x="4302045" y="1430742"/>
                  </a:lnTo>
                  <a:lnTo>
                    <a:pt x="4302706" y="1430742"/>
                  </a:lnTo>
                  <a:lnTo>
                    <a:pt x="4303366" y="1430742"/>
                  </a:lnTo>
                  <a:lnTo>
                    <a:pt x="4304027" y="1430742"/>
                  </a:lnTo>
                  <a:lnTo>
                    <a:pt x="4304687" y="1430742"/>
                  </a:lnTo>
                  <a:lnTo>
                    <a:pt x="4305348" y="1430742"/>
                  </a:lnTo>
                  <a:lnTo>
                    <a:pt x="4306008" y="1430742"/>
                  </a:lnTo>
                  <a:lnTo>
                    <a:pt x="4306669" y="1430742"/>
                  </a:lnTo>
                  <a:lnTo>
                    <a:pt x="4307329" y="1430742"/>
                  </a:lnTo>
                  <a:lnTo>
                    <a:pt x="4307990" y="1430742"/>
                  </a:lnTo>
                  <a:lnTo>
                    <a:pt x="4308650" y="1430742"/>
                  </a:lnTo>
                  <a:lnTo>
                    <a:pt x="4309311" y="1430742"/>
                  </a:lnTo>
                  <a:lnTo>
                    <a:pt x="4309971" y="1430742"/>
                  </a:lnTo>
                  <a:lnTo>
                    <a:pt x="4310632" y="1430742"/>
                  </a:lnTo>
                  <a:lnTo>
                    <a:pt x="4311293" y="1430742"/>
                  </a:lnTo>
                  <a:lnTo>
                    <a:pt x="4311953" y="1430742"/>
                  </a:lnTo>
                  <a:lnTo>
                    <a:pt x="4312614" y="1430742"/>
                  </a:lnTo>
                  <a:lnTo>
                    <a:pt x="4313274" y="1430742"/>
                  </a:lnTo>
                  <a:lnTo>
                    <a:pt x="4313935" y="1430742"/>
                  </a:lnTo>
                  <a:lnTo>
                    <a:pt x="4314595" y="1430742"/>
                  </a:lnTo>
                  <a:lnTo>
                    <a:pt x="4315256" y="1430742"/>
                  </a:lnTo>
                  <a:lnTo>
                    <a:pt x="4315916" y="1430742"/>
                  </a:lnTo>
                  <a:lnTo>
                    <a:pt x="4316577" y="1430742"/>
                  </a:lnTo>
                  <a:lnTo>
                    <a:pt x="4317237" y="1430742"/>
                  </a:lnTo>
                  <a:lnTo>
                    <a:pt x="4317898" y="1430742"/>
                  </a:lnTo>
                  <a:lnTo>
                    <a:pt x="4318558" y="1430742"/>
                  </a:lnTo>
                  <a:lnTo>
                    <a:pt x="4319219" y="1430742"/>
                  </a:lnTo>
                  <a:lnTo>
                    <a:pt x="4319879" y="1430742"/>
                  </a:lnTo>
                  <a:lnTo>
                    <a:pt x="4320540" y="1430742"/>
                  </a:lnTo>
                  <a:lnTo>
                    <a:pt x="4321201" y="1430742"/>
                  </a:lnTo>
                  <a:lnTo>
                    <a:pt x="4321861" y="1430742"/>
                  </a:lnTo>
                  <a:lnTo>
                    <a:pt x="4322522" y="1406010"/>
                  </a:lnTo>
                  <a:lnTo>
                    <a:pt x="4323182" y="1362662"/>
                  </a:lnTo>
                  <a:lnTo>
                    <a:pt x="4323843" y="1343431"/>
                  </a:lnTo>
                  <a:lnTo>
                    <a:pt x="4324503" y="1308781"/>
                  </a:lnTo>
                  <a:lnTo>
                    <a:pt x="4325164" y="1278940"/>
                  </a:lnTo>
                  <a:lnTo>
                    <a:pt x="4325824" y="1251528"/>
                  </a:lnTo>
                  <a:lnTo>
                    <a:pt x="4326485" y="1251528"/>
                  </a:lnTo>
                  <a:lnTo>
                    <a:pt x="4327145" y="1251528"/>
                  </a:lnTo>
                  <a:lnTo>
                    <a:pt x="4327806" y="1264872"/>
                  </a:lnTo>
                  <a:lnTo>
                    <a:pt x="4328466" y="1293050"/>
                  </a:lnTo>
                  <a:lnTo>
                    <a:pt x="4329127" y="1343431"/>
                  </a:lnTo>
                  <a:lnTo>
                    <a:pt x="4329787" y="1362662"/>
                  </a:lnTo>
                  <a:lnTo>
                    <a:pt x="4330448" y="1343431"/>
                  </a:lnTo>
                  <a:lnTo>
                    <a:pt x="4331109" y="1325528"/>
                  </a:lnTo>
                  <a:lnTo>
                    <a:pt x="4331769" y="1308781"/>
                  </a:lnTo>
                  <a:lnTo>
                    <a:pt x="4332430" y="1278218"/>
                  </a:lnTo>
                  <a:lnTo>
                    <a:pt x="4333090" y="1238218"/>
                  </a:lnTo>
                  <a:lnTo>
                    <a:pt x="4333751" y="1192456"/>
                  </a:lnTo>
                  <a:lnTo>
                    <a:pt x="4334411" y="1154014"/>
                  </a:lnTo>
                  <a:lnTo>
                    <a:pt x="4335072" y="1163104"/>
                  </a:lnTo>
                  <a:lnTo>
                    <a:pt x="4335732" y="1182299"/>
                  </a:lnTo>
                  <a:lnTo>
                    <a:pt x="4336393" y="1225557"/>
                  </a:lnTo>
                  <a:lnTo>
                    <a:pt x="4337053" y="1298448"/>
                  </a:lnTo>
                  <a:lnTo>
                    <a:pt x="4337714" y="1391113"/>
                  </a:lnTo>
                  <a:lnTo>
                    <a:pt x="4338374" y="1350001"/>
                  </a:lnTo>
                  <a:lnTo>
                    <a:pt x="4339035" y="1331655"/>
                  </a:lnTo>
                  <a:lnTo>
                    <a:pt x="4339695" y="1314521"/>
                  </a:lnTo>
                  <a:lnTo>
                    <a:pt x="4340356" y="1325528"/>
                  </a:lnTo>
                  <a:lnTo>
                    <a:pt x="4341017" y="1343431"/>
                  </a:lnTo>
                  <a:lnTo>
                    <a:pt x="4341677" y="1383432"/>
                  </a:lnTo>
                  <a:lnTo>
                    <a:pt x="4342338" y="1406010"/>
                  </a:lnTo>
                  <a:lnTo>
                    <a:pt x="4342998" y="1430742"/>
                  </a:lnTo>
                  <a:lnTo>
                    <a:pt x="4343659" y="1430742"/>
                  </a:lnTo>
                  <a:lnTo>
                    <a:pt x="4344319" y="1430742"/>
                  </a:lnTo>
                  <a:lnTo>
                    <a:pt x="4344980" y="1430742"/>
                  </a:lnTo>
                  <a:lnTo>
                    <a:pt x="4345640" y="1430742"/>
                  </a:lnTo>
                  <a:lnTo>
                    <a:pt x="4346301" y="1430742"/>
                  </a:lnTo>
                  <a:lnTo>
                    <a:pt x="4346961" y="1430742"/>
                  </a:lnTo>
                  <a:lnTo>
                    <a:pt x="4347622" y="1430742"/>
                  </a:lnTo>
                  <a:lnTo>
                    <a:pt x="4348282" y="1430742"/>
                  </a:lnTo>
                  <a:lnTo>
                    <a:pt x="4348943" y="1430742"/>
                  </a:lnTo>
                  <a:lnTo>
                    <a:pt x="4349603" y="1430742"/>
                  </a:lnTo>
                  <a:lnTo>
                    <a:pt x="4350264" y="1430742"/>
                  </a:lnTo>
                  <a:lnTo>
                    <a:pt x="4350924" y="1430742"/>
                  </a:lnTo>
                  <a:lnTo>
                    <a:pt x="4351585" y="1430742"/>
                  </a:lnTo>
                  <a:lnTo>
                    <a:pt x="4352246" y="1430742"/>
                  </a:lnTo>
                  <a:lnTo>
                    <a:pt x="4352906" y="1430742"/>
                  </a:lnTo>
                  <a:lnTo>
                    <a:pt x="4353567" y="1430742"/>
                  </a:lnTo>
                  <a:lnTo>
                    <a:pt x="4354227" y="1430742"/>
                  </a:lnTo>
                  <a:lnTo>
                    <a:pt x="4354888" y="1430742"/>
                  </a:lnTo>
                  <a:lnTo>
                    <a:pt x="4355548" y="1430742"/>
                  </a:lnTo>
                  <a:lnTo>
                    <a:pt x="4356209" y="1430742"/>
                  </a:lnTo>
                  <a:lnTo>
                    <a:pt x="4356869" y="1430742"/>
                  </a:lnTo>
                  <a:lnTo>
                    <a:pt x="4357530" y="1430742"/>
                  </a:lnTo>
                  <a:lnTo>
                    <a:pt x="4358190" y="1430742"/>
                  </a:lnTo>
                  <a:lnTo>
                    <a:pt x="4358851" y="1406010"/>
                  </a:lnTo>
                  <a:lnTo>
                    <a:pt x="4359511" y="1383432"/>
                  </a:lnTo>
                  <a:lnTo>
                    <a:pt x="4360172" y="1327264"/>
                  </a:lnTo>
                  <a:lnTo>
                    <a:pt x="4360832" y="1279664"/>
                  </a:lnTo>
                  <a:lnTo>
                    <a:pt x="4361493" y="1240078"/>
                  </a:lnTo>
                  <a:lnTo>
                    <a:pt x="4362154" y="1217447"/>
                  </a:lnTo>
                  <a:lnTo>
                    <a:pt x="4362814" y="1195583"/>
                  </a:lnTo>
                  <a:lnTo>
                    <a:pt x="4363475" y="1205195"/>
                  </a:lnTo>
                  <a:lnTo>
                    <a:pt x="4364135" y="1227921"/>
                  </a:lnTo>
                  <a:lnTo>
                    <a:pt x="4364796" y="1265557"/>
                  </a:lnTo>
                  <a:lnTo>
                    <a:pt x="4365456" y="1293050"/>
                  </a:lnTo>
                  <a:lnTo>
                    <a:pt x="4366117" y="1325528"/>
                  </a:lnTo>
                  <a:lnTo>
                    <a:pt x="4366777" y="1328136"/>
                  </a:lnTo>
                  <a:lnTo>
                    <a:pt x="4367438" y="1328136"/>
                  </a:lnTo>
                  <a:lnTo>
                    <a:pt x="4368098" y="1328136"/>
                  </a:lnTo>
                  <a:lnTo>
                    <a:pt x="4368759" y="1346227"/>
                  </a:lnTo>
                  <a:lnTo>
                    <a:pt x="4369419" y="1346227"/>
                  </a:lnTo>
                  <a:lnTo>
                    <a:pt x="4370080" y="1343431"/>
                  </a:lnTo>
                  <a:lnTo>
                    <a:pt x="4370740" y="1343431"/>
                  </a:lnTo>
                  <a:lnTo>
                    <a:pt x="4371401" y="1343431"/>
                  </a:lnTo>
                  <a:lnTo>
                    <a:pt x="4372062" y="1343431"/>
                  </a:lnTo>
                  <a:lnTo>
                    <a:pt x="4372722" y="1362662"/>
                  </a:lnTo>
                  <a:lnTo>
                    <a:pt x="4373383" y="1406010"/>
                  </a:lnTo>
                  <a:lnTo>
                    <a:pt x="4374043" y="1430742"/>
                  </a:lnTo>
                  <a:lnTo>
                    <a:pt x="4374704" y="1430742"/>
                  </a:lnTo>
                  <a:lnTo>
                    <a:pt x="4375364" y="1430742"/>
                  </a:lnTo>
                  <a:lnTo>
                    <a:pt x="4376025" y="1406010"/>
                  </a:lnTo>
                  <a:lnTo>
                    <a:pt x="4376685" y="1383432"/>
                  </a:lnTo>
                  <a:lnTo>
                    <a:pt x="4377346" y="1362662"/>
                  </a:lnTo>
                  <a:lnTo>
                    <a:pt x="4378006" y="1325528"/>
                  </a:lnTo>
                  <a:lnTo>
                    <a:pt x="4378667" y="1308781"/>
                  </a:lnTo>
                  <a:lnTo>
                    <a:pt x="4379327" y="1308781"/>
                  </a:lnTo>
                  <a:lnTo>
                    <a:pt x="4379988" y="1308781"/>
                  </a:lnTo>
                  <a:lnTo>
                    <a:pt x="4380648" y="1325528"/>
                  </a:lnTo>
                  <a:lnTo>
                    <a:pt x="4381309" y="1362662"/>
                  </a:lnTo>
                  <a:lnTo>
                    <a:pt x="4381969" y="1383432"/>
                  </a:lnTo>
                  <a:lnTo>
                    <a:pt x="4382630" y="1379143"/>
                  </a:lnTo>
                  <a:lnTo>
                    <a:pt x="4383291" y="1322091"/>
                  </a:lnTo>
                  <a:lnTo>
                    <a:pt x="4383951" y="1275351"/>
                  </a:lnTo>
                  <a:lnTo>
                    <a:pt x="4384612" y="1247015"/>
                  </a:lnTo>
                  <a:lnTo>
                    <a:pt x="4385272" y="1222632"/>
                  </a:lnTo>
                  <a:lnTo>
                    <a:pt x="4385933" y="1224969"/>
                  </a:lnTo>
                  <a:lnTo>
                    <a:pt x="4386593" y="1276780"/>
                  </a:lnTo>
                  <a:lnTo>
                    <a:pt x="4387254" y="1323804"/>
                  </a:lnTo>
                  <a:lnTo>
                    <a:pt x="4387914" y="1343431"/>
                  </a:lnTo>
                  <a:lnTo>
                    <a:pt x="4388575" y="1343431"/>
                  </a:lnTo>
                  <a:lnTo>
                    <a:pt x="4389235" y="1339751"/>
                  </a:lnTo>
                  <a:lnTo>
                    <a:pt x="4389896" y="1339751"/>
                  </a:lnTo>
                  <a:lnTo>
                    <a:pt x="4390556" y="1339751"/>
                  </a:lnTo>
                  <a:lnTo>
                    <a:pt x="4391217" y="1358700"/>
                  </a:lnTo>
                  <a:lnTo>
                    <a:pt x="4391877" y="1401335"/>
                  </a:lnTo>
                  <a:lnTo>
                    <a:pt x="4392538" y="1430742"/>
                  </a:lnTo>
                  <a:lnTo>
                    <a:pt x="4393199" y="1406010"/>
                  </a:lnTo>
                  <a:lnTo>
                    <a:pt x="4393859" y="1362662"/>
                  </a:lnTo>
                  <a:lnTo>
                    <a:pt x="4394520" y="1343431"/>
                  </a:lnTo>
                  <a:lnTo>
                    <a:pt x="4395180" y="1343431"/>
                  </a:lnTo>
                  <a:lnTo>
                    <a:pt x="4395841" y="1343431"/>
                  </a:lnTo>
                  <a:lnTo>
                    <a:pt x="4396501" y="1362662"/>
                  </a:lnTo>
                  <a:lnTo>
                    <a:pt x="4397162" y="1406010"/>
                  </a:lnTo>
                  <a:lnTo>
                    <a:pt x="4397822" y="1430742"/>
                  </a:lnTo>
                  <a:lnTo>
                    <a:pt x="4398483" y="1406010"/>
                  </a:lnTo>
                  <a:lnTo>
                    <a:pt x="4399143" y="1362662"/>
                  </a:lnTo>
                  <a:lnTo>
                    <a:pt x="4399804" y="1343431"/>
                  </a:lnTo>
                  <a:lnTo>
                    <a:pt x="4400464" y="1343431"/>
                  </a:lnTo>
                  <a:lnTo>
                    <a:pt x="4401125" y="1343431"/>
                  </a:lnTo>
                  <a:lnTo>
                    <a:pt x="4401785" y="1362662"/>
                  </a:lnTo>
                  <a:lnTo>
                    <a:pt x="4402446" y="1383432"/>
                  </a:lnTo>
                  <a:lnTo>
                    <a:pt x="4403107" y="1362662"/>
                  </a:lnTo>
                  <a:lnTo>
                    <a:pt x="4403767" y="1308781"/>
                  </a:lnTo>
                  <a:lnTo>
                    <a:pt x="4404428" y="1250878"/>
                  </a:lnTo>
                  <a:lnTo>
                    <a:pt x="4405088" y="1226146"/>
                  </a:lnTo>
                  <a:lnTo>
                    <a:pt x="4405749" y="1222632"/>
                  </a:lnTo>
                  <a:lnTo>
                    <a:pt x="4406409" y="1189879"/>
                  </a:lnTo>
                  <a:lnTo>
                    <a:pt x="4407070" y="1158065"/>
                  </a:lnTo>
                  <a:lnTo>
                    <a:pt x="4407730" y="1148709"/>
                  </a:lnTo>
                  <a:lnTo>
                    <a:pt x="4408391" y="1112805"/>
                  </a:lnTo>
                  <a:lnTo>
                    <a:pt x="4409051" y="1086037"/>
                  </a:lnTo>
                  <a:lnTo>
                    <a:pt x="4409712" y="1093003"/>
                  </a:lnTo>
                  <a:lnTo>
                    <a:pt x="4410372" y="1124097"/>
                  </a:lnTo>
                  <a:lnTo>
                    <a:pt x="4411033" y="1153123"/>
                  </a:lnTo>
                  <a:lnTo>
                    <a:pt x="4411693" y="1212365"/>
                  </a:lnTo>
                  <a:lnTo>
                    <a:pt x="4412354" y="1248296"/>
                  </a:lnTo>
                  <a:lnTo>
                    <a:pt x="4413015" y="1261471"/>
                  </a:lnTo>
                  <a:lnTo>
                    <a:pt x="4413675" y="1263506"/>
                  </a:lnTo>
                  <a:lnTo>
                    <a:pt x="4414336" y="1245104"/>
                  </a:lnTo>
                  <a:lnTo>
                    <a:pt x="4414996" y="1226146"/>
                  </a:lnTo>
                  <a:lnTo>
                    <a:pt x="4415657" y="1229112"/>
                  </a:lnTo>
                  <a:lnTo>
                    <a:pt x="4416317" y="1260796"/>
                  </a:lnTo>
                  <a:lnTo>
                    <a:pt x="4416978" y="1289262"/>
                  </a:lnTo>
                  <a:lnTo>
                    <a:pt x="4417638" y="1338839"/>
                  </a:lnTo>
                  <a:lnTo>
                    <a:pt x="4418299" y="1378081"/>
                  </a:lnTo>
                  <a:lnTo>
                    <a:pt x="4418959" y="1418082"/>
                  </a:lnTo>
                  <a:lnTo>
                    <a:pt x="4419620" y="1430742"/>
                  </a:lnTo>
                  <a:lnTo>
                    <a:pt x="4420280" y="1406010"/>
                  </a:lnTo>
                  <a:lnTo>
                    <a:pt x="4420941" y="1362662"/>
                  </a:lnTo>
                  <a:lnTo>
                    <a:pt x="4421601" y="1308781"/>
                  </a:lnTo>
                  <a:lnTo>
                    <a:pt x="4422262" y="1264188"/>
                  </a:lnTo>
                  <a:lnTo>
                    <a:pt x="4422922" y="1238218"/>
                  </a:lnTo>
                  <a:lnTo>
                    <a:pt x="4423583" y="1238218"/>
                  </a:lnTo>
                  <a:lnTo>
                    <a:pt x="4424244" y="1264188"/>
                  </a:lnTo>
                  <a:lnTo>
                    <a:pt x="4424904" y="1308781"/>
                  </a:lnTo>
                  <a:lnTo>
                    <a:pt x="4425565" y="1362662"/>
                  </a:lnTo>
                  <a:lnTo>
                    <a:pt x="4426225" y="1406010"/>
                  </a:lnTo>
                  <a:lnTo>
                    <a:pt x="4426886" y="1430742"/>
                  </a:lnTo>
                  <a:lnTo>
                    <a:pt x="4427546" y="1430742"/>
                  </a:lnTo>
                  <a:lnTo>
                    <a:pt x="4428207" y="1430742"/>
                  </a:lnTo>
                  <a:lnTo>
                    <a:pt x="4428867" y="1430742"/>
                  </a:lnTo>
                  <a:lnTo>
                    <a:pt x="4429528" y="1430742"/>
                  </a:lnTo>
                  <a:lnTo>
                    <a:pt x="4430188" y="1430742"/>
                  </a:lnTo>
                  <a:lnTo>
                    <a:pt x="4430849" y="1430742"/>
                  </a:lnTo>
                  <a:lnTo>
                    <a:pt x="4431509" y="1430742"/>
                  </a:lnTo>
                  <a:lnTo>
                    <a:pt x="4432170" y="1430742"/>
                  </a:lnTo>
                  <a:lnTo>
                    <a:pt x="4432830" y="1430742"/>
                  </a:lnTo>
                  <a:lnTo>
                    <a:pt x="4433491" y="1430742"/>
                  </a:lnTo>
                  <a:lnTo>
                    <a:pt x="4434152" y="1430742"/>
                  </a:lnTo>
                  <a:lnTo>
                    <a:pt x="4434812" y="1430742"/>
                  </a:lnTo>
                  <a:lnTo>
                    <a:pt x="4435473" y="1430742"/>
                  </a:lnTo>
                  <a:lnTo>
                    <a:pt x="4436133" y="1430742"/>
                  </a:lnTo>
                  <a:lnTo>
                    <a:pt x="4436794" y="1430742"/>
                  </a:lnTo>
                  <a:lnTo>
                    <a:pt x="4437454" y="1430742"/>
                  </a:lnTo>
                  <a:lnTo>
                    <a:pt x="4438115" y="1430742"/>
                  </a:lnTo>
                  <a:lnTo>
                    <a:pt x="4438775" y="1430742"/>
                  </a:lnTo>
                  <a:lnTo>
                    <a:pt x="4439436" y="1430742"/>
                  </a:lnTo>
                  <a:lnTo>
                    <a:pt x="4440096" y="1430742"/>
                  </a:lnTo>
                  <a:lnTo>
                    <a:pt x="4440757" y="1430742"/>
                  </a:lnTo>
                  <a:lnTo>
                    <a:pt x="4441417" y="1430742"/>
                  </a:lnTo>
                  <a:lnTo>
                    <a:pt x="4442078" y="1430742"/>
                  </a:lnTo>
                  <a:lnTo>
                    <a:pt x="4442738" y="1430742"/>
                  </a:lnTo>
                  <a:lnTo>
                    <a:pt x="4443399" y="1430742"/>
                  </a:lnTo>
                  <a:lnTo>
                    <a:pt x="4444060" y="1430742"/>
                  </a:lnTo>
                  <a:lnTo>
                    <a:pt x="4444720" y="1430742"/>
                  </a:lnTo>
                  <a:lnTo>
                    <a:pt x="4445381" y="1430742"/>
                  </a:lnTo>
                  <a:lnTo>
                    <a:pt x="4446041" y="1430742"/>
                  </a:lnTo>
                  <a:lnTo>
                    <a:pt x="4446702" y="1430742"/>
                  </a:lnTo>
                  <a:lnTo>
                    <a:pt x="4447362" y="1430742"/>
                  </a:lnTo>
                  <a:lnTo>
                    <a:pt x="4448023" y="1430742"/>
                  </a:lnTo>
                  <a:lnTo>
                    <a:pt x="4448683" y="1430742"/>
                  </a:lnTo>
                  <a:lnTo>
                    <a:pt x="4449344" y="1430742"/>
                  </a:lnTo>
                  <a:lnTo>
                    <a:pt x="4450004" y="1430742"/>
                  </a:lnTo>
                  <a:lnTo>
                    <a:pt x="4450665" y="1406010"/>
                  </a:lnTo>
                  <a:lnTo>
                    <a:pt x="4451325" y="1362662"/>
                  </a:lnTo>
                  <a:lnTo>
                    <a:pt x="4451986" y="1343431"/>
                  </a:lnTo>
                  <a:lnTo>
                    <a:pt x="4452646" y="1322091"/>
                  </a:lnTo>
                  <a:lnTo>
                    <a:pt x="4453307" y="1290015"/>
                  </a:lnTo>
                  <a:lnTo>
                    <a:pt x="4453967" y="1254800"/>
                  </a:lnTo>
                  <a:lnTo>
                    <a:pt x="4454628" y="1241951"/>
                  </a:lnTo>
                  <a:lnTo>
                    <a:pt x="4455289" y="1206832"/>
                  </a:lnTo>
                  <a:lnTo>
                    <a:pt x="4455949" y="1187836"/>
                  </a:lnTo>
                  <a:lnTo>
                    <a:pt x="4456610" y="1187836"/>
                  </a:lnTo>
                  <a:lnTo>
                    <a:pt x="4457270" y="1203568"/>
                  </a:lnTo>
                  <a:lnTo>
                    <a:pt x="4457931" y="1226146"/>
                  </a:lnTo>
                  <a:lnTo>
                    <a:pt x="4458591" y="1272515"/>
                  </a:lnTo>
                  <a:lnTo>
                    <a:pt x="4459252" y="1302374"/>
                  </a:lnTo>
                  <a:lnTo>
                    <a:pt x="4459912" y="1287015"/>
                  </a:lnTo>
                  <a:lnTo>
                    <a:pt x="4460573" y="1272515"/>
                  </a:lnTo>
                  <a:lnTo>
                    <a:pt x="4461233" y="1233321"/>
                  </a:lnTo>
                  <a:lnTo>
                    <a:pt x="4461894" y="1192975"/>
                  </a:lnTo>
                  <a:lnTo>
                    <a:pt x="4462554" y="1163567"/>
                  </a:lnTo>
                  <a:lnTo>
                    <a:pt x="4463215" y="1163567"/>
                  </a:lnTo>
                  <a:lnTo>
                    <a:pt x="4463875" y="1155807"/>
                  </a:lnTo>
                  <a:lnTo>
                    <a:pt x="4464536" y="1164961"/>
                  </a:lnTo>
                  <a:lnTo>
                    <a:pt x="4465197" y="1191422"/>
                  </a:lnTo>
                  <a:lnTo>
                    <a:pt x="4465857" y="1236371"/>
                  </a:lnTo>
                  <a:lnTo>
                    <a:pt x="4466518" y="1276065"/>
                  </a:lnTo>
                  <a:lnTo>
                    <a:pt x="4467178" y="1337930"/>
                  </a:lnTo>
                  <a:lnTo>
                    <a:pt x="4467839" y="1399028"/>
                  </a:lnTo>
                  <a:lnTo>
                    <a:pt x="4468499" y="1430742"/>
                  </a:lnTo>
                  <a:lnTo>
                    <a:pt x="4469160" y="1430742"/>
                  </a:lnTo>
                  <a:lnTo>
                    <a:pt x="4469820" y="1430742"/>
                  </a:lnTo>
                  <a:lnTo>
                    <a:pt x="4470481" y="1383432"/>
                  </a:lnTo>
                  <a:lnTo>
                    <a:pt x="4471141" y="1308781"/>
                  </a:lnTo>
                  <a:lnTo>
                    <a:pt x="4471802" y="1278218"/>
                  </a:lnTo>
                  <a:lnTo>
                    <a:pt x="4472462" y="1278218"/>
                  </a:lnTo>
                  <a:lnTo>
                    <a:pt x="4473123" y="1278218"/>
                  </a:lnTo>
                  <a:lnTo>
                    <a:pt x="4473783" y="1308781"/>
                  </a:lnTo>
                  <a:lnTo>
                    <a:pt x="4474444" y="1383432"/>
                  </a:lnTo>
                  <a:lnTo>
                    <a:pt x="4475105" y="1430742"/>
                  </a:lnTo>
                  <a:lnTo>
                    <a:pt x="4475765" y="1430742"/>
                  </a:lnTo>
                  <a:lnTo>
                    <a:pt x="4476426" y="1430742"/>
                  </a:lnTo>
                  <a:lnTo>
                    <a:pt x="4477086" y="1430742"/>
                  </a:lnTo>
                  <a:lnTo>
                    <a:pt x="4477747" y="1406010"/>
                  </a:lnTo>
                  <a:lnTo>
                    <a:pt x="4478407" y="1383432"/>
                  </a:lnTo>
                  <a:lnTo>
                    <a:pt x="4479068" y="1362662"/>
                  </a:lnTo>
                  <a:lnTo>
                    <a:pt x="4479728" y="1343431"/>
                  </a:lnTo>
                  <a:lnTo>
                    <a:pt x="4480389" y="1343431"/>
                  </a:lnTo>
                  <a:lnTo>
                    <a:pt x="4481049" y="1362662"/>
                  </a:lnTo>
                  <a:lnTo>
                    <a:pt x="4481710" y="1383432"/>
                  </a:lnTo>
                  <a:lnTo>
                    <a:pt x="4482370" y="1402496"/>
                  </a:lnTo>
                  <a:lnTo>
                    <a:pt x="4483031" y="1402496"/>
                  </a:lnTo>
                  <a:lnTo>
                    <a:pt x="4483691" y="1359685"/>
                  </a:lnTo>
                  <a:lnTo>
                    <a:pt x="4484352" y="1340666"/>
                  </a:lnTo>
                  <a:lnTo>
                    <a:pt x="4485013" y="1322946"/>
                  </a:lnTo>
                  <a:lnTo>
                    <a:pt x="4485673" y="1325528"/>
                  </a:lnTo>
                  <a:lnTo>
                    <a:pt x="4486334" y="1343431"/>
                  </a:lnTo>
                  <a:lnTo>
                    <a:pt x="4486994" y="1383432"/>
                  </a:lnTo>
                  <a:lnTo>
                    <a:pt x="4487655" y="1406010"/>
                  </a:lnTo>
                  <a:lnTo>
                    <a:pt x="4488315" y="1430742"/>
                  </a:lnTo>
                  <a:lnTo>
                    <a:pt x="4488976" y="1430742"/>
                  </a:lnTo>
                  <a:lnTo>
                    <a:pt x="4489636" y="1430742"/>
                  </a:lnTo>
                  <a:lnTo>
                    <a:pt x="4490297" y="1430742"/>
                  </a:lnTo>
                  <a:lnTo>
                    <a:pt x="4490957" y="1430742"/>
                  </a:lnTo>
                  <a:lnTo>
                    <a:pt x="4491618" y="1430742"/>
                  </a:lnTo>
                  <a:lnTo>
                    <a:pt x="4492278" y="1430742"/>
                  </a:lnTo>
                  <a:lnTo>
                    <a:pt x="4492939" y="1430742"/>
                  </a:lnTo>
                  <a:lnTo>
                    <a:pt x="4493599" y="1430742"/>
                  </a:lnTo>
                  <a:lnTo>
                    <a:pt x="4494260" y="1430742"/>
                  </a:lnTo>
                  <a:lnTo>
                    <a:pt x="4494920" y="1430742"/>
                  </a:lnTo>
                  <a:lnTo>
                    <a:pt x="4495581" y="1430742"/>
                  </a:lnTo>
                  <a:lnTo>
                    <a:pt x="4496242" y="1430742"/>
                  </a:lnTo>
                  <a:lnTo>
                    <a:pt x="4496902" y="1430742"/>
                  </a:lnTo>
                  <a:lnTo>
                    <a:pt x="4497563" y="1430742"/>
                  </a:lnTo>
                  <a:lnTo>
                    <a:pt x="4498223" y="1430742"/>
                  </a:lnTo>
                  <a:lnTo>
                    <a:pt x="4498884" y="1430742"/>
                  </a:lnTo>
                  <a:lnTo>
                    <a:pt x="4499544" y="1430742"/>
                  </a:lnTo>
                  <a:lnTo>
                    <a:pt x="4500205" y="1430742"/>
                  </a:lnTo>
                  <a:lnTo>
                    <a:pt x="4500865" y="1430742"/>
                  </a:lnTo>
                  <a:lnTo>
                    <a:pt x="4501526" y="1430742"/>
                  </a:lnTo>
                  <a:lnTo>
                    <a:pt x="4502186" y="1430742"/>
                  </a:lnTo>
                  <a:lnTo>
                    <a:pt x="4502847" y="1430742"/>
                  </a:lnTo>
                  <a:lnTo>
                    <a:pt x="4503507" y="1406010"/>
                  </a:lnTo>
                  <a:lnTo>
                    <a:pt x="4504168" y="1343431"/>
                  </a:lnTo>
                  <a:lnTo>
                    <a:pt x="4504828" y="1293050"/>
                  </a:lnTo>
                  <a:lnTo>
                    <a:pt x="4505489" y="1278218"/>
                  </a:lnTo>
                  <a:lnTo>
                    <a:pt x="4506150" y="1278218"/>
                  </a:lnTo>
                  <a:lnTo>
                    <a:pt x="4506810" y="1293050"/>
                  </a:lnTo>
                  <a:lnTo>
                    <a:pt x="4507471" y="1343431"/>
                  </a:lnTo>
                  <a:lnTo>
                    <a:pt x="4508131" y="1406010"/>
                  </a:lnTo>
                  <a:lnTo>
                    <a:pt x="4508792" y="1430742"/>
                  </a:lnTo>
                  <a:lnTo>
                    <a:pt x="4509452" y="1430742"/>
                  </a:lnTo>
                  <a:lnTo>
                    <a:pt x="4510113" y="1430742"/>
                  </a:lnTo>
                  <a:lnTo>
                    <a:pt x="4510773" y="1406010"/>
                  </a:lnTo>
                  <a:lnTo>
                    <a:pt x="4511434" y="1383432"/>
                  </a:lnTo>
                  <a:lnTo>
                    <a:pt x="4512094" y="1330771"/>
                  </a:lnTo>
                  <a:lnTo>
                    <a:pt x="4512755" y="1297670"/>
                  </a:lnTo>
                  <a:lnTo>
                    <a:pt x="4513415" y="1268318"/>
                  </a:lnTo>
                  <a:lnTo>
                    <a:pt x="4514076" y="1268318"/>
                  </a:lnTo>
                  <a:lnTo>
                    <a:pt x="4514736" y="1282579"/>
                  </a:lnTo>
                  <a:lnTo>
                    <a:pt x="4515397" y="1325528"/>
                  </a:lnTo>
                  <a:lnTo>
                    <a:pt x="4516058" y="1362662"/>
                  </a:lnTo>
                  <a:lnTo>
                    <a:pt x="4516718" y="1383432"/>
                  </a:lnTo>
                  <a:lnTo>
                    <a:pt x="4517379" y="1362662"/>
                  </a:lnTo>
                  <a:lnTo>
                    <a:pt x="4518039" y="1343431"/>
                  </a:lnTo>
                  <a:lnTo>
                    <a:pt x="4518700" y="1343431"/>
                  </a:lnTo>
                  <a:lnTo>
                    <a:pt x="4519360" y="1343431"/>
                  </a:lnTo>
                  <a:lnTo>
                    <a:pt x="4520021" y="1362662"/>
                  </a:lnTo>
                  <a:lnTo>
                    <a:pt x="4520681" y="1406010"/>
                  </a:lnTo>
                  <a:lnTo>
                    <a:pt x="4521342" y="1430742"/>
                  </a:lnTo>
                  <a:lnTo>
                    <a:pt x="4522002" y="1430742"/>
                  </a:lnTo>
                  <a:lnTo>
                    <a:pt x="4522663" y="1430742"/>
                  </a:lnTo>
                  <a:lnTo>
                    <a:pt x="4523323" y="1430742"/>
                  </a:lnTo>
                  <a:lnTo>
                    <a:pt x="4523984" y="1430742"/>
                  </a:lnTo>
                  <a:lnTo>
                    <a:pt x="4524644" y="1430742"/>
                  </a:lnTo>
                  <a:lnTo>
                    <a:pt x="4525305" y="1430742"/>
                  </a:lnTo>
                  <a:lnTo>
                    <a:pt x="4525965" y="1430742"/>
                  </a:lnTo>
                  <a:lnTo>
                    <a:pt x="4526626" y="1430742"/>
                  </a:lnTo>
                  <a:lnTo>
                    <a:pt x="4527287" y="1406010"/>
                  </a:lnTo>
                  <a:lnTo>
                    <a:pt x="4527947" y="1362662"/>
                  </a:lnTo>
                  <a:lnTo>
                    <a:pt x="4528608" y="1278218"/>
                  </a:lnTo>
                  <a:lnTo>
                    <a:pt x="4529268" y="1226146"/>
                  </a:lnTo>
                  <a:lnTo>
                    <a:pt x="4529929" y="1203568"/>
                  </a:lnTo>
                  <a:lnTo>
                    <a:pt x="4530589" y="1183797"/>
                  </a:lnTo>
                  <a:lnTo>
                    <a:pt x="4531250" y="1183797"/>
                  </a:lnTo>
                  <a:lnTo>
                    <a:pt x="4531910" y="1215742"/>
                  </a:lnTo>
                  <a:lnTo>
                    <a:pt x="4532571" y="1239456"/>
                  </a:lnTo>
                  <a:lnTo>
                    <a:pt x="4533231" y="1252179"/>
                  </a:lnTo>
                  <a:lnTo>
                    <a:pt x="4533892" y="1293050"/>
                  </a:lnTo>
                  <a:lnTo>
                    <a:pt x="4534552" y="1308781"/>
                  </a:lnTo>
                  <a:lnTo>
                    <a:pt x="4535213" y="1325528"/>
                  </a:lnTo>
                  <a:lnTo>
                    <a:pt x="4535873" y="1325528"/>
                  </a:lnTo>
                  <a:lnTo>
                    <a:pt x="4536534" y="1325528"/>
                  </a:lnTo>
                  <a:lnTo>
                    <a:pt x="4537195" y="1308781"/>
                  </a:lnTo>
                  <a:lnTo>
                    <a:pt x="4537855" y="1293050"/>
                  </a:lnTo>
                  <a:lnTo>
                    <a:pt x="4538516" y="1293050"/>
                  </a:lnTo>
                  <a:lnTo>
                    <a:pt x="4539176" y="1308781"/>
                  </a:lnTo>
                  <a:lnTo>
                    <a:pt x="4539837" y="1293050"/>
                  </a:lnTo>
                  <a:lnTo>
                    <a:pt x="4540497" y="1293050"/>
                  </a:lnTo>
                  <a:lnTo>
                    <a:pt x="4541158" y="1308781"/>
                  </a:lnTo>
                  <a:lnTo>
                    <a:pt x="4541818" y="1308781"/>
                  </a:lnTo>
                  <a:lnTo>
                    <a:pt x="4542479" y="1293050"/>
                  </a:lnTo>
                  <a:lnTo>
                    <a:pt x="4543139" y="1308781"/>
                  </a:lnTo>
                  <a:lnTo>
                    <a:pt x="4543800" y="1325528"/>
                  </a:lnTo>
                  <a:lnTo>
                    <a:pt x="4544460" y="1343431"/>
                  </a:lnTo>
                  <a:lnTo>
                    <a:pt x="4545121" y="1362662"/>
                  </a:lnTo>
                  <a:lnTo>
                    <a:pt x="4545781" y="1406010"/>
                  </a:lnTo>
                  <a:lnTo>
                    <a:pt x="4546442" y="1406010"/>
                  </a:lnTo>
                  <a:lnTo>
                    <a:pt x="4547103" y="1362662"/>
                  </a:lnTo>
                  <a:lnTo>
                    <a:pt x="4547763" y="1329890"/>
                  </a:lnTo>
                  <a:lnTo>
                    <a:pt x="4548424" y="1312868"/>
                  </a:lnTo>
                  <a:lnTo>
                    <a:pt x="4549084" y="1312868"/>
                  </a:lnTo>
                  <a:lnTo>
                    <a:pt x="4549745" y="1329890"/>
                  </a:lnTo>
                  <a:lnTo>
                    <a:pt x="4550405" y="1367700"/>
                  </a:lnTo>
                  <a:lnTo>
                    <a:pt x="4551066" y="1406010"/>
                  </a:lnTo>
                  <a:lnTo>
                    <a:pt x="4551726" y="1430742"/>
                  </a:lnTo>
                  <a:lnTo>
                    <a:pt x="4552387" y="1430742"/>
                  </a:lnTo>
                  <a:lnTo>
                    <a:pt x="4553047" y="1430742"/>
                  </a:lnTo>
                  <a:lnTo>
                    <a:pt x="4553708" y="1430742"/>
                  </a:lnTo>
                  <a:lnTo>
                    <a:pt x="4554368" y="1430742"/>
                  </a:lnTo>
                  <a:lnTo>
                    <a:pt x="4555029" y="1430742"/>
                  </a:lnTo>
                  <a:lnTo>
                    <a:pt x="4555689" y="1430742"/>
                  </a:lnTo>
                  <a:lnTo>
                    <a:pt x="4556350" y="1430742"/>
                  </a:lnTo>
                  <a:lnTo>
                    <a:pt x="4557011" y="1430742"/>
                  </a:lnTo>
                  <a:lnTo>
                    <a:pt x="4557671" y="1430742"/>
                  </a:lnTo>
                  <a:lnTo>
                    <a:pt x="4558332" y="1430742"/>
                  </a:lnTo>
                  <a:lnTo>
                    <a:pt x="4558992" y="1430742"/>
                  </a:lnTo>
                  <a:lnTo>
                    <a:pt x="4559653" y="1430742"/>
                  </a:lnTo>
                  <a:lnTo>
                    <a:pt x="4560313" y="1430742"/>
                  </a:lnTo>
                  <a:lnTo>
                    <a:pt x="4560974" y="1430742"/>
                  </a:lnTo>
                  <a:lnTo>
                    <a:pt x="4561634" y="1430742"/>
                  </a:lnTo>
                  <a:lnTo>
                    <a:pt x="4562295" y="1430742"/>
                  </a:lnTo>
                  <a:lnTo>
                    <a:pt x="4562955" y="1430742"/>
                  </a:lnTo>
                  <a:lnTo>
                    <a:pt x="4563616" y="1430742"/>
                  </a:lnTo>
                  <a:lnTo>
                    <a:pt x="4564276" y="1430742"/>
                  </a:lnTo>
                  <a:lnTo>
                    <a:pt x="4564937" y="1430742"/>
                  </a:lnTo>
                  <a:lnTo>
                    <a:pt x="4565597" y="1430742"/>
                  </a:lnTo>
                  <a:lnTo>
                    <a:pt x="4566258" y="1430742"/>
                  </a:lnTo>
                  <a:lnTo>
                    <a:pt x="4566918" y="1430742"/>
                  </a:lnTo>
                  <a:lnTo>
                    <a:pt x="4567579" y="1430742"/>
                  </a:lnTo>
                  <a:lnTo>
                    <a:pt x="4568240" y="1430742"/>
                  </a:lnTo>
                  <a:lnTo>
                    <a:pt x="4568900" y="1430742"/>
                  </a:lnTo>
                  <a:lnTo>
                    <a:pt x="4569561" y="1430742"/>
                  </a:lnTo>
                  <a:lnTo>
                    <a:pt x="4570221" y="1430742"/>
                  </a:lnTo>
                  <a:lnTo>
                    <a:pt x="4570882" y="1430742"/>
                  </a:lnTo>
                  <a:lnTo>
                    <a:pt x="4571542" y="1430742"/>
                  </a:lnTo>
                  <a:lnTo>
                    <a:pt x="4572203" y="1430742"/>
                  </a:lnTo>
                  <a:lnTo>
                    <a:pt x="4572863" y="1430742"/>
                  </a:lnTo>
                  <a:lnTo>
                    <a:pt x="4573524" y="1430742"/>
                  </a:lnTo>
                  <a:lnTo>
                    <a:pt x="4574184" y="1430742"/>
                  </a:lnTo>
                  <a:lnTo>
                    <a:pt x="4574845" y="1430742"/>
                  </a:lnTo>
                  <a:lnTo>
                    <a:pt x="4575505" y="1430742"/>
                  </a:lnTo>
                  <a:lnTo>
                    <a:pt x="4576166" y="1430742"/>
                  </a:lnTo>
                  <a:lnTo>
                    <a:pt x="4576826" y="1430742"/>
                  </a:lnTo>
                  <a:lnTo>
                    <a:pt x="4577487" y="1430742"/>
                  </a:lnTo>
                  <a:lnTo>
                    <a:pt x="4578148" y="1430742"/>
                  </a:lnTo>
                  <a:lnTo>
                    <a:pt x="4578808" y="1430742"/>
                  </a:lnTo>
                  <a:lnTo>
                    <a:pt x="4579469" y="1430742"/>
                  </a:lnTo>
                  <a:lnTo>
                    <a:pt x="4580129" y="1430742"/>
                  </a:lnTo>
                  <a:lnTo>
                    <a:pt x="4580790" y="1430742"/>
                  </a:lnTo>
                  <a:lnTo>
                    <a:pt x="4581450" y="1430742"/>
                  </a:lnTo>
                  <a:lnTo>
                    <a:pt x="4582111" y="1430742"/>
                  </a:lnTo>
                  <a:lnTo>
                    <a:pt x="4582771" y="1430742"/>
                  </a:lnTo>
                  <a:lnTo>
                    <a:pt x="4583432" y="1430742"/>
                  </a:lnTo>
                  <a:lnTo>
                    <a:pt x="4584092" y="1424335"/>
                  </a:lnTo>
                  <a:lnTo>
                    <a:pt x="4584753" y="1378081"/>
                  </a:lnTo>
                  <a:lnTo>
                    <a:pt x="4585413" y="1338839"/>
                  </a:lnTo>
                  <a:lnTo>
                    <a:pt x="4586074" y="1321239"/>
                  </a:lnTo>
                  <a:lnTo>
                    <a:pt x="4586734" y="1321239"/>
                  </a:lnTo>
                  <a:lnTo>
                    <a:pt x="4587395" y="1325528"/>
                  </a:lnTo>
                  <a:lnTo>
                    <a:pt x="4588056" y="1362662"/>
                  </a:lnTo>
                  <a:lnTo>
                    <a:pt x="4588716" y="1406010"/>
                  </a:lnTo>
                  <a:lnTo>
                    <a:pt x="4589377" y="1430742"/>
                  </a:lnTo>
                  <a:lnTo>
                    <a:pt x="4590037" y="1430742"/>
                  </a:lnTo>
                  <a:lnTo>
                    <a:pt x="4590698" y="1430742"/>
                  </a:lnTo>
                  <a:lnTo>
                    <a:pt x="4591358" y="1430742"/>
                  </a:lnTo>
                  <a:lnTo>
                    <a:pt x="4592019" y="1430742"/>
                  </a:lnTo>
                  <a:lnTo>
                    <a:pt x="4592679" y="1430742"/>
                  </a:lnTo>
                  <a:lnTo>
                    <a:pt x="4593340" y="1430742"/>
                  </a:lnTo>
                  <a:lnTo>
                    <a:pt x="4594000" y="1430742"/>
                  </a:lnTo>
                  <a:lnTo>
                    <a:pt x="4594661" y="1430742"/>
                  </a:lnTo>
                  <a:lnTo>
                    <a:pt x="4595321" y="1430742"/>
                  </a:lnTo>
                  <a:lnTo>
                    <a:pt x="4595982" y="1430742"/>
                  </a:lnTo>
                  <a:lnTo>
                    <a:pt x="4596642" y="1430742"/>
                  </a:lnTo>
                  <a:lnTo>
                    <a:pt x="4597303" y="1430742"/>
                  </a:lnTo>
                  <a:lnTo>
                    <a:pt x="4597963" y="1430742"/>
                  </a:lnTo>
                  <a:lnTo>
                    <a:pt x="4598624" y="1430742"/>
                  </a:lnTo>
                  <a:lnTo>
                    <a:pt x="4599285" y="1430742"/>
                  </a:lnTo>
                  <a:lnTo>
                    <a:pt x="4599945" y="1430742"/>
                  </a:lnTo>
                  <a:lnTo>
                    <a:pt x="4600606" y="1430742"/>
                  </a:lnTo>
                  <a:lnTo>
                    <a:pt x="4601266" y="1430742"/>
                  </a:lnTo>
                  <a:lnTo>
                    <a:pt x="4601927" y="1430742"/>
                  </a:lnTo>
                  <a:lnTo>
                    <a:pt x="4602587" y="1430742"/>
                  </a:lnTo>
                  <a:lnTo>
                    <a:pt x="4603248" y="1430742"/>
                  </a:lnTo>
                  <a:lnTo>
                    <a:pt x="4603908" y="1430742"/>
                  </a:lnTo>
                  <a:lnTo>
                    <a:pt x="4604569" y="1430742"/>
                  </a:lnTo>
                  <a:lnTo>
                    <a:pt x="4605229" y="1430742"/>
                  </a:lnTo>
                  <a:lnTo>
                    <a:pt x="4605890" y="1406010"/>
                  </a:lnTo>
                  <a:lnTo>
                    <a:pt x="4606550" y="1362662"/>
                  </a:lnTo>
                  <a:lnTo>
                    <a:pt x="4607211" y="1331655"/>
                  </a:lnTo>
                  <a:lnTo>
                    <a:pt x="4607871" y="1323804"/>
                  </a:lnTo>
                  <a:lnTo>
                    <a:pt x="4608532" y="1323804"/>
                  </a:lnTo>
                  <a:lnTo>
                    <a:pt x="4609193" y="1341584"/>
                  </a:lnTo>
                  <a:lnTo>
                    <a:pt x="4609853" y="1381278"/>
                  </a:lnTo>
                  <a:lnTo>
                    <a:pt x="4610514" y="1419320"/>
                  </a:lnTo>
                  <a:lnTo>
                    <a:pt x="4611174" y="1430742"/>
                  </a:lnTo>
                  <a:lnTo>
                    <a:pt x="4611835" y="1430742"/>
                  </a:lnTo>
                  <a:lnTo>
                    <a:pt x="4612495" y="1430742"/>
                  </a:lnTo>
                  <a:lnTo>
                    <a:pt x="4613156" y="1430742"/>
                  </a:lnTo>
                  <a:lnTo>
                    <a:pt x="4613816" y="1406010"/>
                  </a:lnTo>
                  <a:lnTo>
                    <a:pt x="4614477" y="1362662"/>
                  </a:lnTo>
                  <a:lnTo>
                    <a:pt x="4615137" y="1325528"/>
                  </a:lnTo>
                  <a:lnTo>
                    <a:pt x="4615798" y="1308781"/>
                  </a:lnTo>
                  <a:lnTo>
                    <a:pt x="4616458" y="1308781"/>
                  </a:lnTo>
                  <a:lnTo>
                    <a:pt x="4617119" y="1325528"/>
                  </a:lnTo>
                  <a:lnTo>
                    <a:pt x="4617779" y="1362662"/>
                  </a:lnTo>
                  <a:lnTo>
                    <a:pt x="4618440" y="1406010"/>
                  </a:lnTo>
                  <a:lnTo>
                    <a:pt x="4619101" y="1430742"/>
                  </a:lnTo>
                  <a:lnTo>
                    <a:pt x="4619761" y="1430742"/>
                  </a:lnTo>
                  <a:lnTo>
                    <a:pt x="4620422" y="1430742"/>
                  </a:lnTo>
                  <a:lnTo>
                    <a:pt x="4621082" y="1406010"/>
                  </a:lnTo>
                  <a:lnTo>
                    <a:pt x="4621743" y="1383432"/>
                  </a:lnTo>
                  <a:lnTo>
                    <a:pt x="4622403" y="1343431"/>
                  </a:lnTo>
                  <a:lnTo>
                    <a:pt x="4623064" y="1325528"/>
                  </a:lnTo>
                  <a:lnTo>
                    <a:pt x="4623724" y="1325528"/>
                  </a:lnTo>
                  <a:lnTo>
                    <a:pt x="4624385" y="1343431"/>
                  </a:lnTo>
                  <a:lnTo>
                    <a:pt x="4625045" y="1362662"/>
                  </a:lnTo>
                  <a:lnTo>
                    <a:pt x="4625706" y="1406010"/>
                  </a:lnTo>
                  <a:lnTo>
                    <a:pt x="4626366" y="1430742"/>
                  </a:lnTo>
                  <a:lnTo>
                    <a:pt x="4627027" y="1430742"/>
                  </a:lnTo>
                  <a:lnTo>
                    <a:pt x="4627687" y="1430742"/>
                  </a:lnTo>
                  <a:lnTo>
                    <a:pt x="4628348" y="1430742"/>
                  </a:lnTo>
                  <a:lnTo>
                    <a:pt x="4629009" y="1430742"/>
                  </a:lnTo>
                  <a:lnTo>
                    <a:pt x="4629669" y="1430742"/>
                  </a:lnTo>
                  <a:lnTo>
                    <a:pt x="4630330" y="1430742"/>
                  </a:lnTo>
                  <a:lnTo>
                    <a:pt x="4630990" y="1430742"/>
                  </a:lnTo>
                  <a:lnTo>
                    <a:pt x="4631651" y="1430742"/>
                  </a:lnTo>
                  <a:lnTo>
                    <a:pt x="4632311" y="1430742"/>
                  </a:lnTo>
                  <a:lnTo>
                    <a:pt x="4632972" y="1430742"/>
                  </a:lnTo>
                  <a:lnTo>
                    <a:pt x="4633632" y="1430742"/>
                  </a:lnTo>
                  <a:lnTo>
                    <a:pt x="4634293" y="1430742"/>
                  </a:lnTo>
                  <a:lnTo>
                    <a:pt x="4634953" y="1430742"/>
                  </a:lnTo>
                  <a:lnTo>
                    <a:pt x="4635614" y="1430742"/>
                  </a:lnTo>
                  <a:lnTo>
                    <a:pt x="4636274" y="1430742"/>
                  </a:lnTo>
                  <a:lnTo>
                    <a:pt x="4636935" y="1430742"/>
                  </a:lnTo>
                  <a:lnTo>
                    <a:pt x="4637595" y="1430742"/>
                  </a:lnTo>
                  <a:lnTo>
                    <a:pt x="4638256" y="1430742"/>
                  </a:lnTo>
                  <a:lnTo>
                    <a:pt x="4638916" y="1430742"/>
                  </a:lnTo>
                  <a:lnTo>
                    <a:pt x="4639577" y="1430742"/>
                  </a:lnTo>
                  <a:lnTo>
                    <a:pt x="4640238" y="1430742"/>
                  </a:lnTo>
                  <a:lnTo>
                    <a:pt x="4640898" y="1430742"/>
                  </a:lnTo>
                  <a:lnTo>
                    <a:pt x="4641559" y="1430742"/>
                  </a:lnTo>
                  <a:lnTo>
                    <a:pt x="4642219" y="1430742"/>
                  </a:lnTo>
                  <a:lnTo>
                    <a:pt x="4642880" y="1430742"/>
                  </a:lnTo>
                  <a:lnTo>
                    <a:pt x="4643540" y="1430742"/>
                  </a:lnTo>
                  <a:lnTo>
                    <a:pt x="4644201" y="1430742"/>
                  </a:lnTo>
                  <a:lnTo>
                    <a:pt x="4644861" y="1430742"/>
                  </a:lnTo>
                  <a:lnTo>
                    <a:pt x="4645522" y="1430742"/>
                  </a:lnTo>
                  <a:lnTo>
                    <a:pt x="4646182" y="1430742"/>
                  </a:lnTo>
                  <a:lnTo>
                    <a:pt x="4646843" y="1430742"/>
                  </a:lnTo>
                  <a:lnTo>
                    <a:pt x="4647503" y="1430742"/>
                  </a:lnTo>
                  <a:lnTo>
                    <a:pt x="4648164" y="1430742"/>
                  </a:lnTo>
                  <a:lnTo>
                    <a:pt x="4648824" y="1430742"/>
                  </a:lnTo>
                  <a:lnTo>
                    <a:pt x="4649485" y="1430742"/>
                  </a:lnTo>
                  <a:lnTo>
                    <a:pt x="4650146" y="1430742"/>
                  </a:lnTo>
                  <a:lnTo>
                    <a:pt x="4650806" y="1430742"/>
                  </a:lnTo>
                  <a:lnTo>
                    <a:pt x="4651467" y="1430742"/>
                  </a:lnTo>
                  <a:lnTo>
                    <a:pt x="4652127" y="1430742"/>
                  </a:lnTo>
                  <a:lnTo>
                    <a:pt x="4652788" y="1430742"/>
                  </a:lnTo>
                  <a:lnTo>
                    <a:pt x="4653448" y="1430742"/>
                  </a:lnTo>
                  <a:lnTo>
                    <a:pt x="4654109" y="1430742"/>
                  </a:lnTo>
                  <a:lnTo>
                    <a:pt x="4654769" y="1430742"/>
                  </a:lnTo>
                  <a:lnTo>
                    <a:pt x="4655430" y="1430742"/>
                  </a:lnTo>
                  <a:lnTo>
                    <a:pt x="4656090" y="1394476"/>
                  </a:lnTo>
                  <a:lnTo>
                    <a:pt x="4656751" y="1352868"/>
                  </a:lnTo>
                  <a:lnTo>
                    <a:pt x="4657411" y="1334326"/>
                  </a:lnTo>
                  <a:lnTo>
                    <a:pt x="4658072" y="1334326"/>
                  </a:lnTo>
                  <a:lnTo>
                    <a:pt x="4658732" y="1334326"/>
                  </a:lnTo>
                  <a:lnTo>
                    <a:pt x="4659393" y="1362662"/>
                  </a:lnTo>
                  <a:lnTo>
                    <a:pt x="4660054" y="1406010"/>
                  </a:lnTo>
                  <a:lnTo>
                    <a:pt x="4660714" y="1430742"/>
                  </a:lnTo>
                  <a:lnTo>
                    <a:pt x="4661375" y="1430742"/>
                  </a:lnTo>
                  <a:lnTo>
                    <a:pt x="4662035" y="1430742"/>
                  </a:lnTo>
                  <a:lnTo>
                    <a:pt x="4662696" y="1430742"/>
                  </a:lnTo>
                  <a:lnTo>
                    <a:pt x="4663356" y="1430742"/>
                  </a:lnTo>
                  <a:lnTo>
                    <a:pt x="4664017" y="1430742"/>
                  </a:lnTo>
                  <a:lnTo>
                    <a:pt x="4664677" y="1430742"/>
                  </a:lnTo>
                  <a:lnTo>
                    <a:pt x="4665338" y="1430742"/>
                  </a:lnTo>
                  <a:lnTo>
                    <a:pt x="4665998" y="1430742"/>
                  </a:lnTo>
                  <a:lnTo>
                    <a:pt x="4666659" y="1430742"/>
                  </a:lnTo>
                  <a:lnTo>
                    <a:pt x="4667319" y="1430742"/>
                  </a:lnTo>
                  <a:lnTo>
                    <a:pt x="4667980" y="1430742"/>
                  </a:lnTo>
                  <a:lnTo>
                    <a:pt x="4668640" y="1430742"/>
                  </a:lnTo>
                  <a:lnTo>
                    <a:pt x="4669301" y="1430742"/>
                  </a:lnTo>
                  <a:lnTo>
                    <a:pt x="4669961" y="1430742"/>
                  </a:lnTo>
                  <a:lnTo>
                    <a:pt x="4670622" y="1430742"/>
                  </a:lnTo>
                  <a:lnTo>
                    <a:pt x="4671283" y="1430742"/>
                  </a:lnTo>
                  <a:lnTo>
                    <a:pt x="4671943" y="1430742"/>
                  </a:lnTo>
                  <a:lnTo>
                    <a:pt x="4672604" y="1430742"/>
                  </a:lnTo>
                  <a:lnTo>
                    <a:pt x="4673264" y="1430742"/>
                  </a:lnTo>
                  <a:lnTo>
                    <a:pt x="4673925" y="1430742"/>
                  </a:lnTo>
                  <a:lnTo>
                    <a:pt x="4674585" y="1430742"/>
                  </a:lnTo>
                  <a:lnTo>
                    <a:pt x="4675246" y="1430742"/>
                  </a:lnTo>
                  <a:lnTo>
                    <a:pt x="4675906" y="1430742"/>
                  </a:lnTo>
                  <a:lnTo>
                    <a:pt x="4676567" y="1430742"/>
                  </a:lnTo>
                  <a:lnTo>
                    <a:pt x="4677227" y="1430742"/>
                  </a:lnTo>
                  <a:lnTo>
                    <a:pt x="4677888" y="1430742"/>
                  </a:lnTo>
                  <a:lnTo>
                    <a:pt x="4678548" y="1430742"/>
                  </a:lnTo>
                  <a:lnTo>
                    <a:pt x="4679209" y="1430742"/>
                  </a:lnTo>
                  <a:lnTo>
                    <a:pt x="4679869" y="1430742"/>
                  </a:lnTo>
                  <a:lnTo>
                    <a:pt x="4680530" y="1430742"/>
                  </a:lnTo>
                  <a:lnTo>
                    <a:pt x="4681191" y="1406010"/>
                  </a:lnTo>
                  <a:lnTo>
                    <a:pt x="4681851" y="1343431"/>
                  </a:lnTo>
                  <a:lnTo>
                    <a:pt x="4682512" y="1290770"/>
                  </a:lnTo>
                  <a:lnTo>
                    <a:pt x="4683172" y="1236371"/>
                  </a:lnTo>
                  <a:lnTo>
                    <a:pt x="4683833" y="1207380"/>
                  </a:lnTo>
                  <a:lnTo>
                    <a:pt x="4684493" y="1196633"/>
                  </a:lnTo>
                  <a:lnTo>
                    <a:pt x="4685154" y="1196633"/>
                  </a:lnTo>
                  <a:lnTo>
                    <a:pt x="4685814" y="1209031"/>
                  </a:lnTo>
                  <a:lnTo>
                    <a:pt x="4686475" y="1244471"/>
                  </a:lnTo>
                  <a:lnTo>
                    <a:pt x="4687135" y="1278218"/>
                  </a:lnTo>
                  <a:lnTo>
                    <a:pt x="4687796" y="1308781"/>
                  </a:lnTo>
                  <a:lnTo>
                    <a:pt x="4688456" y="1362662"/>
                  </a:lnTo>
                  <a:lnTo>
                    <a:pt x="4689117" y="1406010"/>
                  </a:lnTo>
                  <a:lnTo>
                    <a:pt x="4689777" y="1430742"/>
                  </a:lnTo>
                  <a:lnTo>
                    <a:pt x="4690438" y="1430742"/>
                  </a:lnTo>
                  <a:lnTo>
                    <a:pt x="4691099" y="1430742"/>
                  </a:lnTo>
                  <a:lnTo>
                    <a:pt x="4691759" y="1430742"/>
                  </a:lnTo>
                  <a:lnTo>
                    <a:pt x="4692420" y="1430742"/>
                  </a:lnTo>
                  <a:lnTo>
                    <a:pt x="4693080" y="1430742"/>
                  </a:lnTo>
                  <a:lnTo>
                    <a:pt x="4693741" y="1430742"/>
                  </a:lnTo>
                  <a:lnTo>
                    <a:pt x="4694401" y="1430742"/>
                  </a:lnTo>
                  <a:lnTo>
                    <a:pt x="4695062" y="1402496"/>
                  </a:lnTo>
                  <a:lnTo>
                    <a:pt x="4695722" y="1340666"/>
                  </a:lnTo>
                  <a:lnTo>
                    <a:pt x="4696383" y="1289262"/>
                  </a:lnTo>
                  <a:lnTo>
                    <a:pt x="4697043" y="1274639"/>
                  </a:lnTo>
                  <a:lnTo>
                    <a:pt x="4697704" y="1247655"/>
                  </a:lnTo>
                  <a:lnTo>
                    <a:pt x="4698364" y="1236985"/>
                  </a:lnTo>
                  <a:lnTo>
                    <a:pt x="4699025" y="1260123"/>
                  </a:lnTo>
                  <a:lnTo>
                    <a:pt x="4699685" y="1305558"/>
                  </a:lnTo>
                  <a:lnTo>
                    <a:pt x="4700346" y="1322091"/>
                  </a:lnTo>
                  <a:lnTo>
                    <a:pt x="4701007" y="1358700"/>
                  </a:lnTo>
                  <a:lnTo>
                    <a:pt x="4701667" y="1401335"/>
                  </a:lnTo>
                  <a:lnTo>
                    <a:pt x="4702328" y="1430742"/>
                  </a:lnTo>
                  <a:lnTo>
                    <a:pt x="4702988" y="1430742"/>
                  </a:lnTo>
                  <a:lnTo>
                    <a:pt x="4703649" y="1430742"/>
                  </a:lnTo>
                  <a:lnTo>
                    <a:pt x="4704309" y="1430742"/>
                  </a:lnTo>
                  <a:lnTo>
                    <a:pt x="4704970" y="1430742"/>
                  </a:lnTo>
                  <a:lnTo>
                    <a:pt x="4705630" y="1430742"/>
                  </a:lnTo>
                  <a:lnTo>
                    <a:pt x="4706291" y="1430742"/>
                  </a:lnTo>
                  <a:lnTo>
                    <a:pt x="4706951" y="1430742"/>
                  </a:lnTo>
                  <a:lnTo>
                    <a:pt x="4707612" y="1430742"/>
                  </a:lnTo>
                  <a:lnTo>
                    <a:pt x="4708272" y="1430742"/>
                  </a:lnTo>
                  <a:lnTo>
                    <a:pt x="4708933" y="1430742"/>
                  </a:lnTo>
                  <a:lnTo>
                    <a:pt x="4709593" y="1430742"/>
                  </a:lnTo>
                  <a:lnTo>
                    <a:pt x="4710254" y="1430742"/>
                  </a:lnTo>
                  <a:lnTo>
                    <a:pt x="4710914" y="1383432"/>
                  </a:lnTo>
                  <a:lnTo>
                    <a:pt x="4711575" y="1325528"/>
                  </a:lnTo>
                  <a:lnTo>
                    <a:pt x="4712236" y="1264188"/>
                  </a:lnTo>
                  <a:lnTo>
                    <a:pt x="4712896" y="1238218"/>
                  </a:lnTo>
                  <a:lnTo>
                    <a:pt x="4713557" y="1218590"/>
                  </a:lnTo>
                  <a:lnTo>
                    <a:pt x="4714217" y="1230308"/>
                  </a:lnTo>
                  <a:lnTo>
                    <a:pt x="4714878" y="1255459"/>
                  </a:lnTo>
                  <a:lnTo>
                    <a:pt x="4715538" y="1314521"/>
                  </a:lnTo>
                  <a:lnTo>
                    <a:pt x="4716199" y="1350001"/>
                  </a:lnTo>
                  <a:lnTo>
                    <a:pt x="4716859" y="1383432"/>
                  </a:lnTo>
                  <a:lnTo>
                    <a:pt x="4717520" y="1406010"/>
                  </a:lnTo>
                  <a:lnTo>
                    <a:pt x="4718180" y="1430742"/>
                  </a:lnTo>
                  <a:lnTo>
                    <a:pt x="4718841" y="1430742"/>
                  </a:lnTo>
                  <a:lnTo>
                    <a:pt x="4719501" y="1406010"/>
                  </a:lnTo>
                  <a:lnTo>
                    <a:pt x="4720162" y="1362662"/>
                  </a:lnTo>
                  <a:lnTo>
                    <a:pt x="4720822" y="1343431"/>
                  </a:lnTo>
                  <a:lnTo>
                    <a:pt x="4721483" y="1337024"/>
                  </a:lnTo>
                  <a:lnTo>
                    <a:pt x="4722144" y="1319543"/>
                  </a:lnTo>
                  <a:lnTo>
                    <a:pt x="4722804" y="1319543"/>
                  </a:lnTo>
                  <a:lnTo>
                    <a:pt x="4723465" y="1319543"/>
                  </a:lnTo>
                  <a:lnTo>
                    <a:pt x="4724125" y="1287762"/>
                  </a:lnTo>
                  <a:lnTo>
                    <a:pt x="4724786" y="1264188"/>
                  </a:lnTo>
                  <a:lnTo>
                    <a:pt x="4725446" y="1254800"/>
                  </a:lnTo>
                  <a:lnTo>
                    <a:pt x="4726107" y="1254800"/>
                  </a:lnTo>
                  <a:lnTo>
                    <a:pt x="4726767" y="1241951"/>
                  </a:lnTo>
                  <a:lnTo>
                    <a:pt x="4727428" y="1241951"/>
                  </a:lnTo>
                  <a:lnTo>
                    <a:pt x="4728088" y="1254800"/>
                  </a:lnTo>
                  <a:lnTo>
                    <a:pt x="4728749" y="1278218"/>
                  </a:lnTo>
                  <a:lnTo>
                    <a:pt x="4729409" y="1293050"/>
                  </a:lnTo>
                  <a:lnTo>
                    <a:pt x="4730070" y="1343431"/>
                  </a:lnTo>
                  <a:lnTo>
                    <a:pt x="4730730" y="1383432"/>
                  </a:lnTo>
                  <a:lnTo>
                    <a:pt x="4731391" y="1383432"/>
                  </a:lnTo>
                  <a:lnTo>
                    <a:pt x="4732052" y="1345292"/>
                  </a:lnTo>
                  <a:lnTo>
                    <a:pt x="4732712" y="1327264"/>
                  </a:lnTo>
                  <a:lnTo>
                    <a:pt x="4733373" y="1310408"/>
                  </a:lnTo>
                  <a:lnTo>
                    <a:pt x="4734033" y="1327264"/>
                  </a:lnTo>
                  <a:lnTo>
                    <a:pt x="4734694" y="1345292"/>
                  </a:lnTo>
                  <a:lnTo>
                    <a:pt x="4735354" y="1383432"/>
                  </a:lnTo>
                  <a:lnTo>
                    <a:pt x="4736015" y="1406010"/>
                  </a:lnTo>
                  <a:lnTo>
                    <a:pt x="4736675" y="1406010"/>
                  </a:lnTo>
                  <a:lnTo>
                    <a:pt x="4737336" y="1362662"/>
                  </a:lnTo>
                  <a:lnTo>
                    <a:pt x="4737996" y="1337930"/>
                  </a:lnTo>
                  <a:lnTo>
                    <a:pt x="4738657" y="1320390"/>
                  </a:lnTo>
                  <a:lnTo>
                    <a:pt x="4739317" y="1320390"/>
                  </a:lnTo>
                  <a:lnTo>
                    <a:pt x="4739978" y="1320390"/>
                  </a:lnTo>
                  <a:lnTo>
                    <a:pt x="4740638" y="1320390"/>
                  </a:lnTo>
                  <a:lnTo>
                    <a:pt x="4741299" y="1325528"/>
                  </a:lnTo>
                  <a:lnTo>
                    <a:pt x="4741959" y="1343431"/>
                  </a:lnTo>
                  <a:lnTo>
                    <a:pt x="4742620" y="1343431"/>
                  </a:lnTo>
                  <a:lnTo>
                    <a:pt x="4743281" y="1362662"/>
                  </a:lnTo>
                  <a:lnTo>
                    <a:pt x="4743941" y="1406010"/>
                  </a:lnTo>
                  <a:lnTo>
                    <a:pt x="4744602" y="1430742"/>
                  </a:lnTo>
                  <a:lnTo>
                    <a:pt x="4745262" y="1430742"/>
                  </a:lnTo>
                  <a:lnTo>
                    <a:pt x="4745923" y="1430742"/>
                  </a:lnTo>
                  <a:lnTo>
                    <a:pt x="4746583" y="1430742"/>
                  </a:lnTo>
                  <a:lnTo>
                    <a:pt x="4747244" y="1430742"/>
                  </a:lnTo>
                  <a:lnTo>
                    <a:pt x="4747904" y="1430742"/>
                  </a:lnTo>
                  <a:lnTo>
                    <a:pt x="4748565" y="1430742"/>
                  </a:lnTo>
                  <a:lnTo>
                    <a:pt x="4749225" y="1430742"/>
                  </a:lnTo>
                  <a:lnTo>
                    <a:pt x="4749886" y="1430742"/>
                  </a:lnTo>
                  <a:lnTo>
                    <a:pt x="4750546" y="1430742"/>
                  </a:lnTo>
                  <a:lnTo>
                    <a:pt x="4751207" y="1430742"/>
                  </a:lnTo>
                  <a:lnTo>
                    <a:pt x="4751867" y="1430742"/>
                  </a:lnTo>
                  <a:lnTo>
                    <a:pt x="4752528" y="1430742"/>
                  </a:lnTo>
                  <a:lnTo>
                    <a:pt x="4753189" y="1430742"/>
                  </a:lnTo>
                  <a:lnTo>
                    <a:pt x="4753849" y="1430742"/>
                  </a:lnTo>
                  <a:lnTo>
                    <a:pt x="4754510" y="1430742"/>
                  </a:lnTo>
                  <a:lnTo>
                    <a:pt x="4755170" y="1430742"/>
                  </a:lnTo>
                  <a:lnTo>
                    <a:pt x="4755831" y="1430742"/>
                  </a:lnTo>
                  <a:lnTo>
                    <a:pt x="4756491" y="1430742"/>
                  </a:lnTo>
                  <a:lnTo>
                    <a:pt x="4757152" y="1430742"/>
                  </a:lnTo>
                  <a:lnTo>
                    <a:pt x="4757812" y="1430742"/>
                  </a:lnTo>
                  <a:lnTo>
                    <a:pt x="4758473" y="1430742"/>
                  </a:lnTo>
                  <a:lnTo>
                    <a:pt x="4759133" y="1430742"/>
                  </a:lnTo>
                  <a:lnTo>
                    <a:pt x="4759794" y="1430742"/>
                  </a:lnTo>
                  <a:lnTo>
                    <a:pt x="4760454" y="1430742"/>
                  </a:lnTo>
                  <a:lnTo>
                    <a:pt x="4761115" y="1430742"/>
                  </a:lnTo>
                  <a:lnTo>
                    <a:pt x="4761775" y="1430742"/>
                  </a:lnTo>
                  <a:lnTo>
                    <a:pt x="4762436" y="1430742"/>
                  </a:lnTo>
                  <a:lnTo>
                    <a:pt x="4763097" y="1430742"/>
                  </a:lnTo>
                  <a:lnTo>
                    <a:pt x="4763757" y="1430742"/>
                  </a:lnTo>
                  <a:lnTo>
                    <a:pt x="4764418" y="1430742"/>
                  </a:lnTo>
                  <a:lnTo>
                    <a:pt x="4765078" y="1430742"/>
                  </a:lnTo>
                  <a:lnTo>
                    <a:pt x="4765739" y="1430742"/>
                  </a:lnTo>
                  <a:lnTo>
                    <a:pt x="4766399" y="1430742"/>
                  </a:lnTo>
                  <a:lnTo>
                    <a:pt x="4767060" y="1430742"/>
                  </a:lnTo>
                  <a:lnTo>
                    <a:pt x="4767720" y="1430742"/>
                  </a:lnTo>
                  <a:lnTo>
                    <a:pt x="4768381" y="1430742"/>
                  </a:lnTo>
                  <a:lnTo>
                    <a:pt x="4769041" y="1430742"/>
                  </a:lnTo>
                  <a:lnTo>
                    <a:pt x="4769702" y="1430742"/>
                  </a:lnTo>
                  <a:lnTo>
                    <a:pt x="4770362" y="1430742"/>
                  </a:lnTo>
                  <a:lnTo>
                    <a:pt x="4771023" y="1430742"/>
                  </a:lnTo>
                  <a:lnTo>
                    <a:pt x="4771683" y="1430742"/>
                  </a:lnTo>
                  <a:lnTo>
                    <a:pt x="4772344" y="1430742"/>
                  </a:lnTo>
                  <a:lnTo>
                    <a:pt x="4773005" y="1430742"/>
                  </a:lnTo>
                  <a:lnTo>
                    <a:pt x="4773665" y="1406010"/>
                  </a:lnTo>
                  <a:lnTo>
                    <a:pt x="4774326" y="1383432"/>
                  </a:lnTo>
                  <a:lnTo>
                    <a:pt x="4774986" y="1362662"/>
                  </a:lnTo>
                  <a:lnTo>
                    <a:pt x="4775647" y="1343431"/>
                  </a:lnTo>
                  <a:lnTo>
                    <a:pt x="4776307" y="1343431"/>
                  </a:lnTo>
                  <a:lnTo>
                    <a:pt x="4776968" y="1362662"/>
                  </a:lnTo>
                  <a:lnTo>
                    <a:pt x="4777628" y="1383432"/>
                  </a:lnTo>
                  <a:lnTo>
                    <a:pt x="4778289" y="1406010"/>
                  </a:lnTo>
                  <a:lnTo>
                    <a:pt x="4778949" y="1430742"/>
                  </a:lnTo>
                  <a:lnTo>
                    <a:pt x="4779610" y="1430742"/>
                  </a:lnTo>
                  <a:lnTo>
                    <a:pt x="4780270" y="1430742"/>
                  </a:lnTo>
                  <a:lnTo>
                    <a:pt x="4780931" y="1430742"/>
                  </a:lnTo>
                  <a:lnTo>
                    <a:pt x="4781591" y="1430742"/>
                  </a:lnTo>
                  <a:lnTo>
                    <a:pt x="4782252" y="1430742"/>
                  </a:lnTo>
                  <a:lnTo>
                    <a:pt x="4782912" y="1430742"/>
                  </a:lnTo>
                  <a:lnTo>
                    <a:pt x="4783573" y="1430742"/>
                  </a:lnTo>
                  <a:lnTo>
                    <a:pt x="4784234" y="1430742"/>
                  </a:lnTo>
                  <a:lnTo>
                    <a:pt x="4784894" y="1430742"/>
                  </a:lnTo>
                  <a:lnTo>
                    <a:pt x="4785555" y="1430742"/>
                  </a:lnTo>
                  <a:lnTo>
                    <a:pt x="4786215" y="1430742"/>
                  </a:lnTo>
                  <a:lnTo>
                    <a:pt x="4786876" y="1430742"/>
                  </a:lnTo>
                  <a:lnTo>
                    <a:pt x="4787536" y="1430742"/>
                  </a:lnTo>
                  <a:lnTo>
                    <a:pt x="4788197" y="1406010"/>
                  </a:lnTo>
                  <a:lnTo>
                    <a:pt x="4788857" y="1383432"/>
                  </a:lnTo>
                  <a:lnTo>
                    <a:pt x="4789518" y="1383432"/>
                  </a:lnTo>
                  <a:lnTo>
                    <a:pt x="4790178" y="1362662"/>
                  </a:lnTo>
                  <a:lnTo>
                    <a:pt x="4790839" y="1343431"/>
                  </a:lnTo>
                  <a:lnTo>
                    <a:pt x="4791499" y="1362662"/>
                  </a:lnTo>
                  <a:lnTo>
                    <a:pt x="4792160" y="1383432"/>
                  </a:lnTo>
                  <a:lnTo>
                    <a:pt x="4792820" y="1383432"/>
                  </a:lnTo>
                  <a:lnTo>
                    <a:pt x="4793481" y="1406010"/>
                  </a:lnTo>
                  <a:lnTo>
                    <a:pt x="4794142" y="1430742"/>
                  </a:lnTo>
                  <a:lnTo>
                    <a:pt x="4794802" y="1430742"/>
                  </a:lnTo>
                  <a:lnTo>
                    <a:pt x="4795463" y="1430742"/>
                  </a:lnTo>
                  <a:lnTo>
                    <a:pt x="4796123" y="1430742"/>
                  </a:lnTo>
                  <a:lnTo>
                    <a:pt x="4796784" y="1430742"/>
                  </a:lnTo>
                  <a:lnTo>
                    <a:pt x="4797444" y="1430742"/>
                  </a:lnTo>
                  <a:lnTo>
                    <a:pt x="4798105" y="1430742"/>
                  </a:lnTo>
                  <a:lnTo>
                    <a:pt x="4798765" y="1430742"/>
                  </a:lnTo>
                  <a:lnTo>
                    <a:pt x="4799426" y="1430742"/>
                  </a:lnTo>
                  <a:lnTo>
                    <a:pt x="4800086" y="1430742"/>
                  </a:lnTo>
                  <a:lnTo>
                    <a:pt x="4800747" y="1430742"/>
                  </a:lnTo>
                  <a:lnTo>
                    <a:pt x="4801407" y="1430742"/>
                  </a:lnTo>
                  <a:lnTo>
                    <a:pt x="4802068" y="1430742"/>
                  </a:lnTo>
                  <a:lnTo>
                    <a:pt x="4802728" y="1430742"/>
                  </a:lnTo>
                  <a:lnTo>
                    <a:pt x="4803389" y="1430742"/>
                  </a:lnTo>
                  <a:lnTo>
                    <a:pt x="4804050" y="1430742"/>
                  </a:lnTo>
                  <a:lnTo>
                    <a:pt x="4804710" y="1430742"/>
                  </a:lnTo>
                  <a:lnTo>
                    <a:pt x="4805371" y="1430742"/>
                  </a:lnTo>
                  <a:lnTo>
                    <a:pt x="4806031" y="1430742"/>
                  </a:lnTo>
                  <a:lnTo>
                    <a:pt x="4806692" y="1430742"/>
                  </a:lnTo>
                  <a:lnTo>
                    <a:pt x="4807352" y="1430742"/>
                  </a:lnTo>
                  <a:lnTo>
                    <a:pt x="4808013" y="1430742"/>
                  </a:lnTo>
                  <a:lnTo>
                    <a:pt x="4808673" y="1430742"/>
                  </a:lnTo>
                  <a:lnTo>
                    <a:pt x="4809334" y="1430742"/>
                  </a:lnTo>
                  <a:lnTo>
                    <a:pt x="4809994" y="1430742"/>
                  </a:lnTo>
                  <a:lnTo>
                    <a:pt x="4810655" y="1430742"/>
                  </a:lnTo>
                  <a:lnTo>
                    <a:pt x="4811315" y="1430742"/>
                  </a:lnTo>
                  <a:lnTo>
                    <a:pt x="4811976" y="1430742"/>
                  </a:lnTo>
                  <a:lnTo>
                    <a:pt x="4812636" y="1430742"/>
                  </a:lnTo>
                  <a:lnTo>
                    <a:pt x="4813297" y="1430742"/>
                  </a:lnTo>
                  <a:lnTo>
                    <a:pt x="4813957" y="1430742"/>
                  </a:lnTo>
                  <a:lnTo>
                    <a:pt x="4814618" y="1430742"/>
                  </a:lnTo>
                  <a:lnTo>
                    <a:pt x="4815279" y="1430742"/>
                  </a:lnTo>
                  <a:lnTo>
                    <a:pt x="4815939" y="1430742"/>
                  </a:lnTo>
                  <a:lnTo>
                    <a:pt x="4816600" y="1430742"/>
                  </a:lnTo>
                  <a:lnTo>
                    <a:pt x="4817260" y="1430742"/>
                  </a:lnTo>
                  <a:lnTo>
                    <a:pt x="4817921" y="1430742"/>
                  </a:lnTo>
                  <a:lnTo>
                    <a:pt x="4818581" y="1406010"/>
                  </a:lnTo>
                  <a:lnTo>
                    <a:pt x="4819242" y="1362662"/>
                  </a:lnTo>
                  <a:lnTo>
                    <a:pt x="4819902" y="1343431"/>
                  </a:lnTo>
                  <a:lnTo>
                    <a:pt x="4820563" y="1343431"/>
                  </a:lnTo>
                  <a:lnTo>
                    <a:pt x="4821223" y="1343431"/>
                  </a:lnTo>
                  <a:lnTo>
                    <a:pt x="4821884" y="1362662"/>
                  </a:lnTo>
                  <a:lnTo>
                    <a:pt x="4822544" y="1406010"/>
                  </a:lnTo>
                  <a:lnTo>
                    <a:pt x="4823205" y="1430742"/>
                  </a:lnTo>
                  <a:lnTo>
                    <a:pt x="4823865" y="1430742"/>
                  </a:lnTo>
                  <a:lnTo>
                    <a:pt x="4824526" y="1430742"/>
                  </a:lnTo>
                  <a:lnTo>
                    <a:pt x="4825187" y="1430742"/>
                  </a:lnTo>
                  <a:lnTo>
                    <a:pt x="4825847" y="1430742"/>
                  </a:lnTo>
                  <a:lnTo>
                    <a:pt x="4826508" y="1430742"/>
                  </a:lnTo>
                  <a:lnTo>
                    <a:pt x="4827168" y="1383432"/>
                  </a:lnTo>
                  <a:lnTo>
                    <a:pt x="4827829" y="1343431"/>
                  </a:lnTo>
                  <a:lnTo>
                    <a:pt x="4828489" y="1343431"/>
                  </a:lnTo>
                  <a:lnTo>
                    <a:pt x="4829150" y="1343431"/>
                  </a:lnTo>
                  <a:lnTo>
                    <a:pt x="4829810" y="1343431"/>
                  </a:lnTo>
                  <a:lnTo>
                    <a:pt x="4830471" y="1383432"/>
                  </a:lnTo>
                  <a:lnTo>
                    <a:pt x="4831131" y="1430742"/>
                  </a:lnTo>
                  <a:lnTo>
                    <a:pt x="4831792" y="1430742"/>
                  </a:lnTo>
                  <a:lnTo>
                    <a:pt x="4832452" y="1430742"/>
                  </a:lnTo>
                  <a:lnTo>
                    <a:pt x="4833113" y="1430742"/>
                  </a:lnTo>
                  <a:lnTo>
                    <a:pt x="4833773" y="1430742"/>
                  </a:lnTo>
                  <a:lnTo>
                    <a:pt x="4834434" y="1430742"/>
                  </a:lnTo>
                  <a:lnTo>
                    <a:pt x="4835095" y="1430742"/>
                  </a:lnTo>
                  <a:lnTo>
                    <a:pt x="4835755" y="1430742"/>
                  </a:lnTo>
                  <a:lnTo>
                    <a:pt x="4836416" y="1430742"/>
                  </a:lnTo>
                  <a:lnTo>
                    <a:pt x="4837076" y="1430742"/>
                  </a:lnTo>
                  <a:lnTo>
                    <a:pt x="4837737" y="1430742"/>
                  </a:lnTo>
                  <a:lnTo>
                    <a:pt x="4838397" y="1430742"/>
                  </a:lnTo>
                  <a:lnTo>
                    <a:pt x="4839058" y="1430742"/>
                  </a:lnTo>
                  <a:lnTo>
                    <a:pt x="4839718" y="1430742"/>
                  </a:lnTo>
                  <a:lnTo>
                    <a:pt x="4840379" y="1430742"/>
                  </a:lnTo>
                  <a:lnTo>
                    <a:pt x="4841039" y="1430742"/>
                  </a:lnTo>
                  <a:lnTo>
                    <a:pt x="4841700" y="1430742"/>
                  </a:lnTo>
                  <a:lnTo>
                    <a:pt x="4842360" y="1430742"/>
                  </a:lnTo>
                  <a:lnTo>
                    <a:pt x="4843021" y="1430742"/>
                  </a:lnTo>
                  <a:lnTo>
                    <a:pt x="4843681" y="1430742"/>
                  </a:lnTo>
                  <a:lnTo>
                    <a:pt x="4844342" y="1430742"/>
                  </a:lnTo>
                  <a:lnTo>
                    <a:pt x="4845003" y="1430742"/>
                  </a:lnTo>
                  <a:lnTo>
                    <a:pt x="4845663" y="1430742"/>
                  </a:lnTo>
                  <a:lnTo>
                    <a:pt x="4846324" y="1430742"/>
                  </a:lnTo>
                  <a:lnTo>
                    <a:pt x="4846984" y="1430742"/>
                  </a:lnTo>
                  <a:lnTo>
                    <a:pt x="4847645" y="1430742"/>
                  </a:lnTo>
                  <a:lnTo>
                    <a:pt x="4848305" y="1430742"/>
                  </a:lnTo>
                  <a:lnTo>
                    <a:pt x="4848966" y="1430742"/>
                  </a:lnTo>
                  <a:lnTo>
                    <a:pt x="4849626" y="1430742"/>
                  </a:lnTo>
                  <a:lnTo>
                    <a:pt x="4850287" y="1430742"/>
                  </a:lnTo>
                  <a:lnTo>
                    <a:pt x="4850947" y="1430742"/>
                  </a:lnTo>
                  <a:lnTo>
                    <a:pt x="4851608" y="1430742"/>
                  </a:lnTo>
                  <a:lnTo>
                    <a:pt x="4852268" y="1430742"/>
                  </a:lnTo>
                  <a:lnTo>
                    <a:pt x="4852929" y="1430742"/>
                  </a:lnTo>
                  <a:lnTo>
                    <a:pt x="4853589" y="1430742"/>
                  </a:lnTo>
                  <a:lnTo>
                    <a:pt x="4854250" y="1430742"/>
                  </a:lnTo>
                  <a:lnTo>
                    <a:pt x="4854910" y="1430742"/>
                  </a:lnTo>
                  <a:lnTo>
                    <a:pt x="4855571" y="1430742"/>
                  </a:lnTo>
                  <a:lnTo>
                    <a:pt x="4856232" y="1430742"/>
                  </a:lnTo>
                  <a:lnTo>
                    <a:pt x="4856892" y="1430742"/>
                  </a:lnTo>
                  <a:lnTo>
                    <a:pt x="4857553" y="1430742"/>
                  </a:lnTo>
                  <a:lnTo>
                    <a:pt x="4858213" y="1430742"/>
                  </a:lnTo>
                  <a:lnTo>
                    <a:pt x="4858874" y="1430742"/>
                  </a:lnTo>
                  <a:lnTo>
                    <a:pt x="4859534" y="1430742"/>
                  </a:lnTo>
                  <a:lnTo>
                    <a:pt x="4860195" y="1430742"/>
                  </a:lnTo>
                  <a:lnTo>
                    <a:pt x="4860855" y="1430742"/>
                  </a:lnTo>
                  <a:lnTo>
                    <a:pt x="4861516" y="1430742"/>
                  </a:lnTo>
                  <a:lnTo>
                    <a:pt x="4862176" y="1430742"/>
                  </a:lnTo>
                  <a:lnTo>
                    <a:pt x="4862837" y="1430742"/>
                  </a:lnTo>
                  <a:lnTo>
                    <a:pt x="4863497" y="1430742"/>
                  </a:lnTo>
                  <a:lnTo>
                    <a:pt x="4864158" y="1430742"/>
                  </a:lnTo>
                  <a:lnTo>
                    <a:pt x="4864818" y="1430742"/>
                  </a:lnTo>
                  <a:lnTo>
                    <a:pt x="4865479" y="1430742"/>
                  </a:lnTo>
                  <a:lnTo>
                    <a:pt x="4866140" y="1430742"/>
                  </a:lnTo>
                  <a:lnTo>
                    <a:pt x="4866800" y="1430742"/>
                  </a:lnTo>
                  <a:lnTo>
                    <a:pt x="4867461" y="1430742"/>
                  </a:lnTo>
                  <a:lnTo>
                    <a:pt x="4868121" y="1430742"/>
                  </a:lnTo>
                  <a:lnTo>
                    <a:pt x="4868782" y="1430742"/>
                  </a:lnTo>
                  <a:lnTo>
                    <a:pt x="4869442" y="1430742"/>
                  </a:lnTo>
                  <a:lnTo>
                    <a:pt x="4870103" y="1430742"/>
                  </a:lnTo>
                  <a:lnTo>
                    <a:pt x="4870763" y="1430742"/>
                  </a:lnTo>
                  <a:lnTo>
                    <a:pt x="4871424" y="1430742"/>
                  </a:lnTo>
                  <a:lnTo>
                    <a:pt x="4872084" y="1430742"/>
                  </a:lnTo>
                  <a:lnTo>
                    <a:pt x="4872745" y="1430742"/>
                  </a:lnTo>
                  <a:lnTo>
                    <a:pt x="4873405" y="1430742"/>
                  </a:lnTo>
                  <a:lnTo>
                    <a:pt x="4874066" y="1430742"/>
                  </a:lnTo>
                  <a:lnTo>
                    <a:pt x="4874726" y="1396742"/>
                  </a:lnTo>
                  <a:lnTo>
                    <a:pt x="4875387" y="1354798"/>
                  </a:lnTo>
                  <a:lnTo>
                    <a:pt x="4876048" y="1336121"/>
                  </a:lnTo>
                  <a:lnTo>
                    <a:pt x="4876708" y="1336121"/>
                  </a:lnTo>
                  <a:lnTo>
                    <a:pt x="4877369" y="1336121"/>
                  </a:lnTo>
                  <a:lnTo>
                    <a:pt x="4878029" y="1362662"/>
                  </a:lnTo>
                  <a:lnTo>
                    <a:pt x="4878690" y="1406010"/>
                  </a:lnTo>
                  <a:lnTo>
                    <a:pt x="4879350" y="1430742"/>
                  </a:lnTo>
                  <a:lnTo>
                    <a:pt x="4880011" y="1430742"/>
                  </a:lnTo>
                  <a:lnTo>
                    <a:pt x="4880671" y="1430742"/>
                  </a:lnTo>
                  <a:lnTo>
                    <a:pt x="4881332" y="1430742"/>
                  </a:lnTo>
                  <a:lnTo>
                    <a:pt x="4881992" y="1430742"/>
                  </a:lnTo>
                  <a:lnTo>
                    <a:pt x="4882653" y="1406010"/>
                  </a:lnTo>
                  <a:lnTo>
                    <a:pt x="4883313" y="1362662"/>
                  </a:lnTo>
                  <a:lnTo>
                    <a:pt x="4883974" y="1343431"/>
                  </a:lnTo>
                  <a:lnTo>
                    <a:pt x="4884634" y="1343431"/>
                  </a:lnTo>
                  <a:lnTo>
                    <a:pt x="4885295" y="1343431"/>
                  </a:lnTo>
                  <a:lnTo>
                    <a:pt x="4885955" y="1362662"/>
                  </a:lnTo>
                  <a:lnTo>
                    <a:pt x="4886616" y="1406010"/>
                  </a:lnTo>
                  <a:lnTo>
                    <a:pt x="4887277" y="1430742"/>
                  </a:lnTo>
                  <a:lnTo>
                    <a:pt x="4887937" y="1430742"/>
                  </a:lnTo>
                  <a:lnTo>
                    <a:pt x="4888598" y="1430742"/>
                  </a:lnTo>
                  <a:lnTo>
                    <a:pt x="4889258" y="1430742"/>
                  </a:lnTo>
                  <a:lnTo>
                    <a:pt x="4889919" y="1430742"/>
                  </a:lnTo>
                  <a:lnTo>
                    <a:pt x="4890579" y="1430742"/>
                  </a:lnTo>
                  <a:lnTo>
                    <a:pt x="4891240" y="1430742"/>
                  </a:lnTo>
                  <a:lnTo>
                    <a:pt x="4891900" y="1430742"/>
                  </a:lnTo>
                  <a:lnTo>
                    <a:pt x="4892561" y="1430742"/>
                  </a:lnTo>
                  <a:lnTo>
                    <a:pt x="4893221" y="1430742"/>
                  </a:lnTo>
                  <a:lnTo>
                    <a:pt x="4893882" y="1406010"/>
                  </a:lnTo>
                  <a:lnTo>
                    <a:pt x="4894542" y="1362662"/>
                  </a:lnTo>
                  <a:lnTo>
                    <a:pt x="4895203" y="1325528"/>
                  </a:lnTo>
                  <a:lnTo>
                    <a:pt x="4895863" y="1293050"/>
                  </a:lnTo>
                  <a:lnTo>
                    <a:pt x="4896524" y="1264188"/>
                  </a:lnTo>
                  <a:lnTo>
                    <a:pt x="4897185" y="1264188"/>
                  </a:lnTo>
                  <a:lnTo>
                    <a:pt x="4897845" y="1293050"/>
                  </a:lnTo>
                  <a:lnTo>
                    <a:pt x="4898506" y="1325528"/>
                  </a:lnTo>
                  <a:lnTo>
                    <a:pt x="4899166" y="1343431"/>
                  </a:lnTo>
                  <a:lnTo>
                    <a:pt x="4899827" y="1343431"/>
                  </a:lnTo>
                  <a:lnTo>
                    <a:pt x="4900487" y="1343431"/>
                  </a:lnTo>
                  <a:lnTo>
                    <a:pt x="4901148" y="1343431"/>
                  </a:lnTo>
                  <a:lnTo>
                    <a:pt x="4901808" y="1343431"/>
                  </a:lnTo>
                  <a:lnTo>
                    <a:pt x="4902469" y="1362662"/>
                  </a:lnTo>
                  <a:lnTo>
                    <a:pt x="4903129" y="1406010"/>
                  </a:lnTo>
                  <a:lnTo>
                    <a:pt x="4903790" y="1430742"/>
                  </a:lnTo>
                  <a:lnTo>
                    <a:pt x="4904450" y="1430742"/>
                  </a:lnTo>
                  <a:lnTo>
                    <a:pt x="4905111" y="1430742"/>
                  </a:lnTo>
                  <a:lnTo>
                    <a:pt x="4905771" y="1430742"/>
                  </a:lnTo>
                  <a:lnTo>
                    <a:pt x="4906432" y="1430742"/>
                  </a:lnTo>
                  <a:lnTo>
                    <a:pt x="4907093" y="1383432"/>
                  </a:lnTo>
                  <a:lnTo>
                    <a:pt x="4907753" y="1325528"/>
                  </a:lnTo>
                  <a:lnTo>
                    <a:pt x="4908414" y="1278218"/>
                  </a:lnTo>
                  <a:lnTo>
                    <a:pt x="4909074" y="1264188"/>
                  </a:lnTo>
                  <a:lnTo>
                    <a:pt x="4909735" y="1264188"/>
                  </a:lnTo>
                  <a:lnTo>
                    <a:pt x="4910395" y="1293050"/>
                  </a:lnTo>
                  <a:lnTo>
                    <a:pt x="4911056" y="1343431"/>
                  </a:lnTo>
                  <a:lnTo>
                    <a:pt x="4911716" y="1406010"/>
                  </a:lnTo>
                  <a:lnTo>
                    <a:pt x="4912377" y="1430742"/>
                  </a:lnTo>
                  <a:lnTo>
                    <a:pt x="4913037" y="1430742"/>
                  </a:lnTo>
                  <a:lnTo>
                    <a:pt x="4913698" y="1430742"/>
                  </a:lnTo>
                  <a:lnTo>
                    <a:pt x="4914358" y="1430742"/>
                  </a:lnTo>
                  <a:lnTo>
                    <a:pt x="4915019" y="1430742"/>
                  </a:lnTo>
                  <a:lnTo>
                    <a:pt x="4915679" y="1430742"/>
                  </a:lnTo>
                  <a:lnTo>
                    <a:pt x="4916340" y="1406010"/>
                  </a:lnTo>
                  <a:lnTo>
                    <a:pt x="4917001" y="1383432"/>
                  </a:lnTo>
                  <a:lnTo>
                    <a:pt x="4917661" y="1343431"/>
                  </a:lnTo>
                  <a:lnTo>
                    <a:pt x="4918322" y="1325528"/>
                  </a:lnTo>
                  <a:lnTo>
                    <a:pt x="4918982" y="1325528"/>
                  </a:lnTo>
                  <a:lnTo>
                    <a:pt x="4919643" y="1343431"/>
                  </a:lnTo>
                  <a:lnTo>
                    <a:pt x="4920303" y="1362662"/>
                  </a:lnTo>
                  <a:lnTo>
                    <a:pt x="4920964" y="1383432"/>
                  </a:lnTo>
                  <a:lnTo>
                    <a:pt x="4921624" y="1362662"/>
                  </a:lnTo>
                  <a:lnTo>
                    <a:pt x="4922285" y="1325528"/>
                  </a:lnTo>
                  <a:lnTo>
                    <a:pt x="4922945" y="1323804"/>
                  </a:lnTo>
                  <a:lnTo>
                    <a:pt x="4923606" y="1323804"/>
                  </a:lnTo>
                  <a:lnTo>
                    <a:pt x="4924266" y="1323804"/>
                  </a:lnTo>
                  <a:lnTo>
                    <a:pt x="4924927" y="1341584"/>
                  </a:lnTo>
                  <a:lnTo>
                    <a:pt x="4925587" y="1341584"/>
                  </a:lnTo>
                  <a:lnTo>
                    <a:pt x="4926248" y="1325528"/>
                  </a:lnTo>
                  <a:lnTo>
                    <a:pt x="4926908" y="1325528"/>
                  </a:lnTo>
                  <a:lnTo>
                    <a:pt x="4927569" y="1343431"/>
                  </a:lnTo>
                  <a:lnTo>
                    <a:pt x="4928230" y="1362662"/>
                  </a:lnTo>
                  <a:lnTo>
                    <a:pt x="4928890" y="1406010"/>
                  </a:lnTo>
                  <a:lnTo>
                    <a:pt x="4929551" y="1430742"/>
                  </a:lnTo>
                  <a:lnTo>
                    <a:pt x="4930211" y="1430742"/>
                  </a:lnTo>
                  <a:lnTo>
                    <a:pt x="4930872" y="1430742"/>
                  </a:lnTo>
                  <a:lnTo>
                    <a:pt x="4931532" y="1430742"/>
                  </a:lnTo>
                  <a:lnTo>
                    <a:pt x="4932193" y="1430742"/>
                  </a:lnTo>
                  <a:lnTo>
                    <a:pt x="4932853" y="1430742"/>
                  </a:lnTo>
                  <a:lnTo>
                    <a:pt x="4933514" y="1430742"/>
                  </a:lnTo>
                  <a:lnTo>
                    <a:pt x="4934174" y="1430742"/>
                  </a:lnTo>
                  <a:lnTo>
                    <a:pt x="4934835" y="1430742"/>
                  </a:lnTo>
                  <a:lnTo>
                    <a:pt x="4935495" y="1430742"/>
                  </a:lnTo>
                  <a:lnTo>
                    <a:pt x="4936156" y="1424335"/>
                  </a:lnTo>
                  <a:lnTo>
                    <a:pt x="4936816" y="1378081"/>
                  </a:lnTo>
                  <a:lnTo>
                    <a:pt x="4937477" y="1338839"/>
                  </a:lnTo>
                  <a:lnTo>
                    <a:pt x="4938138" y="1338839"/>
                  </a:lnTo>
                  <a:lnTo>
                    <a:pt x="4938798" y="1321239"/>
                  </a:lnTo>
                  <a:lnTo>
                    <a:pt x="4939459" y="1293050"/>
                  </a:lnTo>
                  <a:lnTo>
                    <a:pt x="4940119" y="1308781"/>
                  </a:lnTo>
                  <a:lnTo>
                    <a:pt x="4940780" y="1343431"/>
                  </a:lnTo>
                  <a:lnTo>
                    <a:pt x="4941440" y="1343431"/>
                  </a:lnTo>
                  <a:lnTo>
                    <a:pt x="4942101" y="1362662"/>
                  </a:lnTo>
                  <a:lnTo>
                    <a:pt x="4942761" y="1406010"/>
                  </a:lnTo>
                  <a:lnTo>
                    <a:pt x="4943422" y="1430742"/>
                  </a:lnTo>
                  <a:lnTo>
                    <a:pt x="4944082" y="1430742"/>
                  </a:lnTo>
                  <a:lnTo>
                    <a:pt x="4944743" y="1430742"/>
                  </a:lnTo>
                  <a:lnTo>
                    <a:pt x="4945403" y="1430742"/>
                  </a:lnTo>
                  <a:lnTo>
                    <a:pt x="4946064" y="1430742"/>
                  </a:lnTo>
                  <a:lnTo>
                    <a:pt x="4946724" y="1406010"/>
                  </a:lnTo>
                  <a:lnTo>
                    <a:pt x="4947385" y="1362662"/>
                  </a:lnTo>
                  <a:lnTo>
                    <a:pt x="4948046" y="1325528"/>
                  </a:lnTo>
                  <a:lnTo>
                    <a:pt x="4948706" y="1325528"/>
                  </a:lnTo>
                  <a:lnTo>
                    <a:pt x="4949367" y="1314521"/>
                  </a:lnTo>
                  <a:lnTo>
                    <a:pt x="4950027" y="1298448"/>
                  </a:lnTo>
                  <a:lnTo>
                    <a:pt x="4950688" y="1298448"/>
                  </a:lnTo>
                  <a:lnTo>
                    <a:pt x="4951348" y="1314521"/>
                  </a:lnTo>
                  <a:lnTo>
                    <a:pt x="4952009" y="1314521"/>
                  </a:lnTo>
                  <a:lnTo>
                    <a:pt x="4952669" y="1325528"/>
                  </a:lnTo>
                  <a:lnTo>
                    <a:pt x="4953330" y="1362662"/>
                  </a:lnTo>
                  <a:lnTo>
                    <a:pt x="4953990" y="1406010"/>
                  </a:lnTo>
                  <a:lnTo>
                    <a:pt x="4954651" y="1430742"/>
                  </a:lnTo>
                  <a:lnTo>
                    <a:pt x="4955311" y="1430742"/>
                  </a:lnTo>
                  <a:lnTo>
                    <a:pt x="4955972" y="1406010"/>
                  </a:lnTo>
                  <a:lnTo>
                    <a:pt x="4956632" y="1362662"/>
                  </a:lnTo>
                  <a:lnTo>
                    <a:pt x="4957293" y="1328136"/>
                  </a:lnTo>
                  <a:lnTo>
                    <a:pt x="4957953" y="1295350"/>
                  </a:lnTo>
                  <a:lnTo>
                    <a:pt x="4958614" y="1266245"/>
                  </a:lnTo>
                  <a:lnTo>
                    <a:pt x="4959275" y="1252832"/>
                  </a:lnTo>
                  <a:lnTo>
                    <a:pt x="4959935" y="1266245"/>
                  </a:lnTo>
                  <a:lnTo>
                    <a:pt x="4960596" y="1293050"/>
                  </a:lnTo>
                  <a:lnTo>
                    <a:pt x="4961256" y="1325528"/>
                  </a:lnTo>
                  <a:lnTo>
                    <a:pt x="4961917" y="1362662"/>
                  </a:lnTo>
                  <a:lnTo>
                    <a:pt x="4962577" y="1406010"/>
                  </a:lnTo>
                  <a:lnTo>
                    <a:pt x="4963238" y="1430742"/>
                  </a:lnTo>
                  <a:lnTo>
                    <a:pt x="4963898" y="1430742"/>
                  </a:lnTo>
                  <a:lnTo>
                    <a:pt x="4964559" y="1430742"/>
                  </a:lnTo>
                  <a:lnTo>
                    <a:pt x="4965219" y="1430742"/>
                  </a:lnTo>
                  <a:lnTo>
                    <a:pt x="4965880" y="1430742"/>
                  </a:lnTo>
                  <a:lnTo>
                    <a:pt x="4966540" y="1430742"/>
                  </a:lnTo>
                  <a:lnTo>
                    <a:pt x="4967201" y="1430742"/>
                  </a:lnTo>
                  <a:lnTo>
                    <a:pt x="4967861" y="1430742"/>
                  </a:lnTo>
                  <a:lnTo>
                    <a:pt x="4968522" y="1406010"/>
                  </a:lnTo>
                  <a:lnTo>
                    <a:pt x="4969183" y="1362662"/>
                  </a:lnTo>
                  <a:lnTo>
                    <a:pt x="4969843" y="1343431"/>
                  </a:lnTo>
                  <a:lnTo>
                    <a:pt x="4970504" y="1343431"/>
                  </a:lnTo>
                  <a:lnTo>
                    <a:pt x="4971164" y="1343431"/>
                  </a:lnTo>
                  <a:lnTo>
                    <a:pt x="4971825" y="1362662"/>
                  </a:lnTo>
                  <a:lnTo>
                    <a:pt x="4972485" y="1406010"/>
                  </a:lnTo>
                  <a:lnTo>
                    <a:pt x="4973146" y="1430742"/>
                  </a:lnTo>
                  <a:lnTo>
                    <a:pt x="4973806" y="1430742"/>
                  </a:lnTo>
                  <a:lnTo>
                    <a:pt x="4974467" y="1430742"/>
                  </a:lnTo>
                  <a:lnTo>
                    <a:pt x="4975127" y="1430742"/>
                  </a:lnTo>
                  <a:lnTo>
                    <a:pt x="4975788" y="1430742"/>
                  </a:lnTo>
                  <a:lnTo>
                    <a:pt x="4976448" y="1430742"/>
                  </a:lnTo>
                  <a:lnTo>
                    <a:pt x="4977109" y="1430742"/>
                  </a:lnTo>
                  <a:lnTo>
                    <a:pt x="4977769" y="1430742"/>
                  </a:lnTo>
                  <a:lnTo>
                    <a:pt x="4978430" y="1430742"/>
                  </a:lnTo>
                  <a:lnTo>
                    <a:pt x="4979091" y="1430742"/>
                  </a:lnTo>
                  <a:lnTo>
                    <a:pt x="4979751" y="1430742"/>
                  </a:lnTo>
                  <a:lnTo>
                    <a:pt x="4980412" y="1430742"/>
                  </a:lnTo>
                  <a:lnTo>
                    <a:pt x="4981072" y="1430742"/>
                  </a:lnTo>
                  <a:lnTo>
                    <a:pt x="4981733" y="1406010"/>
                  </a:lnTo>
                  <a:lnTo>
                    <a:pt x="4982393" y="1379143"/>
                  </a:lnTo>
                  <a:lnTo>
                    <a:pt x="4983054" y="1358700"/>
                  </a:lnTo>
                  <a:lnTo>
                    <a:pt x="4983714" y="1339751"/>
                  </a:lnTo>
                  <a:lnTo>
                    <a:pt x="4984375" y="1339751"/>
                  </a:lnTo>
                  <a:lnTo>
                    <a:pt x="4985035" y="1358700"/>
                  </a:lnTo>
                  <a:lnTo>
                    <a:pt x="4985696" y="1362662"/>
                  </a:lnTo>
                  <a:lnTo>
                    <a:pt x="4986356" y="1343431"/>
                  </a:lnTo>
                  <a:lnTo>
                    <a:pt x="4987017" y="1343431"/>
                  </a:lnTo>
                  <a:lnTo>
                    <a:pt x="4987677" y="1343431"/>
                  </a:lnTo>
                  <a:lnTo>
                    <a:pt x="4988338" y="1343431"/>
                  </a:lnTo>
                  <a:lnTo>
                    <a:pt x="4988998" y="1362662"/>
                  </a:lnTo>
                  <a:lnTo>
                    <a:pt x="4989659" y="1406010"/>
                  </a:lnTo>
                  <a:lnTo>
                    <a:pt x="4990320" y="1430742"/>
                  </a:lnTo>
                  <a:lnTo>
                    <a:pt x="4990980" y="1430742"/>
                  </a:lnTo>
                  <a:lnTo>
                    <a:pt x="4991641" y="1430742"/>
                  </a:lnTo>
                  <a:lnTo>
                    <a:pt x="4992301" y="1430742"/>
                  </a:lnTo>
                  <a:lnTo>
                    <a:pt x="4992962" y="1430742"/>
                  </a:lnTo>
                  <a:lnTo>
                    <a:pt x="4993622" y="1430742"/>
                  </a:lnTo>
                  <a:lnTo>
                    <a:pt x="4994283" y="1430742"/>
                  </a:lnTo>
                  <a:lnTo>
                    <a:pt x="4994943" y="1430742"/>
                  </a:lnTo>
                  <a:lnTo>
                    <a:pt x="4995604" y="1406010"/>
                  </a:lnTo>
                  <a:lnTo>
                    <a:pt x="4996264" y="1325528"/>
                  </a:lnTo>
                  <a:lnTo>
                    <a:pt x="4996925" y="1250878"/>
                  </a:lnTo>
                  <a:lnTo>
                    <a:pt x="4997585" y="1203568"/>
                  </a:lnTo>
                  <a:lnTo>
                    <a:pt x="4998246" y="1165894"/>
                  </a:lnTo>
                  <a:lnTo>
                    <a:pt x="4998906" y="1146097"/>
                  </a:lnTo>
                  <a:lnTo>
                    <a:pt x="4999567" y="1173485"/>
                  </a:lnTo>
                  <a:lnTo>
                    <a:pt x="5000228" y="1215176"/>
                  </a:lnTo>
                  <a:lnTo>
                    <a:pt x="5000888" y="1251528"/>
                  </a:lnTo>
                  <a:lnTo>
                    <a:pt x="5001549" y="1290015"/>
                  </a:lnTo>
                  <a:lnTo>
                    <a:pt x="5002209" y="1325528"/>
                  </a:lnTo>
                  <a:lnTo>
                    <a:pt x="5002870" y="1343431"/>
                  </a:lnTo>
                  <a:lnTo>
                    <a:pt x="5003530" y="1362662"/>
                  </a:lnTo>
                  <a:lnTo>
                    <a:pt x="5004191" y="1383432"/>
                  </a:lnTo>
                  <a:lnTo>
                    <a:pt x="5004851" y="1406010"/>
                  </a:lnTo>
                  <a:lnTo>
                    <a:pt x="5005512" y="1430742"/>
                  </a:lnTo>
                  <a:lnTo>
                    <a:pt x="5006172" y="1430742"/>
                  </a:lnTo>
                  <a:lnTo>
                    <a:pt x="5006833" y="1430742"/>
                  </a:lnTo>
                  <a:lnTo>
                    <a:pt x="5007493" y="1430742"/>
                  </a:lnTo>
                  <a:lnTo>
                    <a:pt x="5008154" y="1430742"/>
                  </a:lnTo>
                  <a:lnTo>
                    <a:pt x="5008814" y="1430742"/>
                  </a:lnTo>
                  <a:lnTo>
                    <a:pt x="5009475" y="1430742"/>
                  </a:lnTo>
                  <a:lnTo>
                    <a:pt x="5010136" y="1430742"/>
                  </a:lnTo>
                  <a:lnTo>
                    <a:pt x="5010796" y="1430742"/>
                  </a:lnTo>
                  <a:lnTo>
                    <a:pt x="5011457" y="1430742"/>
                  </a:lnTo>
                  <a:lnTo>
                    <a:pt x="5012117" y="1430742"/>
                  </a:lnTo>
                  <a:lnTo>
                    <a:pt x="5012778" y="1406010"/>
                  </a:lnTo>
                  <a:lnTo>
                    <a:pt x="5013438" y="1335222"/>
                  </a:lnTo>
                  <a:lnTo>
                    <a:pt x="5014099" y="1271811"/>
                  </a:lnTo>
                  <a:lnTo>
                    <a:pt x="5014759" y="1258114"/>
                  </a:lnTo>
                  <a:lnTo>
                    <a:pt x="5015420" y="1258114"/>
                  </a:lnTo>
                  <a:lnTo>
                    <a:pt x="5016080" y="1271811"/>
                  </a:lnTo>
                  <a:lnTo>
                    <a:pt x="5016741" y="1325528"/>
                  </a:lnTo>
                  <a:lnTo>
                    <a:pt x="5017401" y="1406010"/>
                  </a:lnTo>
                  <a:lnTo>
                    <a:pt x="5018062" y="1430742"/>
                  </a:lnTo>
                  <a:lnTo>
                    <a:pt x="5018722" y="1430742"/>
                  </a:lnTo>
                  <a:lnTo>
                    <a:pt x="5019383" y="1430742"/>
                  </a:lnTo>
                  <a:lnTo>
                    <a:pt x="5020044" y="1383432"/>
                  </a:lnTo>
                  <a:lnTo>
                    <a:pt x="5020704" y="1308781"/>
                  </a:lnTo>
                  <a:lnTo>
                    <a:pt x="5021365" y="1226146"/>
                  </a:lnTo>
                  <a:lnTo>
                    <a:pt x="5022025" y="1182797"/>
                  </a:lnTo>
                  <a:lnTo>
                    <a:pt x="5022686" y="1163567"/>
                  </a:lnTo>
                  <a:lnTo>
                    <a:pt x="5023346" y="1182797"/>
                  </a:lnTo>
                  <a:lnTo>
                    <a:pt x="5024007" y="1226146"/>
                  </a:lnTo>
                  <a:lnTo>
                    <a:pt x="5024667" y="1308781"/>
                  </a:lnTo>
                  <a:lnTo>
                    <a:pt x="5025328" y="1383432"/>
                  </a:lnTo>
                  <a:lnTo>
                    <a:pt x="5025988" y="1430742"/>
                  </a:lnTo>
                  <a:lnTo>
                    <a:pt x="5026649" y="1430742"/>
                  </a:lnTo>
                  <a:lnTo>
                    <a:pt x="5027309" y="1430742"/>
                  </a:lnTo>
                  <a:lnTo>
                    <a:pt x="5027970" y="1430742"/>
                  </a:lnTo>
                  <a:lnTo>
                    <a:pt x="5028630" y="1430742"/>
                  </a:lnTo>
                  <a:lnTo>
                    <a:pt x="5029291" y="1430742"/>
                  </a:lnTo>
                  <a:lnTo>
                    <a:pt x="5029951" y="1430742"/>
                  </a:lnTo>
                  <a:lnTo>
                    <a:pt x="5030612" y="1430742"/>
                  </a:lnTo>
                  <a:lnTo>
                    <a:pt x="5031273" y="1430742"/>
                  </a:lnTo>
                  <a:lnTo>
                    <a:pt x="5031933" y="1430742"/>
                  </a:lnTo>
                  <a:lnTo>
                    <a:pt x="5032594" y="1430742"/>
                  </a:lnTo>
                  <a:lnTo>
                    <a:pt x="5033254" y="1430742"/>
                  </a:lnTo>
                  <a:lnTo>
                    <a:pt x="5033915" y="1430742"/>
                  </a:lnTo>
                  <a:lnTo>
                    <a:pt x="5034575" y="1430742"/>
                  </a:lnTo>
                  <a:lnTo>
                    <a:pt x="5035236" y="1430742"/>
                  </a:lnTo>
                  <a:lnTo>
                    <a:pt x="5035896" y="1406010"/>
                  </a:lnTo>
                  <a:lnTo>
                    <a:pt x="5036557" y="1343431"/>
                  </a:lnTo>
                  <a:lnTo>
                    <a:pt x="5037217" y="1293050"/>
                  </a:lnTo>
                  <a:lnTo>
                    <a:pt x="5037878" y="1265557"/>
                  </a:lnTo>
                  <a:lnTo>
                    <a:pt x="5038538" y="1252179"/>
                  </a:lnTo>
                  <a:lnTo>
                    <a:pt x="5039199" y="1265557"/>
                  </a:lnTo>
                  <a:lnTo>
                    <a:pt x="5039859" y="1294581"/>
                  </a:lnTo>
                  <a:lnTo>
                    <a:pt x="5040520" y="1310408"/>
                  </a:lnTo>
                  <a:lnTo>
                    <a:pt x="5041181" y="1293050"/>
                  </a:lnTo>
                  <a:lnTo>
                    <a:pt x="5041841" y="1278218"/>
                  </a:lnTo>
                  <a:lnTo>
                    <a:pt x="5042502" y="1264188"/>
                  </a:lnTo>
                  <a:lnTo>
                    <a:pt x="5043162" y="1264188"/>
                  </a:lnTo>
                  <a:lnTo>
                    <a:pt x="5043823" y="1278218"/>
                  </a:lnTo>
                  <a:lnTo>
                    <a:pt x="5044483" y="1325528"/>
                  </a:lnTo>
                  <a:lnTo>
                    <a:pt x="5045144" y="1362662"/>
                  </a:lnTo>
                  <a:lnTo>
                    <a:pt x="5045804" y="1383432"/>
                  </a:lnTo>
                  <a:lnTo>
                    <a:pt x="5046465" y="1406010"/>
                  </a:lnTo>
                  <a:lnTo>
                    <a:pt x="5047125" y="1430742"/>
                  </a:lnTo>
                  <a:lnTo>
                    <a:pt x="5047786" y="1430742"/>
                  </a:lnTo>
                  <a:lnTo>
                    <a:pt x="5048446" y="1430742"/>
                  </a:lnTo>
                  <a:lnTo>
                    <a:pt x="5049107" y="1430742"/>
                  </a:lnTo>
                  <a:lnTo>
                    <a:pt x="5049767" y="1430742"/>
                  </a:lnTo>
                  <a:lnTo>
                    <a:pt x="5050428" y="1430742"/>
                  </a:lnTo>
                  <a:lnTo>
                    <a:pt x="5051089" y="1430742"/>
                  </a:lnTo>
                  <a:lnTo>
                    <a:pt x="5051749" y="1406010"/>
                  </a:lnTo>
                  <a:lnTo>
                    <a:pt x="5052410" y="1364665"/>
                  </a:lnTo>
                  <a:lnTo>
                    <a:pt x="5053070" y="1327264"/>
                  </a:lnTo>
                  <a:lnTo>
                    <a:pt x="5053731" y="1310408"/>
                  </a:lnTo>
                  <a:lnTo>
                    <a:pt x="5054391" y="1310408"/>
                  </a:lnTo>
                  <a:lnTo>
                    <a:pt x="5055052" y="1327264"/>
                  </a:lnTo>
                  <a:lnTo>
                    <a:pt x="5055712" y="1325528"/>
                  </a:lnTo>
                  <a:lnTo>
                    <a:pt x="5056373" y="1308781"/>
                  </a:lnTo>
                  <a:lnTo>
                    <a:pt x="5057033" y="1278218"/>
                  </a:lnTo>
                  <a:lnTo>
                    <a:pt x="5057694" y="1251528"/>
                  </a:lnTo>
                  <a:lnTo>
                    <a:pt x="5058354" y="1251528"/>
                  </a:lnTo>
                  <a:lnTo>
                    <a:pt x="5059015" y="1278940"/>
                  </a:lnTo>
                  <a:lnTo>
                    <a:pt x="5059675" y="1326395"/>
                  </a:lnTo>
                  <a:lnTo>
                    <a:pt x="5060336" y="1363662"/>
                  </a:lnTo>
                  <a:lnTo>
                    <a:pt x="5060996" y="1362662"/>
                  </a:lnTo>
                  <a:lnTo>
                    <a:pt x="5061657" y="1325528"/>
                  </a:lnTo>
                  <a:lnTo>
                    <a:pt x="5062318" y="1308781"/>
                  </a:lnTo>
                  <a:lnTo>
                    <a:pt x="5062978" y="1308781"/>
                  </a:lnTo>
                  <a:lnTo>
                    <a:pt x="5063639" y="1325528"/>
                  </a:lnTo>
                  <a:lnTo>
                    <a:pt x="5064299" y="1362662"/>
                  </a:lnTo>
                  <a:lnTo>
                    <a:pt x="5064960" y="1383432"/>
                  </a:lnTo>
                  <a:lnTo>
                    <a:pt x="5065620" y="1362662"/>
                  </a:lnTo>
                  <a:lnTo>
                    <a:pt x="5066281" y="1308781"/>
                  </a:lnTo>
                  <a:lnTo>
                    <a:pt x="5066941" y="1266934"/>
                  </a:lnTo>
                  <a:lnTo>
                    <a:pt x="5067602" y="1240701"/>
                  </a:lnTo>
                  <a:lnTo>
                    <a:pt x="5068262" y="1228516"/>
                  </a:lnTo>
                  <a:lnTo>
                    <a:pt x="5068923" y="1216878"/>
                  </a:lnTo>
                  <a:lnTo>
                    <a:pt x="5069583" y="1205739"/>
                  </a:lnTo>
                  <a:lnTo>
                    <a:pt x="5070244" y="1214611"/>
                  </a:lnTo>
                  <a:lnTo>
                    <a:pt x="5070904" y="1214611"/>
                  </a:lnTo>
                  <a:lnTo>
                    <a:pt x="5071565" y="1226146"/>
                  </a:lnTo>
                  <a:lnTo>
                    <a:pt x="5072226" y="1240701"/>
                  </a:lnTo>
                  <a:lnTo>
                    <a:pt x="5072886" y="1266934"/>
                  </a:lnTo>
                  <a:lnTo>
                    <a:pt x="5073547" y="1281117"/>
                  </a:lnTo>
                  <a:lnTo>
                    <a:pt x="5074207" y="1296121"/>
                  </a:lnTo>
                  <a:lnTo>
                    <a:pt x="5074868" y="1312045"/>
                  </a:lnTo>
                  <a:lnTo>
                    <a:pt x="5075528" y="1343431"/>
                  </a:lnTo>
                  <a:lnTo>
                    <a:pt x="5076189" y="1383432"/>
                  </a:lnTo>
                  <a:lnTo>
                    <a:pt x="5076849" y="1406010"/>
                  </a:lnTo>
                  <a:lnTo>
                    <a:pt x="5077510" y="1430742"/>
                  </a:lnTo>
                  <a:lnTo>
                    <a:pt x="5078170" y="1430742"/>
                  </a:lnTo>
                  <a:lnTo>
                    <a:pt x="5078831" y="1430742"/>
                  </a:lnTo>
                  <a:lnTo>
                    <a:pt x="5079491" y="1430742"/>
                  </a:lnTo>
                  <a:lnTo>
                    <a:pt x="5080152" y="1430742"/>
                  </a:lnTo>
                  <a:lnTo>
                    <a:pt x="5080812" y="1430742"/>
                  </a:lnTo>
                  <a:lnTo>
                    <a:pt x="5081473" y="1430742"/>
                  </a:lnTo>
                  <a:lnTo>
                    <a:pt x="5082134" y="1430742"/>
                  </a:lnTo>
                  <a:lnTo>
                    <a:pt x="5082794" y="1430742"/>
                  </a:lnTo>
                  <a:lnTo>
                    <a:pt x="5083455" y="1430742"/>
                  </a:lnTo>
                  <a:lnTo>
                    <a:pt x="5084115" y="1430742"/>
                  </a:lnTo>
                  <a:lnTo>
                    <a:pt x="5084776" y="1430742"/>
                  </a:lnTo>
                  <a:lnTo>
                    <a:pt x="5085436" y="1430742"/>
                  </a:lnTo>
                  <a:lnTo>
                    <a:pt x="5086097" y="1430742"/>
                  </a:lnTo>
                  <a:lnTo>
                    <a:pt x="5086757" y="1430742"/>
                  </a:lnTo>
                  <a:lnTo>
                    <a:pt x="5087418" y="1430742"/>
                  </a:lnTo>
                  <a:lnTo>
                    <a:pt x="5088078" y="1430742"/>
                  </a:lnTo>
                  <a:lnTo>
                    <a:pt x="5088739" y="1406010"/>
                  </a:lnTo>
                  <a:lnTo>
                    <a:pt x="5089399" y="1362662"/>
                  </a:lnTo>
                  <a:lnTo>
                    <a:pt x="5090060" y="1343431"/>
                  </a:lnTo>
                  <a:lnTo>
                    <a:pt x="5090720" y="1325528"/>
                  </a:lnTo>
                  <a:lnTo>
                    <a:pt x="5091381" y="1325528"/>
                  </a:lnTo>
                  <a:lnTo>
                    <a:pt x="5092042" y="1343431"/>
                  </a:lnTo>
                  <a:lnTo>
                    <a:pt x="5092702" y="1383432"/>
                  </a:lnTo>
                  <a:lnTo>
                    <a:pt x="5093363" y="1406010"/>
                  </a:lnTo>
                  <a:lnTo>
                    <a:pt x="5094023" y="1430742"/>
                  </a:lnTo>
                  <a:lnTo>
                    <a:pt x="5094684" y="1430742"/>
                  </a:lnTo>
                  <a:lnTo>
                    <a:pt x="5095344" y="1430742"/>
                  </a:lnTo>
                  <a:lnTo>
                    <a:pt x="5096005" y="1430742"/>
                  </a:lnTo>
                  <a:lnTo>
                    <a:pt x="5096665" y="1430742"/>
                  </a:lnTo>
                  <a:lnTo>
                    <a:pt x="5097326" y="1430742"/>
                  </a:lnTo>
                  <a:lnTo>
                    <a:pt x="5097986" y="1406010"/>
                  </a:lnTo>
                  <a:lnTo>
                    <a:pt x="5098647" y="1383432"/>
                  </a:lnTo>
                  <a:lnTo>
                    <a:pt x="5099307" y="1343431"/>
                  </a:lnTo>
                  <a:lnTo>
                    <a:pt x="5099968" y="1325528"/>
                  </a:lnTo>
                  <a:lnTo>
                    <a:pt x="5100628" y="1293050"/>
                  </a:lnTo>
                  <a:lnTo>
                    <a:pt x="5101289" y="1293050"/>
                  </a:lnTo>
                  <a:lnTo>
                    <a:pt x="5101949" y="1308781"/>
                  </a:lnTo>
                  <a:lnTo>
                    <a:pt x="5102610" y="1308781"/>
                  </a:lnTo>
                  <a:lnTo>
                    <a:pt x="5103271" y="1266245"/>
                  </a:lnTo>
                  <a:lnTo>
                    <a:pt x="5103931" y="1240078"/>
                  </a:lnTo>
                  <a:lnTo>
                    <a:pt x="5104592" y="1216309"/>
                  </a:lnTo>
                  <a:lnTo>
                    <a:pt x="5105252" y="1205195"/>
                  </a:lnTo>
                  <a:lnTo>
                    <a:pt x="5105913" y="1227921"/>
                  </a:lnTo>
                  <a:lnTo>
                    <a:pt x="5106573" y="1278218"/>
                  </a:lnTo>
                  <a:lnTo>
                    <a:pt x="5107234" y="1325528"/>
                  </a:lnTo>
                  <a:lnTo>
                    <a:pt x="5107894" y="1343431"/>
                  </a:lnTo>
                  <a:lnTo>
                    <a:pt x="5108555" y="1343431"/>
                  </a:lnTo>
                  <a:lnTo>
                    <a:pt x="5109215" y="1325528"/>
                  </a:lnTo>
                  <a:lnTo>
                    <a:pt x="5109876" y="1325528"/>
                  </a:lnTo>
                  <a:lnTo>
                    <a:pt x="5110536" y="1343431"/>
                  </a:lnTo>
                  <a:lnTo>
                    <a:pt x="5111197" y="1362662"/>
                  </a:lnTo>
                  <a:lnTo>
                    <a:pt x="5111857" y="1362662"/>
                  </a:lnTo>
                  <a:lnTo>
                    <a:pt x="5112518" y="1362662"/>
                  </a:lnTo>
                  <a:lnTo>
                    <a:pt x="5113179" y="1343431"/>
                  </a:lnTo>
                  <a:lnTo>
                    <a:pt x="5113839" y="1343431"/>
                  </a:lnTo>
                  <a:lnTo>
                    <a:pt x="5114500" y="1362662"/>
                  </a:lnTo>
                  <a:lnTo>
                    <a:pt x="5115160" y="1383432"/>
                  </a:lnTo>
                  <a:lnTo>
                    <a:pt x="5115821" y="1406010"/>
                  </a:lnTo>
                  <a:lnTo>
                    <a:pt x="5116481" y="1430742"/>
                  </a:lnTo>
                  <a:lnTo>
                    <a:pt x="5117142" y="1406010"/>
                  </a:lnTo>
                  <a:lnTo>
                    <a:pt x="5117802" y="1383432"/>
                  </a:lnTo>
                  <a:lnTo>
                    <a:pt x="5118463" y="1362662"/>
                  </a:lnTo>
                  <a:lnTo>
                    <a:pt x="5119123" y="1343431"/>
                  </a:lnTo>
                  <a:lnTo>
                    <a:pt x="5119784" y="1303166"/>
                  </a:lnTo>
                  <a:lnTo>
                    <a:pt x="5120444" y="1259452"/>
                  </a:lnTo>
                  <a:lnTo>
                    <a:pt x="5121105" y="1233928"/>
                  </a:lnTo>
                  <a:lnTo>
                    <a:pt x="5121765" y="1233928"/>
                  </a:lnTo>
                  <a:lnTo>
                    <a:pt x="5122426" y="1246376"/>
                  </a:lnTo>
                  <a:lnTo>
                    <a:pt x="5123087" y="1278218"/>
                  </a:lnTo>
                  <a:lnTo>
                    <a:pt x="5123747" y="1343431"/>
                  </a:lnTo>
                  <a:lnTo>
                    <a:pt x="5124408" y="1406010"/>
                  </a:lnTo>
                  <a:lnTo>
                    <a:pt x="5125068" y="1430742"/>
                  </a:lnTo>
                  <a:lnTo>
                    <a:pt x="5125729" y="1430742"/>
                  </a:lnTo>
                  <a:lnTo>
                    <a:pt x="5126389" y="1430742"/>
                  </a:lnTo>
                  <a:lnTo>
                    <a:pt x="5127050" y="1430742"/>
                  </a:lnTo>
                  <a:lnTo>
                    <a:pt x="5127710" y="1406010"/>
                  </a:lnTo>
                  <a:lnTo>
                    <a:pt x="5128371" y="1362662"/>
                  </a:lnTo>
                  <a:lnTo>
                    <a:pt x="5129031" y="1343431"/>
                  </a:lnTo>
                  <a:lnTo>
                    <a:pt x="5129692" y="1325528"/>
                  </a:lnTo>
                  <a:lnTo>
                    <a:pt x="5130352" y="1325528"/>
                  </a:lnTo>
                  <a:lnTo>
                    <a:pt x="5131013" y="1343431"/>
                  </a:lnTo>
                  <a:lnTo>
                    <a:pt x="5131673" y="1383432"/>
                  </a:lnTo>
                  <a:lnTo>
                    <a:pt x="5132334" y="1406010"/>
                  </a:lnTo>
                  <a:lnTo>
                    <a:pt x="5132994" y="1430742"/>
                  </a:lnTo>
                  <a:lnTo>
                    <a:pt x="5133655" y="1430742"/>
                  </a:lnTo>
                  <a:lnTo>
                    <a:pt x="5134316" y="1430742"/>
                  </a:lnTo>
                  <a:lnTo>
                    <a:pt x="5134976" y="1430742"/>
                  </a:lnTo>
                  <a:lnTo>
                    <a:pt x="5135637" y="1430742"/>
                  </a:lnTo>
                  <a:lnTo>
                    <a:pt x="5136297" y="1430742"/>
                  </a:lnTo>
                  <a:lnTo>
                    <a:pt x="5136958" y="1430742"/>
                  </a:lnTo>
                  <a:lnTo>
                    <a:pt x="5137618" y="1430742"/>
                  </a:lnTo>
                  <a:lnTo>
                    <a:pt x="5138279" y="1430742"/>
                  </a:lnTo>
                  <a:lnTo>
                    <a:pt x="5138939" y="1406010"/>
                  </a:lnTo>
                  <a:lnTo>
                    <a:pt x="5139600" y="1343431"/>
                  </a:lnTo>
                  <a:lnTo>
                    <a:pt x="5140260" y="1244471"/>
                  </a:lnTo>
                  <a:lnTo>
                    <a:pt x="5140921" y="1150907"/>
                  </a:lnTo>
                  <a:lnTo>
                    <a:pt x="5141581" y="1062087"/>
                  </a:lnTo>
                  <a:lnTo>
                    <a:pt x="5142242" y="1021550"/>
                  </a:lnTo>
                  <a:lnTo>
                    <a:pt x="5142902" y="1026968"/>
                  </a:lnTo>
                  <a:lnTo>
                    <a:pt x="5143563" y="1065240"/>
                  </a:lnTo>
                  <a:lnTo>
                    <a:pt x="5144224" y="1128917"/>
                  </a:lnTo>
                  <a:lnTo>
                    <a:pt x="5144884" y="1250878"/>
                  </a:lnTo>
                  <a:lnTo>
                    <a:pt x="5145545" y="1362662"/>
                  </a:lnTo>
                  <a:lnTo>
                    <a:pt x="5146205" y="1365673"/>
                  </a:lnTo>
                  <a:lnTo>
                    <a:pt x="5146866" y="1328136"/>
                  </a:lnTo>
                  <a:lnTo>
                    <a:pt x="5147526" y="1311226"/>
                  </a:lnTo>
                  <a:lnTo>
                    <a:pt x="5148187" y="1311226"/>
                  </a:lnTo>
                  <a:lnTo>
                    <a:pt x="5148847" y="1328136"/>
                  </a:lnTo>
                  <a:lnTo>
                    <a:pt x="5149508" y="1343431"/>
                  </a:lnTo>
                  <a:lnTo>
                    <a:pt x="5150168" y="1343431"/>
                  </a:lnTo>
                  <a:lnTo>
                    <a:pt x="5150829" y="1343431"/>
                  </a:lnTo>
                  <a:lnTo>
                    <a:pt x="5151489" y="1325528"/>
                  </a:lnTo>
                  <a:lnTo>
                    <a:pt x="5152150" y="1325528"/>
                  </a:lnTo>
                  <a:lnTo>
                    <a:pt x="5152810" y="1325528"/>
                  </a:lnTo>
                  <a:lnTo>
                    <a:pt x="5153471" y="1343431"/>
                  </a:lnTo>
                  <a:lnTo>
                    <a:pt x="5154132" y="1325528"/>
                  </a:lnTo>
                  <a:lnTo>
                    <a:pt x="5154792" y="1325528"/>
                  </a:lnTo>
                  <a:lnTo>
                    <a:pt x="5155453" y="1325528"/>
                  </a:lnTo>
                  <a:lnTo>
                    <a:pt x="5156113" y="1343431"/>
                  </a:lnTo>
                  <a:lnTo>
                    <a:pt x="5156774" y="1362662"/>
                  </a:lnTo>
                  <a:lnTo>
                    <a:pt x="5157434" y="1406010"/>
                  </a:lnTo>
                  <a:lnTo>
                    <a:pt x="5158095" y="1430742"/>
                  </a:lnTo>
                  <a:lnTo>
                    <a:pt x="5158755" y="1430742"/>
                  </a:lnTo>
                  <a:lnTo>
                    <a:pt x="5159416" y="1430742"/>
                  </a:lnTo>
                  <a:lnTo>
                    <a:pt x="5160076" y="1430742"/>
                  </a:lnTo>
                  <a:lnTo>
                    <a:pt x="5160737" y="1430742"/>
                  </a:lnTo>
                  <a:lnTo>
                    <a:pt x="5161397" y="1430742"/>
                  </a:lnTo>
                  <a:lnTo>
                    <a:pt x="5162058" y="1430742"/>
                  </a:lnTo>
                  <a:lnTo>
                    <a:pt x="5162718" y="1430742"/>
                  </a:lnTo>
                  <a:lnTo>
                    <a:pt x="5163379" y="1430742"/>
                  </a:lnTo>
                  <a:lnTo>
                    <a:pt x="5164040" y="1430742"/>
                  </a:lnTo>
                  <a:lnTo>
                    <a:pt x="5164700" y="1406010"/>
                  </a:lnTo>
                  <a:lnTo>
                    <a:pt x="5165361" y="1362662"/>
                  </a:lnTo>
                  <a:lnTo>
                    <a:pt x="5166021" y="1325528"/>
                  </a:lnTo>
                  <a:lnTo>
                    <a:pt x="5166682" y="1278218"/>
                  </a:lnTo>
                  <a:lnTo>
                    <a:pt x="5167342" y="1226146"/>
                  </a:lnTo>
                  <a:lnTo>
                    <a:pt x="5168003" y="1214611"/>
                  </a:lnTo>
                  <a:lnTo>
                    <a:pt x="5168663" y="1219739"/>
                  </a:lnTo>
                  <a:lnTo>
                    <a:pt x="5169324" y="1219739"/>
                  </a:lnTo>
                  <a:lnTo>
                    <a:pt x="5169984" y="1243838"/>
                  </a:lnTo>
                  <a:lnTo>
                    <a:pt x="5170645" y="1300011"/>
                  </a:lnTo>
                  <a:lnTo>
                    <a:pt x="5171305" y="1333432"/>
                  </a:lnTo>
                  <a:lnTo>
                    <a:pt x="5171966" y="1362662"/>
                  </a:lnTo>
                  <a:lnTo>
                    <a:pt x="5172626" y="1406010"/>
                  </a:lnTo>
                  <a:lnTo>
                    <a:pt x="5173287" y="1430742"/>
                  </a:lnTo>
                  <a:lnTo>
                    <a:pt x="5173947" y="1430742"/>
                  </a:lnTo>
                  <a:lnTo>
                    <a:pt x="5174608" y="1430742"/>
                  </a:lnTo>
                  <a:lnTo>
                    <a:pt x="5175269" y="1430742"/>
                  </a:lnTo>
                  <a:lnTo>
                    <a:pt x="5175929" y="1430742"/>
                  </a:lnTo>
                  <a:lnTo>
                    <a:pt x="5176590" y="1430742"/>
                  </a:lnTo>
                  <a:lnTo>
                    <a:pt x="5177250" y="1430742"/>
                  </a:lnTo>
                  <a:lnTo>
                    <a:pt x="5177911" y="1430742"/>
                  </a:lnTo>
                  <a:lnTo>
                    <a:pt x="5178571" y="1430742"/>
                  </a:lnTo>
                  <a:lnTo>
                    <a:pt x="5179232" y="1430742"/>
                  </a:lnTo>
                  <a:lnTo>
                    <a:pt x="5179892" y="1430742"/>
                  </a:lnTo>
                  <a:lnTo>
                    <a:pt x="5180553" y="1430742"/>
                  </a:lnTo>
                  <a:lnTo>
                    <a:pt x="5181213" y="1430742"/>
                  </a:lnTo>
                  <a:lnTo>
                    <a:pt x="5181874" y="1430742"/>
                  </a:lnTo>
                  <a:lnTo>
                    <a:pt x="5182534" y="1430742"/>
                  </a:lnTo>
                  <a:lnTo>
                    <a:pt x="5183195" y="1430742"/>
                  </a:lnTo>
                  <a:lnTo>
                    <a:pt x="5183855" y="1430742"/>
                  </a:lnTo>
                  <a:lnTo>
                    <a:pt x="5184516" y="1430742"/>
                  </a:lnTo>
                  <a:lnTo>
                    <a:pt x="5185177" y="1430742"/>
                  </a:lnTo>
                  <a:lnTo>
                    <a:pt x="5185837" y="1430742"/>
                  </a:lnTo>
                  <a:lnTo>
                    <a:pt x="5186498" y="1430742"/>
                  </a:lnTo>
                  <a:lnTo>
                    <a:pt x="5187158" y="1430742"/>
                  </a:lnTo>
                  <a:lnTo>
                    <a:pt x="5187819" y="1430742"/>
                  </a:lnTo>
                  <a:lnTo>
                    <a:pt x="5188479" y="1430742"/>
                  </a:lnTo>
                  <a:lnTo>
                    <a:pt x="5189140" y="1430742"/>
                  </a:lnTo>
                  <a:lnTo>
                    <a:pt x="5189800" y="1430742"/>
                  </a:lnTo>
                  <a:lnTo>
                    <a:pt x="5190461" y="1430742"/>
                  </a:lnTo>
                  <a:lnTo>
                    <a:pt x="5191121" y="1430742"/>
                  </a:lnTo>
                  <a:lnTo>
                    <a:pt x="5191782" y="1430742"/>
                  </a:lnTo>
                  <a:lnTo>
                    <a:pt x="5192442" y="1430742"/>
                  </a:lnTo>
                  <a:lnTo>
                    <a:pt x="5193103" y="1430742"/>
                  </a:lnTo>
                  <a:lnTo>
                    <a:pt x="5193763" y="1430742"/>
                  </a:lnTo>
                  <a:lnTo>
                    <a:pt x="5194424" y="1430742"/>
                  </a:lnTo>
                  <a:lnTo>
                    <a:pt x="5195085" y="1430742"/>
                  </a:lnTo>
                  <a:lnTo>
                    <a:pt x="5195745" y="1430742"/>
                  </a:lnTo>
                  <a:lnTo>
                    <a:pt x="5196406" y="1430742"/>
                  </a:lnTo>
                  <a:lnTo>
                    <a:pt x="5197066" y="1430742"/>
                  </a:lnTo>
                  <a:lnTo>
                    <a:pt x="5197727" y="1430742"/>
                  </a:lnTo>
                  <a:lnTo>
                    <a:pt x="5198387" y="1430742"/>
                  </a:lnTo>
                  <a:lnTo>
                    <a:pt x="5199048" y="1430742"/>
                  </a:lnTo>
                  <a:lnTo>
                    <a:pt x="5199708" y="1430742"/>
                  </a:lnTo>
                  <a:lnTo>
                    <a:pt x="5200369" y="1430742"/>
                  </a:lnTo>
                  <a:lnTo>
                    <a:pt x="5201029" y="1430742"/>
                  </a:lnTo>
                  <a:lnTo>
                    <a:pt x="5201690" y="1430742"/>
                  </a:lnTo>
                  <a:lnTo>
                    <a:pt x="5202350" y="1430742"/>
                  </a:lnTo>
                  <a:lnTo>
                    <a:pt x="5203011" y="1430742"/>
                  </a:lnTo>
                  <a:lnTo>
                    <a:pt x="5203671" y="1430742"/>
                  </a:lnTo>
                  <a:lnTo>
                    <a:pt x="5204332" y="1430742"/>
                  </a:lnTo>
                  <a:lnTo>
                    <a:pt x="5204992" y="1430742"/>
                  </a:lnTo>
                  <a:lnTo>
                    <a:pt x="5205653" y="1430742"/>
                  </a:lnTo>
                  <a:lnTo>
                    <a:pt x="5206314" y="1430742"/>
                  </a:lnTo>
                  <a:lnTo>
                    <a:pt x="5206974" y="1430742"/>
                  </a:lnTo>
                  <a:lnTo>
                    <a:pt x="5207635" y="1430742"/>
                  </a:lnTo>
                  <a:lnTo>
                    <a:pt x="5208295" y="1430742"/>
                  </a:lnTo>
                  <a:lnTo>
                    <a:pt x="5208956" y="1406010"/>
                  </a:lnTo>
                  <a:lnTo>
                    <a:pt x="5209616" y="1362662"/>
                  </a:lnTo>
                  <a:lnTo>
                    <a:pt x="5210277" y="1343431"/>
                  </a:lnTo>
                  <a:lnTo>
                    <a:pt x="5210937" y="1343431"/>
                  </a:lnTo>
                  <a:lnTo>
                    <a:pt x="5211598" y="1343431"/>
                  </a:lnTo>
                  <a:lnTo>
                    <a:pt x="5212258" y="1362662"/>
                  </a:lnTo>
                  <a:lnTo>
                    <a:pt x="5212919" y="1406010"/>
                  </a:lnTo>
                  <a:lnTo>
                    <a:pt x="5213579" y="1406010"/>
                  </a:lnTo>
                  <a:lnTo>
                    <a:pt x="5214240" y="1362662"/>
                  </a:lnTo>
                  <a:lnTo>
                    <a:pt x="5214900" y="1326395"/>
                  </a:lnTo>
                  <a:lnTo>
                    <a:pt x="5215561" y="1309594"/>
                  </a:lnTo>
                  <a:lnTo>
                    <a:pt x="5216222" y="1309594"/>
                  </a:lnTo>
                  <a:lnTo>
                    <a:pt x="5216882" y="1326395"/>
                  </a:lnTo>
                  <a:lnTo>
                    <a:pt x="5217543" y="1363662"/>
                  </a:lnTo>
                  <a:lnTo>
                    <a:pt x="5218203" y="1406010"/>
                  </a:lnTo>
                  <a:lnTo>
                    <a:pt x="5218864" y="1430742"/>
                  </a:lnTo>
                  <a:lnTo>
                    <a:pt x="5219524" y="1430742"/>
                  </a:lnTo>
                  <a:lnTo>
                    <a:pt x="5220185" y="1430742"/>
                  </a:lnTo>
                  <a:lnTo>
                    <a:pt x="5220845" y="1430742"/>
                  </a:lnTo>
                  <a:lnTo>
                    <a:pt x="5221506" y="1430742"/>
                  </a:lnTo>
                  <a:lnTo>
                    <a:pt x="5222166" y="1393350"/>
                  </a:lnTo>
                  <a:lnTo>
                    <a:pt x="5222827" y="1316184"/>
                  </a:lnTo>
                  <a:lnTo>
                    <a:pt x="5223487" y="1270408"/>
                  </a:lnTo>
                  <a:lnTo>
                    <a:pt x="5224148" y="1270408"/>
                  </a:lnTo>
                  <a:lnTo>
                    <a:pt x="5224808" y="1256783"/>
                  </a:lnTo>
                  <a:lnTo>
                    <a:pt x="5225469" y="1250878"/>
                  </a:lnTo>
                  <a:lnTo>
                    <a:pt x="5226130" y="1278218"/>
                  </a:lnTo>
                  <a:lnTo>
                    <a:pt x="5226790" y="1312868"/>
                  </a:lnTo>
                  <a:lnTo>
                    <a:pt x="5227451" y="1312868"/>
                  </a:lnTo>
                  <a:lnTo>
                    <a:pt x="5228111" y="1329890"/>
                  </a:lnTo>
                  <a:lnTo>
                    <a:pt x="5228772" y="1367700"/>
                  </a:lnTo>
                  <a:lnTo>
                    <a:pt x="5229432" y="1411976"/>
                  </a:lnTo>
                  <a:lnTo>
                    <a:pt x="5230093" y="1430742"/>
                  </a:lnTo>
                  <a:lnTo>
                    <a:pt x="5230753" y="1430742"/>
                  </a:lnTo>
                  <a:lnTo>
                    <a:pt x="5231414" y="1430742"/>
                  </a:lnTo>
                  <a:lnTo>
                    <a:pt x="5232074" y="1430742"/>
                  </a:lnTo>
                  <a:lnTo>
                    <a:pt x="5232735" y="1430742"/>
                  </a:lnTo>
                  <a:lnTo>
                    <a:pt x="5233395" y="1430742"/>
                  </a:lnTo>
                  <a:lnTo>
                    <a:pt x="5234056" y="1430742"/>
                  </a:lnTo>
                  <a:lnTo>
                    <a:pt x="5234716" y="1430742"/>
                  </a:lnTo>
                  <a:lnTo>
                    <a:pt x="5235377" y="1430742"/>
                  </a:lnTo>
                  <a:lnTo>
                    <a:pt x="5236038" y="1406010"/>
                  </a:lnTo>
                  <a:lnTo>
                    <a:pt x="5236698" y="1362662"/>
                  </a:lnTo>
                  <a:lnTo>
                    <a:pt x="5237359" y="1325528"/>
                  </a:lnTo>
                  <a:lnTo>
                    <a:pt x="5238019" y="1270408"/>
                  </a:lnTo>
                  <a:lnTo>
                    <a:pt x="5238680" y="1231509"/>
                  </a:lnTo>
                  <a:lnTo>
                    <a:pt x="5239340" y="1231509"/>
                  </a:lnTo>
                  <a:lnTo>
                    <a:pt x="5240001" y="1256783"/>
                  </a:lnTo>
                  <a:lnTo>
                    <a:pt x="5240661" y="1284788"/>
                  </a:lnTo>
                  <a:lnTo>
                    <a:pt x="5241322" y="1343431"/>
                  </a:lnTo>
                  <a:lnTo>
                    <a:pt x="5241982" y="1406010"/>
                  </a:lnTo>
                  <a:lnTo>
                    <a:pt x="5242643" y="1430742"/>
                  </a:lnTo>
                  <a:lnTo>
                    <a:pt x="5243303" y="1430742"/>
                  </a:lnTo>
                  <a:lnTo>
                    <a:pt x="5243964" y="1430742"/>
                  </a:lnTo>
                  <a:lnTo>
                    <a:pt x="5244624" y="1430742"/>
                  </a:lnTo>
                  <a:lnTo>
                    <a:pt x="5245285" y="1406010"/>
                  </a:lnTo>
                  <a:lnTo>
                    <a:pt x="5245945" y="1383432"/>
                  </a:lnTo>
                  <a:lnTo>
                    <a:pt x="5246606" y="1362662"/>
                  </a:lnTo>
                  <a:lnTo>
                    <a:pt x="5247267" y="1343431"/>
                  </a:lnTo>
                  <a:lnTo>
                    <a:pt x="5247927" y="1325528"/>
                  </a:lnTo>
                  <a:lnTo>
                    <a:pt x="5248588" y="1328136"/>
                  </a:lnTo>
                  <a:lnTo>
                    <a:pt x="5249248" y="1346227"/>
                  </a:lnTo>
                  <a:lnTo>
                    <a:pt x="5249909" y="1365673"/>
                  </a:lnTo>
                  <a:lnTo>
                    <a:pt x="5250569" y="1386696"/>
                  </a:lnTo>
                  <a:lnTo>
                    <a:pt x="5251230" y="1409573"/>
                  </a:lnTo>
                  <a:lnTo>
                    <a:pt x="5251890" y="1430742"/>
                  </a:lnTo>
                  <a:lnTo>
                    <a:pt x="5252551" y="1430742"/>
                  </a:lnTo>
                  <a:lnTo>
                    <a:pt x="5253211" y="1430742"/>
                  </a:lnTo>
                  <a:lnTo>
                    <a:pt x="5253872" y="1430742"/>
                  </a:lnTo>
                  <a:lnTo>
                    <a:pt x="5254532" y="1430742"/>
                  </a:lnTo>
                  <a:lnTo>
                    <a:pt x="5255193" y="1406010"/>
                  </a:lnTo>
                  <a:lnTo>
                    <a:pt x="5255853" y="1362662"/>
                  </a:lnTo>
                  <a:lnTo>
                    <a:pt x="5256514" y="1343431"/>
                  </a:lnTo>
                  <a:lnTo>
                    <a:pt x="5257175" y="1343431"/>
                  </a:lnTo>
                  <a:lnTo>
                    <a:pt x="5257835" y="1308781"/>
                  </a:lnTo>
                  <a:lnTo>
                    <a:pt x="5258496" y="1293050"/>
                  </a:lnTo>
                  <a:lnTo>
                    <a:pt x="5259156" y="1308781"/>
                  </a:lnTo>
                  <a:lnTo>
                    <a:pt x="5259817" y="1325528"/>
                  </a:lnTo>
                  <a:lnTo>
                    <a:pt x="5260477" y="1325528"/>
                  </a:lnTo>
                  <a:lnTo>
                    <a:pt x="5261138" y="1362662"/>
                  </a:lnTo>
                  <a:lnTo>
                    <a:pt x="5261798" y="1406010"/>
                  </a:lnTo>
                  <a:lnTo>
                    <a:pt x="5262459" y="1430742"/>
                  </a:lnTo>
                  <a:lnTo>
                    <a:pt x="5263119" y="1430742"/>
                  </a:lnTo>
                  <a:lnTo>
                    <a:pt x="5263780" y="1430742"/>
                  </a:lnTo>
                  <a:lnTo>
                    <a:pt x="5264440" y="1430742"/>
                  </a:lnTo>
                  <a:lnTo>
                    <a:pt x="5265101" y="1430742"/>
                  </a:lnTo>
                  <a:lnTo>
                    <a:pt x="5265761" y="1383432"/>
                  </a:lnTo>
                  <a:lnTo>
                    <a:pt x="5266422" y="1343431"/>
                  </a:lnTo>
                  <a:lnTo>
                    <a:pt x="5267083" y="1325528"/>
                  </a:lnTo>
                  <a:lnTo>
                    <a:pt x="5267743" y="1325528"/>
                  </a:lnTo>
                  <a:lnTo>
                    <a:pt x="5268404" y="1325528"/>
                  </a:lnTo>
                  <a:lnTo>
                    <a:pt x="5269064" y="1362662"/>
                  </a:lnTo>
                  <a:lnTo>
                    <a:pt x="5269725" y="1406010"/>
                  </a:lnTo>
                  <a:lnTo>
                    <a:pt x="5270385" y="1430742"/>
                  </a:lnTo>
                  <a:lnTo>
                    <a:pt x="5271046" y="1430742"/>
                  </a:lnTo>
                  <a:lnTo>
                    <a:pt x="5271706" y="1430742"/>
                  </a:lnTo>
                  <a:lnTo>
                    <a:pt x="5272367" y="1430742"/>
                  </a:lnTo>
                  <a:lnTo>
                    <a:pt x="5273027" y="1430742"/>
                  </a:lnTo>
                  <a:lnTo>
                    <a:pt x="5273688" y="1430742"/>
                  </a:lnTo>
                  <a:lnTo>
                    <a:pt x="5274348" y="1430742"/>
                  </a:lnTo>
                  <a:lnTo>
                    <a:pt x="5275009" y="1430742"/>
                  </a:lnTo>
                  <a:lnTo>
                    <a:pt x="5275669" y="1430742"/>
                  </a:lnTo>
                  <a:lnTo>
                    <a:pt x="5276330" y="1430742"/>
                  </a:lnTo>
                  <a:lnTo>
                    <a:pt x="5276990" y="1430742"/>
                  </a:lnTo>
                  <a:lnTo>
                    <a:pt x="5277651" y="1430742"/>
                  </a:lnTo>
                  <a:lnTo>
                    <a:pt x="5278312" y="1430742"/>
                  </a:lnTo>
                  <a:lnTo>
                    <a:pt x="5278972" y="1430742"/>
                  </a:lnTo>
                  <a:lnTo>
                    <a:pt x="5279633" y="1430742"/>
                  </a:lnTo>
                  <a:lnTo>
                    <a:pt x="5280293" y="1406010"/>
                  </a:lnTo>
                  <a:lnTo>
                    <a:pt x="5280954" y="1380208"/>
                  </a:lnTo>
                  <a:lnTo>
                    <a:pt x="5281614" y="1359685"/>
                  </a:lnTo>
                  <a:lnTo>
                    <a:pt x="5282275" y="1340666"/>
                  </a:lnTo>
                  <a:lnTo>
                    <a:pt x="5282935" y="1340666"/>
                  </a:lnTo>
                  <a:lnTo>
                    <a:pt x="5283596" y="1359685"/>
                  </a:lnTo>
                  <a:lnTo>
                    <a:pt x="5284256" y="1383432"/>
                  </a:lnTo>
                  <a:lnTo>
                    <a:pt x="5284917" y="1406010"/>
                  </a:lnTo>
                  <a:lnTo>
                    <a:pt x="5285577" y="1430742"/>
                  </a:lnTo>
                  <a:lnTo>
                    <a:pt x="5286238" y="1430742"/>
                  </a:lnTo>
                  <a:lnTo>
                    <a:pt x="5286898" y="1430742"/>
                  </a:lnTo>
                  <a:lnTo>
                    <a:pt x="5287559" y="1430742"/>
                  </a:lnTo>
                  <a:lnTo>
                    <a:pt x="5288220" y="1430742"/>
                  </a:lnTo>
                  <a:lnTo>
                    <a:pt x="5288880" y="1430742"/>
                  </a:lnTo>
                  <a:lnTo>
                    <a:pt x="5289541" y="1406010"/>
                  </a:lnTo>
                  <a:lnTo>
                    <a:pt x="5290201" y="1362662"/>
                  </a:lnTo>
                  <a:lnTo>
                    <a:pt x="5290862" y="1293050"/>
                  </a:lnTo>
                  <a:lnTo>
                    <a:pt x="5291522" y="1264188"/>
                  </a:lnTo>
                  <a:lnTo>
                    <a:pt x="5292183" y="1253486"/>
                  </a:lnTo>
                  <a:lnTo>
                    <a:pt x="5292843" y="1266934"/>
                  </a:lnTo>
                  <a:lnTo>
                    <a:pt x="5293504" y="1296121"/>
                  </a:lnTo>
                  <a:lnTo>
                    <a:pt x="5294164" y="1366685"/>
                  </a:lnTo>
                  <a:lnTo>
                    <a:pt x="5294825" y="1384515"/>
                  </a:lnTo>
                  <a:lnTo>
                    <a:pt x="5295485" y="1359685"/>
                  </a:lnTo>
                  <a:lnTo>
                    <a:pt x="5296146" y="1340666"/>
                  </a:lnTo>
                  <a:lnTo>
                    <a:pt x="5296806" y="1340666"/>
                  </a:lnTo>
                  <a:lnTo>
                    <a:pt x="5297467" y="1340666"/>
                  </a:lnTo>
                  <a:lnTo>
                    <a:pt x="5298128" y="1362662"/>
                  </a:lnTo>
                  <a:lnTo>
                    <a:pt x="5298788" y="1406010"/>
                  </a:lnTo>
                  <a:lnTo>
                    <a:pt x="5299449" y="1430742"/>
                  </a:lnTo>
                  <a:lnTo>
                    <a:pt x="5300109" y="1406010"/>
                  </a:lnTo>
                  <a:lnTo>
                    <a:pt x="5300770" y="1362662"/>
                  </a:lnTo>
                  <a:lnTo>
                    <a:pt x="5301430" y="1343431"/>
                  </a:lnTo>
                  <a:lnTo>
                    <a:pt x="5302091" y="1325528"/>
                  </a:lnTo>
                  <a:lnTo>
                    <a:pt x="5302751" y="1308781"/>
                  </a:lnTo>
                  <a:lnTo>
                    <a:pt x="5303412" y="1293050"/>
                  </a:lnTo>
                  <a:lnTo>
                    <a:pt x="5304072" y="1308781"/>
                  </a:lnTo>
                  <a:lnTo>
                    <a:pt x="5304733" y="1324665"/>
                  </a:lnTo>
                  <a:lnTo>
                    <a:pt x="5305393" y="1342506"/>
                  </a:lnTo>
                  <a:lnTo>
                    <a:pt x="5306054" y="1361665"/>
                  </a:lnTo>
                  <a:lnTo>
                    <a:pt x="5306714" y="1404833"/>
                  </a:lnTo>
                  <a:lnTo>
                    <a:pt x="5307375" y="1404833"/>
                  </a:lnTo>
                  <a:lnTo>
                    <a:pt x="5308036" y="1343431"/>
                  </a:lnTo>
                  <a:lnTo>
                    <a:pt x="5308696" y="1293050"/>
                  </a:lnTo>
                  <a:lnTo>
                    <a:pt x="5309357" y="1238218"/>
                  </a:lnTo>
                  <a:lnTo>
                    <a:pt x="5310017" y="1182797"/>
                  </a:lnTo>
                  <a:lnTo>
                    <a:pt x="5310678" y="1154461"/>
                  </a:lnTo>
                  <a:lnTo>
                    <a:pt x="5311338" y="1163567"/>
                  </a:lnTo>
                  <a:lnTo>
                    <a:pt x="5311999" y="1173004"/>
                  </a:lnTo>
                  <a:lnTo>
                    <a:pt x="5312659" y="1192975"/>
                  </a:lnTo>
                  <a:lnTo>
                    <a:pt x="5313320" y="1247015"/>
                  </a:lnTo>
                  <a:lnTo>
                    <a:pt x="5313980" y="1303961"/>
                  </a:lnTo>
                  <a:lnTo>
                    <a:pt x="5314641" y="1337930"/>
                  </a:lnTo>
                  <a:lnTo>
                    <a:pt x="5315301" y="1377024"/>
                  </a:lnTo>
                  <a:lnTo>
                    <a:pt x="5315962" y="1377024"/>
                  </a:lnTo>
                  <a:lnTo>
                    <a:pt x="5316622" y="1343431"/>
                  </a:lnTo>
                  <a:lnTo>
                    <a:pt x="5317283" y="1325528"/>
                  </a:lnTo>
                  <a:lnTo>
                    <a:pt x="5317943" y="1293050"/>
                  </a:lnTo>
                  <a:lnTo>
                    <a:pt x="5318604" y="1264188"/>
                  </a:lnTo>
                  <a:lnTo>
                    <a:pt x="5319265" y="1264188"/>
                  </a:lnTo>
                  <a:lnTo>
                    <a:pt x="5319925" y="1264188"/>
                  </a:lnTo>
                  <a:lnTo>
                    <a:pt x="5320586" y="1278218"/>
                  </a:lnTo>
                  <a:lnTo>
                    <a:pt x="5321246" y="1308781"/>
                  </a:lnTo>
                  <a:lnTo>
                    <a:pt x="5321907" y="1343431"/>
                  </a:lnTo>
                  <a:lnTo>
                    <a:pt x="5322567" y="1362662"/>
                  </a:lnTo>
                  <a:lnTo>
                    <a:pt x="5323228" y="1308781"/>
                  </a:lnTo>
                  <a:lnTo>
                    <a:pt x="5323888" y="1226146"/>
                  </a:lnTo>
                  <a:lnTo>
                    <a:pt x="5324549" y="1180314"/>
                  </a:lnTo>
                  <a:lnTo>
                    <a:pt x="5325209" y="1161261"/>
                  </a:lnTo>
                  <a:lnTo>
                    <a:pt x="5325870" y="1152234"/>
                  </a:lnTo>
                  <a:lnTo>
                    <a:pt x="5326530" y="1190393"/>
                  </a:lnTo>
                  <a:lnTo>
                    <a:pt x="5327191" y="1223214"/>
                  </a:lnTo>
                  <a:lnTo>
                    <a:pt x="5327851" y="1226146"/>
                  </a:lnTo>
                  <a:lnTo>
                    <a:pt x="5328512" y="1214611"/>
                  </a:lnTo>
                  <a:lnTo>
                    <a:pt x="5329173" y="1203568"/>
                  </a:lnTo>
                  <a:lnTo>
                    <a:pt x="5329833" y="1192975"/>
                  </a:lnTo>
                  <a:lnTo>
                    <a:pt x="5330494" y="1203568"/>
                  </a:lnTo>
                  <a:lnTo>
                    <a:pt x="5331154" y="1250878"/>
                  </a:lnTo>
                  <a:lnTo>
                    <a:pt x="5331815" y="1293050"/>
                  </a:lnTo>
                  <a:lnTo>
                    <a:pt x="5332475" y="1343431"/>
                  </a:lnTo>
                  <a:lnTo>
                    <a:pt x="5333136" y="1343431"/>
                  </a:lnTo>
                  <a:lnTo>
                    <a:pt x="5333796" y="1325528"/>
                  </a:lnTo>
                  <a:lnTo>
                    <a:pt x="5334457" y="1221471"/>
                  </a:lnTo>
                  <a:lnTo>
                    <a:pt x="5335117" y="1135071"/>
                  </a:lnTo>
                  <a:lnTo>
                    <a:pt x="5335778" y="1102349"/>
                  </a:lnTo>
                  <a:lnTo>
                    <a:pt x="5336438" y="1093003"/>
                  </a:lnTo>
                  <a:lnTo>
                    <a:pt x="5337099" y="1035595"/>
                  </a:lnTo>
                  <a:lnTo>
                    <a:pt x="5337759" y="965584"/>
                  </a:lnTo>
                  <a:lnTo>
                    <a:pt x="5338420" y="902758"/>
                  </a:lnTo>
                  <a:lnTo>
                    <a:pt x="5339081" y="806751"/>
                  </a:lnTo>
                  <a:lnTo>
                    <a:pt x="5339741" y="723234"/>
                  </a:lnTo>
                  <a:lnTo>
                    <a:pt x="5340402" y="663773"/>
                  </a:lnTo>
                  <a:lnTo>
                    <a:pt x="5341062" y="625835"/>
                  </a:lnTo>
                  <a:lnTo>
                    <a:pt x="5341723" y="602262"/>
                  </a:lnTo>
                  <a:lnTo>
                    <a:pt x="5342383" y="594030"/>
                  </a:lnTo>
                  <a:lnTo>
                    <a:pt x="5343044" y="607862"/>
                  </a:lnTo>
                  <a:lnTo>
                    <a:pt x="5343704" y="645712"/>
                  </a:lnTo>
                  <a:lnTo>
                    <a:pt x="5344365" y="695325"/>
                  </a:lnTo>
                  <a:lnTo>
                    <a:pt x="5345025" y="755661"/>
                  </a:lnTo>
                  <a:lnTo>
                    <a:pt x="5345686" y="835986"/>
                  </a:lnTo>
                  <a:lnTo>
                    <a:pt x="5346346" y="912610"/>
                  </a:lnTo>
                  <a:lnTo>
                    <a:pt x="5347007" y="972148"/>
                  </a:lnTo>
                  <a:lnTo>
                    <a:pt x="5347667" y="1048950"/>
                  </a:lnTo>
                  <a:lnTo>
                    <a:pt x="5348328" y="1117806"/>
                  </a:lnTo>
                  <a:lnTo>
                    <a:pt x="5348988" y="1197160"/>
                  </a:lnTo>
                  <a:lnTo>
                    <a:pt x="5349649" y="1243208"/>
                  </a:lnTo>
                  <a:lnTo>
                    <a:pt x="5350310" y="1269709"/>
                  </a:lnTo>
                  <a:lnTo>
                    <a:pt x="5350970" y="1284049"/>
                  </a:lnTo>
                  <a:lnTo>
                    <a:pt x="5351631" y="1299229"/>
                  </a:lnTo>
                  <a:lnTo>
                    <a:pt x="5352291" y="1325528"/>
                  </a:lnTo>
                  <a:lnTo>
                    <a:pt x="5352952" y="1383432"/>
                  </a:lnTo>
                  <a:lnTo>
                    <a:pt x="5353612" y="1430742"/>
                  </a:lnTo>
                  <a:lnTo>
                    <a:pt x="5354273" y="1430742"/>
                  </a:lnTo>
                  <a:lnTo>
                    <a:pt x="5354933" y="1430742"/>
                  </a:lnTo>
                  <a:lnTo>
                    <a:pt x="5355594" y="1430742"/>
                  </a:lnTo>
                  <a:lnTo>
                    <a:pt x="5356254" y="1430742"/>
                  </a:lnTo>
                  <a:lnTo>
                    <a:pt x="5356915" y="1406010"/>
                  </a:lnTo>
                  <a:lnTo>
                    <a:pt x="5357575" y="1362662"/>
                  </a:lnTo>
                  <a:lnTo>
                    <a:pt x="5358236" y="1325528"/>
                  </a:lnTo>
                  <a:lnTo>
                    <a:pt x="5358896" y="1308781"/>
                  </a:lnTo>
                  <a:lnTo>
                    <a:pt x="5359557" y="1308781"/>
                  </a:lnTo>
                  <a:lnTo>
                    <a:pt x="5360218" y="1325528"/>
                  </a:lnTo>
                  <a:lnTo>
                    <a:pt x="5360878" y="1362662"/>
                  </a:lnTo>
                  <a:lnTo>
                    <a:pt x="5361539" y="1406010"/>
                  </a:lnTo>
                  <a:lnTo>
                    <a:pt x="5362199" y="1430742"/>
                  </a:lnTo>
                  <a:lnTo>
                    <a:pt x="5362860" y="1430742"/>
                  </a:lnTo>
                  <a:lnTo>
                    <a:pt x="5363520" y="1430742"/>
                  </a:lnTo>
                  <a:lnTo>
                    <a:pt x="5364181" y="1430742"/>
                  </a:lnTo>
                  <a:lnTo>
                    <a:pt x="5364841" y="1430742"/>
                  </a:lnTo>
                  <a:lnTo>
                    <a:pt x="5365502" y="1430742"/>
                  </a:lnTo>
                  <a:lnTo>
                    <a:pt x="5366162" y="1430742"/>
                  </a:lnTo>
                  <a:lnTo>
                    <a:pt x="5366823" y="1430742"/>
                  </a:lnTo>
                  <a:lnTo>
                    <a:pt x="5367483" y="1430742"/>
                  </a:lnTo>
                  <a:lnTo>
                    <a:pt x="5368144" y="1430742"/>
                  </a:lnTo>
                  <a:lnTo>
                    <a:pt x="5368804" y="1430742"/>
                  </a:lnTo>
                  <a:lnTo>
                    <a:pt x="5369465" y="1430742"/>
                  </a:lnTo>
                  <a:lnTo>
                    <a:pt x="5370126" y="1430742"/>
                  </a:lnTo>
                  <a:lnTo>
                    <a:pt x="5370786" y="1406010"/>
                  </a:lnTo>
                  <a:lnTo>
                    <a:pt x="5371447" y="1362662"/>
                  </a:lnTo>
                  <a:lnTo>
                    <a:pt x="5372107" y="1325528"/>
                  </a:lnTo>
                  <a:lnTo>
                    <a:pt x="5372768" y="1325528"/>
                  </a:lnTo>
                  <a:lnTo>
                    <a:pt x="5373428" y="1325528"/>
                  </a:lnTo>
                  <a:lnTo>
                    <a:pt x="5374089" y="1343431"/>
                  </a:lnTo>
                  <a:lnTo>
                    <a:pt x="5374749" y="1383432"/>
                  </a:lnTo>
                  <a:lnTo>
                    <a:pt x="5375410" y="1430742"/>
                  </a:lnTo>
                  <a:lnTo>
                    <a:pt x="5376070" y="1406010"/>
                  </a:lnTo>
                  <a:lnTo>
                    <a:pt x="5376731" y="1383432"/>
                  </a:lnTo>
                  <a:lnTo>
                    <a:pt x="5377391" y="1362662"/>
                  </a:lnTo>
                  <a:lnTo>
                    <a:pt x="5378052" y="1343431"/>
                  </a:lnTo>
                  <a:lnTo>
                    <a:pt x="5378712" y="1325528"/>
                  </a:lnTo>
                  <a:lnTo>
                    <a:pt x="5379373" y="1329012"/>
                  </a:lnTo>
                  <a:lnTo>
                    <a:pt x="5380034" y="1347165"/>
                  </a:lnTo>
                  <a:lnTo>
                    <a:pt x="5380694" y="1366685"/>
                  </a:lnTo>
                  <a:lnTo>
                    <a:pt x="5381355" y="1387793"/>
                  </a:lnTo>
                  <a:lnTo>
                    <a:pt x="5382015" y="1410772"/>
                  </a:lnTo>
                  <a:lnTo>
                    <a:pt x="5382676" y="1430742"/>
                  </a:lnTo>
                  <a:lnTo>
                    <a:pt x="5383336" y="1430742"/>
                  </a:lnTo>
                  <a:lnTo>
                    <a:pt x="5383997" y="1430742"/>
                  </a:lnTo>
                  <a:lnTo>
                    <a:pt x="5384657" y="1430742"/>
                  </a:lnTo>
                  <a:lnTo>
                    <a:pt x="5385318" y="1430742"/>
                  </a:lnTo>
                  <a:lnTo>
                    <a:pt x="5385978" y="1430742"/>
                  </a:lnTo>
                  <a:lnTo>
                    <a:pt x="5386639" y="1430742"/>
                  </a:lnTo>
                  <a:lnTo>
                    <a:pt x="5387299" y="1430742"/>
                  </a:lnTo>
                  <a:lnTo>
                    <a:pt x="5387960" y="1430742"/>
                  </a:lnTo>
                  <a:lnTo>
                    <a:pt x="5388620" y="1430742"/>
                  </a:lnTo>
                  <a:lnTo>
                    <a:pt x="5389281" y="1430742"/>
                  </a:lnTo>
                  <a:lnTo>
                    <a:pt x="5389941" y="1430742"/>
                  </a:lnTo>
                  <a:lnTo>
                    <a:pt x="5390602" y="1430742"/>
                  </a:lnTo>
                  <a:lnTo>
                    <a:pt x="5391263" y="1430742"/>
                  </a:lnTo>
                  <a:lnTo>
                    <a:pt x="5391923" y="1430742"/>
                  </a:lnTo>
                  <a:lnTo>
                    <a:pt x="5392584" y="1406010"/>
                  </a:lnTo>
                  <a:lnTo>
                    <a:pt x="5393244" y="1383432"/>
                  </a:lnTo>
                  <a:lnTo>
                    <a:pt x="5393905" y="1381278"/>
                  </a:lnTo>
                  <a:lnTo>
                    <a:pt x="5394565" y="1307165"/>
                  </a:lnTo>
                  <a:lnTo>
                    <a:pt x="5395226" y="1249584"/>
                  </a:lnTo>
                  <a:lnTo>
                    <a:pt x="5395886" y="1223214"/>
                  </a:lnTo>
                  <a:lnTo>
                    <a:pt x="5396547" y="1223214"/>
                  </a:lnTo>
                  <a:lnTo>
                    <a:pt x="5397207" y="1212925"/>
                  </a:lnTo>
                  <a:lnTo>
                    <a:pt x="5397868" y="1262148"/>
                  </a:lnTo>
                  <a:lnTo>
                    <a:pt x="5398528" y="1322946"/>
                  </a:lnTo>
                  <a:lnTo>
                    <a:pt x="5399189" y="1383432"/>
                  </a:lnTo>
                  <a:lnTo>
                    <a:pt x="5399849" y="1406010"/>
                  </a:lnTo>
                  <a:lnTo>
                    <a:pt x="5400510" y="1430742"/>
                  </a:lnTo>
                  <a:lnTo>
                    <a:pt x="5401171" y="1430742"/>
                  </a:lnTo>
                  <a:lnTo>
                    <a:pt x="5401831" y="1430742"/>
                  </a:lnTo>
                  <a:lnTo>
                    <a:pt x="5402492" y="1430742"/>
                  </a:lnTo>
                  <a:lnTo>
                    <a:pt x="5403152" y="1430742"/>
                  </a:lnTo>
                  <a:lnTo>
                    <a:pt x="5403813" y="1430742"/>
                  </a:lnTo>
                  <a:lnTo>
                    <a:pt x="5404473" y="1430742"/>
                  </a:lnTo>
                  <a:lnTo>
                    <a:pt x="5405134" y="1430742"/>
                  </a:lnTo>
                  <a:lnTo>
                    <a:pt x="5405794" y="1430742"/>
                  </a:lnTo>
                  <a:lnTo>
                    <a:pt x="5406455" y="1430742"/>
                  </a:lnTo>
                  <a:lnTo>
                    <a:pt x="5407115" y="1430742"/>
                  </a:lnTo>
                  <a:lnTo>
                    <a:pt x="5407776" y="1430742"/>
                  </a:lnTo>
                  <a:lnTo>
                    <a:pt x="5408436" y="1430742"/>
                  </a:lnTo>
                  <a:lnTo>
                    <a:pt x="5409097" y="1430742"/>
                  </a:lnTo>
                  <a:lnTo>
                    <a:pt x="5409757" y="1430742"/>
                  </a:lnTo>
                  <a:lnTo>
                    <a:pt x="5410418" y="1430742"/>
                  </a:lnTo>
                  <a:lnTo>
                    <a:pt x="5411079" y="1430742"/>
                  </a:lnTo>
                  <a:lnTo>
                    <a:pt x="5411739" y="1430742"/>
                  </a:lnTo>
                  <a:lnTo>
                    <a:pt x="5412400" y="1406010"/>
                  </a:lnTo>
                  <a:lnTo>
                    <a:pt x="5413060" y="1362662"/>
                  </a:lnTo>
                  <a:lnTo>
                    <a:pt x="5413721" y="1325528"/>
                  </a:lnTo>
                  <a:lnTo>
                    <a:pt x="5414381" y="1293050"/>
                  </a:lnTo>
                  <a:lnTo>
                    <a:pt x="5415042" y="1250878"/>
                  </a:lnTo>
                  <a:lnTo>
                    <a:pt x="5415702" y="1226146"/>
                  </a:lnTo>
                  <a:lnTo>
                    <a:pt x="5416363" y="1226146"/>
                  </a:lnTo>
                  <a:lnTo>
                    <a:pt x="5417023" y="1238218"/>
                  </a:lnTo>
                  <a:lnTo>
                    <a:pt x="5417684" y="1250878"/>
                  </a:lnTo>
                  <a:lnTo>
                    <a:pt x="5418344" y="1286270"/>
                  </a:lnTo>
                  <a:lnTo>
                    <a:pt x="5419005" y="1319543"/>
                  </a:lnTo>
                  <a:lnTo>
                    <a:pt x="5419665" y="1337024"/>
                  </a:lnTo>
                  <a:lnTo>
                    <a:pt x="5420326" y="1303166"/>
                  </a:lnTo>
                  <a:lnTo>
                    <a:pt x="5420986" y="1273221"/>
                  </a:lnTo>
                  <a:lnTo>
                    <a:pt x="5421647" y="1239456"/>
                  </a:lnTo>
                  <a:lnTo>
                    <a:pt x="5422308" y="1247015"/>
                  </a:lnTo>
                  <a:lnTo>
                    <a:pt x="5422968" y="1260123"/>
                  </a:lnTo>
                  <a:lnTo>
                    <a:pt x="5423629" y="1303961"/>
                  </a:lnTo>
                  <a:lnTo>
                    <a:pt x="5424289" y="1346227"/>
                  </a:lnTo>
                  <a:lnTo>
                    <a:pt x="5424950" y="1386696"/>
                  </a:lnTo>
                  <a:lnTo>
                    <a:pt x="5425610" y="1371803"/>
                  </a:lnTo>
                  <a:lnTo>
                    <a:pt x="5426271" y="1351909"/>
                  </a:lnTo>
                  <a:lnTo>
                    <a:pt x="5426931" y="1333432"/>
                  </a:lnTo>
                  <a:lnTo>
                    <a:pt x="5427592" y="1343431"/>
                  </a:lnTo>
                  <a:lnTo>
                    <a:pt x="5428252" y="1358700"/>
                  </a:lnTo>
                  <a:lnTo>
                    <a:pt x="5428913" y="1339751"/>
                  </a:lnTo>
                  <a:lnTo>
                    <a:pt x="5429573" y="1290015"/>
                  </a:lnTo>
                  <a:lnTo>
                    <a:pt x="5430234" y="1275351"/>
                  </a:lnTo>
                  <a:lnTo>
                    <a:pt x="5430894" y="1248296"/>
                  </a:lnTo>
                  <a:lnTo>
                    <a:pt x="5431555" y="1250878"/>
                  </a:lnTo>
                  <a:lnTo>
                    <a:pt x="5432216" y="1278218"/>
                  </a:lnTo>
                  <a:lnTo>
                    <a:pt x="5432876" y="1343431"/>
                  </a:lnTo>
                  <a:lnTo>
                    <a:pt x="5433537" y="1383432"/>
                  </a:lnTo>
                  <a:lnTo>
                    <a:pt x="5434197" y="1430742"/>
                  </a:lnTo>
                  <a:lnTo>
                    <a:pt x="5434858" y="1406010"/>
                  </a:lnTo>
                  <a:lnTo>
                    <a:pt x="5435518" y="1383432"/>
                  </a:lnTo>
                  <a:lnTo>
                    <a:pt x="5436179" y="1362662"/>
                  </a:lnTo>
                  <a:lnTo>
                    <a:pt x="5436839" y="1343431"/>
                  </a:lnTo>
                  <a:lnTo>
                    <a:pt x="5437500" y="1343431"/>
                  </a:lnTo>
                  <a:lnTo>
                    <a:pt x="5438160" y="1362662"/>
                  </a:lnTo>
                  <a:lnTo>
                    <a:pt x="5438821" y="1383432"/>
                  </a:lnTo>
                  <a:lnTo>
                    <a:pt x="5439481" y="1406010"/>
                  </a:lnTo>
                  <a:lnTo>
                    <a:pt x="5440142" y="1430742"/>
                  </a:lnTo>
                  <a:lnTo>
                    <a:pt x="5440802" y="1430742"/>
                  </a:lnTo>
                  <a:lnTo>
                    <a:pt x="5441463" y="1430742"/>
                  </a:lnTo>
                  <a:lnTo>
                    <a:pt x="5442124" y="1430742"/>
                  </a:lnTo>
                  <a:lnTo>
                    <a:pt x="5442784" y="1430742"/>
                  </a:lnTo>
                  <a:lnTo>
                    <a:pt x="5443445" y="1430742"/>
                  </a:lnTo>
                  <a:lnTo>
                    <a:pt x="5444105" y="1430742"/>
                  </a:lnTo>
                  <a:lnTo>
                    <a:pt x="5444766" y="1430742"/>
                  </a:lnTo>
                  <a:lnTo>
                    <a:pt x="5445426" y="1430742"/>
                  </a:lnTo>
                  <a:lnTo>
                    <a:pt x="5446087" y="1430742"/>
                  </a:lnTo>
                  <a:lnTo>
                    <a:pt x="5446747" y="1430742"/>
                  </a:lnTo>
                  <a:lnTo>
                    <a:pt x="5447408" y="1430742"/>
                  </a:lnTo>
                  <a:lnTo>
                    <a:pt x="5448068" y="1430742"/>
                  </a:lnTo>
                  <a:lnTo>
                    <a:pt x="5448729" y="1430742"/>
                  </a:lnTo>
                  <a:lnTo>
                    <a:pt x="5449389" y="1430742"/>
                  </a:lnTo>
                  <a:lnTo>
                    <a:pt x="5450050" y="1430742"/>
                  </a:lnTo>
                  <a:lnTo>
                    <a:pt x="5450710" y="1430742"/>
                  </a:lnTo>
                  <a:lnTo>
                    <a:pt x="5451371" y="1430742"/>
                  </a:lnTo>
                  <a:lnTo>
                    <a:pt x="5452032" y="1430742"/>
                  </a:lnTo>
                  <a:lnTo>
                    <a:pt x="5452692" y="1406010"/>
                  </a:lnTo>
                  <a:lnTo>
                    <a:pt x="5453353" y="1362662"/>
                  </a:lnTo>
                  <a:lnTo>
                    <a:pt x="5454013" y="1293050"/>
                  </a:lnTo>
                  <a:lnTo>
                    <a:pt x="5454674" y="1227328"/>
                  </a:lnTo>
                  <a:lnTo>
                    <a:pt x="5455334" y="1194015"/>
                  </a:lnTo>
                  <a:lnTo>
                    <a:pt x="5455995" y="1194015"/>
                  </a:lnTo>
                  <a:lnTo>
                    <a:pt x="5456655" y="1204651"/>
                  </a:lnTo>
                  <a:lnTo>
                    <a:pt x="5457316" y="1227328"/>
                  </a:lnTo>
                  <a:lnTo>
                    <a:pt x="5457976" y="1278218"/>
                  </a:lnTo>
                  <a:lnTo>
                    <a:pt x="5458637" y="1325528"/>
                  </a:lnTo>
                  <a:lnTo>
                    <a:pt x="5459297" y="1343431"/>
                  </a:lnTo>
                  <a:lnTo>
                    <a:pt x="5459958" y="1362662"/>
                  </a:lnTo>
                  <a:lnTo>
                    <a:pt x="5460618" y="1406010"/>
                  </a:lnTo>
                  <a:lnTo>
                    <a:pt x="5461279" y="1430742"/>
                  </a:lnTo>
                  <a:lnTo>
                    <a:pt x="5461939" y="1430742"/>
                  </a:lnTo>
                  <a:lnTo>
                    <a:pt x="5462600" y="1430742"/>
                  </a:lnTo>
                  <a:lnTo>
                    <a:pt x="5463261" y="1430742"/>
                  </a:lnTo>
                  <a:lnTo>
                    <a:pt x="5463921" y="1430742"/>
                  </a:lnTo>
                  <a:lnTo>
                    <a:pt x="5464582" y="1430742"/>
                  </a:lnTo>
                  <a:lnTo>
                    <a:pt x="5465242" y="1430742"/>
                  </a:lnTo>
                  <a:lnTo>
                    <a:pt x="5465903" y="1430742"/>
                  </a:lnTo>
                  <a:lnTo>
                    <a:pt x="5466563" y="1430742"/>
                  </a:lnTo>
                  <a:lnTo>
                    <a:pt x="5467224" y="1430742"/>
                  </a:lnTo>
                  <a:lnTo>
                    <a:pt x="5467884" y="1430742"/>
                  </a:lnTo>
                  <a:lnTo>
                    <a:pt x="5468545" y="1430742"/>
                  </a:lnTo>
                  <a:lnTo>
                    <a:pt x="5469205" y="1430742"/>
                  </a:lnTo>
                  <a:lnTo>
                    <a:pt x="5469866" y="1430742"/>
                  </a:lnTo>
                  <a:lnTo>
                    <a:pt x="5470526" y="1430742"/>
                  </a:lnTo>
                  <a:lnTo>
                    <a:pt x="5471187" y="1430742"/>
                  </a:lnTo>
                  <a:lnTo>
                    <a:pt x="5471847" y="1430742"/>
                  </a:lnTo>
                  <a:lnTo>
                    <a:pt x="5472508" y="1430742"/>
                  </a:lnTo>
                  <a:lnTo>
                    <a:pt x="5473169" y="1430742"/>
                  </a:lnTo>
                  <a:lnTo>
                    <a:pt x="5473829" y="1430742"/>
                  </a:lnTo>
                  <a:lnTo>
                    <a:pt x="5474490" y="1430742"/>
                  </a:lnTo>
                  <a:lnTo>
                    <a:pt x="5475150" y="1430742"/>
                  </a:lnTo>
                  <a:lnTo>
                    <a:pt x="5475811" y="1430742"/>
                  </a:lnTo>
                  <a:lnTo>
                    <a:pt x="5476471" y="1430742"/>
                  </a:lnTo>
                  <a:lnTo>
                    <a:pt x="5477132" y="1430742"/>
                  </a:lnTo>
                  <a:lnTo>
                    <a:pt x="5477792" y="1430742"/>
                  </a:lnTo>
                  <a:lnTo>
                    <a:pt x="5478453" y="1430742"/>
                  </a:lnTo>
                  <a:lnTo>
                    <a:pt x="5479113" y="1430742"/>
                  </a:lnTo>
                  <a:lnTo>
                    <a:pt x="5479774" y="1430742"/>
                  </a:lnTo>
                  <a:lnTo>
                    <a:pt x="5480434" y="1430742"/>
                  </a:lnTo>
                  <a:lnTo>
                    <a:pt x="5481095" y="1430742"/>
                  </a:lnTo>
                  <a:lnTo>
                    <a:pt x="5481755" y="1430742"/>
                  </a:lnTo>
                  <a:lnTo>
                    <a:pt x="5482416" y="1430742"/>
                  </a:lnTo>
                  <a:lnTo>
                    <a:pt x="5483077" y="1430742"/>
                  </a:lnTo>
                  <a:lnTo>
                    <a:pt x="5483737" y="1430742"/>
                  </a:lnTo>
                  <a:lnTo>
                    <a:pt x="5484398" y="1430742"/>
                  </a:lnTo>
                  <a:lnTo>
                    <a:pt x="5485058" y="1430742"/>
                  </a:lnTo>
                  <a:lnTo>
                    <a:pt x="5485719" y="1430742"/>
                  </a:lnTo>
                  <a:lnTo>
                    <a:pt x="5486379" y="1430742"/>
                  </a:lnTo>
                  <a:lnTo>
                    <a:pt x="5487040" y="1430742"/>
                  </a:lnTo>
                  <a:lnTo>
                    <a:pt x="5487700" y="1430742"/>
                  </a:lnTo>
                  <a:lnTo>
                    <a:pt x="5488361" y="1430742"/>
                  </a:lnTo>
                  <a:lnTo>
                    <a:pt x="5489021" y="1430742"/>
                  </a:lnTo>
                  <a:lnTo>
                    <a:pt x="5489682" y="1410772"/>
                  </a:lnTo>
                  <a:lnTo>
                    <a:pt x="5490342" y="1347165"/>
                  </a:lnTo>
                  <a:lnTo>
                    <a:pt x="5491003" y="1281117"/>
                  </a:lnTo>
                  <a:lnTo>
                    <a:pt x="5491663" y="1245740"/>
                  </a:lnTo>
                  <a:lnTo>
                    <a:pt x="5492324" y="1233321"/>
                  </a:lnTo>
                  <a:lnTo>
                    <a:pt x="5492984" y="1243208"/>
                  </a:lnTo>
                  <a:lnTo>
                    <a:pt x="5493645" y="1284049"/>
                  </a:lnTo>
                  <a:lnTo>
                    <a:pt x="5494306" y="1350953"/>
                  </a:lnTo>
                  <a:lnTo>
                    <a:pt x="5494966" y="1383432"/>
                  </a:lnTo>
                  <a:lnTo>
                    <a:pt x="5495627" y="1362662"/>
                  </a:lnTo>
                  <a:lnTo>
                    <a:pt x="5496287" y="1325528"/>
                  </a:lnTo>
                  <a:lnTo>
                    <a:pt x="5496948" y="1325528"/>
                  </a:lnTo>
                  <a:lnTo>
                    <a:pt x="5497608" y="1325528"/>
                  </a:lnTo>
                  <a:lnTo>
                    <a:pt x="5498269" y="1343431"/>
                  </a:lnTo>
                  <a:lnTo>
                    <a:pt x="5498929" y="1383432"/>
                  </a:lnTo>
                  <a:lnTo>
                    <a:pt x="5499590" y="1406010"/>
                  </a:lnTo>
                  <a:lnTo>
                    <a:pt x="5500250" y="1362662"/>
                  </a:lnTo>
                  <a:lnTo>
                    <a:pt x="5500911" y="1343431"/>
                  </a:lnTo>
                  <a:lnTo>
                    <a:pt x="5501571" y="1343431"/>
                  </a:lnTo>
                  <a:lnTo>
                    <a:pt x="5502232" y="1343431"/>
                  </a:lnTo>
                  <a:lnTo>
                    <a:pt x="5502892" y="1362662"/>
                  </a:lnTo>
                  <a:lnTo>
                    <a:pt x="5503553" y="1383432"/>
                  </a:lnTo>
                  <a:lnTo>
                    <a:pt x="5504214" y="1362662"/>
                  </a:lnTo>
                  <a:lnTo>
                    <a:pt x="5504874" y="1343431"/>
                  </a:lnTo>
                  <a:lnTo>
                    <a:pt x="5505535" y="1343431"/>
                  </a:lnTo>
                  <a:lnTo>
                    <a:pt x="5506195" y="1343431"/>
                  </a:lnTo>
                  <a:lnTo>
                    <a:pt x="5506856" y="1362662"/>
                  </a:lnTo>
                  <a:lnTo>
                    <a:pt x="5507516" y="1406010"/>
                  </a:lnTo>
                  <a:lnTo>
                    <a:pt x="5508177" y="1430742"/>
                  </a:lnTo>
                  <a:lnTo>
                    <a:pt x="5508837" y="1430742"/>
                  </a:lnTo>
                  <a:lnTo>
                    <a:pt x="5509498" y="1430742"/>
                  </a:lnTo>
                  <a:lnTo>
                    <a:pt x="5510158" y="1430742"/>
                  </a:lnTo>
                  <a:lnTo>
                    <a:pt x="5510819" y="1430742"/>
                  </a:lnTo>
                  <a:lnTo>
                    <a:pt x="5511479" y="1430742"/>
                  </a:lnTo>
                  <a:lnTo>
                    <a:pt x="5512140" y="1430742"/>
                  </a:lnTo>
                  <a:lnTo>
                    <a:pt x="5512800" y="1430742"/>
                  </a:lnTo>
                  <a:lnTo>
                    <a:pt x="5513461" y="1430742"/>
                  </a:lnTo>
                  <a:lnTo>
                    <a:pt x="5514122" y="1430742"/>
                  </a:lnTo>
                  <a:lnTo>
                    <a:pt x="5514782" y="1430742"/>
                  </a:lnTo>
                  <a:lnTo>
                    <a:pt x="5515443" y="1430742"/>
                  </a:lnTo>
                  <a:lnTo>
                    <a:pt x="5516103" y="1406010"/>
                  </a:lnTo>
                  <a:lnTo>
                    <a:pt x="5516764" y="1362662"/>
                  </a:lnTo>
                  <a:lnTo>
                    <a:pt x="5517424" y="1325528"/>
                  </a:lnTo>
                  <a:lnTo>
                    <a:pt x="5518085" y="1308781"/>
                  </a:lnTo>
                  <a:lnTo>
                    <a:pt x="5518745" y="1308781"/>
                  </a:lnTo>
                  <a:lnTo>
                    <a:pt x="5519406" y="1325528"/>
                  </a:lnTo>
                  <a:lnTo>
                    <a:pt x="5520066" y="1362662"/>
                  </a:lnTo>
                  <a:lnTo>
                    <a:pt x="5520727" y="1406010"/>
                  </a:lnTo>
                  <a:lnTo>
                    <a:pt x="5521387" y="1430742"/>
                  </a:lnTo>
                  <a:lnTo>
                    <a:pt x="5522048" y="1430742"/>
                  </a:lnTo>
                  <a:lnTo>
                    <a:pt x="5522708" y="1430742"/>
                  </a:lnTo>
                  <a:lnTo>
                    <a:pt x="5523369" y="1430742"/>
                  </a:lnTo>
                  <a:lnTo>
                    <a:pt x="5524030" y="1430742"/>
                  </a:lnTo>
                  <a:lnTo>
                    <a:pt x="5524690" y="1430742"/>
                  </a:lnTo>
                  <a:lnTo>
                    <a:pt x="5525351" y="1430742"/>
                  </a:lnTo>
                  <a:lnTo>
                    <a:pt x="5526011" y="1406010"/>
                  </a:lnTo>
                  <a:lnTo>
                    <a:pt x="5526672" y="1362662"/>
                  </a:lnTo>
                  <a:lnTo>
                    <a:pt x="5527332" y="1343431"/>
                  </a:lnTo>
                  <a:lnTo>
                    <a:pt x="5527993" y="1325528"/>
                  </a:lnTo>
                  <a:lnTo>
                    <a:pt x="5528653" y="1308781"/>
                  </a:lnTo>
                  <a:lnTo>
                    <a:pt x="5529314" y="1293050"/>
                  </a:lnTo>
                  <a:lnTo>
                    <a:pt x="5529974" y="1308781"/>
                  </a:lnTo>
                  <a:lnTo>
                    <a:pt x="5530635" y="1325528"/>
                  </a:lnTo>
                  <a:lnTo>
                    <a:pt x="5531295" y="1343431"/>
                  </a:lnTo>
                  <a:lnTo>
                    <a:pt x="5531956" y="1362662"/>
                  </a:lnTo>
                  <a:lnTo>
                    <a:pt x="5532616" y="1406010"/>
                  </a:lnTo>
                  <a:lnTo>
                    <a:pt x="5533277" y="1430742"/>
                  </a:lnTo>
                  <a:lnTo>
                    <a:pt x="5533937" y="1430742"/>
                  </a:lnTo>
                  <a:lnTo>
                    <a:pt x="5534598" y="1430742"/>
                  </a:lnTo>
                  <a:lnTo>
                    <a:pt x="5535259" y="1430742"/>
                  </a:lnTo>
                  <a:lnTo>
                    <a:pt x="5535919" y="1430742"/>
                  </a:lnTo>
                  <a:lnTo>
                    <a:pt x="5536580" y="1430742"/>
                  </a:lnTo>
                  <a:lnTo>
                    <a:pt x="5537240" y="1430742"/>
                  </a:lnTo>
                  <a:lnTo>
                    <a:pt x="5537901" y="1430742"/>
                  </a:lnTo>
                  <a:lnTo>
                    <a:pt x="5538561" y="1430742"/>
                  </a:lnTo>
                  <a:lnTo>
                    <a:pt x="5539222" y="1383432"/>
                  </a:lnTo>
                  <a:lnTo>
                    <a:pt x="5539882" y="1325528"/>
                  </a:lnTo>
                  <a:lnTo>
                    <a:pt x="5540543" y="1308781"/>
                  </a:lnTo>
                  <a:lnTo>
                    <a:pt x="5541203" y="1308781"/>
                  </a:lnTo>
                  <a:lnTo>
                    <a:pt x="5541864" y="1308781"/>
                  </a:lnTo>
                  <a:lnTo>
                    <a:pt x="5542524" y="1325528"/>
                  </a:lnTo>
                  <a:lnTo>
                    <a:pt x="5543185" y="1343431"/>
                  </a:lnTo>
                  <a:lnTo>
                    <a:pt x="5543845" y="1343431"/>
                  </a:lnTo>
                  <a:lnTo>
                    <a:pt x="5544506" y="1343431"/>
                  </a:lnTo>
                  <a:lnTo>
                    <a:pt x="5545167" y="1343431"/>
                  </a:lnTo>
                  <a:lnTo>
                    <a:pt x="5545827" y="1362662"/>
                  </a:lnTo>
                  <a:lnTo>
                    <a:pt x="5546488" y="1383432"/>
                  </a:lnTo>
                  <a:lnTo>
                    <a:pt x="5547148" y="1343431"/>
                  </a:lnTo>
                  <a:lnTo>
                    <a:pt x="5547809" y="1279664"/>
                  </a:lnTo>
                  <a:lnTo>
                    <a:pt x="5548469" y="1231509"/>
                  </a:lnTo>
                  <a:lnTo>
                    <a:pt x="5549130" y="1208479"/>
                  </a:lnTo>
                  <a:lnTo>
                    <a:pt x="5549790" y="1208479"/>
                  </a:lnTo>
                  <a:lnTo>
                    <a:pt x="5550451" y="1243838"/>
                  </a:lnTo>
                  <a:lnTo>
                    <a:pt x="5551111" y="1298448"/>
                  </a:lnTo>
                  <a:lnTo>
                    <a:pt x="5551772" y="1362662"/>
                  </a:lnTo>
                  <a:lnTo>
                    <a:pt x="5552432" y="1406010"/>
                  </a:lnTo>
                  <a:lnTo>
                    <a:pt x="5553093" y="1430742"/>
                  </a:lnTo>
                  <a:lnTo>
                    <a:pt x="5553753" y="1430742"/>
                  </a:lnTo>
                  <a:lnTo>
                    <a:pt x="5554414" y="1430742"/>
                  </a:lnTo>
                  <a:lnTo>
                    <a:pt x="5555075" y="1430742"/>
                  </a:lnTo>
                  <a:lnTo>
                    <a:pt x="5555735" y="1430742"/>
                  </a:lnTo>
                  <a:lnTo>
                    <a:pt x="5556396" y="1430742"/>
                  </a:lnTo>
                  <a:lnTo>
                    <a:pt x="5557056" y="1383432"/>
                  </a:lnTo>
                  <a:lnTo>
                    <a:pt x="5557717" y="1343431"/>
                  </a:lnTo>
                  <a:lnTo>
                    <a:pt x="5558377" y="1325528"/>
                  </a:lnTo>
                  <a:lnTo>
                    <a:pt x="5559038" y="1325528"/>
                  </a:lnTo>
                  <a:lnTo>
                    <a:pt x="5559698" y="1325528"/>
                  </a:lnTo>
                  <a:lnTo>
                    <a:pt x="5560359" y="1362662"/>
                  </a:lnTo>
                  <a:lnTo>
                    <a:pt x="5561019" y="1362662"/>
                  </a:lnTo>
                  <a:lnTo>
                    <a:pt x="5561680" y="1343431"/>
                  </a:lnTo>
                  <a:lnTo>
                    <a:pt x="5562340" y="1325528"/>
                  </a:lnTo>
                  <a:lnTo>
                    <a:pt x="5563001" y="1325528"/>
                  </a:lnTo>
                  <a:lnTo>
                    <a:pt x="5563661" y="1325528"/>
                  </a:lnTo>
                  <a:lnTo>
                    <a:pt x="5564322" y="1362662"/>
                  </a:lnTo>
                  <a:lnTo>
                    <a:pt x="5564982" y="1406010"/>
                  </a:lnTo>
                  <a:lnTo>
                    <a:pt x="5565643" y="1430742"/>
                  </a:lnTo>
                  <a:lnTo>
                    <a:pt x="5566304" y="1430742"/>
                  </a:lnTo>
                  <a:lnTo>
                    <a:pt x="5566964" y="1406010"/>
                  </a:lnTo>
                  <a:lnTo>
                    <a:pt x="5567625" y="1362662"/>
                  </a:lnTo>
                  <a:lnTo>
                    <a:pt x="5568285" y="1325528"/>
                  </a:lnTo>
                  <a:lnTo>
                    <a:pt x="5568946" y="1314521"/>
                  </a:lnTo>
                  <a:lnTo>
                    <a:pt x="5569606" y="1314521"/>
                  </a:lnTo>
                  <a:lnTo>
                    <a:pt x="5570267" y="1331655"/>
                  </a:lnTo>
                  <a:lnTo>
                    <a:pt x="5570927" y="1369744"/>
                  </a:lnTo>
                  <a:lnTo>
                    <a:pt x="5571588" y="1414401"/>
                  </a:lnTo>
                  <a:lnTo>
                    <a:pt x="5572248" y="1430742"/>
                  </a:lnTo>
                  <a:lnTo>
                    <a:pt x="5572909" y="1430742"/>
                  </a:lnTo>
                  <a:lnTo>
                    <a:pt x="5573569" y="1430742"/>
                  </a:lnTo>
                  <a:lnTo>
                    <a:pt x="5574230" y="1430742"/>
                  </a:lnTo>
                  <a:lnTo>
                    <a:pt x="5574890" y="1430742"/>
                  </a:lnTo>
                  <a:lnTo>
                    <a:pt x="5575551" y="1430742"/>
                  </a:lnTo>
                  <a:lnTo>
                    <a:pt x="5576212" y="1430742"/>
                  </a:lnTo>
                  <a:lnTo>
                    <a:pt x="5576872" y="1430742"/>
                  </a:lnTo>
                  <a:lnTo>
                    <a:pt x="5577533" y="1430742"/>
                  </a:lnTo>
                  <a:lnTo>
                    <a:pt x="5578193" y="1430742"/>
                  </a:lnTo>
                  <a:lnTo>
                    <a:pt x="5578854" y="1430742"/>
                  </a:lnTo>
                  <a:lnTo>
                    <a:pt x="5579514" y="1408380"/>
                  </a:lnTo>
                  <a:lnTo>
                    <a:pt x="5580175" y="1364665"/>
                  </a:lnTo>
                  <a:lnTo>
                    <a:pt x="5580835" y="1310408"/>
                  </a:lnTo>
                  <a:lnTo>
                    <a:pt x="5581496" y="1279664"/>
                  </a:lnTo>
                  <a:lnTo>
                    <a:pt x="5582156" y="1265557"/>
                  </a:lnTo>
                  <a:lnTo>
                    <a:pt x="5582817" y="1278218"/>
                  </a:lnTo>
                  <a:lnTo>
                    <a:pt x="5583477" y="1308781"/>
                  </a:lnTo>
                  <a:lnTo>
                    <a:pt x="5584138" y="1362662"/>
                  </a:lnTo>
                  <a:lnTo>
                    <a:pt x="5584798" y="1406010"/>
                  </a:lnTo>
                  <a:lnTo>
                    <a:pt x="5585459" y="1430742"/>
                  </a:lnTo>
                  <a:lnTo>
                    <a:pt x="5586120" y="1430742"/>
                  </a:lnTo>
                  <a:lnTo>
                    <a:pt x="5586780" y="1430742"/>
                  </a:lnTo>
                  <a:lnTo>
                    <a:pt x="5587441" y="1430742"/>
                  </a:lnTo>
                  <a:lnTo>
                    <a:pt x="5588101" y="1430742"/>
                  </a:lnTo>
                  <a:lnTo>
                    <a:pt x="5588762" y="1430742"/>
                  </a:lnTo>
                  <a:lnTo>
                    <a:pt x="5589422" y="1430742"/>
                  </a:lnTo>
                  <a:lnTo>
                    <a:pt x="5590083" y="1430742"/>
                  </a:lnTo>
                  <a:lnTo>
                    <a:pt x="5590743" y="1430742"/>
                  </a:lnTo>
                  <a:lnTo>
                    <a:pt x="5591404" y="1430742"/>
                  </a:lnTo>
                  <a:lnTo>
                    <a:pt x="5592064" y="1406010"/>
                  </a:lnTo>
                  <a:lnTo>
                    <a:pt x="5592725" y="1362662"/>
                  </a:lnTo>
                  <a:lnTo>
                    <a:pt x="5593385" y="1337024"/>
                  </a:lnTo>
                  <a:lnTo>
                    <a:pt x="5594046" y="1337024"/>
                  </a:lnTo>
                  <a:lnTo>
                    <a:pt x="5594706" y="1337024"/>
                  </a:lnTo>
                  <a:lnTo>
                    <a:pt x="5595367" y="1355768"/>
                  </a:lnTo>
                  <a:lnTo>
                    <a:pt x="5596028" y="1397882"/>
                  </a:lnTo>
                  <a:lnTo>
                    <a:pt x="5596688" y="1406010"/>
                  </a:lnTo>
                  <a:lnTo>
                    <a:pt x="5597349" y="1362662"/>
                  </a:lnTo>
                  <a:lnTo>
                    <a:pt x="5598009" y="1308781"/>
                  </a:lnTo>
                  <a:lnTo>
                    <a:pt x="5598670" y="1282579"/>
                  </a:lnTo>
                  <a:lnTo>
                    <a:pt x="5599330" y="1264872"/>
                  </a:lnTo>
                  <a:lnTo>
                    <a:pt x="5599991" y="1264872"/>
                  </a:lnTo>
                  <a:lnTo>
                    <a:pt x="5600651" y="1293814"/>
                  </a:lnTo>
                  <a:lnTo>
                    <a:pt x="5601312" y="1344360"/>
                  </a:lnTo>
                  <a:lnTo>
                    <a:pt x="5601972" y="1378081"/>
                  </a:lnTo>
                  <a:lnTo>
                    <a:pt x="5602633" y="1406010"/>
                  </a:lnTo>
                  <a:lnTo>
                    <a:pt x="5603293" y="1430742"/>
                  </a:lnTo>
                  <a:lnTo>
                    <a:pt x="5603954" y="1430742"/>
                  </a:lnTo>
                  <a:lnTo>
                    <a:pt x="5604614" y="1430742"/>
                  </a:lnTo>
                  <a:lnTo>
                    <a:pt x="5605275" y="1430742"/>
                  </a:lnTo>
                  <a:lnTo>
                    <a:pt x="5605935" y="1430742"/>
                  </a:lnTo>
                  <a:lnTo>
                    <a:pt x="5606596" y="1430742"/>
                  </a:lnTo>
                  <a:lnTo>
                    <a:pt x="5607257" y="1430742"/>
                  </a:lnTo>
                  <a:lnTo>
                    <a:pt x="5607917" y="1430742"/>
                  </a:lnTo>
                  <a:lnTo>
                    <a:pt x="5608578" y="1430742"/>
                  </a:lnTo>
                  <a:lnTo>
                    <a:pt x="5609238" y="1430742"/>
                  </a:lnTo>
                  <a:lnTo>
                    <a:pt x="5609899" y="1430742"/>
                  </a:lnTo>
                  <a:lnTo>
                    <a:pt x="5610559" y="1430742"/>
                  </a:lnTo>
                  <a:lnTo>
                    <a:pt x="5611220" y="1430742"/>
                  </a:lnTo>
                  <a:lnTo>
                    <a:pt x="5611880" y="1408380"/>
                  </a:lnTo>
                  <a:lnTo>
                    <a:pt x="5612541" y="1364665"/>
                  </a:lnTo>
                  <a:lnTo>
                    <a:pt x="5613201" y="1327264"/>
                  </a:lnTo>
                  <a:lnTo>
                    <a:pt x="5613862" y="1310408"/>
                  </a:lnTo>
                  <a:lnTo>
                    <a:pt x="5614522" y="1310408"/>
                  </a:lnTo>
                  <a:lnTo>
                    <a:pt x="5615183" y="1325528"/>
                  </a:lnTo>
                  <a:lnTo>
                    <a:pt x="5615843" y="1362662"/>
                  </a:lnTo>
                  <a:lnTo>
                    <a:pt x="5616504" y="1406010"/>
                  </a:lnTo>
                  <a:lnTo>
                    <a:pt x="5617165" y="1430742"/>
                  </a:lnTo>
                  <a:lnTo>
                    <a:pt x="5617825" y="1430742"/>
                  </a:lnTo>
                  <a:lnTo>
                    <a:pt x="5618486" y="1430742"/>
                  </a:lnTo>
                  <a:lnTo>
                    <a:pt x="5619146" y="1430742"/>
                  </a:lnTo>
                  <a:lnTo>
                    <a:pt x="5619807" y="1430742"/>
                  </a:lnTo>
                  <a:lnTo>
                    <a:pt x="5620467" y="1430742"/>
                  </a:lnTo>
                  <a:lnTo>
                    <a:pt x="5621128" y="1430742"/>
                  </a:lnTo>
                  <a:lnTo>
                    <a:pt x="5621788" y="1430742"/>
                  </a:lnTo>
                  <a:lnTo>
                    <a:pt x="5622449" y="1430742"/>
                  </a:lnTo>
                  <a:lnTo>
                    <a:pt x="5623109" y="1406010"/>
                  </a:lnTo>
                  <a:lnTo>
                    <a:pt x="5623770" y="1343431"/>
                  </a:lnTo>
                  <a:lnTo>
                    <a:pt x="5624430" y="1293050"/>
                  </a:lnTo>
                  <a:lnTo>
                    <a:pt x="5625091" y="1264188"/>
                  </a:lnTo>
                  <a:lnTo>
                    <a:pt x="5625751" y="1264188"/>
                  </a:lnTo>
                  <a:lnTo>
                    <a:pt x="5626412" y="1278218"/>
                  </a:lnTo>
                  <a:lnTo>
                    <a:pt x="5627073" y="1278218"/>
                  </a:lnTo>
                  <a:lnTo>
                    <a:pt x="5627733" y="1250878"/>
                  </a:lnTo>
                  <a:lnTo>
                    <a:pt x="5628394" y="1226146"/>
                  </a:lnTo>
                  <a:lnTo>
                    <a:pt x="5629054" y="1196107"/>
                  </a:lnTo>
                  <a:lnTo>
                    <a:pt x="5629715" y="1175904"/>
                  </a:lnTo>
                  <a:lnTo>
                    <a:pt x="5630375" y="1196107"/>
                  </a:lnTo>
                  <a:lnTo>
                    <a:pt x="5631036" y="1241951"/>
                  </a:lnTo>
                  <a:lnTo>
                    <a:pt x="5631696" y="1297670"/>
                  </a:lnTo>
                  <a:lnTo>
                    <a:pt x="5632357" y="1343431"/>
                  </a:lnTo>
                  <a:lnTo>
                    <a:pt x="5633017" y="1383432"/>
                  </a:lnTo>
                  <a:lnTo>
                    <a:pt x="5633678" y="1406010"/>
                  </a:lnTo>
                  <a:lnTo>
                    <a:pt x="5634338" y="1430742"/>
                  </a:lnTo>
                  <a:lnTo>
                    <a:pt x="5634999" y="1430742"/>
                  </a:lnTo>
                  <a:lnTo>
                    <a:pt x="5635659" y="1430742"/>
                  </a:lnTo>
                  <a:lnTo>
                    <a:pt x="5636320" y="1430742"/>
                  </a:lnTo>
                  <a:lnTo>
                    <a:pt x="5636980" y="1430742"/>
                  </a:lnTo>
                  <a:lnTo>
                    <a:pt x="5637641" y="1430742"/>
                  </a:lnTo>
                  <a:lnTo>
                    <a:pt x="5638302" y="1406010"/>
                  </a:lnTo>
                  <a:lnTo>
                    <a:pt x="5638962" y="1362662"/>
                  </a:lnTo>
                  <a:lnTo>
                    <a:pt x="5639623" y="1343431"/>
                  </a:lnTo>
                  <a:lnTo>
                    <a:pt x="5640283" y="1343431"/>
                  </a:lnTo>
                  <a:lnTo>
                    <a:pt x="5640944" y="1343431"/>
                  </a:lnTo>
                  <a:lnTo>
                    <a:pt x="5641604" y="1362662"/>
                  </a:lnTo>
                  <a:lnTo>
                    <a:pt x="5642265" y="1406010"/>
                  </a:lnTo>
                  <a:lnTo>
                    <a:pt x="5642925" y="1430742"/>
                  </a:lnTo>
                  <a:lnTo>
                    <a:pt x="5643586" y="1430742"/>
                  </a:lnTo>
                  <a:lnTo>
                    <a:pt x="5644246" y="1430742"/>
                  </a:lnTo>
                  <a:lnTo>
                    <a:pt x="5644907" y="1430742"/>
                  </a:lnTo>
                  <a:lnTo>
                    <a:pt x="5645567" y="1430742"/>
                  </a:lnTo>
                  <a:lnTo>
                    <a:pt x="5646228" y="1430742"/>
                  </a:lnTo>
                  <a:lnTo>
                    <a:pt x="5646888" y="1430742"/>
                  </a:lnTo>
                  <a:lnTo>
                    <a:pt x="5647549" y="1430742"/>
                  </a:lnTo>
                  <a:lnTo>
                    <a:pt x="5648210" y="1430742"/>
                  </a:lnTo>
                  <a:lnTo>
                    <a:pt x="5648870" y="1430742"/>
                  </a:lnTo>
                  <a:lnTo>
                    <a:pt x="5649531" y="1430742"/>
                  </a:lnTo>
                  <a:lnTo>
                    <a:pt x="5650191" y="1430742"/>
                  </a:lnTo>
                  <a:lnTo>
                    <a:pt x="5650852" y="1430742"/>
                  </a:lnTo>
                  <a:lnTo>
                    <a:pt x="5651512" y="1430742"/>
                  </a:lnTo>
                  <a:lnTo>
                    <a:pt x="5652173" y="1430742"/>
                  </a:lnTo>
                  <a:lnTo>
                    <a:pt x="5652833" y="1430742"/>
                  </a:lnTo>
                  <a:lnTo>
                    <a:pt x="5653494" y="1430742"/>
                  </a:lnTo>
                  <a:lnTo>
                    <a:pt x="5654154" y="1406010"/>
                  </a:lnTo>
                  <a:lnTo>
                    <a:pt x="5654815" y="1362662"/>
                  </a:lnTo>
                  <a:lnTo>
                    <a:pt x="5655475" y="1343431"/>
                  </a:lnTo>
                  <a:lnTo>
                    <a:pt x="5656136" y="1343431"/>
                  </a:lnTo>
                  <a:lnTo>
                    <a:pt x="5656796" y="1343431"/>
                  </a:lnTo>
                  <a:lnTo>
                    <a:pt x="5657457" y="1362662"/>
                  </a:lnTo>
                  <a:lnTo>
                    <a:pt x="5658118" y="1406010"/>
                  </a:lnTo>
                  <a:lnTo>
                    <a:pt x="5658778" y="1430742"/>
                  </a:lnTo>
                  <a:lnTo>
                    <a:pt x="5659439" y="1430742"/>
                  </a:lnTo>
                  <a:lnTo>
                    <a:pt x="5660099" y="1430742"/>
                  </a:lnTo>
                  <a:lnTo>
                    <a:pt x="5660760" y="1430742"/>
                  </a:lnTo>
                  <a:lnTo>
                    <a:pt x="5661420" y="1430742"/>
                  </a:lnTo>
                  <a:lnTo>
                    <a:pt x="5662081" y="1430742"/>
                  </a:lnTo>
                  <a:lnTo>
                    <a:pt x="5662741" y="1430742"/>
                  </a:lnTo>
                  <a:lnTo>
                    <a:pt x="5663402" y="1430742"/>
                  </a:lnTo>
                  <a:lnTo>
                    <a:pt x="5664062" y="1430742"/>
                  </a:lnTo>
                  <a:lnTo>
                    <a:pt x="5664723" y="1430742"/>
                  </a:lnTo>
                  <a:lnTo>
                    <a:pt x="5665383" y="1430742"/>
                  </a:lnTo>
                  <a:lnTo>
                    <a:pt x="5666044" y="1430742"/>
                  </a:lnTo>
                  <a:lnTo>
                    <a:pt x="5666704" y="1430742"/>
                  </a:lnTo>
                  <a:lnTo>
                    <a:pt x="5667365" y="1430742"/>
                  </a:lnTo>
                  <a:lnTo>
                    <a:pt x="5668026" y="1430742"/>
                  </a:lnTo>
                  <a:lnTo>
                    <a:pt x="5668686" y="1430742"/>
                  </a:lnTo>
                  <a:lnTo>
                    <a:pt x="5669347" y="1430742"/>
                  </a:lnTo>
                  <a:lnTo>
                    <a:pt x="5670007" y="1430742"/>
                  </a:lnTo>
                  <a:lnTo>
                    <a:pt x="5670668" y="1430742"/>
                  </a:lnTo>
                  <a:lnTo>
                    <a:pt x="5671328" y="1430742"/>
                  </a:lnTo>
                  <a:lnTo>
                    <a:pt x="5671989" y="1430742"/>
                  </a:lnTo>
                  <a:lnTo>
                    <a:pt x="5672649" y="1430742"/>
                  </a:lnTo>
                  <a:lnTo>
                    <a:pt x="5673310" y="1430742"/>
                  </a:lnTo>
                  <a:lnTo>
                    <a:pt x="5673970" y="1430742"/>
                  </a:lnTo>
                  <a:lnTo>
                    <a:pt x="5674631" y="1430742"/>
                  </a:lnTo>
                  <a:lnTo>
                    <a:pt x="5675291" y="1430742"/>
                  </a:lnTo>
                  <a:lnTo>
                    <a:pt x="5675952" y="1430742"/>
                  </a:lnTo>
                  <a:lnTo>
                    <a:pt x="5676612" y="1406010"/>
                  </a:lnTo>
                  <a:lnTo>
                    <a:pt x="5677273" y="1362662"/>
                  </a:lnTo>
                  <a:lnTo>
                    <a:pt x="5677933" y="1332542"/>
                  </a:lnTo>
                  <a:lnTo>
                    <a:pt x="5678594" y="1315351"/>
                  </a:lnTo>
                  <a:lnTo>
                    <a:pt x="5679255" y="1315351"/>
                  </a:lnTo>
                  <a:lnTo>
                    <a:pt x="5679915" y="1332542"/>
                  </a:lnTo>
                  <a:lnTo>
                    <a:pt x="5680576" y="1370771"/>
                  </a:lnTo>
                  <a:lnTo>
                    <a:pt x="5681236" y="1406010"/>
                  </a:lnTo>
                  <a:lnTo>
                    <a:pt x="5681897" y="1406010"/>
                  </a:lnTo>
                  <a:lnTo>
                    <a:pt x="5682557" y="1383432"/>
                  </a:lnTo>
                  <a:lnTo>
                    <a:pt x="5683218" y="1346227"/>
                  </a:lnTo>
                  <a:lnTo>
                    <a:pt x="5683878" y="1311226"/>
                  </a:lnTo>
                  <a:lnTo>
                    <a:pt x="5684539" y="1290770"/>
                  </a:lnTo>
                  <a:lnTo>
                    <a:pt x="5685199" y="1290770"/>
                  </a:lnTo>
                  <a:lnTo>
                    <a:pt x="5685860" y="1276065"/>
                  </a:lnTo>
                  <a:lnTo>
                    <a:pt x="5686520" y="1288511"/>
                  </a:lnTo>
                  <a:lnTo>
                    <a:pt x="5687181" y="1273929"/>
                  </a:lnTo>
                  <a:lnTo>
                    <a:pt x="5687841" y="1229709"/>
                  </a:lnTo>
                  <a:lnTo>
                    <a:pt x="5688502" y="1175904"/>
                  </a:lnTo>
                  <a:lnTo>
                    <a:pt x="5689163" y="1148272"/>
                  </a:lnTo>
                  <a:lnTo>
                    <a:pt x="5689823" y="1139257"/>
                  </a:lnTo>
                  <a:lnTo>
                    <a:pt x="5690484" y="1165894"/>
                  </a:lnTo>
                  <a:lnTo>
                    <a:pt x="5691144" y="1214048"/>
                  </a:lnTo>
                  <a:lnTo>
                    <a:pt x="5691805" y="1292288"/>
                  </a:lnTo>
                  <a:lnTo>
                    <a:pt x="5692465" y="1382353"/>
                  </a:lnTo>
                  <a:lnTo>
                    <a:pt x="5693126" y="1430742"/>
                  </a:lnTo>
                  <a:lnTo>
                    <a:pt x="5693786" y="1383432"/>
                  </a:lnTo>
                  <a:lnTo>
                    <a:pt x="5694447" y="1325528"/>
                  </a:lnTo>
                  <a:lnTo>
                    <a:pt x="5695107" y="1278218"/>
                  </a:lnTo>
                  <a:lnTo>
                    <a:pt x="5695768" y="1238218"/>
                  </a:lnTo>
                  <a:lnTo>
                    <a:pt x="5696428" y="1214611"/>
                  </a:lnTo>
                  <a:lnTo>
                    <a:pt x="5697089" y="1226146"/>
                  </a:lnTo>
                  <a:lnTo>
                    <a:pt x="5697749" y="1250878"/>
                  </a:lnTo>
                  <a:lnTo>
                    <a:pt x="5698410" y="1293050"/>
                  </a:lnTo>
                  <a:lnTo>
                    <a:pt x="5699071" y="1343431"/>
                  </a:lnTo>
                  <a:lnTo>
                    <a:pt x="5699731" y="1383432"/>
                  </a:lnTo>
                  <a:lnTo>
                    <a:pt x="5700392" y="1406010"/>
                  </a:lnTo>
                  <a:lnTo>
                    <a:pt x="5701052" y="1430742"/>
                  </a:lnTo>
                  <a:lnTo>
                    <a:pt x="5701713" y="1430742"/>
                  </a:lnTo>
                  <a:lnTo>
                    <a:pt x="5702373" y="1406010"/>
                  </a:lnTo>
                  <a:lnTo>
                    <a:pt x="5703034" y="1362662"/>
                  </a:lnTo>
                  <a:lnTo>
                    <a:pt x="5703694" y="1343431"/>
                  </a:lnTo>
                  <a:lnTo>
                    <a:pt x="5704355" y="1343431"/>
                  </a:lnTo>
                  <a:lnTo>
                    <a:pt x="5705015" y="1343431"/>
                  </a:lnTo>
                  <a:lnTo>
                    <a:pt x="5705676" y="1362662"/>
                  </a:lnTo>
                  <a:lnTo>
                    <a:pt x="5706336" y="1406010"/>
                  </a:lnTo>
                  <a:lnTo>
                    <a:pt x="5706997" y="1430742"/>
                  </a:lnTo>
                  <a:lnTo>
                    <a:pt x="5707657" y="1430742"/>
                  </a:lnTo>
                  <a:lnTo>
                    <a:pt x="5708318" y="1430742"/>
                  </a:lnTo>
                  <a:lnTo>
                    <a:pt x="5708978" y="1430742"/>
                  </a:lnTo>
                  <a:lnTo>
                    <a:pt x="5709639" y="1430742"/>
                  </a:lnTo>
                  <a:lnTo>
                    <a:pt x="5710300" y="1430742"/>
                  </a:lnTo>
                  <a:lnTo>
                    <a:pt x="5710960" y="1430742"/>
                  </a:lnTo>
                  <a:lnTo>
                    <a:pt x="5711621" y="1430742"/>
                  </a:lnTo>
                  <a:lnTo>
                    <a:pt x="5712281" y="1406010"/>
                  </a:lnTo>
                  <a:lnTo>
                    <a:pt x="5712942" y="1362662"/>
                  </a:lnTo>
                  <a:lnTo>
                    <a:pt x="5713602" y="1343431"/>
                  </a:lnTo>
                  <a:lnTo>
                    <a:pt x="5714263" y="1343431"/>
                  </a:lnTo>
                  <a:lnTo>
                    <a:pt x="5714923" y="1343431"/>
                  </a:lnTo>
                  <a:lnTo>
                    <a:pt x="5715584" y="1325528"/>
                  </a:lnTo>
                  <a:lnTo>
                    <a:pt x="5716244" y="1325528"/>
                  </a:lnTo>
                  <a:lnTo>
                    <a:pt x="5716905" y="1325528"/>
                  </a:lnTo>
                  <a:lnTo>
                    <a:pt x="5717565" y="1325528"/>
                  </a:lnTo>
                  <a:lnTo>
                    <a:pt x="5718226" y="1325528"/>
                  </a:lnTo>
                  <a:lnTo>
                    <a:pt x="5718886" y="1362662"/>
                  </a:lnTo>
                  <a:lnTo>
                    <a:pt x="5719547" y="1383432"/>
                  </a:lnTo>
                  <a:lnTo>
                    <a:pt x="5720208" y="1362662"/>
                  </a:lnTo>
                  <a:lnTo>
                    <a:pt x="5720868" y="1343431"/>
                  </a:lnTo>
                  <a:lnTo>
                    <a:pt x="5721529" y="1325528"/>
                  </a:lnTo>
                  <a:lnTo>
                    <a:pt x="5722189" y="1325528"/>
                  </a:lnTo>
                  <a:lnTo>
                    <a:pt x="5722850" y="1343431"/>
                  </a:lnTo>
                  <a:lnTo>
                    <a:pt x="5723510" y="1383432"/>
                  </a:lnTo>
                  <a:lnTo>
                    <a:pt x="5724171" y="1406010"/>
                  </a:lnTo>
                  <a:lnTo>
                    <a:pt x="5724831" y="1430742"/>
                  </a:lnTo>
                  <a:lnTo>
                    <a:pt x="5725492" y="1406010"/>
                  </a:lnTo>
                  <a:lnTo>
                    <a:pt x="5726152" y="1362662"/>
                  </a:lnTo>
                  <a:lnTo>
                    <a:pt x="5726813" y="1343431"/>
                  </a:lnTo>
                  <a:lnTo>
                    <a:pt x="5727473" y="1325528"/>
                  </a:lnTo>
                  <a:lnTo>
                    <a:pt x="5728134" y="1325528"/>
                  </a:lnTo>
                  <a:lnTo>
                    <a:pt x="5728794" y="1343431"/>
                  </a:lnTo>
                  <a:lnTo>
                    <a:pt x="5729455" y="1383432"/>
                  </a:lnTo>
                  <a:lnTo>
                    <a:pt x="5730116" y="1406010"/>
                  </a:lnTo>
                  <a:lnTo>
                    <a:pt x="5730776" y="1430742"/>
                  </a:lnTo>
                  <a:lnTo>
                    <a:pt x="5731437" y="1430742"/>
                  </a:lnTo>
                  <a:lnTo>
                    <a:pt x="5732097" y="1430742"/>
                  </a:lnTo>
                  <a:lnTo>
                    <a:pt x="5732758" y="1430742"/>
                  </a:lnTo>
                  <a:lnTo>
                    <a:pt x="5733418" y="1430742"/>
                  </a:lnTo>
                  <a:lnTo>
                    <a:pt x="5734079" y="1430742"/>
                  </a:lnTo>
                  <a:lnTo>
                    <a:pt x="5734739" y="1430742"/>
                  </a:lnTo>
                  <a:lnTo>
                    <a:pt x="5735400" y="1430742"/>
                  </a:lnTo>
                  <a:lnTo>
                    <a:pt x="5736060" y="1430742"/>
                  </a:lnTo>
                  <a:lnTo>
                    <a:pt x="5736721" y="1408380"/>
                  </a:lnTo>
                  <a:lnTo>
                    <a:pt x="5737381" y="1385603"/>
                  </a:lnTo>
                  <a:lnTo>
                    <a:pt x="5738042" y="1345292"/>
                  </a:lnTo>
                  <a:lnTo>
                    <a:pt x="5738702" y="1327264"/>
                  </a:lnTo>
                  <a:lnTo>
                    <a:pt x="5739363" y="1310408"/>
                  </a:lnTo>
                  <a:lnTo>
                    <a:pt x="5740024" y="1325528"/>
                  </a:lnTo>
                  <a:lnTo>
                    <a:pt x="5740684" y="1343431"/>
                  </a:lnTo>
                  <a:lnTo>
                    <a:pt x="5741345" y="1383432"/>
                  </a:lnTo>
                  <a:lnTo>
                    <a:pt x="5742005" y="1406010"/>
                  </a:lnTo>
                  <a:lnTo>
                    <a:pt x="5742666" y="1430742"/>
                  </a:lnTo>
                  <a:lnTo>
                    <a:pt x="5743326" y="1430742"/>
                  </a:lnTo>
                  <a:lnTo>
                    <a:pt x="5743987" y="1430742"/>
                  </a:lnTo>
                  <a:lnTo>
                    <a:pt x="5744647" y="1430742"/>
                  </a:lnTo>
                  <a:lnTo>
                    <a:pt x="5745308" y="1406010"/>
                  </a:lnTo>
                  <a:lnTo>
                    <a:pt x="5745968" y="1362662"/>
                  </a:lnTo>
                  <a:lnTo>
                    <a:pt x="5746629" y="1325528"/>
                  </a:lnTo>
                  <a:lnTo>
                    <a:pt x="5747289" y="1308781"/>
                  </a:lnTo>
                  <a:lnTo>
                    <a:pt x="5747950" y="1308781"/>
                  </a:lnTo>
                  <a:lnTo>
                    <a:pt x="5748610" y="1325528"/>
                  </a:lnTo>
                  <a:lnTo>
                    <a:pt x="5749271" y="1362662"/>
                  </a:lnTo>
                  <a:lnTo>
                    <a:pt x="5749931" y="1406010"/>
                  </a:lnTo>
                  <a:lnTo>
                    <a:pt x="5750592" y="1430742"/>
                  </a:lnTo>
                  <a:lnTo>
                    <a:pt x="5751253" y="1430742"/>
                  </a:lnTo>
                  <a:lnTo>
                    <a:pt x="5751913" y="1430742"/>
                  </a:lnTo>
                  <a:lnTo>
                    <a:pt x="5752574" y="1430742"/>
                  </a:lnTo>
                  <a:lnTo>
                    <a:pt x="5753234" y="1430742"/>
                  </a:lnTo>
                  <a:lnTo>
                    <a:pt x="5753895" y="1430742"/>
                  </a:lnTo>
                  <a:lnTo>
                    <a:pt x="5754555" y="1430742"/>
                  </a:lnTo>
                  <a:lnTo>
                    <a:pt x="5755216" y="1430742"/>
                  </a:lnTo>
                  <a:lnTo>
                    <a:pt x="5755876" y="1430742"/>
                  </a:lnTo>
                  <a:lnTo>
                    <a:pt x="5756537" y="1430742"/>
                  </a:lnTo>
                  <a:lnTo>
                    <a:pt x="5757197" y="1430742"/>
                  </a:lnTo>
                  <a:lnTo>
                    <a:pt x="5757858" y="1430742"/>
                  </a:lnTo>
                  <a:lnTo>
                    <a:pt x="5758518" y="1430742"/>
                  </a:lnTo>
                  <a:lnTo>
                    <a:pt x="5759179" y="1430742"/>
                  </a:lnTo>
                  <a:lnTo>
                    <a:pt x="5759839" y="1430742"/>
                  </a:lnTo>
                  <a:lnTo>
                    <a:pt x="5760500" y="1430742"/>
                  </a:lnTo>
                  <a:lnTo>
                    <a:pt x="5761161" y="1430742"/>
                  </a:lnTo>
                  <a:lnTo>
                    <a:pt x="5761821" y="1430742"/>
                  </a:lnTo>
                  <a:lnTo>
                    <a:pt x="5762482" y="1430742"/>
                  </a:lnTo>
                  <a:lnTo>
                    <a:pt x="5763142" y="1430742"/>
                  </a:lnTo>
                  <a:lnTo>
                    <a:pt x="5763803" y="1430742"/>
                  </a:lnTo>
                  <a:lnTo>
                    <a:pt x="5764463" y="1430742"/>
                  </a:lnTo>
                  <a:lnTo>
                    <a:pt x="5765124" y="1430742"/>
                  </a:lnTo>
                  <a:lnTo>
                    <a:pt x="5765784" y="1430742"/>
                  </a:lnTo>
                  <a:lnTo>
                    <a:pt x="5766445" y="1406010"/>
                  </a:lnTo>
                  <a:lnTo>
                    <a:pt x="5767105" y="1362662"/>
                  </a:lnTo>
                  <a:lnTo>
                    <a:pt x="5767766" y="1308781"/>
                  </a:lnTo>
                  <a:lnTo>
                    <a:pt x="5768426" y="1278218"/>
                  </a:lnTo>
                  <a:lnTo>
                    <a:pt x="5769087" y="1264188"/>
                  </a:lnTo>
                  <a:lnTo>
                    <a:pt x="5769747" y="1264188"/>
                  </a:lnTo>
                  <a:lnTo>
                    <a:pt x="5770408" y="1278218"/>
                  </a:lnTo>
                  <a:lnTo>
                    <a:pt x="5771069" y="1293050"/>
                  </a:lnTo>
                  <a:lnTo>
                    <a:pt x="5771729" y="1278218"/>
                  </a:lnTo>
                  <a:lnTo>
                    <a:pt x="5772390" y="1238218"/>
                  </a:lnTo>
                  <a:lnTo>
                    <a:pt x="5773050" y="1226146"/>
                  </a:lnTo>
                  <a:lnTo>
                    <a:pt x="5773711" y="1214611"/>
                  </a:lnTo>
                  <a:lnTo>
                    <a:pt x="5774371" y="1226146"/>
                  </a:lnTo>
                  <a:lnTo>
                    <a:pt x="5775032" y="1238218"/>
                  </a:lnTo>
                  <a:lnTo>
                    <a:pt x="5775692" y="1264188"/>
                  </a:lnTo>
                  <a:lnTo>
                    <a:pt x="5776353" y="1264188"/>
                  </a:lnTo>
                  <a:lnTo>
                    <a:pt x="5777013" y="1278218"/>
                  </a:lnTo>
                  <a:lnTo>
                    <a:pt x="5777674" y="1293050"/>
                  </a:lnTo>
                  <a:lnTo>
                    <a:pt x="5778334" y="1325528"/>
                  </a:lnTo>
                  <a:lnTo>
                    <a:pt x="5778995" y="1362662"/>
                  </a:lnTo>
                  <a:lnTo>
                    <a:pt x="5779655" y="1406010"/>
                  </a:lnTo>
                  <a:lnTo>
                    <a:pt x="5780316" y="1430742"/>
                  </a:lnTo>
                  <a:lnTo>
                    <a:pt x="5780976" y="1430742"/>
                  </a:lnTo>
                  <a:lnTo>
                    <a:pt x="5781637" y="1430742"/>
                  </a:lnTo>
                  <a:lnTo>
                    <a:pt x="5782298" y="1430742"/>
                  </a:lnTo>
                  <a:lnTo>
                    <a:pt x="5782958" y="1430742"/>
                  </a:lnTo>
                  <a:lnTo>
                    <a:pt x="5783619" y="1430742"/>
                  </a:lnTo>
                  <a:lnTo>
                    <a:pt x="5784279" y="1430742"/>
                  </a:lnTo>
                  <a:lnTo>
                    <a:pt x="5784940" y="1430742"/>
                  </a:lnTo>
                  <a:lnTo>
                    <a:pt x="5785600" y="1430742"/>
                  </a:lnTo>
                  <a:lnTo>
                    <a:pt x="5786261" y="1430742"/>
                  </a:lnTo>
                  <a:lnTo>
                    <a:pt x="5786921" y="1383432"/>
                  </a:lnTo>
                  <a:lnTo>
                    <a:pt x="5787582" y="1343431"/>
                  </a:lnTo>
                  <a:lnTo>
                    <a:pt x="5788242" y="1325528"/>
                  </a:lnTo>
                  <a:lnTo>
                    <a:pt x="5788903" y="1325528"/>
                  </a:lnTo>
                  <a:lnTo>
                    <a:pt x="5789563" y="1325528"/>
                  </a:lnTo>
                  <a:lnTo>
                    <a:pt x="5790224" y="1362662"/>
                  </a:lnTo>
                  <a:lnTo>
                    <a:pt x="5790884" y="1406010"/>
                  </a:lnTo>
                  <a:lnTo>
                    <a:pt x="5791545" y="1430742"/>
                  </a:lnTo>
                  <a:lnTo>
                    <a:pt x="5792206" y="1430742"/>
                  </a:lnTo>
                  <a:lnTo>
                    <a:pt x="5792866" y="1406010"/>
                  </a:lnTo>
                  <a:lnTo>
                    <a:pt x="5793527" y="1362662"/>
                  </a:lnTo>
                  <a:lnTo>
                    <a:pt x="5794187" y="1325528"/>
                  </a:lnTo>
                  <a:lnTo>
                    <a:pt x="5794848" y="1325528"/>
                  </a:lnTo>
                  <a:lnTo>
                    <a:pt x="5795508" y="1325528"/>
                  </a:lnTo>
                  <a:lnTo>
                    <a:pt x="5796169" y="1343431"/>
                  </a:lnTo>
                  <a:lnTo>
                    <a:pt x="5796829" y="1383432"/>
                  </a:lnTo>
                  <a:lnTo>
                    <a:pt x="5797490" y="1430742"/>
                  </a:lnTo>
                  <a:lnTo>
                    <a:pt x="5798150" y="1430742"/>
                  </a:lnTo>
                  <a:lnTo>
                    <a:pt x="5798811" y="1430742"/>
                  </a:lnTo>
                  <a:lnTo>
                    <a:pt x="5799471" y="1430742"/>
                  </a:lnTo>
                  <a:lnTo>
                    <a:pt x="5800132" y="1430742"/>
                  </a:lnTo>
                  <a:lnTo>
                    <a:pt x="5800792" y="1430742"/>
                  </a:lnTo>
                  <a:lnTo>
                    <a:pt x="5801453" y="1430742"/>
                  </a:lnTo>
                  <a:lnTo>
                    <a:pt x="5802114" y="1430742"/>
                  </a:lnTo>
                  <a:lnTo>
                    <a:pt x="5802774" y="1430742"/>
                  </a:lnTo>
                  <a:lnTo>
                    <a:pt x="5803435" y="1430742"/>
                  </a:lnTo>
                  <a:lnTo>
                    <a:pt x="5804095" y="1430742"/>
                  </a:lnTo>
                  <a:lnTo>
                    <a:pt x="5804756" y="1430742"/>
                  </a:lnTo>
                  <a:lnTo>
                    <a:pt x="5805416" y="1430742"/>
                  </a:lnTo>
                  <a:lnTo>
                    <a:pt x="5806077" y="1430742"/>
                  </a:lnTo>
                  <a:lnTo>
                    <a:pt x="5806737" y="1430742"/>
                  </a:lnTo>
                  <a:lnTo>
                    <a:pt x="5807398" y="1430742"/>
                  </a:lnTo>
                  <a:lnTo>
                    <a:pt x="5808058" y="1430742"/>
                  </a:lnTo>
                  <a:lnTo>
                    <a:pt x="5808719" y="1430742"/>
                  </a:lnTo>
                  <a:lnTo>
                    <a:pt x="5809379" y="1430742"/>
                  </a:lnTo>
                  <a:lnTo>
                    <a:pt x="5810040" y="1430742"/>
                  </a:lnTo>
                  <a:lnTo>
                    <a:pt x="5810700" y="1430742"/>
                  </a:lnTo>
                  <a:lnTo>
                    <a:pt x="5811361" y="1430742"/>
                  </a:lnTo>
                  <a:lnTo>
                    <a:pt x="5812022" y="1430742"/>
                  </a:lnTo>
                  <a:lnTo>
                    <a:pt x="5812682" y="1430742"/>
                  </a:lnTo>
                  <a:lnTo>
                    <a:pt x="5813343" y="1430742"/>
                  </a:lnTo>
                  <a:lnTo>
                    <a:pt x="5814003" y="1430742"/>
                  </a:lnTo>
                  <a:lnTo>
                    <a:pt x="5814664" y="1430742"/>
                  </a:lnTo>
                  <a:lnTo>
                    <a:pt x="5815324" y="1430742"/>
                  </a:lnTo>
                  <a:lnTo>
                    <a:pt x="5815985" y="1430742"/>
                  </a:lnTo>
                  <a:lnTo>
                    <a:pt x="5816645" y="1430742"/>
                  </a:lnTo>
                  <a:lnTo>
                    <a:pt x="5817306" y="1430742"/>
                  </a:lnTo>
                  <a:lnTo>
                    <a:pt x="5817966" y="1430742"/>
                  </a:lnTo>
                  <a:lnTo>
                    <a:pt x="5818627" y="1406010"/>
                  </a:lnTo>
                  <a:lnTo>
                    <a:pt x="5819287" y="1383432"/>
                  </a:lnTo>
                  <a:lnTo>
                    <a:pt x="5819948" y="1356741"/>
                  </a:lnTo>
                  <a:lnTo>
                    <a:pt x="5820608" y="1337930"/>
                  </a:lnTo>
                  <a:lnTo>
                    <a:pt x="5821269" y="1337930"/>
                  </a:lnTo>
                  <a:lnTo>
                    <a:pt x="5821929" y="1356741"/>
                  </a:lnTo>
                  <a:lnTo>
                    <a:pt x="5822590" y="1377024"/>
                  </a:lnTo>
                  <a:lnTo>
                    <a:pt x="5823251" y="1406010"/>
                  </a:lnTo>
                  <a:lnTo>
                    <a:pt x="5823911" y="1430742"/>
                  </a:lnTo>
                  <a:lnTo>
                    <a:pt x="5824572" y="1430742"/>
                  </a:lnTo>
                  <a:lnTo>
                    <a:pt x="5825232" y="1430742"/>
                  </a:lnTo>
                  <a:lnTo>
                    <a:pt x="5825893" y="1430742"/>
                  </a:lnTo>
                  <a:lnTo>
                    <a:pt x="5826553" y="1430742"/>
                  </a:lnTo>
                  <a:lnTo>
                    <a:pt x="5827214" y="1430742"/>
                  </a:lnTo>
                  <a:lnTo>
                    <a:pt x="5827874" y="1430742"/>
                  </a:lnTo>
                  <a:lnTo>
                    <a:pt x="5828535" y="1414401"/>
                  </a:lnTo>
                  <a:lnTo>
                    <a:pt x="5829195" y="1369744"/>
                  </a:lnTo>
                  <a:lnTo>
                    <a:pt x="5829856" y="1331655"/>
                  </a:lnTo>
                  <a:lnTo>
                    <a:pt x="5830516" y="1314521"/>
                  </a:lnTo>
                  <a:lnTo>
                    <a:pt x="5831177" y="1314521"/>
                  </a:lnTo>
                  <a:lnTo>
                    <a:pt x="5831837" y="1325528"/>
                  </a:lnTo>
                  <a:lnTo>
                    <a:pt x="5832498" y="1362662"/>
                  </a:lnTo>
                  <a:lnTo>
                    <a:pt x="5833159" y="1406010"/>
                  </a:lnTo>
                  <a:lnTo>
                    <a:pt x="5833819" y="1430742"/>
                  </a:lnTo>
                  <a:lnTo>
                    <a:pt x="5834480" y="1430742"/>
                  </a:lnTo>
                  <a:lnTo>
                    <a:pt x="5835140" y="1430742"/>
                  </a:lnTo>
                  <a:lnTo>
                    <a:pt x="5835801" y="1430742"/>
                  </a:lnTo>
                  <a:lnTo>
                    <a:pt x="5836461" y="1430742"/>
                  </a:lnTo>
                  <a:lnTo>
                    <a:pt x="5837122" y="1430742"/>
                  </a:lnTo>
                  <a:lnTo>
                    <a:pt x="5837782" y="1430742"/>
                  </a:lnTo>
                  <a:lnTo>
                    <a:pt x="5838443" y="1430742"/>
                  </a:lnTo>
                  <a:lnTo>
                    <a:pt x="5839103" y="1430742"/>
                  </a:lnTo>
                  <a:lnTo>
                    <a:pt x="5839764" y="1430742"/>
                  </a:lnTo>
                  <a:lnTo>
                    <a:pt x="5840424" y="1430742"/>
                  </a:lnTo>
                  <a:lnTo>
                    <a:pt x="5841085" y="1430742"/>
                  </a:lnTo>
                  <a:lnTo>
                    <a:pt x="5841745" y="1430742"/>
                  </a:lnTo>
                  <a:lnTo>
                    <a:pt x="5842406" y="1430742"/>
                  </a:lnTo>
                  <a:lnTo>
                    <a:pt x="5843067" y="1430742"/>
                  </a:lnTo>
                  <a:lnTo>
                    <a:pt x="5843727" y="1430742"/>
                  </a:lnTo>
                  <a:lnTo>
                    <a:pt x="5844388" y="1430742"/>
                  </a:lnTo>
                  <a:lnTo>
                    <a:pt x="5845048" y="1430742"/>
                  </a:lnTo>
                  <a:lnTo>
                    <a:pt x="5845709" y="1430742"/>
                  </a:lnTo>
                  <a:lnTo>
                    <a:pt x="5846369" y="1430742"/>
                  </a:lnTo>
                  <a:lnTo>
                    <a:pt x="5847030" y="1430742"/>
                  </a:lnTo>
                  <a:lnTo>
                    <a:pt x="5847690" y="1430742"/>
                  </a:lnTo>
                  <a:lnTo>
                    <a:pt x="5848351" y="1430742"/>
                  </a:lnTo>
                  <a:lnTo>
                    <a:pt x="5849011" y="1430742"/>
                  </a:lnTo>
                  <a:lnTo>
                    <a:pt x="5849672" y="1406010"/>
                  </a:lnTo>
                  <a:lnTo>
                    <a:pt x="5850332" y="1362662"/>
                  </a:lnTo>
                  <a:lnTo>
                    <a:pt x="5850993" y="1343431"/>
                  </a:lnTo>
                  <a:lnTo>
                    <a:pt x="5851653" y="1343431"/>
                  </a:lnTo>
                  <a:lnTo>
                    <a:pt x="5852314" y="1343431"/>
                  </a:lnTo>
                  <a:lnTo>
                    <a:pt x="5852974" y="1362662"/>
                  </a:lnTo>
                  <a:lnTo>
                    <a:pt x="5853635" y="1406010"/>
                  </a:lnTo>
                  <a:lnTo>
                    <a:pt x="5854296" y="1430742"/>
                  </a:lnTo>
                  <a:lnTo>
                    <a:pt x="5854956" y="1430742"/>
                  </a:lnTo>
                  <a:lnTo>
                    <a:pt x="5855617" y="1430742"/>
                  </a:lnTo>
                  <a:lnTo>
                    <a:pt x="5856277" y="1430742"/>
                  </a:lnTo>
                  <a:lnTo>
                    <a:pt x="5856938" y="1430742"/>
                  </a:lnTo>
                  <a:lnTo>
                    <a:pt x="5857598" y="1430742"/>
                  </a:lnTo>
                  <a:lnTo>
                    <a:pt x="5858259" y="1430742"/>
                  </a:lnTo>
                  <a:lnTo>
                    <a:pt x="5858919" y="1430742"/>
                  </a:lnTo>
                  <a:lnTo>
                    <a:pt x="5859580" y="1430742"/>
                  </a:lnTo>
                  <a:lnTo>
                    <a:pt x="5860240" y="1430742"/>
                  </a:lnTo>
                  <a:lnTo>
                    <a:pt x="5860901" y="1430742"/>
                  </a:lnTo>
                  <a:lnTo>
                    <a:pt x="5861561" y="1406010"/>
                  </a:lnTo>
                  <a:lnTo>
                    <a:pt x="5862222" y="1343431"/>
                  </a:lnTo>
                  <a:lnTo>
                    <a:pt x="5862882" y="1308781"/>
                  </a:lnTo>
                  <a:lnTo>
                    <a:pt x="5863543" y="1271811"/>
                  </a:lnTo>
                  <a:lnTo>
                    <a:pt x="5864204" y="1258114"/>
                  </a:lnTo>
                  <a:lnTo>
                    <a:pt x="5864864" y="1258114"/>
                  </a:lnTo>
                  <a:lnTo>
                    <a:pt x="5865525" y="1301584"/>
                  </a:lnTo>
                  <a:lnTo>
                    <a:pt x="5866185" y="1335222"/>
                  </a:lnTo>
                  <a:lnTo>
                    <a:pt x="5866846" y="1383432"/>
                  </a:lnTo>
                  <a:lnTo>
                    <a:pt x="5867506" y="1406010"/>
                  </a:lnTo>
                  <a:lnTo>
                    <a:pt x="5868167" y="1430742"/>
                  </a:lnTo>
                  <a:lnTo>
                    <a:pt x="5868827" y="1430742"/>
                  </a:lnTo>
                  <a:lnTo>
                    <a:pt x="5869488" y="1430742"/>
                  </a:lnTo>
                  <a:lnTo>
                    <a:pt x="5870148" y="1430742"/>
                  </a:lnTo>
                  <a:lnTo>
                    <a:pt x="5870809" y="1430742"/>
                  </a:lnTo>
                  <a:lnTo>
                    <a:pt x="5871469" y="1430742"/>
                  </a:lnTo>
                  <a:lnTo>
                    <a:pt x="5872130" y="1430742"/>
                  </a:lnTo>
                  <a:lnTo>
                    <a:pt x="5872790" y="1430742"/>
                  </a:lnTo>
                  <a:lnTo>
                    <a:pt x="5873451" y="1430742"/>
                  </a:lnTo>
                  <a:lnTo>
                    <a:pt x="5874112" y="1430742"/>
                  </a:lnTo>
                  <a:lnTo>
                    <a:pt x="5874772" y="1430742"/>
                  </a:lnTo>
                  <a:lnTo>
                    <a:pt x="5875433" y="1430742"/>
                  </a:lnTo>
                  <a:lnTo>
                    <a:pt x="5876093" y="1430742"/>
                  </a:lnTo>
                  <a:lnTo>
                    <a:pt x="5876754" y="1430742"/>
                  </a:lnTo>
                  <a:lnTo>
                    <a:pt x="5877414" y="1430742"/>
                  </a:lnTo>
                  <a:lnTo>
                    <a:pt x="5878075" y="1430742"/>
                  </a:lnTo>
                  <a:lnTo>
                    <a:pt x="5878735" y="1430742"/>
                  </a:lnTo>
                  <a:lnTo>
                    <a:pt x="5879396" y="1430742"/>
                  </a:lnTo>
                  <a:lnTo>
                    <a:pt x="5880056" y="1430742"/>
                  </a:lnTo>
                  <a:lnTo>
                    <a:pt x="5880717" y="1430742"/>
                  </a:lnTo>
                  <a:lnTo>
                    <a:pt x="5881377" y="1430742"/>
                  </a:lnTo>
                  <a:lnTo>
                    <a:pt x="5882038" y="1430742"/>
                  </a:lnTo>
                  <a:lnTo>
                    <a:pt x="5882698" y="1430742"/>
                  </a:lnTo>
                  <a:lnTo>
                    <a:pt x="5883359" y="1430742"/>
                  </a:lnTo>
                  <a:lnTo>
                    <a:pt x="5884020" y="1430742"/>
                  </a:lnTo>
                  <a:lnTo>
                    <a:pt x="5884680" y="1430742"/>
                  </a:lnTo>
                  <a:lnTo>
                    <a:pt x="5885341" y="1430742"/>
                  </a:lnTo>
                  <a:lnTo>
                    <a:pt x="5886001" y="1406010"/>
                  </a:lnTo>
                  <a:lnTo>
                    <a:pt x="5886662" y="1383432"/>
                  </a:lnTo>
                  <a:lnTo>
                    <a:pt x="5887322" y="1343431"/>
                  </a:lnTo>
                  <a:lnTo>
                    <a:pt x="5887983" y="1325528"/>
                  </a:lnTo>
                  <a:lnTo>
                    <a:pt x="5888643" y="1308781"/>
                  </a:lnTo>
                  <a:lnTo>
                    <a:pt x="5889304" y="1308781"/>
                  </a:lnTo>
                  <a:lnTo>
                    <a:pt x="5889964" y="1306360"/>
                  </a:lnTo>
                  <a:lnTo>
                    <a:pt x="5890625" y="1276065"/>
                  </a:lnTo>
                  <a:lnTo>
                    <a:pt x="5891285" y="1224383"/>
                  </a:lnTo>
                  <a:lnTo>
                    <a:pt x="5891946" y="1181305"/>
                  </a:lnTo>
                  <a:lnTo>
                    <a:pt x="5892606" y="1162181"/>
                  </a:lnTo>
                  <a:lnTo>
                    <a:pt x="5893267" y="1163567"/>
                  </a:lnTo>
                  <a:lnTo>
                    <a:pt x="5893927" y="1203568"/>
                  </a:lnTo>
                  <a:lnTo>
                    <a:pt x="5894588" y="1264188"/>
                  </a:lnTo>
                  <a:lnTo>
                    <a:pt x="5895249" y="1343431"/>
                  </a:lnTo>
                  <a:lnTo>
                    <a:pt x="5895909" y="1406010"/>
                  </a:lnTo>
                  <a:lnTo>
                    <a:pt x="5896570" y="1430742"/>
                  </a:lnTo>
                  <a:lnTo>
                    <a:pt x="5897230" y="1430742"/>
                  </a:lnTo>
                  <a:lnTo>
                    <a:pt x="5897891" y="1430742"/>
                  </a:lnTo>
                  <a:lnTo>
                    <a:pt x="5898551" y="1430742"/>
                  </a:lnTo>
                  <a:lnTo>
                    <a:pt x="5899212" y="1358700"/>
                  </a:lnTo>
                  <a:lnTo>
                    <a:pt x="5899872" y="1261471"/>
                  </a:lnTo>
                  <a:lnTo>
                    <a:pt x="5900533" y="1201414"/>
                  </a:lnTo>
                  <a:lnTo>
                    <a:pt x="5901193" y="1187836"/>
                  </a:lnTo>
                  <a:lnTo>
                    <a:pt x="5901854" y="1187836"/>
                  </a:lnTo>
                  <a:lnTo>
                    <a:pt x="5902514" y="1222632"/>
                  </a:lnTo>
                  <a:lnTo>
                    <a:pt x="5903175" y="1303961"/>
                  </a:lnTo>
                  <a:lnTo>
                    <a:pt x="5903835" y="1399028"/>
                  </a:lnTo>
                  <a:lnTo>
                    <a:pt x="5904496" y="1406010"/>
                  </a:lnTo>
                  <a:lnTo>
                    <a:pt x="5905157" y="1383432"/>
                  </a:lnTo>
                  <a:lnTo>
                    <a:pt x="5905817" y="1362662"/>
                  </a:lnTo>
                  <a:lnTo>
                    <a:pt x="5906478" y="1343431"/>
                  </a:lnTo>
                  <a:lnTo>
                    <a:pt x="5907138" y="1343431"/>
                  </a:lnTo>
                  <a:lnTo>
                    <a:pt x="5907799" y="1362662"/>
                  </a:lnTo>
                  <a:lnTo>
                    <a:pt x="5908459" y="1383432"/>
                  </a:lnTo>
                  <a:lnTo>
                    <a:pt x="5909120" y="1406010"/>
                  </a:lnTo>
                  <a:lnTo>
                    <a:pt x="5909780" y="1430742"/>
                  </a:lnTo>
                  <a:lnTo>
                    <a:pt x="5910441" y="1430742"/>
                  </a:lnTo>
                  <a:lnTo>
                    <a:pt x="5911101" y="1430742"/>
                  </a:lnTo>
                  <a:lnTo>
                    <a:pt x="5911762" y="1430742"/>
                  </a:lnTo>
                  <a:lnTo>
                    <a:pt x="5912422" y="1430742"/>
                  </a:lnTo>
                  <a:lnTo>
                    <a:pt x="5913083" y="1430742"/>
                  </a:lnTo>
                  <a:lnTo>
                    <a:pt x="5913743" y="1430742"/>
                  </a:lnTo>
                  <a:lnTo>
                    <a:pt x="5914404" y="1430742"/>
                  </a:lnTo>
                  <a:lnTo>
                    <a:pt x="5915065" y="1406010"/>
                  </a:lnTo>
                  <a:lnTo>
                    <a:pt x="5915725" y="1362662"/>
                  </a:lnTo>
                  <a:lnTo>
                    <a:pt x="5916386" y="1325528"/>
                  </a:lnTo>
                  <a:lnTo>
                    <a:pt x="5917046" y="1325528"/>
                  </a:lnTo>
                  <a:lnTo>
                    <a:pt x="5917707" y="1325528"/>
                  </a:lnTo>
                  <a:lnTo>
                    <a:pt x="5918367" y="1343431"/>
                  </a:lnTo>
                  <a:lnTo>
                    <a:pt x="5919028" y="1383432"/>
                  </a:lnTo>
                  <a:lnTo>
                    <a:pt x="5919688" y="1430742"/>
                  </a:lnTo>
                  <a:lnTo>
                    <a:pt x="5920349" y="1430742"/>
                  </a:lnTo>
                  <a:lnTo>
                    <a:pt x="5921009" y="1430742"/>
                  </a:lnTo>
                  <a:lnTo>
                    <a:pt x="5921670" y="1430742"/>
                  </a:lnTo>
                  <a:lnTo>
                    <a:pt x="5922330" y="1430742"/>
                  </a:lnTo>
                  <a:lnTo>
                    <a:pt x="5922991" y="1430742"/>
                  </a:lnTo>
                  <a:lnTo>
                    <a:pt x="5923651" y="1430742"/>
                  </a:lnTo>
                  <a:lnTo>
                    <a:pt x="5924312" y="1406010"/>
                  </a:lnTo>
                  <a:lnTo>
                    <a:pt x="5924972" y="1362662"/>
                  </a:lnTo>
                  <a:lnTo>
                    <a:pt x="5925633" y="1343431"/>
                  </a:lnTo>
                  <a:lnTo>
                    <a:pt x="5926294" y="1343431"/>
                  </a:lnTo>
                  <a:lnTo>
                    <a:pt x="5926954" y="1343431"/>
                  </a:lnTo>
                  <a:lnTo>
                    <a:pt x="5927615" y="1362662"/>
                  </a:lnTo>
                  <a:lnTo>
                    <a:pt x="5928275" y="1406010"/>
                  </a:lnTo>
                  <a:lnTo>
                    <a:pt x="5928936" y="1430742"/>
                  </a:lnTo>
                  <a:lnTo>
                    <a:pt x="5929596" y="1430742"/>
                  </a:lnTo>
                  <a:lnTo>
                    <a:pt x="5930257" y="1430742"/>
                  </a:lnTo>
                  <a:lnTo>
                    <a:pt x="5930917" y="1430742"/>
                  </a:lnTo>
                  <a:lnTo>
                    <a:pt x="5931578" y="1430742"/>
                  </a:lnTo>
                  <a:lnTo>
                    <a:pt x="5932238" y="1362662"/>
                  </a:lnTo>
                  <a:lnTo>
                    <a:pt x="5932899" y="1293050"/>
                  </a:lnTo>
                  <a:lnTo>
                    <a:pt x="5933559" y="1191422"/>
                  </a:lnTo>
                  <a:lnTo>
                    <a:pt x="5934220" y="1110528"/>
                  </a:lnTo>
                  <a:lnTo>
                    <a:pt x="5934880" y="1068753"/>
                  </a:lnTo>
                  <a:lnTo>
                    <a:pt x="5935541" y="1062401"/>
                  </a:lnTo>
                  <a:lnTo>
                    <a:pt x="5936202" y="1075265"/>
                  </a:lnTo>
                  <a:lnTo>
                    <a:pt x="5936862" y="1122115"/>
                  </a:lnTo>
                  <a:lnTo>
                    <a:pt x="5937523" y="1186314"/>
                  </a:lnTo>
                  <a:lnTo>
                    <a:pt x="5938183" y="1230308"/>
                  </a:lnTo>
                  <a:lnTo>
                    <a:pt x="5938844" y="1269013"/>
                  </a:lnTo>
                  <a:lnTo>
                    <a:pt x="5939504" y="1298448"/>
                  </a:lnTo>
                  <a:lnTo>
                    <a:pt x="5940165" y="1325528"/>
                  </a:lnTo>
                  <a:lnTo>
                    <a:pt x="5940825" y="1362662"/>
                  </a:lnTo>
                  <a:lnTo>
                    <a:pt x="5941486" y="1406010"/>
                  </a:lnTo>
                  <a:lnTo>
                    <a:pt x="5942146" y="1430742"/>
                  </a:lnTo>
                  <a:lnTo>
                    <a:pt x="5942807" y="1430742"/>
                  </a:lnTo>
                  <a:lnTo>
                    <a:pt x="5943467" y="1430742"/>
                  </a:lnTo>
                  <a:lnTo>
                    <a:pt x="5944128" y="1430742"/>
                  </a:lnTo>
                  <a:lnTo>
                    <a:pt x="5944788" y="1430742"/>
                  </a:lnTo>
                  <a:lnTo>
                    <a:pt x="5945449" y="1430742"/>
                  </a:lnTo>
                  <a:lnTo>
                    <a:pt x="5946110" y="1430742"/>
                  </a:lnTo>
                  <a:lnTo>
                    <a:pt x="5946770" y="1430742"/>
                  </a:lnTo>
                  <a:lnTo>
                    <a:pt x="5947431" y="1430742"/>
                  </a:lnTo>
                  <a:lnTo>
                    <a:pt x="5948091" y="1430742"/>
                  </a:lnTo>
                  <a:lnTo>
                    <a:pt x="5948752" y="1430742"/>
                  </a:lnTo>
                  <a:lnTo>
                    <a:pt x="5949412" y="1430742"/>
                  </a:lnTo>
                  <a:lnTo>
                    <a:pt x="5950073" y="1430742"/>
                  </a:lnTo>
                  <a:lnTo>
                    <a:pt x="5950733" y="1430742"/>
                  </a:lnTo>
                  <a:lnTo>
                    <a:pt x="5951394" y="1430742"/>
                  </a:lnTo>
                  <a:lnTo>
                    <a:pt x="5952054" y="1430742"/>
                  </a:lnTo>
                  <a:lnTo>
                    <a:pt x="5952715" y="1430742"/>
                  </a:lnTo>
                  <a:lnTo>
                    <a:pt x="5953375" y="1430742"/>
                  </a:lnTo>
                  <a:lnTo>
                    <a:pt x="5954036" y="1430742"/>
                  </a:lnTo>
                  <a:lnTo>
                    <a:pt x="5954696" y="1430742"/>
                  </a:lnTo>
                  <a:lnTo>
                    <a:pt x="5955357" y="1430742"/>
                  </a:lnTo>
                  <a:lnTo>
                    <a:pt x="5956018" y="1430742"/>
                  </a:lnTo>
                  <a:lnTo>
                    <a:pt x="5956678" y="1430742"/>
                  </a:lnTo>
                  <a:lnTo>
                    <a:pt x="5957339" y="1430742"/>
                  </a:lnTo>
                  <a:lnTo>
                    <a:pt x="5957999" y="1430742"/>
                  </a:lnTo>
                  <a:lnTo>
                    <a:pt x="5958660" y="1430742"/>
                  </a:lnTo>
                  <a:lnTo>
                    <a:pt x="5959320" y="1430742"/>
                  </a:lnTo>
                  <a:lnTo>
                    <a:pt x="5959981" y="1430742"/>
                  </a:lnTo>
                  <a:lnTo>
                    <a:pt x="5960641" y="1430742"/>
                  </a:lnTo>
                  <a:lnTo>
                    <a:pt x="5961302" y="1430742"/>
                  </a:lnTo>
                  <a:lnTo>
                    <a:pt x="5961962" y="1430742"/>
                  </a:lnTo>
                  <a:lnTo>
                    <a:pt x="5962623" y="1430742"/>
                  </a:lnTo>
                  <a:lnTo>
                    <a:pt x="5963283" y="1430742"/>
                  </a:lnTo>
                  <a:lnTo>
                    <a:pt x="5963944" y="1430742"/>
                  </a:lnTo>
                  <a:lnTo>
                    <a:pt x="5964604" y="1430742"/>
                  </a:lnTo>
                  <a:lnTo>
                    <a:pt x="5965265" y="1430742"/>
                  </a:lnTo>
                  <a:lnTo>
                    <a:pt x="5965925" y="1430742"/>
                  </a:lnTo>
                  <a:lnTo>
                    <a:pt x="5966586" y="1430742"/>
                  </a:lnTo>
                  <a:lnTo>
                    <a:pt x="5967247" y="1430742"/>
                  </a:lnTo>
                  <a:lnTo>
                    <a:pt x="5967907" y="1430742"/>
                  </a:lnTo>
                  <a:lnTo>
                    <a:pt x="5968568" y="1430742"/>
                  </a:lnTo>
                  <a:lnTo>
                    <a:pt x="5969228" y="1430742"/>
                  </a:lnTo>
                  <a:lnTo>
                    <a:pt x="5969889" y="1430742"/>
                  </a:lnTo>
                  <a:lnTo>
                    <a:pt x="5970549" y="1430742"/>
                  </a:lnTo>
                  <a:lnTo>
                    <a:pt x="5971210" y="1430742"/>
                  </a:lnTo>
                  <a:lnTo>
                    <a:pt x="5971870" y="1430742"/>
                  </a:lnTo>
                  <a:lnTo>
                    <a:pt x="5972531" y="1421815"/>
                  </a:lnTo>
                  <a:lnTo>
                    <a:pt x="5973191" y="1375972"/>
                  </a:lnTo>
                  <a:lnTo>
                    <a:pt x="5973852" y="1337024"/>
                  </a:lnTo>
                  <a:lnTo>
                    <a:pt x="5974512" y="1319543"/>
                  </a:lnTo>
                  <a:lnTo>
                    <a:pt x="5975173" y="1303166"/>
                  </a:lnTo>
                  <a:lnTo>
                    <a:pt x="5975833" y="1264188"/>
                  </a:lnTo>
                  <a:lnTo>
                    <a:pt x="5976494" y="1250878"/>
                  </a:lnTo>
                  <a:lnTo>
                    <a:pt x="5977155" y="1264188"/>
                  </a:lnTo>
                  <a:lnTo>
                    <a:pt x="5977815" y="1278218"/>
                  </a:lnTo>
                  <a:lnTo>
                    <a:pt x="5978476" y="1293050"/>
                  </a:lnTo>
                  <a:lnTo>
                    <a:pt x="5979136" y="1343431"/>
                  </a:lnTo>
                  <a:lnTo>
                    <a:pt x="5979797" y="1406010"/>
                  </a:lnTo>
                  <a:lnTo>
                    <a:pt x="5980457" y="1430742"/>
                  </a:lnTo>
                  <a:lnTo>
                    <a:pt x="5981118" y="1430742"/>
                  </a:lnTo>
                  <a:lnTo>
                    <a:pt x="5981778" y="1430742"/>
                  </a:lnTo>
                  <a:lnTo>
                    <a:pt x="5982439" y="1430742"/>
                  </a:lnTo>
                  <a:lnTo>
                    <a:pt x="5983099" y="1430742"/>
                  </a:lnTo>
                  <a:lnTo>
                    <a:pt x="5983760" y="1430742"/>
                  </a:lnTo>
                  <a:lnTo>
                    <a:pt x="5984420" y="1430742"/>
                  </a:lnTo>
                  <a:lnTo>
                    <a:pt x="5985081" y="1430742"/>
                  </a:lnTo>
                  <a:lnTo>
                    <a:pt x="5985741" y="1430742"/>
                  </a:lnTo>
                  <a:lnTo>
                    <a:pt x="5986402" y="1430742"/>
                  </a:lnTo>
                  <a:lnTo>
                    <a:pt x="5987063" y="1430742"/>
                  </a:lnTo>
                  <a:lnTo>
                    <a:pt x="5987723" y="1430742"/>
                  </a:lnTo>
                  <a:lnTo>
                    <a:pt x="5988384" y="1430742"/>
                  </a:lnTo>
                  <a:lnTo>
                    <a:pt x="5989044" y="1430742"/>
                  </a:lnTo>
                  <a:lnTo>
                    <a:pt x="5989705" y="1430742"/>
                  </a:lnTo>
                  <a:lnTo>
                    <a:pt x="5990365" y="1430742"/>
                  </a:lnTo>
                  <a:lnTo>
                    <a:pt x="5991026" y="1430742"/>
                  </a:lnTo>
                  <a:lnTo>
                    <a:pt x="5991686" y="1430742"/>
                  </a:lnTo>
                  <a:lnTo>
                    <a:pt x="5992347" y="1430742"/>
                  </a:lnTo>
                  <a:lnTo>
                    <a:pt x="5993007" y="1430742"/>
                  </a:lnTo>
                  <a:lnTo>
                    <a:pt x="5993668" y="1430742"/>
                  </a:lnTo>
                  <a:lnTo>
                    <a:pt x="5994328" y="1430742"/>
                  </a:lnTo>
                  <a:lnTo>
                    <a:pt x="5994989" y="1430742"/>
                  </a:lnTo>
                  <a:lnTo>
                    <a:pt x="5995649" y="1406010"/>
                  </a:lnTo>
                  <a:lnTo>
                    <a:pt x="5996310" y="1362662"/>
                  </a:lnTo>
                  <a:lnTo>
                    <a:pt x="5996970" y="1343431"/>
                  </a:lnTo>
                  <a:lnTo>
                    <a:pt x="5997631" y="1325528"/>
                  </a:lnTo>
                  <a:lnTo>
                    <a:pt x="5998292" y="1325528"/>
                  </a:lnTo>
                  <a:lnTo>
                    <a:pt x="5998952" y="1325528"/>
                  </a:lnTo>
                  <a:lnTo>
                    <a:pt x="5999613" y="1325528"/>
                  </a:lnTo>
                  <a:lnTo>
                    <a:pt x="6000273" y="1323804"/>
                  </a:lnTo>
                  <a:lnTo>
                    <a:pt x="6000934" y="1323804"/>
                  </a:lnTo>
                  <a:lnTo>
                    <a:pt x="6001594" y="1307165"/>
                  </a:lnTo>
                  <a:lnTo>
                    <a:pt x="6002255" y="1323804"/>
                  </a:lnTo>
                  <a:lnTo>
                    <a:pt x="6002915" y="1360673"/>
                  </a:lnTo>
                  <a:lnTo>
                    <a:pt x="6003576" y="1383432"/>
                  </a:lnTo>
                  <a:lnTo>
                    <a:pt x="6004236" y="1406010"/>
                  </a:lnTo>
                  <a:lnTo>
                    <a:pt x="6004897" y="1430742"/>
                  </a:lnTo>
                  <a:lnTo>
                    <a:pt x="6005557" y="1430742"/>
                  </a:lnTo>
                  <a:lnTo>
                    <a:pt x="6006218" y="1430742"/>
                  </a:lnTo>
                  <a:lnTo>
                    <a:pt x="6006878" y="1430742"/>
                  </a:lnTo>
                  <a:lnTo>
                    <a:pt x="6007539" y="1430742"/>
                  </a:lnTo>
                  <a:lnTo>
                    <a:pt x="6008200" y="1430742"/>
                  </a:lnTo>
                  <a:lnTo>
                    <a:pt x="6008860" y="1406010"/>
                  </a:lnTo>
                  <a:lnTo>
                    <a:pt x="6009521" y="1383432"/>
                  </a:lnTo>
                  <a:lnTo>
                    <a:pt x="6010181" y="1362662"/>
                  </a:lnTo>
                  <a:lnTo>
                    <a:pt x="6010842" y="1343431"/>
                  </a:lnTo>
                  <a:lnTo>
                    <a:pt x="6011502" y="1343431"/>
                  </a:lnTo>
                  <a:lnTo>
                    <a:pt x="6012163" y="1362662"/>
                  </a:lnTo>
                  <a:lnTo>
                    <a:pt x="6012823" y="1383432"/>
                  </a:lnTo>
                  <a:lnTo>
                    <a:pt x="6013484" y="1406010"/>
                  </a:lnTo>
                  <a:lnTo>
                    <a:pt x="6014144" y="1383432"/>
                  </a:lnTo>
                  <a:lnTo>
                    <a:pt x="6014805" y="1343431"/>
                  </a:lnTo>
                  <a:lnTo>
                    <a:pt x="6015465" y="1317020"/>
                  </a:lnTo>
                  <a:lnTo>
                    <a:pt x="6016126" y="1317020"/>
                  </a:lnTo>
                  <a:lnTo>
                    <a:pt x="6016786" y="1300797"/>
                  </a:lnTo>
                  <a:lnTo>
                    <a:pt x="6017447" y="1317020"/>
                  </a:lnTo>
                  <a:lnTo>
                    <a:pt x="6018108" y="1334326"/>
                  </a:lnTo>
                  <a:lnTo>
                    <a:pt x="6018768" y="1343431"/>
                  </a:lnTo>
                  <a:lnTo>
                    <a:pt x="6019429" y="1343431"/>
                  </a:lnTo>
                  <a:lnTo>
                    <a:pt x="6020089" y="1362662"/>
                  </a:lnTo>
                  <a:lnTo>
                    <a:pt x="6020750" y="1383432"/>
                  </a:lnTo>
                  <a:lnTo>
                    <a:pt x="6021410" y="1406010"/>
                  </a:lnTo>
                  <a:lnTo>
                    <a:pt x="6022071" y="1430742"/>
                  </a:lnTo>
                  <a:lnTo>
                    <a:pt x="6022731" y="1430742"/>
                  </a:lnTo>
                  <a:lnTo>
                    <a:pt x="6023392" y="1430742"/>
                  </a:lnTo>
                  <a:lnTo>
                    <a:pt x="6024052" y="1430742"/>
                  </a:lnTo>
                  <a:lnTo>
                    <a:pt x="6024713" y="1430742"/>
                  </a:lnTo>
                  <a:lnTo>
                    <a:pt x="6025373" y="1430742"/>
                  </a:lnTo>
                  <a:lnTo>
                    <a:pt x="6026034" y="1430742"/>
                  </a:lnTo>
                  <a:lnTo>
                    <a:pt x="6026694" y="1430742"/>
                  </a:lnTo>
                  <a:lnTo>
                    <a:pt x="6027355" y="1430742"/>
                  </a:lnTo>
                  <a:lnTo>
                    <a:pt x="6028016" y="1430742"/>
                  </a:lnTo>
                  <a:lnTo>
                    <a:pt x="6028676" y="1430742"/>
                  </a:lnTo>
                  <a:lnTo>
                    <a:pt x="6029337" y="1430742"/>
                  </a:lnTo>
                  <a:lnTo>
                    <a:pt x="6029997" y="1430742"/>
                  </a:lnTo>
                  <a:lnTo>
                    <a:pt x="6030658" y="1430742"/>
                  </a:lnTo>
                  <a:lnTo>
                    <a:pt x="6031318" y="1430742"/>
                  </a:lnTo>
                  <a:lnTo>
                    <a:pt x="6031979" y="1430742"/>
                  </a:lnTo>
                  <a:lnTo>
                    <a:pt x="6032639" y="1406010"/>
                  </a:lnTo>
                  <a:lnTo>
                    <a:pt x="6033300" y="1343431"/>
                  </a:lnTo>
                  <a:lnTo>
                    <a:pt x="6033960" y="1278218"/>
                  </a:lnTo>
                  <a:lnTo>
                    <a:pt x="6034621" y="1225557"/>
                  </a:lnTo>
                  <a:lnTo>
                    <a:pt x="6035281" y="1172524"/>
                  </a:lnTo>
                  <a:lnTo>
                    <a:pt x="6035942" y="1134657"/>
                  </a:lnTo>
                  <a:lnTo>
                    <a:pt x="6036602" y="1099437"/>
                  </a:lnTo>
                  <a:lnTo>
                    <a:pt x="6037263" y="1065558"/>
                  </a:lnTo>
                  <a:lnTo>
                    <a:pt x="6037923" y="1003933"/>
                  </a:lnTo>
                  <a:lnTo>
                    <a:pt x="6038584" y="942646"/>
                  </a:lnTo>
                  <a:lnTo>
                    <a:pt x="6039245" y="877410"/>
                  </a:lnTo>
                  <a:lnTo>
                    <a:pt x="6039905" y="852217"/>
                  </a:lnTo>
                  <a:lnTo>
                    <a:pt x="6040566" y="831694"/>
                  </a:lnTo>
                  <a:lnTo>
                    <a:pt x="6041226" y="798678"/>
                  </a:lnTo>
                  <a:lnTo>
                    <a:pt x="6041887" y="759441"/>
                  </a:lnTo>
                  <a:lnTo>
                    <a:pt x="6042547" y="721288"/>
                  </a:lnTo>
                  <a:lnTo>
                    <a:pt x="6043208" y="687440"/>
                  </a:lnTo>
                  <a:lnTo>
                    <a:pt x="6043868" y="664855"/>
                  </a:lnTo>
                  <a:lnTo>
                    <a:pt x="6044529" y="667650"/>
                  </a:lnTo>
                  <a:lnTo>
                    <a:pt x="6045189" y="701655"/>
                  </a:lnTo>
                  <a:lnTo>
                    <a:pt x="6045850" y="771224"/>
                  </a:lnTo>
                  <a:lnTo>
                    <a:pt x="6046510" y="856439"/>
                  </a:lnTo>
                  <a:lnTo>
                    <a:pt x="6047171" y="962150"/>
                  </a:lnTo>
                  <a:lnTo>
                    <a:pt x="6047831" y="1096558"/>
                  </a:lnTo>
                  <a:lnTo>
                    <a:pt x="6048492" y="1203028"/>
                  </a:lnTo>
                  <a:lnTo>
                    <a:pt x="6049153" y="1237600"/>
                  </a:lnTo>
                  <a:lnTo>
                    <a:pt x="6049813" y="1250878"/>
                  </a:lnTo>
                  <a:lnTo>
                    <a:pt x="6050474" y="1264188"/>
                  </a:lnTo>
                  <a:lnTo>
                    <a:pt x="6051134" y="1264188"/>
                  </a:lnTo>
                  <a:lnTo>
                    <a:pt x="6051795" y="1278218"/>
                  </a:lnTo>
                  <a:lnTo>
                    <a:pt x="6052455" y="1325528"/>
                  </a:lnTo>
                  <a:lnTo>
                    <a:pt x="6053116" y="1343431"/>
                  </a:lnTo>
                  <a:lnTo>
                    <a:pt x="6053776" y="1362662"/>
                  </a:lnTo>
                  <a:lnTo>
                    <a:pt x="6054437" y="1406010"/>
                  </a:lnTo>
                  <a:lnTo>
                    <a:pt x="6055097" y="1430742"/>
                  </a:lnTo>
                  <a:lnTo>
                    <a:pt x="6055758" y="1406010"/>
                  </a:lnTo>
                  <a:lnTo>
                    <a:pt x="6056418" y="1259452"/>
                  </a:lnTo>
                  <a:lnTo>
                    <a:pt x="6057079" y="1160344"/>
                  </a:lnTo>
                  <a:lnTo>
                    <a:pt x="6057739" y="1110528"/>
                  </a:lnTo>
                  <a:lnTo>
                    <a:pt x="6058400" y="1095487"/>
                  </a:lnTo>
                  <a:lnTo>
                    <a:pt x="6059061" y="1088454"/>
                  </a:lnTo>
                  <a:lnTo>
                    <a:pt x="6059721" y="1131771"/>
                  </a:lnTo>
                  <a:lnTo>
                    <a:pt x="6060382" y="1196633"/>
                  </a:lnTo>
                  <a:lnTo>
                    <a:pt x="6061042" y="1255459"/>
                  </a:lnTo>
                  <a:lnTo>
                    <a:pt x="6061703" y="1284049"/>
                  </a:lnTo>
                  <a:lnTo>
                    <a:pt x="6062363" y="1315351"/>
                  </a:lnTo>
                  <a:lnTo>
                    <a:pt x="6063024" y="1362662"/>
                  </a:lnTo>
                  <a:lnTo>
                    <a:pt x="6063684" y="1406010"/>
                  </a:lnTo>
                  <a:lnTo>
                    <a:pt x="6064345" y="1430742"/>
                  </a:lnTo>
                  <a:lnTo>
                    <a:pt x="6065005" y="1430742"/>
                  </a:lnTo>
                  <a:lnTo>
                    <a:pt x="6065666" y="1430742"/>
                  </a:lnTo>
                  <a:lnTo>
                    <a:pt x="6066326" y="1430742"/>
                  </a:lnTo>
                  <a:lnTo>
                    <a:pt x="6066987" y="1430742"/>
                  </a:lnTo>
                  <a:lnTo>
                    <a:pt x="6067647" y="1430742"/>
                  </a:lnTo>
                  <a:lnTo>
                    <a:pt x="6068308" y="1430742"/>
                  </a:lnTo>
                  <a:lnTo>
                    <a:pt x="6068968" y="1430742"/>
                  </a:lnTo>
                  <a:lnTo>
                    <a:pt x="6069629" y="1430742"/>
                  </a:lnTo>
                  <a:lnTo>
                    <a:pt x="6070290" y="1430742"/>
                  </a:lnTo>
                  <a:lnTo>
                    <a:pt x="6070950" y="1430742"/>
                  </a:lnTo>
                  <a:lnTo>
                    <a:pt x="6071611" y="1430742"/>
                  </a:lnTo>
                  <a:lnTo>
                    <a:pt x="6072271" y="1430742"/>
                  </a:lnTo>
                  <a:lnTo>
                    <a:pt x="6072932" y="1430742"/>
                  </a:lnTo>
                  <a:lnTo>
                    <a:pt x="6073592" y="1406010"/>
                  </a:lnTo>
                  <a:lnTo>
                    <a:pt x="6074253" y="1343431"/>
                  </a:lnTo>
                  <a:lnTo>
                    <a:pt x="6074913" y="1278218"/>
                  </a:lnTo>
                  <a:lnTo>
                    <a:pt x="6075574" y="1250878"/>
                  </a:lnTo>
                  <a:lnTo>
                    <a:pt x="6076234" y="1250878"/>
                  </a:lnTo>
                  <a:lnTo>
                    <a:pt x="6076895" y="1264188"/>
                  </a:lnTo>
                  <a:lnTo>
                    <a:pt x="6077555" y="1308781"/>
                  </a:lnTo>
                  <a:lnTo>
                    <a:pt x="6078216" y="1383432"/>
                  </a:lnTo>
                  <a:lnTo>
                    <a:pt x="6078876" y="1430742"/>
                  </a:lnTo>
                  <a:lnTo>
                    <a:pt x="6079537" y="1430742"/>
                  </a:lnTo>
                  <a:lnTo>
                    <a:pt x="6080198" y="1430742"/>
                  </a:lnTo>
                  <a:lnTo>
                    <a:pt x="6080858" y="1430742"/>
                  </a:lnTo>
                  <a:lnTo>
                    <a:pt x="6081519" y="1430742"/>
                  </a:lnTo>
                  <a:lnTo>
                    <a:pt x="6082179" y="1406010"/>
                  </a:lnTo>
                  <a:lnTo>
                    <a:pt x="6082840" y="1362662"/>
                  </a:lnTo>
                  <a:lnTo>
                    <a:pt x="6083500" y="1325528"/>
                  </a:lnTo>
                  <a:lnTo>
                    <a:pt x="6084161" y="1325528"/>
                  </a:lnTo>
                  <a:lnTo>
                    <a:pt x="6084821" y="1325528"/>
                  </a:lnTo>
                  <a:lnTo>
                    <a:pt x="6085482" y="1343431"/>
                  </a:lnTo>
                  <a:lnTo>
                    <a:pt x="6086142" y="1343431"/>
                  </a:lnTo>
                  <a:lnTo>
                    <a:pt x="6086803" y="1343431"/>
                  </a:lnTo>
                  <a:lnTo>
                    <a:pt x="6087463" y="1308781"/>
                  </a:lnTo>
                  <a:lnTo>
                    <a:pt x="6088124" y="1278218"/>
                  </a:lnTo>
                  <a:lnTo>
                    <a:pt x="6088784" y="1250878"/>
                  </a:lnTo>
                  <a:lnTo>
                    <a:pt x="6089445" y="1251528"/>
                  </a:lnTo>
                  <a:lnTo>
                    <a:pt x="6090106" y="1264872"/>
                  </a:lnTo>
                  <a:lnTo>
                    <a:pt x="6090766" y="1278940"/>
                  </a:lnTo>
                  <a:lnTo>
                    <a:pt x="6091427" y="1293814"/>
                  </a:lnTo>
                  <a:lnTo>
                    <a:pt x="6092087" y="1326395"/>
                  </a:lnTo>
                  <a:lnTo>
                    <a:pt x="6092748" y="1362662"/>
                  </a:lnTo>
                  <a:lnTo>
                    <a:pt x="6093408" y="1383432"/>
                  </a:lnTo>
                  <a:lnTo>
                    <a:pt x="6094069" y="1406010"/>
                  </a:lnTo>
                  <a:lnTo>
                    <a:pt x="6094729" y="1430742"/>
                  </a:lnTo>
                  <a:lnTo>
                    <a:pt x="6095390" y="1430742"/>
                  </a:lnTo>
                  <a:lnTo>
                    <a:pt x="6096050" y="1430742"/>
                  </a:lnTo>
                  <a:lnTo>
                    <a:pt x="6096711" y="1430742"/>
                  </a:lnTo>
                  <a:lnTo>
                    <a:pt x="6097371" y="1430742"/>
                  </a:lnTo>
                  <a:lnTo>
                    <a:pt x="6098032" y="1430742"/>
                  </a:lnTo>
                  <a:lnTo>
                    <a:pt x="6098692" y="1406010"/>
                  </a:lnTo>
                  <a:lnTo>
                    <a:pt x="6099353" y="1383432"/>
                  </a:lnTo>
                  <a:lnTo>
                    <a:pt x="6100014" y="1367700"/>
                  </a:lnTo>
                  <a:lnTo>
                    <a:pt x="6100674" y="1348107"/>
                  </a:lnTo>
                  <a:lnTo>
                    <a:pt x="6101335" y="1329890"/>
                  </a:lnTo>
                  <a:lnTo>
                    <a:pt x="6101995" y="1337024"/>
                  </a:lnTo>
                  <a:lnTo>
                    <a:pt x="6102656" y="1355768"/>
                  </a:lnTo>
                  <a:lnTo>
                    <a:pt x="6103316" y="1370771"/>
                  </a:lnTo>
                  <a:lnTo>
                    <a:pt x="6103977" y="1392229"/>
                  </a:lnTo>
                  <a:lnTo>
                    <a:pt x="6104637" y="1415622"/>
                  </a:lnTo>
                  <a:lnTo>
                    <a:pt x="6105298" y="1430742"/>
                  </a:lnTo>
                  <a:lnTo>
                    <a:pt x="6105958" y="1430742"/>
                  </a:lnTo>
                  <a:lnTo>
                    <a:pt x="6106619" y="1430742"/>
                  </a:lnTo>
                  <a:lnTo>
                    <a:pt x="6107279" y="1430742"/>
                  </a:lnTo>
                  <a:lnTo>
                    <a:pt x="6107940" y="1430742"/>
                  </a:lnTo>
                  <a:lnTo>
                    <a:pt x="6108600" y="1430742"/>
                  </a:lnTo>
                  <a:lnTo>
                    <a:pt x="6109261" y="1430742"/>
                  </a:lnTo>
                  <a:lnTo>
                    <a:pt x="6109921" y="1430742"/>
                  </a:lnTo>
                  <a:lnTo>
                    <a:pt x="6110582" y="1430742"/>
                  </a:lnTo>
                  <a:lnTo>
                    <a:pt x="6111243" y="1430742"/>
                  </a:lnTo>
                  <a:lnTo>
                    <a:pt x="6111903" y="1430742"/>
                  </a:lnTo>
                  <a:lnTo>
                    <a:pt x="6112564" y="1406010"/>
                  </a:lnTo>
                  <a:lnTo>
                    <a:pt x="6113224" y="1383432"/>
                  </a:lnTo>
                  <a:lnTo>
                    <a:pt x="6113885" y="1362662"/>
                  </a:lnTo>
                  <a:lnTo>
                    <a:pt x="6114545" y="1343431"/>
                  </a:lnTo>
                  <a:lnTo>
                    <a:pt x="6115206" y="1343431"/>
                  </a:lnTo>
                  <a:lnTo>
                    <a:pt x="6115866" y="1362662"/>
                  </a:lnTo>
                  <a:lnTo>
                    <a:pt x="6116527" y="1383432"/>
                  </a:lnTo>
                  <a:lnTo>
                    <a:pt x="6117187" y="1406010"/>
                  </a:lnTo>
                  <a:lnTo>
                    <a:pt x="6117848" y="1430742"/>
                  </a:lnTo>
                  <a:lnTo>
                    <a:pt x="6118508" y="1430742"/>
                  </a:lnTo>
                  <a:lnTo>
                    <a:pt x="6119169" y="1430742"/>
                  </a:lnTo>
                  <a:lnTo>
                    <a:pt x="6119829" y="1430742"/>
                  </a:lnTo>
                  <a:lnTo>
                    <a:pt x="6120490" y="1430742"/>
                  </a:lnTo>
                  <a:lnTo>
                    <a:pt x="6121151" y="1430742"/>
                  </a:lnTo>
                  <a:lnTo>
                    <a:pt x="6121811" y="1406010"/>
                  </a:lnTo>
                  <a:lnTo>
                    <a:pt x="6122472" y="1343431"/>
                  </a:lnTo>
                  <a:lnTo>
                    <a:pt x="6123132" y="1278218"/>
                  </a:lnTo>
                  <a:lnTo>
                    <a:pt x="6123793" y="1264188"/>
                  </a:lnTo>
                  <a:lnTo>
                    <a:pt x="6124453" y="1264188"/>
                  </a:lnTo>
                  <a:lnTo>
                    <a:pt x="6125114" y="1278218"/>
                  </a:lnTo>
                  <a:lnTo>
                    <a:pt x="6125774" y="1325528"/>
                  </a:lnTo>
                  <a:lnTo>
                    <a:pt x="6126435" y="1406010"/>
                  </a:lnTo>
                  <a:lnTo>
                    <a:pt x="6127095" y="1430742"/>
                  </a:lnTo>
                  <a:lnTo>
                    <a:pt x="6127756" y="1430742"/>
                  </a:lnTo>
                  <a:lnTo>
                    <a:pt x="6128416" y="1430742"/>
                  </a:lnTo>
                  <a:lnTo>
                    <a:pt x="6129077" y="1406010"/>
                  </a:lnTo>
                  <a:lnTo>
                    <a:pt x="6129737" y="1362662"/>
                  </a:lnTo>
                  <a:lnTo>
                    <a:pt x="6130398" y="1325528"/>
                  </a:lnTo>
                  <a:lnTo>
                    <a:pt x="6131059" y="1308781"/>
                  </a:lnTo>
                  <a:lnTo>
                    <a:pt x="6131719" y="1278218"/>
                  </a:lnTo>
                  <a:lnTo>
                    <a:pt x="6132380" y="1278218"/>
                  </a:lnTo>
                  <a:lnTo>
                    <a:pt x="6133040" y="1293050"/>
                  </a:lnTo>
                  <a:lnTo>
                    <a:pt x="6133701" y="1325528"/>
                  </a:lnTo>
                  <a:lnTo>
                    <a:pt x="6134361" y="1343431"/>
                  </a:lnTo>
                  <a:lnTo>
                    <a:pt x="6135022" y="1383432"/>
                  </a:lnTo>
                  <a:lnTo>
                    <a:pt x="6135682" y="1406010"/>
                  </a:lnTo>
                  <a:lnTo>
                    <a:pt x="6136343" y="1430742"/>
                  </a:lnTo>
                  <a:lnTo>
                    <a:pt x="6137003" y="1430742"/>
                  </a:lnTo>
                  <a:lnTo>
                    <a:pt x="6137664" y="1430742"/>
                  </a:lnTo>
                  <a:lnTo>
                    <a:pt x="6138324" y="1430742"/>
                  </a:lnTo>
                  <a:lnTo>
                    <a:pt x="6138985" y="1430742"/>
                  </a:lnTo>
                  <a:lnTo>
                    <a:pt x="6139645" y="1430742"/>
                  </a:lnTo>
                  <a:lnTo>
                    <a:pt x="6140306" y="1430742"/>
                  </a:lnTo>
                  <a:lnTo>
                    <a:pt x="6140966" y="1430742"/>
                  </a:lnTo>
                  <a:lnTo>
                    <a:pt x="6141627" y="1430742"/>
                  </a:lnTo>
                  <a:lnTo>
                    <a:pt x="6142288" y="1430742"/>
                  </a:lnTo>
                  <a:lnTo>
                    <a:pt x="6142948" y="1430742"/>
                  </a:lnTo>
                  <a:lnTo>
                    <a:pt x="6143609" y="1430742"/>
                  </a:lnTo>
                  <a:lnTo>
                    <a:pt x="6144269" y="1430742"/>
                  </a:lnTo>
                  <a:lnTo>
                    <a:pt x="6144930" y="1430742"/>
                  </a:lnTo>
                  <a:lnTo>
                    <a:pt x="6145590" y="1430742"/>
                  </a:lnTo>
                  <a:lnTo>
                    <a:pt x="6146251" y="1430742"/>
                  </a:lnTo>
                  <a:lnTo>
                    <a:pt x="6146911" y="1430742"/>
                  </a:lnTo>
                  <a:lnTo>
                    <a:pt x="6147572" y="1430742"/>
                  </a:lnTo>
                  <a:lnTo>
                    <a:pt x="6148232" y="1430742"/>
                  </a:lnTo>
                  <a:lnTo>
                    <a:pt x="6148893" y="1430742"/>
                  </a:lnTo>
                  <a:lnTo>
                    <a:pt x="6149553" y="1430742"/>
                  </a:lnTo>
                  <a:lnTo>
                    <a:pt x="6150214" y="1430742"/>
                  </a:lnTo>
                  <a:lnTo>
                    <a:pt x="6150874" y="1430742"/>
                  </a:lnTo>
                  <a:lnTo>
                    <a:pt x="6151535" y="1430742"/>
                  </a:lnTo>
                  <a:lnTo>
                    <a:pt x="6152196" y="1430742"/>
                  </a:lnTo>
                  <a:lnTo>
                    <a:pt x="6152856" y="1430742"/>
                  </a:lnTo>
                  <a:lnTo>
                    <a:pt x="6153517" y="1430742"/>
                  </a:lnTo>
                  <a:lnTo>
                    <a:pt x="6154177" y="1430742"/>
                  </a:lnTo>
                  <a:lnTo>
                    <a:pt x="6154838" y="1430742"/>
                  </a:lnTo>
                  <a:lnTo>
                    <a:pt x="6155498" y="1430742"/>
                  </a:lnTo>
                  <a:lnTo>
                    <a:pt x="6156159" y="1430742"/>
                  </a:lnTo>
                  <a:lnTo>
                    <a:pt x="6156819" y="1430742"/>
                  </a:lnTo>
                  <a:lnTo>
                    <a:pt x="6157480" y="1430742"/>
                  </a:lnTo>
                  <a:lnTo>
                    <a:pt x="6158140" y="1430742"/>
                  </a:lnTo>
                  <a:lnTo>
                    <a:pt x="6158801" y="1430742"/>
                  </a:lnTo>
                  <a:lnTo>
                    <a:pt x="6159461" y="1430742"/>
                  </a:lnTo>
                  <a:lnTo>
                    <a:pt x="6160122" y="1430742"/>
                  </a:lnTo>
                  <a:lnTo>
                    <a:pt x="6160782" y="1406010"/>
                  </a:lnTo>
                  <a:lnTo>
                    <a:pt x="6161443" y="1362662"/>
                  </a:lnTo>
                  <a:lnTo>
                    <a:pt x="6162104" y="1343431"/>
                  </a:lnTo>
                  <a:lnTo>
                    <a:pt x="6162764" y="1343431"/>
                  </a:lnTo>
                  <a:lnTo>
                    <a:pt x="6163425" y="1343431"/>
                  </a:lnTo>
                  <a:lnTo>
                    <a:pt x="6164085" y="1362662"/>
                  </a:lnTo>
                  <a:lnTo>
                    <a:pt x="6164746" y="1406010"/>
                  </a:lnTo>
                  <a:lnTo>
                    <a:pt x="6165406" y="1430742"/>
                  </a:lnTo>
                  <a:lnTo>
                    <a:pt x="6166067" y="1430742"/>
                  </a:lnTo>
                  <a:lnTo>
                    <a:pt x="6166727" y="1430742"/>
                  </a:lnTo>
                  <a:lnTo>
                    <a:pt x="6167388" y="1430742"/>
                  </a:lnTo>
                  <a:lnTo>
                    <a:pt x="6168048" y="1430742"/>
                  </a:lnTo>
                  <a:lnTo>
                    <a:pt x="6168709" y="1430742"/>
                  </a:lnTo>
                  <a:lnTo>
                    <a:pt x="6169369" y="1430742"/>
                  </a:lnTo>
                  <a:lnTo>
                    <a:pt x="6170030" y="1430742"/>
                  </a:lnTo>
                  <a:lnTo>
                    <a:pt x="6170690" y="1430742"/>
                  </a:lnTo>
                  <a:lnTo>
                    <a:pt x="6171351" y="1430742"/>
                  </a:lnTo>
                  <a:lnTo>
                    <a:pt x="6172012" y="1430742"/>
                  </a:lnTo>
                  <a:lnTo>
                    <a:pt x="6172672" y="1430742"/>
                  </a:lnTo>
                  <a:lnTo>
                    <a:pt x="6173333" y="1430742"/>
                  </a:lnTo>
                  <a:lnTo>
                    <a:pt x="6173993" y="1430742"/>
                  </a:lnTo>
                  <a:lnTo>
                    <a:pt x="6174654" y="1430742"/>
                  </a:lnTo>
                  <a:lnTo>
                    <a:pt x="6175314" y="1430742"/>
                  </a:lnTo>
                  <a:lnTo>
                    <a:pt x="6175975" y="1430742"/>
                  </a:lnTo>
                  <a:lnTo>
                    <a:pt x="6176635" y="1430742"/>
                  </a:lnTo>
                  <a:lnTo>
                    <a:pt x="6177296" y="1430742"/>
                  </a:lnTo>
                  <a:lnTo>
                    <a:pt x="6177956" y="1430742"/>
                  </a:lnTo>
                  <a:lnTo>
                    <a:pt x="6178617" y="1430742"/>
                  </a:lnTo>
                  <a:lnTo>
                    <a:pt x="6179277" y="1430742"/>
                  </a:lnTo>
                  <a:lnTo>
                    <a:pt x="6179938" y="1430742"/>
                  </a:lnTo>
                  <a:lnTo>
                    <a:pt x="6180598" y="1430742"/>
                  </a:lnTo>
                  <a:lnTo>
                    <a:pt x="6181259" y="1430742"/>
                  </a:lnTo>
                  <a:lnTo>
                    <a:pt x="6181919" y="1430742"/>
                  </a:lnTo>
                  <a:lnTo>
                    <a:pt x="6182580" y="1430742"/>
                  </a:lnTo>
                  <a:lnTo>
                    <a:pt x="6183241" y="1406010"/>
                  </a:lnTo>
                  <a:lnTo>
                    <a:pt x="6183901" y="1362662"/>
                  </a:lnTo>
                  <a:lnTo>
                    <a:pt x="6184562" y="1325528"/>
                  </a:lnTo>
                  <a:lnTo>
                    <a:pt x="6185222" y="1308781"/>
                  </a:lnTo>
                  <a:lnTo>
                    <a:pt x="6185883" y="1308781"/>
                  </a:lnTo>
                  <a:lnTo>
                    <a:pt x="6186543" y="1325528"/>
                  </a:lnTo>
                  <a:lnTo>
                    <a:pt x="6187204" y="1362662"/>
                  </a:lnTo>
                  <a:lnTo>
                    <a:pt x="6187864" y="1406010"/>
                  </a:lnTo>
                  <a:lnTo>
                    <a:pt x="6188525" y="1430742"/>
                  </a:lnTo>
                  <a:lnTo>
                    <a:pt x="6189185" y="1430742"/>
                  </a:lnTo>
                  <a:lnTo>
                    <a:pt x="6189846" y="1430742"/>
                  </a:lnTo>
                  <a:lnTo>
                    <a:pt x="6190506" y="1430742"/>
                  </a:lnTo>
                  <a:lnTo>
                    <a:pt x="6191167" y="1430742"/>
                  </a:lnTo>
                  <a:lnTo>
                    <a:pt x="6191827" y="1430742"/>
                  </a:lnTo>
                  <a:lnTo>
                    <a:pt x="6192488" y="1419320"/>
                  </a:lnTo>
                  <a:lnTo>
                    <a:pt x="6193149" y="1380208"/>
                  </a:lnTo>
                  <a:lnTo>
                    <a:pt x="6193809" y="1340666"/>
                  </a:lnTo>
                  <a:lnTo>
                    <a:pt x="6194470" y="1322946"/>
                  </a:lnTo>
                  <a:lnTo>
                    <a:pt x="6195130" y="1322946"/>
                  </a:lnTo>
                  <a:lnTo>
                    <a:pt x="6195791" y="1330771"/>
                  </a:lnTo>
                  <a:lnTo>
                    <a:pt x="6196451" y="1362662"/>
                  </a:lnTo>
                  <a:lnTo>
                    <a:pt x="6197112" y="1406010"/>
                  </a:lnTo>
                  <a:lnTo>
                    <a:pt x="6197772" y="1383432"/>
                  </a:lnTo>
                  <a:lnTo>
                    <a:pt x="6198433" y="1322946"/>
                  </a:lnTo>
                  <a:lnTo>
                    <a:pt x="6199093" y="1206832"/>
                  </a:lnTo>
                  <a:lnTo>
                    <a:pt x="6199754" y="1131361"/>
                  </a:lnTo>
                  <a:lnTo>
                    <a:pt x="6200414" y="1080259"/>
                  </a:lnTo>
                  <a:lnTo>
                    <a:pt x="6201075" y="1011816"/>
                  </a:lnTo>
                  <a:lnTo>
                    <a:pt x="6201735" y="948648"/>
                  </a:lnTo>
                  <a:lnTo>
                    <a:pt x="6202396" y="923769"/>
                  </a:lnTo>
                  <a:lnTo>
                    <a:pt x="6203057" y="934661"/>
                  </a:lnTo>
                  <a:lnTo>
                    <a:pt x="6203717" y="943438"/>
                  </a:lnTo>
                  <a:lnTo>
                    <a:pt x="6204378" y="991941"/>
                  </a:lnTo>
                  <a:lnTo>
                    <a:pt x="6205038" y="1056813"/>
                  </a:lnTo>
                  <a:lnTo>
                    <a:pt x="6205699" y="1135071"/>
                  </a:lnTo>
                  <a:lnTo>
                    <a:pt x="6206359" y="1162181"/>
                  </a:lnTo>
                  <a:lnTo>
                    <a:pt x="6207020" y="1209031"/>
                  </a:lnTo>
                  <a:lnTo>
                    <a:pt x="6207680" y="1238218"/>
                  </a:lnTo>
                  <a:lnTo>
                    <a:pt x="6208341" y="1308781"/>
                  </a:lnTo>
                  <a:lnTo>
                    <a:pt x="6209001" y="1383432"/>
                  </a:lnTo>
                  <a:lnTo>
                    <a:pt x="6209662" y="1430742"/>
                  </a:lnTo>
                  <a:lnTo>
                    <a:pt x="6210322" y="1430742"/>
                  </a:lnTo>
                  <a:lnTo>
                    <a:pt x="6210983" y="1406010"/>
                  </a:lnTo>
                  <a:lnTo>
                    <a:pt x="6211643" y="1383432"/>
                  </a:lnTo>
                  <a:lnTo>
                    <a:pt x="6212304" y="1343431"/>
                  </a:lnTo>
                  <a:lnTo>
                    <a:pt x="6212964" y="1325528"/>
                  </a:lnTo>
                  <a:lnTo>
                    <a:pt x="6213625" y="1325528"/>
                  </a:lnTo>
                  <a:lnTo>
                    <a:pt x="6214286" y="1343431"/>
                  </a:lnTo>
                  <a:lnTo>
                    <a:pt x="6214946" y="1362662"/>
                  </a:lnTo>
                  <a:lnTo>
                    <a:pt x="6215607" y="1406010"/>
                  </a:lnTo>
                  <a:lnTo>
                    <a:pt x="6216267" y="1430742"/>
                  </a:lnTo>
                  <a:lnTo>
                    <a:pt x="6216928" y="1430742"/>
                  </a:lnTo>
                  <a:lnTo>
                    <a:pt x="6217588" y="1430742"/>
                  </a:lnTo>
                  <a:lnTo>
                    <a:pt x="6218249" y="1430742"/>
                  </a:lnTo>
                  <a:lnTo>
                    <a:pt x="6218909" y="1430742"/>
                  </a:lnTo>
                  <a:lnTo>
                    <a:pt x="6219570" y="1430742"/>
                  </a:lnTo>
                  <a:lnTo>
                    <a:pt x="6220230" y="1430742"/>
                  </a:lnTo>
                  <a:lnTo>
                    <a:pt x="6220891" y="1430742"/>
                  </a:lnTo>
                  <a:lnTo>
                    <a:pt x="6221551" y="1430742"/>
                  </a:lnTo>
                  <a:lnTo>
                    <a:pt x="6222212" y="1430742"/>
                  </a:lnTo>
                  <a:lnTo>
                    <a:pt x="6222872" y="1430742"/>
                  </a:lnTo>
                  <a:lnTo>
                    <a:pt x="6223533" y="1430742"/>
                  </a:lnTo>
                  <a:lnTo>
                    <a:pt x="6224194" y="1414401"/>
                  </a:lnTo>
                  <a:lnTo>
                    <a:pt x="6224854" y="1369744"/>
                  </a:lnTo>
                  <a:lnTo>
                    <a:pt x="6225515" y="1331655"/>
                  </a:lnTo>
                  <a:lnTo>
                    <a:pt x="6226175" y="1314521"/>
                  </a:lnTo>
                  <a:lnTo>
                    <a:pt x="6226836" y="1314521"/>
                  </a:lnTo>
                  <a:lnTo>
                    <a:pt x="6227496" y="1325528"/>
                  </a:lnTo>
                  <a:lnTo>
                    <a:pt x="6228157" y="1343431"/>
                  </a:lnTo>
                  <a:lnTo>
                    <a:pt x="6228817" y="1362662"/>
                  </a:lnTo>
                  <a:lnTo>
                    <a:pt x="6229478" y="1343431"/>
                  </a:lnTo>
                  <a:lnTo>
                    <a:pt x="6230138" y="1325528"/>
                  </a:lnTo>
                  <a:lnTo>
                    <a:pt x="6230799" y="1325528"/>
                  </a:lnTo>
                  <a:lnTo>
                    <a:pt x="6231459" y="1343431"/>
                  </a:lnTo>
                  <a:lnTo>
                    <a:pt x="6232120" y="1362662"/>
                  </a:lnTo>
                  <a:lnTo>
                    <a:pt x="6232780" y="1406010"/>
                  </a:lnTo>
                  <a:lnTo>
                    <a:pt x="6233441" y="1430742"/>
                  </a:lnTo>
                  <a:lnTo>
                    <a:pt x="6234102" y="1406010"/>
                  </a:lnTo>
                  <a:lnTo>
                    <a:pt x="6234762" y="1362662"/>
                  </a:lnTo>
                  <a:lnTo>
                    <a:pt x="6235423" y="1308781"/>
                  </a:lnTo>
                  <a:lnTo>
                    <a:pt x="6236083" y="1278218"/>
                  </a:lnTo>
                  <a:lnTo>
                    <a:pt x="6236744" y="1250878"/>
                  </a:lnTo>
                  <a:lnTo>
                    <a:pt x="6237404" y="1250878"/>
                  </a:lnTo>
                  <a:lnTo>
                    <a:pt x="6238065" y="1278218"/>
                  </a:lnTo>
                  <a:lnTo>
                    <a:pt x="6238725" y="1325528"/>
                  </a:lnTo>
                  <a:lnTo>
                    <a:pt x="6239386" y="1362662"/>
                  </a:lnTo>
                  <a:lnTo>
                    <a:pt x="6240046" y="1406010"/>
                  </a:lnTo>
                  <a:lnTo>
                    <a:pt x="6240707" y="1430742"/>
                  </a:lnTo>
                  <a:lnTo>
                    <a:pt x="6241367" y="1430742"/>
                  </a:lnTo>
                  <a:lnTo>
                    <a:pt x="6242028" y="1430742"/>
                  </a:lnTo>
                  <a:lnTo>
                    <a:pt x="6242688" y="1430742"/>
                  </a:lnTo>
                  <a:lnTo>
                    <a:pt x="6243349" y="1430742"/>
                  </a:lnTo>
                  <a:lnTo>
                    <a:pt x="6244010" y="1430742"/>
                  </a:lnTo>
                  <a:lnTo>
                    <a:pt x="6244670" y="1430742"/>
                  </a:lnTo>
                  <a:lnTo>
                    <a:pt x="6245331" y="1430742"/>
                  </a:lnTo>
                  <a:lnTo>
                    <a:pt x="6245991" y="1430742"/>
                  </a:lnTo>
                  <a:lnTo>
                    <a:pt x="6246652" y="1430742"/>
                  </a:lnTo>
                  <a:lnTo>
                    <a:pt x="6247312" y="1367700"/>
                  </a:lnTo>
                  <a:lnTo>
                    <a:pt x="6247973" y="1258114"/>
                  </a:lnTo>
                  <a:lnTo>
                    <a:pt x="6248633" y="1151348"/>
                  </a:lnTo>
                  <a:lnTo>
                    <a:pt x="6249294" y="1051043"/>
                  </a:lnTo>
                  <a:lnTo>
                    <a:pt x="6249954" y="978201"/>
                  </a:lnTo>
                  <a:lnTo>
                    <a:pt x="6250615" y="917052"/>
                  </a:lnTo>
                  <a:lnTo>
                    <a:pt x="6251275" y="908937"/>
                  </a:lnTo>
                  <a:lnTo>
                    <a:pt x="6251936" y="916694"/>
                  </a:lnTo>
                  <a:lnTo>
                    <a:pt x="6252596" y="963004"/>
                  </a:lnTo>
                  <a:lnTo>
                    <a:pt x="6253257" y="1025603"/>
                  </a:lnTo>
                  <a:lnTo>
                    <a:pt x="6253917" y="1139679"/>
                  </a:lnTo>
                  <a:lnTo>
                    <a:pt x="6254578" y="1218018"/>
                  </a:lnTo>
                  <a:lnTo>
                    <a:pt x="6255239" y="1308781"/>
                  </a:lnTo>
                  <a:lnTo>
                    <a:pt x="6255899" y="1343431"/>
                  </a:lnTo>
                  <a:lnTo>
                    <a:pt x="6256560" y="1362662"/>
                  </a:lnTo>
                  <a:lnTo>
                    <a:pt x="6257220" y="1362662"/>
                  </a:lnTo>
                  <a:lnTo>
                    <a:pt x="6257881" y="1325528"/>
                  </a:lnTo>
                  <a:lnTo>
                    <a:pt x="6258541" y="1278218"/>
                  </a:lnTo>
                  <a:lnTo>
                    <a:pt x="6259202" y="1238218"/>
                  </a:lnTo>
                  <a:lnTo>
                    <a:pt x="6259862" y="1226146"/>
                  </a:lnTo>
                  <a:lnTo>
                    <a:pt x="6260523" y="1238218"/>
                  </a:lnTo>
                  <a:lnTo>
                    <a:pt x="6261183" y="1278218"/>
                  </a:lnTo>
                  <a:lnTo>
                    <a:pt x="6261844" y="1343431"/>
                  </a:lnTo>
                  <a:lnTo>
                    <a:pt x="6262504" y="1406010"/>
                  </a:lnTo>
                  <a:lnTo>
                    <a:pt x="6263165" y="1430742"/>
                  </a:lnTo>
                  <a:lnTo>
                    <a:pt x="6263825" y="1430742"/>
                  </a:lnTo>
                  <a:lnTo>
                    <a:pt x="6264486" y="1430742"/>
                  </a:lnTo>
                  <a:lnTo>
                    <a:pt x="6265147" y="1430742"/>
                  </a:lnTo>
                  <a:lnTo>
                    <a:pt x="6265807" y="1430742"/>
                  </a:lnTo>
                  <a:lnTo>
                    <a:pt x="6266468" y="1430742"/>
                  </a:lnTo>
                  <a:lnTo>
                    <a:pt x="6267128" y="1430742"/>
                  </a:lnTo>
                  <a:lnTo>
                    <a:pt x="6267789" y="1430742"/>
                  </a:lnTo>
                  <a:lnTo>
                    <a:pt x="6268449" y="1430742"/>
                  </a:lnTo>
                  <a:lnTo>
                    <a:pt x="6269110" y="1430742"/>
                  </a:lnTo>
                  <a:lnTo>
                    <a:pt x="6269770" y="1430742"/>
                  </a:lnTo>
                  <a:lnTo>
                    <a:pt x="6270431" y="1430742"/>
                  </a:lnTo>
                  <a:lnTo>
                    <a:pt x="6271091" y="1430742"/>
                  </a:lnTo>
                  <a:lnTo>
                    <a:pt x="6271752" y="1430742"/>
                  </a:lnTo>
                  <a:lnTo>
                    <a:pt x="6272412" y="1430742"/>
                  </a:lnTo>
                  <a:lnTo>
                    <a:pt x="6273073" y="1430742"/>
                  </a:lnTo>
                  <a:lnTo>
                    <a:pt x="6273733" y="1430742"/>
                  </a:lnTo>
                  <a:lnTo>
                    <a:pt x="6274394" y="1430742"/>
                  </a:lnTo>
                  <a:lnTo>
                    <a:pt x="6275055" y="1430742"/>
                  </a:lnTo>
                  <a:lnTo>
                    <a:pt x="6275715" y="1430742"/>
                  </a:lnTo>
                  <a:lnTo>
                    <a:pt x="6276376" y="1430742"/>
                  </a:lnTo>
                  <a:lnTo>
                    <a:pt x="6277036" y="1430742"/>
                  </a:lnTo>
                  <a:lnTo>
                    <a:pt x="6277697" y="1430742"/>
                  </a:lnTo>
                  <a:lnTo>
                    <a:pt x="6278357" y="1430742"/>
                  </a:lnTo>
                  <a:lnTo>
                    <a:pt x="6279018" y="1430742"/>
                  </a:lnTo>
                  <a:lnTo>
                    <a:pt x="6279678" y="1430742"/>
                  </a:lnTo>
                  <a:lnTo>
                    <a:pt x="6280339" y="1406010"/>
                  </a:lnTo>
                  <a:lnTo>
                    <a:pt x="6280999" y="1383432"/>
                  </a:lnTo>
                  <a:lnTo>
                    <a:pt x="6281660" y="1343431"/>
                  </a:lnTo>
                  <a:lnTo>
                    <a:pt x="6282320" y="1293050"/>
                  </a:lnTo>
                  <a:lnTo>
                    <a:pt x="6282981" y="1274639"/>
                  </a:lnTo>
                  <a:lnTo>
                    <a:pt x="6283641" y="1289262"/>
                  </a:lnTo>
                  <a:lnTo>
                    <a:pt x="6284302" y="1304758"/>
                  </a:lnTo>
                  <a:lnTo>
                    <a:pt x="6284962" y="1338839"/>
                  </a:lnTo>
                  <a:lnTo>
                    <a:pt x="6285623" y="1400179"/>
                  </a:lnTo>
                  <a:lnTo>
                    <a:pt x="6286284" y="1430742"/>
                  </a:lnTo>
                  <a:lnTo>
                    <a:pt x="6286944" y="1430742"/>
                  </a:lnTo>
                  <a:lnTo>
                    <a:pt x="6287605" y="1430742"/>
                  </a:lnTo>
                  <a:lnTo>
                    <a:pt x="6288265" y="1430742"/>
                  </a:lnTo>
                  <a:lnTo>
                    <a:pt x="6288926" y="1430742"/>
                  </a:lnTo>
                  <a:lnTo>
                    <a:pt x="6289586" y="1430742"/>
                  </a:lnTo>
                  <a:lnTo>
                    <a:pt x="6290247" y="1430742"/>
                  </a:lnTo>
                  <a:lnTo>
                    <a:pt x="6290907" y="1430742"/>
                  </a:lnTo>
                  <a:lnTo>
                    <a:pt x="6291568" y="1406010"/>
                  </a:lnTo>
                  <a:lnTo>
                    <a:pt x="6292228" y="1362662"/>
                  </a:lnTo>
                  <a:lnTo>
                    <a:pt x="6292889" y="1325528"/>
                  </a:lnTo>
                  <a:lnTo>
                    <a:pt x="6293549" y="1325528"/>
                  </a:lnTo>
                  <a:lnTo>
                    <a:pt x="6294210" y="1325528"/>
                  </a:lnTo>
                  <a:lnTo>
                    <a:pt x="6294870" y="1343431"/>
                  </a:lnTo>
                  <a:lnTo>
                    <a:pt x="6295531" y="1383432"/>
                  </a:lnTo>
                  <a:lnTo>
                    <a:pt x="6296192" y="1430742"/>
                  </a:lnTo>
                  <a:lnTo>
                    <a:pt x="6296852" y="1430742"/>
                  </a:lnTo>
                  <a:lnTo>
                    <a:pt x="6297513" y="1430742"/>
                  </a:lnTo>
                  <a:lnTo>
                    <a:pt x="6298173" y="1430742"/>
                  </a:lnTo>
                  <a:lnTo>
                    <a:pt x="6298834" y="1430742"/>
                  </a:lnTo>
                  <a:lnTo>
                    <a:pt x="6299494" y="1430742"/>
                  </a:lnTo>
                  <a:lnTo>
                    <a:pt x="6300155" y="1430742"/>
                  </a:lnTo>
                  <a:lnTo>
                    <a:pt x="6300815" y="1430742"/>
                  </a:lnTo>
                  <a:lnTo>
                    <a:pt x="6301476" y="1430742"/>
                  </a:lnTo>
                  <a:lnTo>
                    <a:pt x="6302136" y="1430742"/>
                  </a:lnTo>
                  <a:lnTo>
                    <a:pt x="6302797" y="1430742"/>
                  </a:lnTo>
                  <a:lnTo>
                    <a:pt x="6303457" y="1406010"/>
                  </a:lnTo>
                  <a:lnTo>
                    <a:pt x="6304118" y="1383432"/>
                  </a:lnTo>
                  <a:lnTo>
                    <a:pt x="6304778" y="1325528"/>
                  </a:lnTo>
                  <a:lnTo>
                    <a:pt x="6305439" y="1278218"/>
                  </a:lnTo>
                  <a:lnTo>
                    <a:pt x="6306100" y="1257448"/>
                  </a:lnTo>
                  <a:lnTo>
                    <a:pt x="6306760" y="1271108"/>
                  </a:lnTo>
                  <a:lnTo>
                    <a:pt x="6307421" y="1282579"/>
                  </a:lnTo>
                  <a:lnTo>
                    <a:pt x="6308081" y="1313693"/>
                  </a:lnTo>
                  <a:lnTo>
                    <a:pt x="6308742" y="1349052"/>
                  </a:lnTo>
                  <a:lnTo>
                    <a:pt x="6309402" y="1358700"/>
                  </a:lnTo>
                  <a:lnTo>
                    <a:pt x="6310063" y="1339751"/>
                  </a:lnTo>
                  <a:lnTo>
                    <a:pt x="6310723" y="1343431"/>
                  </a:lnTo>
                  <a:lnTo>
                    <a:pt x="6311384" y="1362662"/>
                  </a:lnTo>
                  <a:lnTo>
                    <a:pt x="6312044" y="1362662"/>
                  </a:lnTo>
                  <a:lnTo>
                    <a:pt x="6312705" y="1325528"/>
                  </a:lnTo>
                  <a:lnTo>
                    <a:pt x="6313365" y="1264188"/>
                  </a:lnTo>
                  <a:lnTo>
                    <a:pt x="6314026" y="1214611"/>
                  </a:lnTo>
                  <a:lnTo>
                    <a:pt x="6314686" y="1192975"/>
                  </a:lnTo>
                  <a:lnTo>
                    <a:pt x="6315347" y="1203568"/>
                  </a:lnTo>
                  <a:lnTo>
                    <a:pt x="6316008" y="1238218"/>
                  </a:lnTo>
                  <a:lnTo>
                    <a:pt x="6316668" y="1308781"/>
                  </a:lnTo>
                  <a:lnTo>
                    <a:pt x="6317329" y="1383432"/>
                  </a:lnTo>
                  <a:lnTo>
                    <a:pt x="6317989" y="1430742"/>
                  </a:lnTo>
                  <a:lnTo>
                    <a:pt x="6318650" y="1430742"/>
                  </a:lnTo>
                  <a:lnTo>
                    <a:pt x="6319310" y="1430742"/>
                  </a:lnTo>
                  <a:lnTo>
                    <a:pt x="6319971" y="1430742"/>
                  </a:lnTo>
                  <a:lnTo>
                    <a:pt x="6320631" y="1430742"/>
                  </a:lnTo>
                  <a:lnTo>
                    <a:pt x="6321292" y="1430742"/>
                  </a:lnTo>
                  <a:lnTo>
                    <a:pt x="6321952" y="1430742"/>
                  </a:lnTo>
                  <a:lnTo>
                    <a:pt x="6322613" y="1430742"/>
                  </a:lnTo>
                  <a:lnTo>
                    <a:pt x="6323273" y="1430742"/>
                  </a:lnTo>
                  <a:lnTo>
                    <a:pt x="6323934" y="1430742"/>
                  </a:lnTo>
                  <a:lnTo>
                    <a:pt x="6324594" y="1430742"/>
                  </a:lnTo>
                  <a:lnTo>
                    <a:pt x="6325255" y="1430742"/>
                  </a:lnTo>
                  <a:lnTo>
                    <a:pt x="6325915" y="1406010"/>
                  </a:lnTo>
                  <a:lnTo>
                    <a:pt x="6326576" y="1362662"/>
                  </a:lnTo>
                  <a:lnTo>
                    <a:pt x="6327237" y="1325528"/>
                  </a:lnTo>
                  <a:lnTo>
                    <a:pt x="6327897" y="1308781"/>
                  </a:lnTo>
                  <a:lnTo>
                    <a:pt x="6328558" y="1308781"/>
                  </a:lnTo>
                  <a:lnTo>
                    <a:pt x="6329218" y="1325528"/>
                  </a:lnTo>
                  <a:lnTo>
                    <a:pt x="6329879" y="1362662"/>
                  </a:lnTo>
                  <a:lnTo>
                    <a:pt x="6330539" y="1406010"/>
                  </a:lnTo>
                  <a:lnTo>
                    <a:pt x="6331200" y="1430742"/>
                  </a:lnTo>
                  <a:lnTo>
                    <a:pt x="6331860" y="1430742"/>
                  </a:lnTo>
                  <a:lnTo>
                    <a:pt x="6332521" y="1430742"/>
                  </a:lnTo>
                  <a:lnTo>
                    <a:pt x="6333181" y="1430742"/>
                  </a:lnTo>
                  <a:lnTo>
                    <a:pt x="6333842" y="1430742"/>
                  </a:lnTo>
                  <a:lnTo>
                    <a:pt x="6334502" y="1430742"/>
                  </a:lnTo>
                  <a:lnTo>
                    <a:pt x="6335163" y="1430742"/>
                  </a:lnTo>
                  <a:lnTo>
                    <a:pt x="6335823" y="1430742"/>
                  </a:lnTo>
                  <a:lnTo>
                    <a:pt x="6336484" y="1430742"/>
                  </a:lnTo>
                  <a:lnTo>
                    <a:pt x="6337145" y="1430742"/>
                  </a:lnTo>
                  <a:lnTo>
                    <a:pt x="6337805" y="1383432"/>
                  </a:lnTo>
                  <a:lnTo>
                    <a:pt x="6338466" y="1325528"/>
                  </a:lnTo>
                  <a:lnTo>
                    <a:pt x="6339126" y="1264188"/>
                  </a:lnTo>
                  <a:lnTo>
                    <a:pt x="6339787" y="1226146"/>
                  </a:lnTo>
                  <a:lnTo>
                    <a:pt x="6340447" y="1202489"/>
                  </a:lnTo>
                  <a:lnTo>
                    <a:pt x="6341108" y="1213486"/>
                  </a:lnTo>
                  <a:lnTo>
                    <a:pt x="6341768" y="1249584"/>
                  </a:lnTo>
                  <a:lnTo>
                    <a:pt x="6342429" y="1307165"/>
                  </a:lnTo>
                  <a:lnTo>
                    <a:pt x="6343089" y="1360673"/>
                  </a:lnTo>
                  <a:lnTo>
                    <a:pt x="6343750" y="1406010"/>
                  </a:lnTo>
                  <a:lnTo>
                    <a:pt x="6344410" y="1430742"/>
                  </a:lnTo>
                  <a:lnTo>
                    <a:pt x="6345071" y="1430742"/>
                  </a:lnTo>
                  <a:lnTo>
                    <a:pt x="6345731" y="1406010"/>
                  </a:lnTo>
                  <a:lnTo>
                    <a:pt x="6346392" y="1383432"/>
                  </a:lnTo>
                  <a:lnTo>
                    <a:pt x="6347053" y="1375972"/>
                  </a:lnTo>
                  <a:lnTo>
                    <a:pt x="6347713" y="1355768"/>
                  </a:lnTo>
                  <a:lnTo>
                    <a:pt x="6348374" y="1337024"/>
                  </a:lnTo>
                  <a:lnTo>
                    <a:pt x="6349034" y="1355768"/>
                  </a:lnTo>
                  <a:lnTo>
                    <a:pt x="6349695" y="1375972"/>
                  </a:lnTo>
                  <a:lnTo>
                    <a:pt x="6350355" y="1383432"/>
                  </a:lnTo>
                  <a:lnTo>
                    <a:pt x="6351016" y="1406010"/>
                  </a:lnTo>
                  <a:lnTo>
                    <a:pt x="6351676" y="1406010"/>
                  </a:lnTo>
                  <a:lnTo>
                    <a:pt x="6352337" y="1383432"/>
                  </a:lnTo>
                  <a:lnTo>
                    <a:pt x="6352997" y="1354798"/>
                  </a:lnTo>
                  <a:lnTo>
                    <a:pt x="6353658" y="1336121"/>
                  </a:lnTo>
                  <a:lnTo>
                    <a:pt x="6354318" y="1318699"/>
                  </a:lnTo>
                  <a:lnTo>
                    <a:pt x="6354979" y="1336121"/>
                  </a:lnTo>
                  <a:lnTo>
                    <a:pt x="6355639" y="1331655"/>
                  </a:lnTo>
                  <a:lnTo>
                    <a:pt x="6356300" y="1321239"/>
                  </a:lnTo>
                  <a:lnTo>
                    <a:pt x="6356960" y="1304758"/>
                  </a:lnTo>
                  <a:lnTo>
                    <a:pt x="6357621" y="1289262"/>
                  </a:lnTo>
                  <a:lnTo>
                    <a:pt x="6358282" y="1274639"/>
                  </a:lnTo>
                  <a:lnTo>
                    <a:pt x="6358942" y="1291528"/>
                  </a:lnTo>
                  <a:lnTo>
                    <a:pt x="6359603" y="1323804"/>
                  </a:lnTo>
                  <a:lnTo>
                    <a:pt x="6360263" y="1360673"/>
                  </a:lnTo>
                  <a:lnTo>
                    <a:pt x="6360924" y="1403662"/>
                  </a:lnTo>
                  <a:lnTo>
                    <a:pt x="6361584" y="1428160"/>
                  </a:lnTo>
                  <a:lnTo>
                    <a:pt x="6362245" y="1430742"/>
                  </a:lnTo>
                  <a:lnTo>
                    <a:pt x="6362905" y="1430742"/>
                  </a:lnTo>
                  <a:lnTo>
                    <a:pt x="6363566" y="1430742"/>
                  </a:lnTo>
                  <a:lnTo>
                    <a:pt x="6364226" y="1430742"/>
                  </a:lnTo>
                  <a:lnTo>
                    <a:pt x="6364887" y="1430742"/>
                  </a:lnTo>
                  <a:lnTo>
                    <a:pt x="6365547" y="1430742"/>
                  </a:lnTo>
                  <a:lnTo>
                    <a:pt x="6366208" y="1430742"/>
                  </a:lnTo>
                  <a:lnTo>
                    <a:pt x="6366868" y="1430742"/>
                  </a:lnTo>
                  <a:lnTo>
                    <a:pt x="6367529" y="1430742"/>
                  </a:lnTo>
                  <a:lnTo>
                    <a:pt x="6368190" y="1430742"/>
                  </a:lnTo>
                  <a:lnTo>
                    <a:pt x="6368850" y="1430742"/>
                  </a:lnTo>
                  <a:lnTo>
                    <a:pt x="6369511" y="1430742"/>
                  </a:lnTo>
                  <a:lnTo>
                    <a:pt x="6370171" y="1430742"/>
                  </a:lnTo>
                  <a:lnTo>
                    <a:pt x="6370832" y="1430742"/>
                  </a:lnTo>
                  <a:lnTo>
                    <a:pt x="6371492" y="1430742"/>
                  </a:lnTo>
                  <a:lnTo>
                    <a:pt x="6372153" y="1430742"/>
                  </a:lnTo>
                  <a:lnTo>
                    <a:pt x="6372813" y="1406010"/>
                  </a:lnTo>
                  <a:lnTo>
                    <a:pt x="6373474" y="1362662"/>
                  </a:lnTo>
                  <a:lnTo>
                    <a:pt x="6374134" y="1325528"/>
                  </a:lnTo>
                  <a:lnTo>
                    <a:pt x="6374795" y="1308781"/>
                  </a:lnTo>
                  <a:lnTo>
                    <a:pt x="6375455" y="1308781"/>
                  </a:lnTo>
                  <a:lnTo>
                    <a:pt x="6376116" y="1325528"/>
                  </a:lnTo>
                  <a:lnTo>
                    <a:pt x="6376776" y="1362662"/>
                  </a:lnTo>
                  <a:lnTo>
                    <a:pt x="6377437" y="1406010"/>
                  </a:lnTo>
                  <a:lnTo>
                    <a:pt x="6378098" y="1430742"/>
                  </a:lnTo>
                  <a:lnTo>
                    <a:pt x="6378758" y="1430742"/>
                  </a:lnTo>
                  <a:lnTo>
                    <a:pt x="6379419" y="1406010"/>
                  </a:lnTo>
                  <a:lnTo>
                    <a:pt x="6380079" y="1383432"/>
                  </a:lnTo>
                  <a:lnTo>
                    <a:pt x="6380740" y="1343431"/>
                  </a:lnTo>
                  <a:lnTo>
                    <a:pt x="6381400" y="1325528"/>
                  </a:lnTo>
                  <a:lnTo>
                    <a:pt x="6382061" y="1325528"/>
                  </a:lnTo>
                  <a:lnTo>
                    <a:pt x="6382721" y="1343431"/>
                  </a:lnTo>
                  <a:lnTo>
                    <a:pt x="6383382" y="1362662"/>
                  </a:lnTo>
                  <a:lnTo>
                    <a:pt x="6384042" y="1406010"/>
                  </a:lnTo>
                  <a:lnTo>
                    <a:pt x="6384703" y="1430742"/>
                  </a:lnTo>
                  <a:lnTo>
                    <a:pt x="6385363" y="1430742"/>
                  </a:lnTo>
                  <a:lnTo>
                    <a:pt x="6386024" y="1430742"/>
                  </a:lnTo>
                  <a:lnTo>
                    <a:pt x="6386684" y="1430742"/>
                  </a:lnTo>
                  <a:lnTo>
                    <a:pt x="6387345" y="1430742"/>
                  </a:lnTo>
                  <a:lnTo>
                    <a:pt x="6388006" y="1430742"/>
                  </a:lnTo>
                  <a:lnTo>
                    <a:pt x="6388666" y="1430742"/>
                  </a:lnTo>
                  <a:lnTo>
                    <a:pt x="6389327" y="1430742"/>
                  </a:lnTo>
                  <a:lnTo>
                    <a:pt x="6389987" y="1430742"/>
                  </a:lnTo>
                  <a:lnTo>
                    <a:pt x="6390648" y="1430742"/>
                  </a:lnTo>
                  <a:lnTo>
                    <a:pt x="6391308" y="1383432"/>
                  </a:lnTo>
                  <a:lnTo>
                    <a:pt x="6391969" y="1343431"/>
                  </a:lnTo>
                  <a:lnTo>
                    <a:pt x="6392629" y="1325528"/>
                  </a:lnTo>
                  <a:lnTo>
                    <a:pt x="6393290" y="1325528"/>
                  </a:lnTo>
                  <a:lnTo>
                    <a:pt x="6393950" y="1325528"/>
                  </a:lnTo>
                  <a:lnTo>
                    <a:pt x="6394611" y="1362662"/>
                  </a:lnTo>
                  <a:lnTo>
                    <a:pt x="6395271" y="1406010"/>
                  </a:lnTo>
                  <a:lnTo>
                    <a:pt x="6395932" y="1430742"/>
                  </a:lnTo>
                  <a:lnTo>
                    <a:pt x="6396592" y="1430742"/>
                  </a:lnTo>
                  <a:lnTo>
                    <a:pt x="6397253" y="1430742"/>
                  </a:lnTo>
                  <a:lnTo>
                    <a:pt x="6397913" y="1430742"/>
                  </a:lnTo>
                  <a:lnTo>
                    <a:pt x="6398574" y="1430742"/>
                  </a:lnTo>
                  <a:lnTo>
                    <a:pt x="6399235" y="1430742"/>
                  </a:lnTo>
                  <a:lnTo>
                    <a:pt x="6399895" y="1430742"/>
                  </a:lnTo>
                  <a:lnTo>
                    <a:pt x="6400556" y="1430742"/>
                  </a:lnTo>
                  <a:lnTo>
                    <a:pt x="6401216" y="1430742"/>
                  </a:lnTo>
                  <a:lnTo>
                    <a:pt x="6401877" y="1430742"/>
                  </a:lnTo>
                  <a:lnTo>
                    <a:pt x="6402537" y="1430742"/>
                  </a:lnTo>
                  <a:lnTo>
                    <a:pt x="6403198" y="1430742"/>
                  </a:lnTo>
                  <a:lnTo>
                    <a:pt x="6403858" y="1430742"/>
                  </a:lnTo>
                  <a:lnTo>
                    <a:pt x="6404519" y="1430742"/>
                  </a:lnTo>
                  <a:lnTo>
                    <a:pt x="6405179" y="1430742"/>
                  </a:lnTo>
                  <a:lnTo>
                    <a:pt x="6405840" y="1430742"/>
                  </a:lnTo>
                  <a:lnTo>
                    <a:pt x="6406500" y="1430742"/>
                  </a:lnTo>
                  <a:lnTo>
                    <a:pt x="6407161" y="1430742"/>
                  </a:lnTo>
                  <a:lnTo>
                    <a:pt x="6407821" y="1406010"/>
                  </a:lnTo>
                  <a:lnTo>
                    <a:pt x="6408482" y="1362662"/>
                  </a:lnTo>
                  <a:lnTo>
                    <a:pt x="6409143" y="1343431"/>
                  </a:lnTo>
                  <a:lnTo>
                    <a:pt x="6409803" y="1321239"/>
                  </a:lnTo>
                  <a:lnTo>
                    <a:pt x="6410464" y="1260796"/>
                  </a:lnTo>
                  <a:lnTo>
                    <a:pt x="6411124" y="1223214"/>
                  </a:lnTo>
                  <a:lnTo>
                    <a:pt x="6411785" y="1190393"/>
                  </a:lnTo>
                  <a:lnTo>
                    <a:pt x="6412445" y="1161261"/>
                  </a:lnTo>
                  <a:lnTo>
                    <a:pt x="6413106" y="1163567"/>
                  </a:lnTo>
                  <a:lnTo>
                    <a:pt x="6413766" y="1203568"/>
                  </a:lnTo>
                  <a:lnTo>
                    <a:pt x="6414427" y="1250878"/>
                  </a:lnTo>
                  <a:lnTo>
                    <a:pt x="6415087" y="1325528"/>
                  </a:lnTo>
                  <a:lnTo>
                    <a:pt x="6415748" y="1406010"/>
                  </a:lnTo>
                  <a:lnTo>
                    <a:pt x="6416408" y="1430742"/>
                  </a:lnTo>
                  <a:lnTo>
                    <a:pt x="6417069" y="1430742"/>
                  </a:lnTo>
                  <a:lnTo>
                    <a:pt x="6417729" y="1430742"/>
                  </a:lnTo>
                  <a:lnTo>
                    <a:pt x="6418390" y="1406010"/>
                  </a:lnTo>
                  <a:lnTo>
                    <a:pt x="6419051" y="1383432"/>
                  </a:lnTo>
                  <a:lnTo>
                    <a:pt x="6419711" y="1362662"/>
                  </a:lnTo>
                  <a:lnTo>
                    <a:pt x="6420372" y="1343431"/>
                  </a:lnTo>
                  <a:lnTo>
                    <a:pt x="6421032" y="1343431"/>
                  </a:lnTo>
                  <a:lnTo>
                    <a:pt x="6421693" y="1362662"/>
                  </a:lnTo>
                  <a:lnTo>
                    <a:pt x="6422353" y="1383432"/>
                  </a:lnTo>
                  <a:lnTo>
                    <a:pt x="6423014" y="1406010"/>
                  </a:lnTo>
                  <a:lnTo>
                    <a:pt x="6423674" y="1430742"/>
                  </a:lnTo>
                  <a:lnTo>
                    <a:pt x="6424335" y="1383432"/>
                  </a:lnTo>
                  <a:lnTo>
                    <a:pt x="6424995" y="1343431"/>
                  </a:lnTo>
                  <a:lnTo>
                    <a:pt x="6425656" y="1308781"/>
                  </a:lnTo>
                  <a:lnTo>
                    <a:pt x="6426316" y="1308781"/>
                  </a:lnTo>
                  <a:lnTo>
                    <a:pt x="6426977" y="1308781"/>
                  </a:lnTo>
                  <a:lnTo>
                    <a:pt x="6427637" y="1343431"/>
                  </a:lnTo>
                  <a:lnTo>
                    <a:pt x="6428298" y="1383432"/>
                  </a:lnTo>
                  <a:lnTo>
                    <a:pt x="6428958" y="1430742"/>
                  </a:lnTo>
                  <a:lnTo>
                    <a:pt x="6429619" y="1430742"/>
                  </a:lnTo>
                  <a:lnTo>
                    <a:pt x="6430280" y="1430742"/>
                  </a:lnTo>
                  <a:lnTo>
                    <a:pt x="6430940" y="1430742"/>
                  </a:lnTo>
                  <a:lnTo>
                    <a:pt x="6431601" y="1430742"/>
                  </a:lnTo>
                  <a:lnTo>
                    <a:pt x="6432261" y="1430742"/>
                  </a:lnTo>
                  <a:lnTo>
                    <a:pt x="6432922" y="1424335"/>
                  </a:lnTo>
                  <a:lnTo>
                    <a:pt x="6433582" y="1400179"/>
                  </a:lnTo>
                  <a:lnTo>
                    <a:pt x="6434243" y="1378081"/>
                  </a:lnTo>
                  <a:lnTo>
                    <a:pt x="6434903" y="1357719"/>
                  </a:lnTo>
                  <a:lnTo>
                    <a:pt x="6435564" y="1338839"/>
                  </a:lnTo>
                  <a:lnTo>
                    <a:pt x="6436224" y="1333432"/>
                  </a:lnTo>
                  <a:lnTo>
                    <a:pt x="6436885" y="1333432"/>
                  </a:lnTo>
                  <a:lnTo>
                    <a:pt x="6437545" y="1333432"/>
                  </a:lnTo>
                  <a:lnTo>
                    <a:pt x="6438206" y="1333432"/>
                  </a:lnTo>
                  <a:lnTo>
                    <a:pt x="6438866" y="1333432"/>
                  </a:lnTo>
                  <a:lnTo>
                    <a:pt x="6439527" y="1343431"/>
                  </a:lnTo>
                  <a:lnTo>
                    <a:pt x="6440188" y="1362662"/>
                  </a:lnTo>
                  <a:lnTo>
                    <a:pt x="6440848" y="1383432"/>
                  </a:lnTo>
                  <a:lnTo>
                    <a:pt x="6441509" y="1406010"/>
                  </a:lnTo>
                  <a:lnTo>
                    <a:pt x="6442169" y="1430742"/>
                  </a:lnTo>
                  <a:lnTo>
                    <a:pt x="6442830" y="1430742"/>
                  </a:lnTo>
                  <a:lnTo>
                    <a:pt x="6443490" y="1430742"/>
                  </a:lnTo>
                  <a:lnTo>
                    <a:pt x="6444151" y="1430742"/>
                  </a:lnTo>
                  <a:lnTo>
                    <a:pt x="6444811" y="1430742"/>
                  </a:lnTo>
                  <a:lnTo>
                    <a:pt x="6445472" y="1430742"/>
                  </a:lnTo>
                  <a:lnTo>
                    <a:pt x="6446132" y="1430742"/>
                  </a:lnTo>
                  <a:lnTo>
                    <a:pt x="6446793" y="1430742"/>
                  </a:lnTo>
                  <a:lnTo>
                    <a:pt x="6447453" y="1430742"/>
                  </a:lnTo>
                  <a:lnTo>
                    <a:pt x="6448114" y="1430742"/>
                  </a:lnTo>
                  <a:lnTo>
                    <a:pt x="6448774" y="1430742"/>
                  </a:lnTo>
                  <a:lnTo>
                    <a:pt x="6449435" y="1430742"/>
                  </a:lnTo>
                  <a:lnTo>
                    <a:pt x="6450096" y="1430742"/>
                  </a:lnTo>
                  <a:lnTo>
                    <a:pt x="6450756" y="1406010"/>
                  </a:lnTo>
                  <a:lnTo>
                    <a:pt x="6451417" y="1362662"/>
                  </a:lnTo>
                  <a:lnTo>
                    <a:pt x="6452077" y="1325528"/>
                  </a:lnTo>
                  <a:lnTo>
                    <a:pt x="6452738" y="1325528"/>
                  </a:lnTo>
                  <a:lnTo>
                    <a:pt x="6453398" y="1325528"/>
                  </a:lnTo>
                  <a:lnTo>
                    <a:pt x="6454059" y="1343431"/>
                  </a:lnTo>
                  <a:lnTo>
                    <a:pt x="6454719" y="1383432"/>
                  </a:lnTo>
                  <a:lnTo>
                    <a:pt x="6455380" y="1430742"/>
                  </a:lnTo>
                  <a:lnTo>
                    <a:pt x="6456040" y="1430742"/>
                  </a:lnTo>
                  <a:lnTo>
                    <a:pt x="6456701" y="1430742"/>
                  </a:lnTo>
                  <a:lnTo>
                    <a:pt x="6457361" y="1430742"/>
                  </a:lnTo>
                  <a:lnTo>
                    <a:pt x="6458022" y="1430742"/>
                  </a:lnTo>
                  <a:lnTo>
                    <a:pt x="6458682" y="1430742"/>
                  </a:lnTo>
                  <a:lnTo>
                    <a:pt x="6459343" y="1430742"/>
                  </a:lnTo>
                  <a:lnTo>
                    <a:pt x="6460004" y="1430742"/>
                  </a:lnTo>
                  <a:lnTo>
                    <a:pt x="6460664" y="1406010"/>
                  </a:lnTo>
                  <a:lnTo>
                    <a:pt x="6461325" y="1362662"/>
                  </a:lnTo>
                  <a:lnTo>
                    <a:pt x="6461985" y="1325528"/>
                  </a:lnTo>
                  <a:lnTo>
                    <a:pt x="6462646" y="1309594"/>
                  </a:lnTo>
                  <a:lnTo>
                    <a:pt x="6463306" y="1309594"/>
                  </a:lnTo>
                  <a:lnTo>
                    <a:pt x="6463967" y="1326395"/>
                  </a:lnTo>
                  <a:lnTo>
                    <a:pt x="6464627" y="1363662"/>
                  </a:lnTo>
                  <a:lnTo>
                    <a:pt x="6465288" y="1407192"/>
                  </a:lnTo>
                  <a:lnTo>
                    <a:pt x="6465948" y="1430742"/>
                  </a:lnTo>
                  <a:lnTo>
                    <a:pt x="6466609" y="1430742"/>
                  </a:lnTo>
                  <a:lnTo>
                    <a:pt x="6467269" y="1430742"/>
                  </a:lnTo>
                  <a:lnTo>
                    <a:pt x="6467930" y="1430742"/>
                  </a:lnTo>
                  <a:lnTo>
                    <a:pt x="6468590" y="1430742"/>
                  </a:lnTo>
                  <a:lnTo>
                    <a:pt x="6469251" y="1430742"/>
                  </a:lnTo>
                  <a:lnTo>
                    <a:pt x="6469911" y="1430742"/>
                  </a:lnTo>
                  <a:lnTo>
                    <a:pt x="6470572" y="1430742"/>
                  </a:lnTo>
                  <a:lnTo>
                    <a:pt x="6471233" y="1430742"/>
                  </a:lnTo>
                  <a:lnTo>
                    <a:pt x="6471893" y="1430742"/>
                  </a:lnTo>
                  <a:lnTo>
                    <a:pt x="6472554" y="1430742"/>
                  </a:lnTo>
                  <a:lnTo>
                    <a:pt x="6473214" y="1430742"/>
                  </a:lnTo>
                  <a:lnTo>
                    <a:pt x="6473875" y="1430742"/>
                  </a:lnTo>
                  <a:lnTo>
                    <a:pt x="6474535" y="1430742"/>
                  </a:lnTo>
                  <a:lnTo>
                    <a:pt x="6475196" y="1430742"/>
                  </a:lnTo>
                  <a:lnTo>
                    <a:pt x="6475856" y="1430742"/>
                  </a:lnTo>
                  <a:lnTo>
                    <a:pt x="6476517" y="1430742"/>
                  </a:lnTo>
                  <a:lnTo>
                    <a:pt x="6477177" y="1430742"/>
                  </a:lnTo>
                  <a:lnTo>
                    <a:pt x="6477838" y="1430742"/>
                  </a:lnTo>
                  <a:lnTo>
                    <a:pt x="6478498" y="1430742"/>
                  </a:lnTo>
                  <a:lnTo>
                    <a:pt x="6479159" y="1430742"/>
                  </a:lnTo>
                  <a:lnTo>
                    <a:pt x="6479819" y="1430742"/>
                  </a:lnTo>
                  <a:lnTo>
                    <a:pt x="6480480" y="1430742"/>
                  </a:lnTo>
                  <a:lnTo>
                    <a:pt x="6481141" y="1430742"/>
                  </a:lnTo>
                  <a:lnTo>
                    <a:pt x="6481801" y="1430742"/>
                  </a:lnTo>
                  <a:lnTo>
                    <a:pt x="6482462" y="1430742"/>
                  </a:lnTo>
                  <a:lnTo>
                    <a:pt x="6483122" y="1430742"/>
                  </a:lnTo>
                  <a:lnTo>
                    <a:pt x="6483783" y="1430742"/>
                  </a:lnTo>
                  <a:lnTo>
                    <a:pt x="6484443" y="1430742"/>
                  </a:lnTo>
                  <a:lnTo>
                    <a:pt x="6485104" y="1430742"/>
                  </a:lnTo>
                  <a:lnTo>
                    <a:pt x="6485764" y="1430742"/>
                  </a:lnTo>
                  <a:lnTo>
                    <a:pt x="6486425" y="1430742"/>
                  </a:lnTo>
                  <a:lnTo>
                    <a:pt x="6487085" y="1430742"/>
                  </a:lnTo>
                  <a:lnTo>
                    <a:pt x="6487746" y="1430742"/>
                  </a:lnTo>
                  <a:lnTo>
                    <a:pt x="6488406" y="1406010"/>
                  </a:lnTo>
                  <a:lnTo>
                    <a:pt x="6489067" y="1362662"/>
                  </a:lnTo>
                  <a:lnTo>
                    <a:pt x="6489727" y="1343431"/>
                  </a:lnTo>
                  <a:lnTo>
                    <a:pt x="6490388" y="1325528"/>
                  </a:lnTo>
                  <a:lnTo>
                    <a:pt x="6491049" y="1325528"/>
                  </a:lnTo>
                  <a:lnTo>
                    <a:pt x="6491709" y="1343431"/>
                  </a:lnTo>
                  <a:lnTo>
                    <a:pt x="6492370" y="1383432"/>
                  </a:lnTo>
                  <a:lnTo>
                    <a:pt x="6493030" y="1406010"/>
                  </a:lnTo>
                  <a:lnTo>
                    <a:pt x="6493691" y="1430742"/>
                  </a:lnTo>
                  <a:lnTo>
                    <a:pt x="6494351" y="1430742"/>
                  </a:lnTo>
                  <a:lnTo>
                    <a:pt x="6495012" y="1430742"/>
                  </a:lnTo>
                  <a:lnTo>
                    <a:pt x="6495672" y="1430742"/>
                  </a:lnTo>
                  <a:lnTo>
                    <a:pt x="6496333" y="1430742"/>
                  </a:lnTo>
                  <a:lnTo>
                    <a:pt x="6496993" y="1430742"/>
                  </a:lnTo>
                  <a:lnTo>
                    <a:pt x="6497654" y="1430742"/>
                  </a:lnTo>
                  <a:lnTo>
                    <a:pt x="6498314" y="1430742"/>
                  </a:lnTo>
                  <a:lnTo>
                    <a:pt x="6498975" y="1430742"/>
                  </a:lnTo>
                  <a:lnTo>
                    <a:pt x="6499635" y="1430742"/>
                  </a:lnTo>
                  <a:lnTo>
                    <a:pt x="6500296" y="1430742"/>
                  </a:lnTo>
                  <a:lnTo>
                    <a:pt x="6500956" y="1430742"/>
                  </a:lnTo>
                  <a:lnTo>
                    <a:pt x="6501617" y="1430742"/>
                  </a:lnTo>
                  <a:lnTo>
                    <a:pt x="6502278" y="1430742"/>
                  </a:lnTo>
                  <a:lnTo>
                    <a:pt x="6502938" y="1430742"/>
                  </a:lnTo>
                  <a:lnTo>
                    <a:pt x="6503599" y="1430742"/>
                  </a:lnTo>
                  <a:lnTo>
                    <a:pt x="6504259" y="1430742"/>
                  </a:lnTo>
                  <a:lnTo>
                    <a:pt x="6504920" y="1430742"/>
                  </a:lnTo>
                  <a:lnTo>
                    <a:pt x="6505580" y="1430742"/>
                  </a:lnTo>
                  <a:lnTo>
                    <a:pt x="6506241" y="1430742"/>
                  </a:lnTo>
                  <a:lnTo>
                    <a:pt x="6506901" y="1430742"/>
                  </a:lnTo>
                  <a:lnTo>
                    <a:pt x="6507562" y="1430742"/>
                  </a:lnTo>
                  <a:lnTo>
                    <a:pt x="6508222" y="1430742"/>
                  </a:lnTo>
                  <a:lnTo>
                    <a:pt x="6508883" y="1430742"/>
                  </a:lnTo>
                  <a:lnTo>
                    <a:pt x="6509543" y="1430742"/>
                  </a:lnTo>
                  <a:lnTo>
                    <a:pt x="6510204" y="1430742"/>
                  </a:lnTo>
                  <a:lnTo>
                    <a:pt x="6510864" y="1430742"/>
                  </a:lnTo>
                  <a:lnTo>
                    <a:pt x="6511525" y="1430742"/>
                  </a:lnTo>
                  <a:lnTo>
                    <a:pt x="6512186" y="1430742"/>
                  </a:lnTo>
                  <a:lnTo>
                    <a:pt x="6512846" y="1430742"/>
                  </a:lnTo>
                  <a:lnTo>
                    <a:pt x="6513507" y="1430742"/>
                  </a:lnTo>
                  <a:lnTo>
                    <a:pt x="6514167" y="1430742"/>
                  </a:lnTo>
                  <a:lnTo>
                    <a:pt x="6514828" y="1430742"/>
                  </a:lnTo>
                  <a:lnTo>
                    <a:pt x="6515488" y="1430742"/>
                  </a:lnTo>
                  <a:lnTo>
                    <a:pt x="6516149" y="1430742"/>
                  </a:lnTo>
                  <a:lnTo>
                    <a:pt x="6516809" y="1430742"/>
                  </a:lnTo>
                  <a:lnTo>
                    <a:pt x="6517470" y="1430742"/>
                  </a:lnTo>
                  <a:lnTo>
                    <a:pt x="6518130" y="1430742"/>
                  </a:lnTo>
                  <a:lnTo>
                    <a:pt x="6518791" y="1430742"/>
                  </a:lnTo>
                  <a:lnTo>
                    <a:pt x="6519451" y="1430742"/>
                  </a:lnTo>
                  <a:lnTo>
                    <a:pt x="6520112" y="1430742"/>
                  </a:lnTo>
                  <a:lnTo>
                    <a:pt x="6520772" y="1430742"/>
                  </a:lnTo>
                  <a:lnTo>
                    <a:pt x="6521433" y="1430742"/>
                  </a:lnTo>
                  <a:lnTo>
                    <a:pt x="6522094" y="1430742"/>
                  </a:lnTo>
                  <a:lnTo>
                    <a:pt x="6522754" y="1430742"/>
                  </a:lnTo>
                  <a:lnTo>
                    <a:pt x="6523415" y="1430742"/>
                  </a:lnTo>
                  <a:lnTo>
                    <a:pt x="6524075" y="1430742"/>
                  </a:lnTo>
                  <a:lnTo>
                    <a:pt x="6524736" y="1430742"/>
                  </a:lnTo>
                  <a:lnTo>
                    <a:pt x="6525396" y="1430742"/>
                  </a:lnTo>
                  <a:lnTo>
                    <a:pt x="6526057" y="1430742"/>
                  </a:lnTo>
                  <a:lnTo>
                    <a:pt x="6526717" y="1430742"/>
                  </a:lnTo>
                  <a:lnTo>
                    <a:pt x="6527378" y="1430742"/>
                  </a:lnTo>
                  <a:lnTo>
                    <a:pt x="6528038" y="1430742"/>
                  </a:lnTo>
                  <a:lnTo>
                    <a:pt x="6528699" y="1430742"/>
                  </a:lnTo>
                  <a:lnTo>
                    <a:pt x="6529359" y="1430742"/>
                  </a:lnTo>
                  <a:lnTo>
                    <a:pt x="6530020" y="1430742"/>
                  </a:lnTo>
                  <a:lnTo>
                    <a:pt x="6530680" y="1430742"/>
                  </a:lnTo>
                  <a:lnTo>
                    <a:pt x="6531341" y="1430742"/>
                  </a:lnTo>
                  <a:lnTo>
                    <a:pt x="6532002" y="1430742"/>
                  </a:lnTo>
                  <a:lnTo>
                    <a:pt x="6532662" y="1430742"/>
                  </a:lnTo>
                  <a:lnTo>
                    <a:pt x="6533323" y="1430742"/>
                  </a:lnTo>
                  <a:lnTo>
                    <a:pt x="6533983" y="1430742"/>
                  </a:lnTo>
                  <a:lnTo>
                    <a:pt x="6534644" y="1430742"/>
                  </a:lnTo>
                  <a:lnTo>
                    <a:pt x="6535304" y="1430742"/>
                  </a:lnTo>
                  <a:lnTo>
                    <a:pt x="6535965" y="1430742"/>
                  </a:lnTo>
                  <a:lnTo>
                    <a:pt x="6536625" y="1430742"/>
                  </a:lnTo>
                  <a:lnTo>
                    <a:pt x="6537286" y="1430742"/>
                  </a:lnTo>
                  <a:lnTo>
                    <a:pt x="6537946" y="1430742"/>
                  </a:lnTo>
                  <a:lnTo>
                    <a:pt x="6538607" y="1430742"/>
                  </a:lnTo>
                  <a:lnTo>
                    <a:pt x="6539267" y="1430742"/>
                  </a:lnTo>
                  <a:lnTo>
                    <a:pt x="6539928" y="1406010"/>
                  </a:lnTo>
                  <a:lnTo>
                    <a:pt x="6540588" y="1362662"/>
                  </a:lnTo>
                  <a:lnTo>
                    <a:pt x="6541249" y="1325528"/>
                  </a:lnTo>
                  <a:lnTo>
                    <a:pt x="6541909" y="1325528"/>
                  </a:lnTo>
                  <a:lnTo>
                    <a:pt x="6542570" y="1325528"/>
                  </a:lnTo>
                  <a:lnTo>
                    <a:pt x="6543231" y="1343431"/>
                  </a:lnTo>
                  <a:lnTo>
                    <a:pt x="6543891" y="1383432"/>
                  </a:lnTo>
                  <a:lnTo>
                    <a:pt x="6544552" y="1430742"/>
                  </a:lnTo>
                  <a:lnTo>
                    <a:pt x="6545212" y="1430742"/>
                  </a:lnTo>
                  <a:lnTo>
                    <a:pt x="6545873" y="1430742"/>
                  </a:lnTo>
                  <a:lnTo>
                    <a:pt x="6546533" y="1430742"/>
                  </a:lnTo>
                  <a:lnTo>
                    <a:pt x="6547194" y="1430742"/>
                  </a:lnTo>
                  <a:lnTo>
                    <a:pt x="6547854" y="1430742"/>
                  </a:lnTo>
                  <a:lnTo>
                    <a:pt x="6548515" y="1430742"/>
                  </a:lnTo>
                  <a:lnTo>
                    <a:pt x="6549175" y="1430742"/>
                  </a:lnTo>
                  <a:lnTo>
                    <a:pt x="6549836" y="1430742"/>
                  </a:lnTo>
                  <a:lnTo>
                    <a:pt x="6550496" y="1430742"/>
                  </a:lnTo>
                  <a:lnTo>
                    <a:pt x="6551157" y="1430742"/>
                  </a:lnTo>
                  <a:lnTo>
                    <a:pt x="6551817" y="1430742"/>
                  </a:lnTo>
                  <a:lnTo>
                    <a:pt x="6552478" y="1430742"/>
                  </a:lnTo>
                  <a:lnTo>
                    <a:pt x="6553139" y="1430742"/>
                  </a:lnTo>
                  <a:lnTo>
                    <a:pt x="6553799" y="1430742"/>
                  </a:lnTo>
                  <a:lnTo>
                    <a:pt x="6554460" y="1430742"/>
                  </a:lnTo>
                  <a:lnTo>
                    <a:pt x="6555120" y="1430742"/>
                  </a:lnTo>
                  <a:lnTo>
                    <a:pt x="6555781" y="1430742"/>
                  </a:lnTo>
                  <a:lnTo>
                    <a:pt x="6556441" y="1430742"/>
                  </a:lnTo>
                  <a:lnTo>
                    <a:pt x="6557102" y="1430742"/>
                  </a:lnTo>
                  <a:lnTo>
                    <a:pt x="6557762" y="1430742"/>
                  </a:lnTo>
                  <a:lnTo>
                    <a:pt x="6558423" y="1430742"/>
                  </a:lnTo>
                  <a:lnTo>
                    <a:pt x="6559083" y="1430742"/>
                  </a:lnTo>
                  <a:lnTo>
                    <a:pt x="6559744" y="1424335"/>
                  </a:lnTo>
                  <a:lnTo>
                    <a:pt x="6560404" y="1400179"/>
                  </a:lnTo>
                  <a:lnTo>
                    <a:pt x="6561065" y="1357719"/>
                  </a:lnTo>
                  <a:lnTo>
                    <a:pt x="6561725" y="1338839"/>
                  </a:lnTo>
                  <a:lnTo>
                    <a:pt x="6562386" y="1338839"/>
                  </a:lnTo>
                  <a:lnTo>
                    <a:pt x="6563047" y="1343431"/>
                  </a:lnTo>
                  <a:lnTo>
                    <a:pt x="6563707" y="1362662"/>
                  </a:lnTo>
                  <a:lnTo>
                    <a:pt x="6564368" y="1406010"/>
                  </a:lnTo>
                  <a:lnTo>
                    <a:pt x="6565028" y="1430742"/>
                  </a:lnTo>
                  <a:lnTo>
                    <a:pt x="6565689" y="1430742"/>
                  </a:lnTo>
                  <a:lnTo>
                    <a:pt x="6566349" y="1430742"/>
                  </a:lnTo>
                  <a:lnTo>
                    <a:pt x="6567010" y="1430742"/>
                  </a:lnTo>
                  <a:lnTo>
                    <a:pt x="6567670" y="1430742"/>
                  </a:lnTo>
                  <a:lnTo>
                    <a:pt x="6568331" y="1430742"/>
                  </a:lnTo>
                  <a:lnTo>
                    <a:pt x="6568991" y="1430742"/>
                  </a:lnTo>
                  <a:lnTo>
                    <a:pt x="6569652" y="1430742"/>
                  </a:lnTo>
                  <a:lnTo>
                    <a:pt x="6570312" y="1430742"/>
                  </a:lnTo>
                  <a:lnTo>
                    <a:pt x="6570973" y="1430742"/>
                  </a:lnTo>
                  <a:lnTo>
                    <a:pt x="6571633" y="1430742"/>
                  </a:lnTo>
                  <a:lnTo>
                    <a:pt x="6572294" y="1406010"/>
                  </a:lnTo>
                  <a:lnTo>
                    <a:pt x="6572954" y="1362662"/>
                  </a:lnTo>
                  <a:lnTo>
                    <a:pt x="6573615" y="1343431"/>
                  </a:lnTo>
                  <a:lnTo>
                    <a:pt x="6574276" y="1343431"/>
                  </a:lnTo>
                  <a:lnTo>
                    <a:pt x="6574936" y="1343431"/>
                  </a:lnTo>
                  <a:lnTo>
                    <a:pt x="6575597" y="1362662"/>
                  </a:lnTo>
                  <a:lnTo>
                    <a:pt x="6576257" y="1406010"/>
                  </a:lnTo>
                  <a:lnTo>
                    <a:pt x="6576918" y="1430742"/>
                  </a:lnTo>
                  <a:lnTo>
                    <a:pt x="6577578" y="1406010"/>
                  </a:lnTo>
                  <a:lnTo>
                    <a:pt x="6578239" y="1362662"/>
                  </a:lnTo>
                  <a:lnTo>
                    <a:pt x="6578899" y="1343431"/>
                  </a:lnTo>
                  <a:lnTo>
                    <a:pt x="6579560" y="1325528"/>
                  </a:lnTo>
                  <a:lnTo>
                    <a:pt x="6580220" y="1308781"/>
                  </a:lnTo>
                  <a:lnTo>
                    <a:pt x="6580881" y="1308781"/>
                  </a:lnTo>
                  <a:lnTo>
                    <a:pt x="6581541" y="1340666"/>
                  </a:lnTo>
                  <a:lnTo>
                    <a:pt x="6582202" y="1340666"/>
                  </a:lnTo>
                  <a:lnTo>
                    <a:pt x="6582862" y="1340666"/>
                  </a:lnTo>
                  <a:lnTo>
                    <a:pt x="6583523" y="1340666"/>
                  </a:lnTo>
                  <a:lnTo>
                    <a:pt x="6584184" y="1359685"/>
                  </a:lnTo>
                  <a:lnTo>
                    <a:pt x="6584844" y="1325528"/>
                  </a:lnTo>
                  <a:lnTo>
                    <a:pt x="6585505" y="1308781"/>
                  </a:lnTo>
                  <a:lnTo>
                    <a:pt x="6586165" y="1308781"/>
                  </a:lnTo>
                  <a:lnTo>
                    <a:pt x="6586826" y="1325528"/>
                  </a:lnTo>
                  <a:lnTo>
                    <a:pt x="6587486" y="1325528"/>
                  </a:lnTo>
                  <a:lnTo>
                    <a:pt x="6588147" y="1362662"/>
                  </a:lnTo>
                  <a:lnTo>
                    <a:pt x="6588807" y="1406010"/>
                  </a:lnTo>
                  <a:lnTo>
                    <a:pt x="6589468" y="1430742"/>
                  </a:lnTo>
                  <a:lnTo>
                    <a:pt x="6590128" y="1430742"/>
                  </a:lnTo>
                  <a:lnTo>
                    <a:pt x="6590789" y="1406010"/>
                  </a:lnTo>
                  <a:lnTo>
                    <a:pt x="6591449" y="1362662"/>
                  </a:lnTo>
                  <a:lnTo>
                    <a:pt x="6592110" y="1343431"/>
                  </a:lnTo>
                  <a:lnTo>
                    <a:pt x="6592770" y="1343431"/>
                  </a:lnTo>
                  <a:lnTo>
                    <a:pt x="6593431" y="1343431"/>
                  </a:lnTo>
                  <a:lnTo>
                    <a:pt x="6594092" y="1362662"/>
                  </a:lnTo>
                  <a:lnTo>
                    <a:pt x="6594752" y="1406010"/>
                  </a:lnTo>
                  <a:lnTo>
                    <a:pt x="6595413" y="1430742"/>
                  </a:lnTo>
                  <a:lnTo>
                    <a:pt x="6596073" y="1430742"/>
                  </a:lnTo>
                  <a:lnTo>
                    <a:pt x="6596734" y="1388895"/>
                  </a:lnTo>
                  <a:lnTo>
                    <a:pt x="6597394" y="1348107"/>
                  </a:lnTo>
                  <a:lnTo>
                    <a:pt x="6598055" y="1329890"/>
                  </a:lnTo>
                  <a:lnTo>
                    <a:pt x="6598715" y="1312868"/>
                  </a:lnTo>
                  <a:lnTo>
                    <a:pt x="6599376" y="1267625"/>
                  </a:lnTo>
                  <a:lnTo>
                    <a:pt x="6600036" y="1226146"/>
                  </a:lnTo>
                  <a:lnTo>
                    <a:pt x="6600697" y="1192975"/>
                  </a:lnTo>
                  <a:lnTo>
                    <a:pt x="6601357" y="1163567"/>
                  </a:lnTo>
                  <a:lnTo>
                    <a:pt x="6602018" y="1154461"/>
                  </a:lnTo>
                  <a:lnTo>
                    <a:pt x="6602678" y="1182797"/>
                  </a:lnTo>
                  <a:lnTo>
                    <a:pt x="6603339" y="1238218"/>
                  </a:lnTo>
                  <a:lnTo>
                    <a:pt x="6604000" y="1308781"/>
                  </a:lnTo>
                  <a:lnTo>
                    <a:pt x="6604000" y="1430742"/>
                  </a:lnTo>
                  <a:lnTo>
                    <a:pt x="6603339" y="1430742"/>
                  </a:lnTo>
                  <a:lnTo>
                    <a:pt x="6602678" y="1430742"/>
                  </a:lnTo>
                  <a:lnTo>
                    <a:pt x="6602018" y="1430742"/>
                  </a:lnTo>
                  <a:lnTo>
                    <a:pt x="6601357" y="1430742"/>
                  </a:lnTo>
                  <a:lnTo>
                    <a:pt x="6600697" y="1430742"/>
                  </a:lnTo>
                  <a:lnTo>
                    <a:pt x="6600036" y="1430742"/>
                  </a:lnTo>
                  <a:lnTo>
                    <a:pt x="6599376" y="1430742"/>
                  </a:lnTo>
                  <a:lnTo>
                    <a:pt x="6598715" y="1430742"/>
                  </a:lnTo>
                  <a:lnTo>
                    <a:pt x="6598055" y="1430742"/>
                  </a:lnTo>
                  <a:lnTo>
                    <a:pt x="6597394" y="1430742"/>
                  </a:lnTo>
                  <a:lnTo>
                    <a:pt x="6596734" y="1430742"/>
                  </a:lnTo>
                  <a:lnTo>
                    <a:pt x="6596073" y="1430742"/>
                  </a:lnTo>
                  <a:lnTo>
                    <a:pt x="6595413" y="1430742"/>
                  </a:lnTo>
                  <a:lnTo>
                    <a:pt x="6594752" y="1430742"/>
                  </a:lnTo>
                  <a:lnTo>
                    <a:pt x="6594092" y="1430742"/>
                  </a:lnTo>
                  <a:lnTo>
                    <a:pt x="6593431" y="1430742"/>
                  </a:lnTo>
                  <a:lnTo>
                    <a:pt x="6592770" y="1430742"/>
                  </a:lnTo>
                  <a:lnTo>
                    <a:pt x="6592110" y="1430742"/>
                  </a:lnTo>
                  <a:lnTo>
                    <a:pt x="6591449" y="1430742"/>
                  </a:lnTo>
                  <a:lnTo>
                    <a:pt x="6590789" y="1430742"/>
                  </a:lnTo>
                  <a:lnTo>
                    <a:pt x="6590128" y="1430742"/>
                  </a:lnTo>
                  <a:lnTo>
                    <a:pt x="6589468" y="1430742"/>
                  </a:lnTo>
                  <a:lnTo>
                    <a:pt x="6588807" y="1430742"/>
                  </a:lnTo>
                  <a:lnTo>
                    <a:pt x="6588147" y="1430742"/>
                  </a:lnTo>
                  <a:lnTo>
                    <a:pt x="6587486" y="1430742"/>
                  </a:lnTo>
                  <a:lnTo>
                    <a:pt x="6586826" y="1430742"/>
                  </a:lnTo>
                  <a:lnTo>
                    <a:pt x="6586165" y="1430742"/>
                  </a:lnTo>
                  <a:lnTo>
                    <a:pt x="6585505" y="1430742"/>
                  </a:lnTo>
                  <a:lnTo>
                    <a:pt x="6584844" y="1430742"/>
                  </a:lnTo>
                  <a:lnTo>
                    <a:pt x="6584184" y="1430742"/>
                  </a:lnTo>
                  <a:lnTo>
                    <a:pt x="6583523" y="1430742"/>
                  </a:lnTo>
                  <a:lnTo>
                    <a:pt x="6582862" y="1430742"/>
                  </a:lnTo>
                  <a:lnTo>
                    <a:pt x="6582202" y="1430742"/>
                  </a:lnTo>
                  <a:lnTo>
                    <a:pt x="6581541" y="1430742"/>
                  </a:lnTo>
                  <a:lnTo>
                    <a:pt x="6580881" y="1430742"/>
                  </a:lnTo>
                  <a:lnTo>
                    <a:pt x="6580220" y="1430742"/>
                  </a:lnTo>
                  <a:lnTo>
                    <a:pt x="6579560" y="1430742"/>
                  </a:lnTo>
                  <a:lnTo>
                    <a:pt x="6578899" y="1430742"/>
                  </a:lnTo>
                  <a:lnTo>
                    <a:pt x="6578239" y="1430742"/>
                  </a:lnTo>
                  <a:lnTo>
                    <a:pt x="6577578" y="1430742"/>
                  </a:lnTo>
                  <a:lnTo>
                    <a:pt x="6576918" y="1430742"/>
                  </a:lnTo>
                  <a:lnTo>
                    <a:pt x="6576257" y="1430742"/>
                  </a:lnTo>
                  <a:lnTo>
                    <a:pt x="6575597" y="1430742"/>
                  </a:lnTo>
                  <a:lnTo>
                    <a:pt x="6574936" y="1430742"/>
                  </a:lnTo>
                  <a:lnTo>
                    <a:pt x="6574276" y="1430742"/>
                  </a:lnTo>
                  <a:lnTo>
                    <a:pt x="6573615" y="1430742"/>
                  </a:lnTo>
                  <a:lnTo>
                    <a:pt x="6572954" y="1430742"/>
                  </a:lnTo>
                  <a:lnTo>
                    <a:pt x="6572294" y="1430742"/>
                  </a:lnTo>
                  <a:lnTo>
                    <a:pt x="6571633" y="1430742"/>
                  </a:lnTo>
                  <a:lnTo>
                    <a:pt x="6570973" y="1430742"/>
                  </a:lnTo>
                  <a:lnTo>
                    <a:pt x="6570312" y="1430742"/>
                  </a:lnTo>
                  <a:lnTo>
                    <a:pt x="6569652" y="1430742"/>
                  </a:lnTo>
                  <a:lnTo>
                    <a:pt x="6568991" y="1430742"/>
                  </a:lnTo>
                  <a:lnTo>
                    <a:pt x="6568331" y="1430742"/>
                  </a:lnTo>
                  <a:lnTo>
                    <a:pt x="6567670" y="1430742"/>
                  </a:lnTo>
                  <a:lnTo>
                    <a:pt x="6567010" y="1430742"/>
                  </a:lnTo>
                  <a:lnTo>
                    <a:pt x="6566349" y="1430742"/>
                  </a:lnTo>
                  <a:lnTo>
                    <a:pt x="6565689" y="1430742"/>
                  </a:lnTo>
                  <a:lnTo>
                    <a:pt x="6565028" y="1430742"/>
                  </a:lnTo>
                  <a:lnTo>
                    <a:pt x="6564368" y="1430742"/>
                  </a:lnTo>
                  <a:lnTo>
                    <a:pt x="6563707" y="1430742"/>
                  </a:lnTo>
                  <a:lnTo>
                    <a:pt x="6563047" y="1430742"/>
                  </a:lnTo>
                  <a:lnTo>
                    <a:pt x="6562386" y="1430742"/>
                  </a:lnTo>
                  <a:lnTo>
                    <a:pt x="6561725" y="1430742"/>
                  </a:lnTo>
                  <a:lnTo>
                    <a:pt x="6561065" y="1430742"/>
                  </a:lnTo>
                  <a:lnTo>
                    <a:pt x="6560404" y="1430742"/>
                  </a:lnTo>
                  <a:lnTo>
                    <a:pt x="6559744" y="1430742"/>
                  </a:lnTo>
                  <a:lnTo>
                    <a:pt x="6559083" y="1430742"/>
                  </a:lnTo>
                  <a:lnTo>
                    <a:pt x="6558423" y="1430742"/>
                  </a:lnTo>
                  <a:lnTo>
                    <a:pt x="6557762" y="1430742"/>
                  </a:lnTo>
                  <a:lnTo>
                    <a:pt x="6557102" y="1430742"/>
                  </a:lnTo>
                  <a:lnTo>
                    <a:pt x="6556441" y="1430742"/>
                  </a:lnTo>
                  <a:lnTo>
                    <a:pt x="6555781" y="1430742"/>
                  </a:lnTo>
                  <a:lnTo>
                    <a:pt x="6555120" y="1430742"/>
                  </a:lnTo>
                  <a:lnTo>
                    <a:pt x="6554460" y="1430742"/>
                  </a:lnTo>
                  <a:lnTo>
                    <a:pt x="6553799" y="1430742"/>
                  </a:lnTo>
                  <a:lnTo>
                    <a:pt x="6553139" y="1430742"/>
                  </a:lnTo>
                  <a:lnTo>
                    <a:pt x="6552478" y="1430742"/>
                  </a:lnTo>
                  <a:lnTo>
                    <a:pt x="6551817" y="1430742"/>
                  </a:lnTo>
                  <a:lnTo>
                    <a:pt x="6551157" y="1430742"/>
                  </a:lnTo>
                  <a:lnTo>
                    <a:pt x="6550496" y="1430742"/>
                  </a:lnTo>
                  <a:lnTo>
                    <a:pt x="6549836" y="1430742"/>
                  </a:lnTo>
                  <a:lnTo>
                    <a:pt x="6549175" y="1430742"/>
                  </a:lnTo>
                  <a:lnTo>
                    <a:pt x="6548515" y="1430742"/>
                  </a:lnTo>
                  <a:lnTo>
                    <a:pt x="6547854" y="1430742"/>
                  </a:lnTo>
                  <a:lnTo>
                    <a:pt x="6547194" y="1430742"/>
                  </a:lnTo>
                  <a:lnTo>
                    <a:pt x="6546533" y="1430742"/>
                  </a:lnTo>
                  <a:lnTo>
                    <a:pt x="6545873" y="1430742"/>
                  </a:lnTo>
                  <a:lnTo>
                    <a:pt x="6545212" y="1430742"/>
                  </a:lnTo>
                  <a:lnTo>
                    <a:pt x="6544552" y="1430742"/>
                  </a:lnTo>
                  <a:lnTo>
                    <a:pt x="6543891" y="1430742"/>
                  </a:lnTo>
                  <a:lnTo>
                    <a:pt x="6543231" y="1430742"/>
                  </a:lnTo>
                  <a:lnTo>
                    <a:pt x="6542570" y="1430742"/>
                  </a:lnTo>
                  <a:lnTo>
                    <a:pt x="6541909" y="1430742"/>
                  </a:lnTo>
                  <a:lnTo>
                    <a:pt x="6541249" y="1430742"/>
                  </a:lnTo>
                  <a:lnTo>
                    <a:pt x="6540588" y="1430742"/>
                  </a:lnTo>
                  <a:lnTo>
                    <a:pt x="6539928" y="1430742"/>
                  </a:lnTo>
                  <a:lnTo>
                    <a:pt x="6539267" y="1430742"/>
                  </a:lnTo>
                  <a:lnTo>
                    <a:pt x="6538607" y="1430742"/>
                  </a:lnTo>
                  <a:lnTo>
                    <a:pt x="6537946" y="1430742"/>
                  </a:lnTo>
                  <a:lnTo>
                    <a:pt x="6537286" y="1430742"/>
                  </a:lnTo>
                  <a:lnTo>
                    <a:pt x="6536625" y="1430742"/>
                  </a:lnTo>
                  <a:lnTo>
                    <a:pt x="6535965" y="1430742"/>
                  </a:lnTo>
                  <a:lnTo>
                    <a:pt x="6535304" y="1430742"/>
                  </a:lnTo>
                  <a:lnTo>
                    <a:pt x="6534644" y="1430742"/>
                  </a:lnTo>
                  <a:lnTo>
                    <a:pt x="6533983" y="1430742"/>
                  </a:lnTo>
                  <a:lnTo>
                    <a:pt x="6533323" y="1430742"/>
                  </a:lnTo>
                  <a:lnTo>
                    <a:pt x="6532662" y="1430742"/>
                  </a:lnTo>
                  <a:lnTo>
                    <a:pt x="6532002" y="1430742"/>
                  </a:lnTo>
                  <a:lnTo>
                    <a:pt x="6531341" y="1430742"/>
                  </a:lnTo>
                  <a:lnTo>
                    <a:pt x="6530680" y="1430742"/>
                  </a:lnTo>
                  <a:lnTo>
                    <a:pt x="6530020" y="1430742"/>
                  </a:lnTo>
                  <a:lnTo>
                    <a:pt x="6529359" y="1430742"/>
                  </a:lnTo>
                  <a:lnTo>
                    <a:pt x="6528699" y="1430742"/>
                  </a:lnTo>
                  <a:lnTo>
                    <a:pt x="6528038" y="1430742"/>
                  </a:lnTo>
                  <a:lnTo>
                    <a:pt x="6527378" y="1430742"/>
                  </a:lnTo>
                  <a:lnTo>
                    <a:pt x="6526717" y="1430742"/>
                  </a:lnTo>
                  <a:lnTo>
                    <a:pt x="6526057" y="1430742"/>
                  </a:lnTo>
                  <a:lnTo>
                    <a:pt x="6525396" y="1430742"/>
                  </a:lnTo>
                  <a:lnTo>
                    <a:pt x="6524736" y="1430742"/>
                  </a:lnTo>
                  <a:lnTo>
                    <a:pt x="6524075" y="1430742"/>
                  </a:lnTo>
                  <a:lnTo>
                    <a:pt x="6523415" y="1430742"/>
                  </a:lnTo>
                  <a:lnTo>
                    <a:pt x="6522754" y="1430742"/>
                  </a:lnTo>
                  <a:lnTo>
                    <a:pt x="6522094" y="1430742"/>
                  </a:lnTo>
                  <a:lnTo>
                    <a:pt x="6521433" y="1430742"/>
                  </a:lnTo>
                  <a:lnTo>
                    <a:pt x="6520772" y="1430742"/>
                  </a:lnTo>
                  <a:lnTo>
                    <a:pt x="6520112" y="1430742"/>
                  </a:lnTo>
                  <a:lnTo>
                    <a:pt x="6519451" y="1430742"/>
                  </a:lnTo>
                  <a:lnTo>
                    <a:pt x="6518791" y="1430742"/>
                  </a:lnTo>
                  <a:lnTo>
                    <a:pt x="6518130" y="1430742"/>
                  </a:lnTo>
                  <a:lnTo>
                    <a:pt x="6517470" y="1430742"/>
                  </a:lnTo>
                  <a:lnTo>
                    <a:pt x="6516809" y="1430742"/>
                  </a:lnTo>
                  <a:lnTo>
                    <a:pt x="6516149" y="1430742"/>
                  </a:lnTo>
                  <a:lnTo>
                    <a:pt x="6515488" y="1430742"/>
                  </a:lnTo>
                  <a:lnTo>
                    <a:pt x="6514828" y="1430742"/>
                  </a:lnTo>
                  <a:lnTo>
                    <a:pt x="6514167" y="1430742"/>
                  </a:lnTo>
                  <a:lnTo>
                    <a:pt x="6513507" y="1430742"/>
                  </a:lnTo>
                  <a:lnTo>
                    <a:pt x="6512846" y="1430742"/>
                  </a:lnTo>
                  <a:lnTo>
                    <a:pt x="6512186" y="1430742"/>
                  </a:lnTo>
                  <a:lnTo>
                    <a:pt x="6511525" y="1430742"/>
                  </a:lnTo>
                  <a:lnTo>
                    <a:pt x="6510864" y="1430742"/>
                  </a:lnTo>
                  <a:lnTo>
                    <a:pt x="6510204" y="1430742"/>
                  </a:lnTo>
                  <a:lnTo>
                    <a:pt x="6509543" y="1430742"/>
                  </a:lnTo>
                  <a:lnTo>
                    <a:pt x="6508883" y="1430742"/>
                  </a:lnTo>
                  <a:lnTo>
                    <a:pt x="6508222" y="1430742"/>
                  </a:lnTo>
                  <a:lnTo>
                    <a:pt x="6507562" y="1430742"/>
                  </a:lnTo>
                  <a:lnTo>
                    <a:pt x="6506901" y="1430742"/>
                  </a:lnTo>
                  <a:lnTo>
                    <a:pt x="6506241" y="1430742"/>
                  </a:lnTo>
                  <a:lnTo>
                    <a:pt x="6505580" y="1430742"/>
                  </a:lnTo>
                  <a:lnTo>
                    <a:pt x="6504920" y="1430742"/>
                  </a:lnTo>
                  <a:lnTo>
                    <a:pt x="6504259" y="1430742"/>
                  </a:lnTo>
                  <a:lnTo>
                    <a:pt x="6503599" y="1430742"/>
                  </a:lnTo>
                  <a:lnTo>
                    <a:pt x="6502938" y="1430742"/>
                  </a:lnTo>
                  <a:lnTo>
                    <a:pt x="6502278" y="1430742"/>
                  </a:lnTo>
                  <a:lnTo>
                    <a:pt x="6501617" y="1430742"/>
                  </a:lnTo>
                  <a:lnTo>
                    <a:pt x="6500956" y="1430742"/>
                  </a:lnTo>
                  <a:lnTo>
                    <a:pt x="6500296" y="1430742"/>
                  </a:lnTo>
                  <a:lnTo>
                    <a:pt x="6499635" y="1430742"/>
                  </a:lnTo>
                  <a:lnTo>
                    <a:pt x="6498975" y="1430742"/>
                  </a:lnTo>
                  <a:lnTo>
                    <a:pt x="6498314" y="1430742"/>
                  </a:lnTo>
                  <a:lnTo>
                    <a:pt x="6497654" y="1430742"/>
                  </a:lnTo>
                  <a:lnTo>
                    <a:pt x="6496993" y="1430742"/>
                  </a:lnTo>
                  <a:lnTo>
                    <a:pt x="6496333" y="1430742"/>
                  </a:lnTo>
                  <a:lnTo>
                    <a:pt x="6495672" y="1430742"/>
                  </a:lnTo>
                  <a:lnTo>
                    <a:pt x="6495012" y="1430742"/>
                  </a:lnTo>
                  <a:lnTo>
                    <a:pt x="6494351" y="1430742"/>
                  </a:lnTo>
                  <a:lnTo>
                    <a:pt x="6493691" y="1430742"/>
                  </a:lnTo>
                  <a:lnTo>
                    <a:pt x="6493030" y="1430742"/>
                  </a:lnTo>
                  <a:lnTo>
                    <a:pt x="6492370" y="1430742"/>
                  </a:lnTo>
                  <a:lnTo>
                    <a:pt x="6491709" y="1430742"/>
                  </a:lnTo>
                  <a:lnTo>
                    <a:pt x="6491049" y="1430742"/>
                  </a:lnTo>
                  <a:lnTo>
                    <a:pt x="6490388" y="1430742"/>
                  </a:lnTo>
                  <a:lnTo>
                    <a:pt x="6489727" y="1430742"/>
                  </a:lnTo>
                  <a:lnTo>
                    <a:pt x="6489067" y="1430742"/>
                  </a:lnTo>
                  <a:lnTo>
                    <a:pt x="6488406" y="1430742"/>
                  </a:lnTo>
                  <a:lnTo>
                    <a:pt x="6487746" y="1430742"/>
                  </a:lnTo>
                  <a:lnTo>
                    <a:pt x="6487085" y="1430742"/>
                  </a:lnTo>
                  <a:lnTo>
                    <a:pt x="6486425" y="1430742"/>
                  </a:lnTo>
                  <a:lnTo>
                    <a:pt x="6485764" y="1430742"/>
                  </a:lnTo>
                  <a:lnTo>
                    <a:pt x="6485104" y="1430742"/>
                  </a:lnTo>
                  <a:lnTo>
                    <a:pt x="6484443" y="1430742"/>
                  </a:lnTo>
                  <a:lnTo>
                    <a:pt x="6483783" y="1430742"/>
                  </a:lnTo>
                  <a:lnTo>
                    <a:pt x="6483122" y="1430742"/>
                  </a:lnTo>
                  <a:lnTo>
                    <a:pt x="6482462" y="1430742"/>
                  </a:lnTo>
                  <a:lnTo>
                    <a:pt x="6481801" y="1430742"/>
                  </a:lnTo>
                  <a:lnTo>
                    <a:pt x="6481141" y="1430742"/>
                  </a:lnTo>
                  <a:lnTo>
                    <a:pt x="6480480" y="1430742"/>
                  </a:lnTo>
                  <a:lnTo>
                    <a:pt x="6479819" y="1430742"/>
                  </a:lnTo>
                  <a:lnTo>
                    <a:pt x="6479159" y="1430742"/>
                  </a:lnTo>
                  <a:lnTo>
                    <a:pt x="6478498" y="1430742"/>
                  </a:lnTo>
                  <a:lnTo>
                    <a:pt x="6477838" y="1430742"/>
                  </a:lnTo>
                  <a:lnTo>
                    <a:pt x="6477177" y="1430742"/>
                  </a:lnTo>
                  <a:lnTo>
                    <a:pt x="6476517" y="1430742"/>
                  </a:lnTo>
                  <a:lnTo>
                    <a:pt x="6475856" y="1430742"/>
                  </a:lnTo>
                  <a:lnTo>
                    <a:pt x="6475196" y="1430742"/>
                  </a:lnTo>
                  <a:lnTo>
                    <a:pt x="6474535" y="1430742"/>
                  </a:lnTo>
                  <a:lnTo>
                    <a:pt x="6473875" y="1430742"/>
                  </a:lnTo>
                  <a:lnTo>
                    <a:pt x="6473214" y="1430742"/>
                  </a:lnTo>
                  <a:lnTo>
                    <a:pt x="6472554" y="1430742"/>
                  </a:lnTo>
                  <a:lnTo>
                    <a:pt x="6471893" y="1430742"/>
                  </a:lnTo>
                  <a:lnTo>
                    <a:pt x="6471233" y="1430742"/>
                  </a:lnTo>
                  <a:lnTo>
                    <a:pt x="6470572" y="1430742"/>
                  </a:lnTo>
                  <a:lnTo>
                    <a:pt x="6469911" y="1430742"/>
                  </a:lnTo>
                  <a:lnTo>
                    <a:pt x="6469251" y="1430742"/>
                  </a:lnTo>
                  <a:lnTo>
                    <a:pt x="6468590" y="1430742"/>
                  </a:lnTo>
                  <a:lnTo>
                    <a:pt x="6467930" y="1430742"/>
                  </a:lnTo>
                  <a:lnTo>
                    <a:pt x="6467269" y="1430742"/>
                  </a:lnTo>
                  <a:lnTo>
                    <a:pt x="6466609" y="1430742"/>
                  </a:lnTo>
                  <a:lnTo>
                    <a:pt x="6465948" y="1430742"/>
                  </a:lnTo>
                  <a:lnTo>
                    <a:pt x="6465288" y="1430742"/>
                  </a:lnTo>
                  <a:lnTo>
                    <a:pt x="6464627" y="1430742"/>
                  </a:lnTo>
                  <a:lnTo>
                    <a:pt x="6463967" y="1430742"/>
                  </a:lnTo>
                  <a:lnTo>
                    <a:pt x="6463306" y="1430742"/>
                  </a:lnTo>
                  <a:lnTo>
                    <a:pt x="6462646" y="1430742"/>
                  </a:lnTo>
                  <a:lnTo>
                    <a:pt x="6461985" y="1430742"/>
                  </a:lnTo>
                  <a:lnTo>
                    <a:pt x="6461325" y="1430742"/>
                  </a:lnTo>
                  <a:lnTo>
                    <a:pt x="6460664" y="1430742"/>
                  </a:lnTo>
                  <a:lnTo>
                    <a:pt x="6460004" y="1430742"/>
                  </a:lnTo>
                  <a:lnTo>
                    <a:pt x="6459343" y="1430742"/>
                  </a:lnTo>
                  <a:lnTo>
                    <a:pt x="6458682" y="1430742"/>
                  </a:lnTo>
                  <a:lnTo>
                    <a:pt x="6458022" y="1430742"/>
                  </a:lnTo>
                  <a:lnTo>
                    <a:pt x="6457361" y="1430742"/>
                  </a:lnTo>
                  <a:lnTo>
                    <a:pt x="6456701" y="1430742"/>
                  </a:lnTo>
                  <a:lnTo>
                    <a:pt x="6456040" y="1430742"/>
                  </a:lnTo>
                  <a:lnTo>
                    <a:pt x="6455380" y="1430742"/>
                  </a:lnTo>
                  <a:lnTo>
                    <a:pt x="6454719" y="1430742"/>
                  </a:lnTo>
                  <a:lnTo>
                    <a:pt x="6454059" y="1430742"/>
                  </a:lnTo>
                  <a:lnTo>
                    <a:pt x="6453398" y="1430742"/>
                  </a:lnTo>
                  <a:lnTo>
                    <a:pt x="6452738" y="1430742"/>
                  </a:lnTo>
                  <a:lnTo>
                    <a:pt x="6452077" y="1430742"/>
                  </a:lnTo>
                  <a:lnTo>
                    <a:pt x="6451417" y="1430742"/>
                  </a:lnTo>
                  <a:lnTo>
                    <a:pt x="6450756" y="1430742"/>
                  </a:lnTo>
                  <a:lnTo>
                    <a:pt x="6450096" y="1430742"/>
                  </a:lnTo>
                  <a:lnTo>
                    <a:pt x="6449435" y="1430742"/>
                  </a:lnTo>
                  <a:lnTo>
                    <a:pt x="6448774" y="1430742"/>
                  </a:lnTo>
                  <a:lnTo>
                    <a:pt x="6448114" y="1430742"/>
                  </a:lnTo>
                  <a:lnTo>
                    <a:pt x="6447453" y="1430742"/>
                  </a:lnTo>
                  <a:lnTo>
                    <a:pt x="6446793" y="1430742"/>
                  </a:lnTo>
                  <a:lnTo>
                    <a:pt x="6446132" y="1430742"/>
                  </a:lnTo>
                  <a:lnTo>
                    <a:pt x="6445472" y="1430742"/>
                  </a:lnTo>
                  <a:lnTo>
                    <a:pt x="6444811" y="1430742"/>
                  </a:lnTo>
                  <a:lnTo>
                    <a:pt x="6444151" y="1430742"/>
                  </a:lnTo>
                  <a:lnTo>
                    <a:pt x="6443490" y="1430742"/>
                  </a:lnTo>
                  <a:lnTo>
                    <a:pt x="6442830" y="1430742"/>
                  </a:lnTo>
                  <a:lnTo>
                    <a:pt x="6442169" y="1430742"/>
                  </a:lnTo>
                  <a:lnTo>
                    <a:pt x="6441509" y="1430742"/>
                  </a:lnTo>
                  <a:lnTo>
                    <a:pt x="6440848" y="1430742"/>
                  </a:lnTo>
                  <a:lnTo>
                    <a:pt x="6440188" y="1430742"/>
                  </a:lnTo>
                  <a:lnTo>
                    <a:pt x="6439527" y="1430742"/>
                  </a:lnTo>
                  <a:lnTo>
                    <a:pt x="6438866" y="1430742"/>
                  </a:lnTo>
                  <a:lnTo>
                    <a:pt x="6438206" y="1430742"/>
                  </a:lnTo>
                  <a:lnTo>
                    <a:pt x="6437545" y="1430742"/>
                  </a:lnTo>
                  <a:lnTo>
                    <a:pt x="6436885" y="1430742"/>
                  </a:lnTo>
                  <a:lnTo>
                    <a:pt x="6436224" y="1430742"/>
                  </a:lnTo>
                  <a:lnTo>
                    <a:pt x="6435564" y="1430742"/>
                  </a:lnTo>
                  <a:lnTo>
                    <a:pt x="6434903" y="1430742"/>
                  </a:lnTo>
                  <a:lnTo>
                    <a:pt x="6434243" y="1430742"/>
                  </a:lnTo>
                  <a:lnTo>
                    <a:pt x="6433582" y="1430742"/>
                  </a:lnTo>
                  <a:lnTo>
                    <a:pt x="6432922" y="1430742"/>
                  </a:lnTo>
                  <a:lnTo>
                    <a:pt x="6432261" y="1430742"/>
                  </a:lnTo>
                  <a:lnTo>
                    <a:pt x="6431601" y="1430742"/>
                  </a:lnTo>
                  <a:lnTo>
                    <a:pt x="6430940" y="1430742"/>
                  </a:lnTo>
                  <a:lnTo>
                    <a:pt x="6430280" y="1430742"/>
                  </a:lnTo>
                  <a:lnTo>
                    <a:pt x="6429619" y="1430742"/>
                  </a:lnTo>
                  <a:lnTo>
                    <a:pt x="6428958" y="1430742"/>
                  </a:lnTo>
                  <a:lnTo>
                    <a:pt x="6428298" y="1430742"/>
                  </a:lnTo>
                  <a:lnTo>
                    <a:pt x="6427637" y="1430742"/>
                  </a:lnTo>
                  <a:lnTo>
                    <a:pt x="6426977" y="1430742"/>
                  </a:lnTo>
                  <a:lnTo>
                    <a:pt x="6426316" y="1430742"/>
                  </a:lnTo>
                  <a:lnTo>
                    <a:pt x="6425656" y="1430742"/>
                  </a:lnTo>
                  <a:lnTo>
                    <a:pt x="6424995" y="1430742"/>
                  </a:lnTo>
                  <a:lnTo>
                    <a:pt x="6424335" y="1430742"/>
                  </a:lnTo>
                  <a:lnTo>
                    <a:pt x="6423674" y="1430742"/>
                  </a:lnTo>
                  <a:lnTo>
                    <a:pt x="6423014" y="1430742"/>
                  </a:lnTo>
                  <a:lnTo>
                    <a:pt x="6422353" y="1430742"/>
                  </a:lnTo>
                  <a:lnTo>
                    <a:pt x="6421693" y="1430742"/>
                  </a:lnTo>
                  <a:lnTo>
                    <a:pt x="6421032" y="1430742"/>
                  </a:lnTo>
                  <a:lnTo>
                    <a:pt x="6420372" y="1430742"/>
                  </a:lnTo>
                  <a:lnTo>
                    <a:pt x="6419711" y="1430742"/>
                  </a:lnTo>
                  <a:lnTo>
                    <a:pt x="6419051" y="1430742"/>
                  </a:lnTo>
                  <a:lnTo>
                    <a:pt x="6418390" y="1430742"/>
                  </a:lnTo>
                  <a:lnTo>
                    <a:pt x="6417729" y="1430742"/>
                  </a:lnTo>
                  <a:lnTo>
                    <a:pt x="6417069" y="1430742"/>
                  </a:lnTo>
                  <a:lnTo>
                    <a:pt x="6416408" y="1430742"/>
                  </a:lnTo>
                  <a:lnTo>
                    <a:pt x="6415748" y="1430742"/>
                  </a:lnTo>
                  <a:lnTo>
                    <a:pt x="6415087" y="1430742"/>
                  </a:lnTo>
                  <a:lnTo>
                    <a:pt x="6414427" y="1430742"/>
                  </a:lnTo>
                  <a:lnTo>
                    <a:pt x="6413766" y="1430742"/>
                  </a:lnTo>
                  <a:lnTo>
                    <a:pt x="6413106" y="1430742"/>
                  </a:lnTo>
                  <a:lnTo>
                    <a:pt x="6412445" y="1430742"/>
                  </a:lnTo>
                  <a:lnTo>
                    <a:pt x="6411785" y="1430742"/>
                  </a:lnTo>
                  <a:lnTo>
                    <a:pt x="6411124" y="1430742"/>
                  </a:lnTo>
                  <a:lnTo>
                    <a:pt x="6410464" y="1430742"/>
                  </a:lnTo>
                  <a:lnTo>
                    <a:pt x="6409803" y="1430742"/>
                  </a:lnTo>
                  <a:lnTo>
                    <a:pt x="6409143" y="1430742"/>
                  </a:lnTo>
                  <a:lnTo>
                    <a:pt x="6408482" y="1430742"/>
                  </a:lnTo>
                  <a:lnTo>
                    <a:pt x="6407821" y="1430742"/>
                  </a:lnTo>
                  <a:lnTo>
                    <a:pt x="6407161" y="1430742"/>
                  </a:lnTo>
                  <a:lnTo>
                    <a:pt x="6406500" y="1430742"/>
                  </a:lnTo>
                  <a:lnTo>
                    <a:pt x="6405840" y="1430742"/>
                  </a:lnTo>
                  <a:lnTo>
                    <a:pt x="6405179" y="1430742"/>
                  </a:lnTo>
                  <a:lnTo>
                    <a:pt x="6404519" y="1430742"/>
                  </a:lnTo>
                  <a:lnTo>
                    <a:pt x="6403858" y="1430742"/>
                  </a:lnTo>
                  <a:lnTo>
                    <a:pt x="6403198" y="1430742"/>
                  </a:lnTo>
                  <a:lnTo>
                    <a:pt x="6402537" y="1430742"/>
                  </a:lnTo>
                  <a:lnTo>
                    <a:pt x="6401877" y="1430742"/>
                  </a:lnTo>
                  <a:lnTo>
                    <a:pt x="6401216" y="1430742"/>
                  </a:lnTo>
                  <a:lnTo>
                    <a:pt x="6400556" y="1430742"/>
                  </a:lnTo>
                  <a:lnTo>
                    <a:pt x="6399895" y="1430742"/>
                  </a:lnTo>
                  <a:lnTo>
                    <a:pt x="6399235" y="1430742"/>
                  </a:lnTo>
                  <a:lnTo>
                    <a:pt x="6398574" y="1430742"/>
                  </a:lnTo>
                  <a:lnTo>
                    <a:pt x="6397913" y="1430742"/>
                  </a:lnTo>
                  <a:lnTo>
                    <a:pt x="6397253" y="1430742"/>
                  </a:lnTo>
                  <a:lnTo>
                    <a:pt x="6396592" y="1430742"/>
                  </a:lnTo>
                  <a:lnTo>
                    <a:pt x="6395932" y="1430742"/>
                  </a:lnTo>
                  <a:lnTo>
                    <a:pt x="6395271" y="1430742"/>
                  </a:lnTo>
                  <a:lnTo>
                    <a:pt x="6394611" y="1430742"/>
                  </a:lnTo>
                  <a:lnTo>
                    <a:pt x="6393950" y="1430742"/>
                  </a:lnTo>
                  <a:lnTo>
                    <a:pt x="6393290" y="1430742"/>
                  </a:lnTo>
                  <a:lnTo>
                    <a:pt x="6392629" y="1430742"/>
                  </a:lnTo>
                  <a:lnTo>
                    <a:pt x="6391969" y="1430742"/>
                  </a:lnTo>
                  <a:lnTo>
                    <a:pt x="6391308" y="1430742"/>
                  </a:lnTo>
                  <a:lnTo>
                    <a:pt x="6390648" y="1430742"/>
                  </a:lnTo>
                  <a:lnTo>
                    <a:pt x="6389987" y="1430742"/>
                  </a:lnTo>
                  <a:lnTo>
                    <a:pt x="6389327" y="1430742"/>
                  </a:lnTo>
                  <a:lnTo>
                    <a:pt x="6388666" y="1430742"/>
                  </a:lnTo>
                  <a:lnTo>
                    <a:pt x="6388006" y="1430742"/>
                  </a:lnTo>
                  <a:lnTo>
                    <a:pt x="6387345" y="1430742"/>
                  </a:lnTo>
                  <a:lnTo>
                    <a:pt x="6386684" y="1430742"/>
                  </a:lnTo>
                  <a:lnTo>
                    <a:pt x="6386024" y="1430742"/>
                  </a:lnTo>
                  <a:lnTo>
                    <a:pt x="6385363" y="1430742"/>
                  </a:lnTo>
                  <a:lnTo>
                    <a:pt x="6384703" y="1430742"/>
                  </a:lnTo>
                  <a:lnTo>
                    <a:pt x="6384042" y="1430742"/>
                  </a:lnTo>
                  <a:lnTo>
                    <a:pt x="6383382" y="1430742"/>
                  </a:lnTo>
                  <a:lnTo>
                    <a:pt x="6382721" y="1430742"/>
                  </a:lnTo>
                  <a:lnTo>
                    <a:pt x="6382061" y="1430742"/>
                  </a:lnTo>
                  <a:lnTo>
                    <a:pt x="6381400" y="1430742"/>
                  </a:lnTo>
                  <a:lnTo>
                    <a:pt x="6380740" y="1430742"/>
                  </a:lnTo>
                  <a:lnTo>
                    <a:pt x="6380079" y="1430742"/>
                  </a:lnTo>
                  <a:lnTo>
                    <a:pt x="6379419" y="1430742"/>
                  </a:lnTo>
                  <a:lnTo>
                    <a:pt x="6378758" y="1430742"/>
                  </a:lnTo>
                  <a:lnTo>
                    <a:pt x="6378098" y="1430742"/>
                  </a:lnTo>
                  <a:lnTo>
                    <a:pt x="6377437" y="1430742"/>
                  </a:lnTo>
                  <a:lnTo>
                    <a:pt x="6376776" y="1430742"/>
                  </a:lnTo>
                  <a:lnTo>
                    <a:pt x="6376116" y="1430742"/>
                  </a:lnTo>
                  <a:lnTo>
                    <a:pt x="6375455" y="1430742"/>
                  </a:lnTo>
                  <a:lnTo>
                    <a:pt x="6374795" y="1430742"/>
                  </a:lnTo>
                  <a:lnTo>
                    <a:pt x="6374134" y="1430742"/>
                  </a:lnTo>
                  <a:lnTo>
                    <a:pt x="6373474" y="1430742"/>
                  </a:lnTo>
                  <a:lnTo>
                    <a:pt x="6372813" y="1430742"/>
                  </a:lnTo>
                  <a:lnTo>
                    <a:pt x="6372153" y="1430742"/>
                  </a:lnTo>
                  <a:lnTo>
                    <a:pt x="6371492" y="1430742"/>
                  </a:lnTo>
                  <a:lnTo>
                    <a:pt x="6370832" y="1430742"/>
                  </a:lnTo>
                  <a:lnTo>
                    <a:pt x="6370171" y="1430742"/>
                  </a:lnTo>
                  <a:lnTo>
                    <a:pt x="6369511" y="1430742"/>
                  </a:lnTo>
                  <a:lnTo>
                    <a:pt x="6368850" y="1430742"/>
                  </a:lnTo>
                  <a:lnTo>
                    <a:pt x="6368190" y="1430742"/>
                  </a:lnTo>
                  <a:lnTo>
                    <a:pt x="6367529" y="1430742"/>
                  </a:lnTo>
                  <a:lnTo>
                    <a:pt x="6366868" y="1430742"/>
                  </a:lnTo>
                  <a:lnTo>
                    <a:pt x="6366208" y="1430742"/>
                  </a:lnTo>
                  <a:lnTo>
                    <a:pt x="6365547" y="1430742"/>
                  </a:lnTo>
                  <a:lnTo>
                    <a:pt x="6364887" y="1430742"/>
                  </a:lnTo>
                  <a:lnTo>
                    <a:pt x="6364226" y="1430742"/>
                  </a:lnTo>
                  <a:lnTo>
                    <a:pt x="6363566" y="1430742"/>
                  </a:lnTo>
                  <a:lnTo>
                    <a:pt x="6362905" y="1430742"/>
                  </a:lnTo>
                  <a:lnTo>
                    <a:pt x="6362245" y="1430742"/>
                  </a:lnTo>
                  <a:lnTo>
                    <a:pt x="6361584" y="1430742"/>
                  </a:lnTo>
                  <a:lnTo>
                    <a:pt x="6360924" y="1430742"/>
                  </a:lnTo>
                  <a:lnTo>
                    <a:pt x="6360263" y="1430742"/>
                  </a:lnTo>
                  <a:lnTo>
                    <a:pt x="6359603" y="1430742"/>
                  </a:lnTo>
                  <a:lnTo>
                    <a:pt x="6358942" y="1430742"/>
                  </a:lnTo>
                  <a:lnTo>
                    <a:pt x="6358282" y="1430742"/>
                  </a:lnTo>
                  <a:lnTo>
                    <a:pt x="6357621" y="1430742"/>
                  </a:lnTo>
                  <a:lnTo>
                    <a:pt x="6356960" y="1430742"/>
                  </a:lnTo>
                  <a:lnTo>
                    <a:pt x="6356300" y="1430742"/>
                  </a:lnTo>
                  <a:lnTo>
                    <a:pt x="6355639" y="1430742"/>
                  </a:lnTo>
                  <a:lnTo>
                    <a:pt x="6354979" y="1430742"/>
                  </a:lnTo>
                  <a:lnTo>
                    <a:pt x="6354318" y="1430742"/>
                  </a:lnTo>
                  <a:lnTo>
                    <a:pt x="6353658" y="1430742"/>
                  </a:lnTo>
                  <a:lnTo>
                    <a:pt x="6352997" y="1430742"/>
                  </a:lnTo>
                  <a:lnTo>
                    <a:pt x="6352337" y="1430742"/>
                  </a:lnTo>
                  <a:lnTo>
                    <a:pt x="6351676" y="1430742"/>
                  </a:lnTo>
                  <a:lnTo>
                    <a:pt x="6351016" y="1430742"/>
                  </a:lnTo>
                  <a:lnTo>
                    <a:pt x="6350355" y="1430742"/>
                  </a:lnTo>
                  <a:lnTo>
                    <a:pt x="6349695" y="1430742"/>
                  </a:lnTo>
                  <a:lnTo>
                    <a:pt x="6349034" y="1430742"/>
                  </a:lnTo>
                  <a:lnTo>
                    <a:pt x="6348374" y="1430742"/>
                  </a:lnTo>
                  <a:lnTo>
                    <a:pt x="6347713" y="1430742"/>
                  </a:lnTo>
                  <a:lnTo>
                    <a:pt x="6347053" y="1430742"/>
                  </a:lnTo>
                  <a:lnTo>
                    <a:pt x="6346392" y="1430742"/>
                  </a:lnTo>
                  <a:lnTo>
                    <a:pt x="6345731" y="1430742"/>
                  </a:lnTo>
                  <a:lnTo>
                    <a:pt x="6345071" y="1430742"/>
                  </a:lnTo>
                  <a:lnTo>
                    <a:pt x="6344410" y="1430742"/>
                  </a:lnTo>
                  <a:lnTo>
                    <a:pt x="6343750" y="1430742"/>
                  </a:lnTo>
                  <a:lnTo>
                    <a:pt x="6343089" y="1430742"/>
                  </a:lnTo>
                  <a:lnTo>
                    <a:pt x="6342429" y="1430742"/>
                  </a:lnTo>
                  <a:lnTo>
                    <a:pt x="6341768" y="1430742"/>
                  </a:lnTo>
                  <a:lnTo>
                    <a:pt x="6341108" y="1430742"/>
                  </a:lnTo>
                  <a:lnTo>
                    <a:pt x="6340447" y="1430742"/>
                  </a:lnTo>
                  <a:lnTo>
                    <a:pt x="6339787" y="1430742"/>
                  </a:lnTo>
                  <a:lnTo>
                    <a:pt x="6339126" y="1430742"/>
                  </a:lnTo>
                  <a:lnTo>
                    <a:pt x="6338466" y="1430742"/>
                  </a:lnTo>
                  <a:lnTo>
                    <a:pt x="6337805" y="1430742"/>
                  </a:lnTo>
                  <a:lnTo>
                    <a:pt x="6337145" y="1430742"/>
                  </a:lnTo>
                  <a:lnTo>
                    <a:pt x="6336484" y="1430742"/>
                  </a:lnTo>
                  <a:lnTo>
                    <a:pt x="6335823" y="1430742"/>
                  </a:lnTo>
                  <a:lnTo>
                    <a:pt x="6335163" y="1430742"/>
                  </a:lnTo>
                  <a:lnTo>
                    <a:pt x="6334502" y="1430742"/>
                  </a:lnTo>
                  <a:lnTo>
                    <a:pt x="6333842" y="1430742"/>
                  </a:lnTo>
                  <a:lnTo>
                    <a:pt x="6333181" y="1430742"/>
                  </a:lnTo>
                  <a:lnTo>
                    <a:pt x="6332521" y="1430742"/>
                  </a:lnTo>
                  <a:lnTo>
                    <a:pt x="6331860" y="1430742"/>
                  </a:lnTo>
                  <a:lnTo>
                    <a:pt x="6331200" y="1430742"/>
                  </a:lnTo>
                  <a:lnTo>
                    <a:pt x="6330539" y="1430742"/>
                  </a:lnTo>
                  <a:lnTo>
                    <a:pt x="6329879" y="1430742"/>
                  </a:lnTo>
                  <a:lnTo>
                    <a:pt x="6329218" y="1430742"/>
                  </a:lnTo>
                  <a:lnTo>
                    <a:pt x="6328558" y="1430742"/>
                  </a:lnTo>
                  <a:lnTo>
                    <a:pt x="6327897" y="1430742"/>
                  </a:lnTo>
                  <a:lnTo>
                    <a:pt x="6327237" y="1430742"/>
                  </a:lnTo>
                  <a:lnTo>
                    <a:pt x="6326576" y="1430742"/>
                  </a:lnTo>
                  <a:lnTo>
                    <a:pt x="6325915" y="1430742"/>
                  </a:lnTo>
                  <a:lnTo>
                    <a:pt x="6325255" y="1430742"/>
                  </a:lnTo>
                  <a:lnTo>
                    <a:pt x="6324594" y="1430742"/>
                  </a:lnTo>
                  <a:lnTo>
                    <a:pt x="6323934" y="1430742"/>
                  </a:lnTo>
                  <a:lnTo>
                    <a:pt x="6323273" y="1430742"/>
                  </a:lnTo>
                  <a:lnTo>
                    <a:pt x="6322613" y="1430742"/>
                  </a:lnTo>
                  <a:lnTo>
                    <a:pt x="6321952" y="1430742"/>
                  </a:lnTo>
                  <a:lnTo>
                    <a:pt x="6321292" y="1430742"/>
                  </a:lnTo>
                  <a:lnTo>
                    <a:pt x="6320631" y="1430742"/>
                  </a:lnTo>
                  <a:lnTo>
                    <a:pt x="6319971" y="1430742"/>
                  </a:lnTo>
                  <a:lnTo>
                    <a:pt x="6319310" y="1430742"/>
                  </a:lnTo>
                  <a:lnTo>
                    <a:pt x="6318650" y="1430742"/>
                  </a:lnTo>
                  <a:lnTo>
                    <a:pt x="6317989" y="1430742"/>
                  </a:lnTo>
                  <a:lnTo>
                    <a:pt x="6317329" y="1430742"/>
                  </a:lnTo>
                  <a:lnTo>
                    <a:pt x="6316668" y="1430742"/>
                  </a:lnTo>
                  <a:lnTo>
                    <a:pt x="6316008" y="1430742"/>
                  </a:lnTo>
                  <a:lnTo>
                    <a:pt x="6315347" y="1430742"/>
                  </a:lnTo>
                  <a:lnTo>
                    <a:pt x="6314686" y="1430742"/>
                  </a:lnTo>
                  <a:lnTo>
                    <a:pt x="6314026" y="1430742"/>
                  </a:lnTo>
                  <a:lnTo>
                    <a:pt x="6313365" y="1430742"/>
                  </a:lnTo>
                  <a:lnTo>
                    <a:pt x="6312705" y="1430742"/>
                  </a:lnTo>
                  <a:lnTo>
                    <a:pt x="6312044" y="1430742"/>
                  </a:lnTo>
                  <a:lnTo>
                    <a:pt x="6311384" y="1430742"/>
                  </a:lnTo>
                  <a:lnTo>
                    <a:pt x="6310723" y="1430742"/>
                  </a:lnTo>
                  <a:lnTo>
                    <a:pt x="6310063" y="1430742"/>
                  </a:lnTo>
                  <a:lnTo>
                    <a:pt x="6309402" y="1430742"/>
                  </a:lnTo>
                  <a:lnTo>
                    <a:pt x="6308742" y="1430742"/>
                  </a:lnTo>
                  <a:lnTo>
                    <a:pt x="6308081" y="1430742"/>
                  </a:lnTo>
                  <a:lnTo>
                    <a:pt x="6307421" y="1430742"/>
                  </a:lnTo>
                  <a:lnTo>
                    <a:pt x="6306760" y="1430742"/>
                  </a:lnTo>
                  <a:lnTo>
                    <a:pt x="6306100" y="1430742"/>
                  </a:lnTo>
                  <a:lnTo>
                    <a:pt x="6305439" y="1430742"/>
                  </a:lnTo>
                  <a:lnTo>
                    <a:pt x="6304778" y="1430742"/>
                  </a:lnTo>
                  <a:lnTo>
                    <a:pt x="6304118" y="1430742"/>
                  </a:lnTo>
                  <a:lnTo>
                    <a:pt x="6303457" y="1430742"/>
                  </a:lnTo>
                  <a:lnTo>
                    <a:pt x="6302797" y="1430742"/>
                  </a:lnTo>
                  <a:lnTo>
                    <a:pt x="6302136" y="1430742"/>
                  </a:lnTo>
                  <a:lnTo>
                    <a:pt x="6301476" y="1430742"/>
                  </a:lnTo>
                  <a:lnTo>
                    <a:pt x="6300815" y="1430742"/>
                  </a:lnTo>
                  <a:lnTo>
                    <a:pt x="6300155" y="1430742"/>
                  </a:lnTo>
                  <a:lnTo>
                    <a:pt x="6299494" y="1430742"/>
                  </a:lnTo>
                  <a:lnTo>
                    <a:pt x="6298834" y="1430742"/>
                  </a:lnTo>
                  <a:lnTo>
                    <a:pt x="6298173" y="1430742"/>
                  </a:lnTo>
                  <a:lnTo>
                    <a:pt x="6297513" y="1430742"/>
                  </a:lnTo>
                  <a:lnTo>
                    <a:pt x="6296852" y="1430742"/>
                  </a:lnTo>
                  <a:lnTo>
                    <a:pt x="6296192" y="1430742"/>
                  </a:lnTo>
                  <a:lnTo>
                    <a:pt x="6295531" y="1430742"/>
                  </a:lnTo>
                  <a:lnTo>
                    <a:pt x="6294870" y="1430742"/>
                  </a:lnTo>
                  <a:lnTo>
                    <a:pt x="6294210" y="1430742"/>
                  </a:lnTo>
                  <a:lnTo>
                    <a:pt x="6293549" y="1430742"/>
                  </a:lnTo>
                  <a:lnTo>
                    <a:pt x="6292889" y="1430742"/>
                  </a:lnTo>
                  <a:lnTo>
                    <a:pt x="6292228" y="1430742"/>
                  </a:lnTo>
                  <a:lnTo>
                    <a:pt x="6291568" y="1430742"/>
                  </a:lnTo>
                  <a:lnTo>
                    <a:pt x="6290907" y="1430742"/>
                  </a:lnTo>
                  <a:lnTo>
                    <a:pt x="6290247" y="1430742"/>
                  </a:lnTo>
                  <a:lnTo>
                    <a:pt x="6289586" y="1430742"/>
                  </a:lnTo>
                  <a:lnTo>
                    <a:pt x="6288926" y="1430742"/>
                  </a:lnTo>
                  <a:lnTo>
                    <a:pt x="6288265" y="1430742"/>
                  </a:lnTo>
                  <a:lnTo>
                    <a:pt x="6287605" y="1430742"/>
                  </a:lnTo>
                  <a:lnTo>
                    <a:pt x="6286944" y="1430742"/>
                  </a:lnTo>
                  <a:lnTo>
                    <a:pt x="6286284" y="1430742"/>
                  </a:lnTo>
                  <a:lnTo>
                    <a:pt x="6285623" y="1430742"/>
                  </a:lnTo>
                  <a:lnTo>
                    <a:pt x="6284962" y="1430742"/>
                  </a:lnTo>
                  <a:lnTo>
                    <a:pt x="6284302" y="1430742"/>
                  </a:lnTo>
                  <a:lnTo>
                    <a:pt x="6283641" y="1430742"/>
                  </a:lnTo>
                  <a:lnTo>
                    <a:pt x="6282981" y="1430742"/>
                  </a:lnTo>
                  <a:lnTo>
                    <a:pt x="6282320" y="1430742"/>
                  </a:lnTo>
                  <a:lnTo>
                    <a:pt x="6281660" y="1430742"/>
                  </a:lnTo>
                  <a:lnTo>
                    <a:pt x="6280999" y="1430742"/>
                  </a:lnTo>
                  <a:lnTo>
                    <a:pt x="6280339" y="1430742"/>
                  </a:lnTo>
                  <a:lnTo>
                    <a:pt x="6279678" y="1430742"/>
                  </a:lnTo>
                  <a:lnTo>
                    <a:pt x="6279018" y="1430742"/>
                  </a:lnTo>
                  <a:lnTo>
                    <a:pt x="6278357" y="1430742"/>
                  </a:lnTo>
                  <a:lnTo>
                    <a:pt x="6277697" y="1430742"/>
                  </a:lnTo>
                  <a:lnTo>
                    <a:pt x="6277036" y="1430742"/>
                  </a:lnTo>
                  <a:lnTo>
                    <a:pt x="6276376" y="1430742"/>
                  </a:lnTo>
                  <a:lnTo>
                    <a:pt x="6275715" y="1430742"/>
                  </a:lnTo>
                  <a:lnTo>
                    <a:pt x="6275055" y="1430742"/>
                  </a:lnTo>
                  <a:lnTo>
                    <a:pt x="6274394" y="1430742"/>
                  </a:lnTo>
                  <a:lnTo>
                    <a:pt x="6273733" y="1430742"/>
                  </a:lnTo>
                  <a:lnTo>
                    <a:pt x="6273073" y="1430742"/>
                  </a:lnTo>
                  <a:lnTo>
                    <a:pt x="6272412" y="1430742"/>
                  </a:lnTo>
                  <a:lnTo>
                    <a:pt x="6271752" y="1430742"/>
                  </a:lnTo>
                  <a:lnTo>
                    <a:pt x="6271091" y="1430742"/>
                  </a:lnTo>
                  <a:lnTo>
                    <a:pt x="6270431" y="1430742"/>
                  </a:lnTo>
                  <a:lnTo>
                    <a:pt x="6269770" y="1430742"/>
                  </a:lnTo>
                  <a:lnTo>
                    <a:pt x="6269110" y="1430742"/>
                  </a:lnTo>
                  <a:lnTo>
                    <a:pt x="6268449" y="1430742"/>
                  </a:lnTo>
                  <a:lnTo>
                    <a:pt x="6267789" y="1430742"/>
                  </a:lnTo>
                  <a:lnTo>
                    <a:pt x="6267128" y="1430742"/>
                  </a:lnTo>
                  <a:lnTo>
                    <a:pt x="6266468" y="1430742"/>
                  </a:lnTo>
                  <a:lnTo>
                    <a:pt x="6265807" y="1430742"/>
                  </a:lnTo>
                  <a:lnTo>
                    <a:pt x="6265147" y="1430742"/>
                  </a:lnTo>
                  <a:lnTo>
                    <a:pt x="6264486" y="1430742"/>
                  </a:lnTo>
                  <a:lnTo>
                    <a:pt x="6263825" y="1430742"/>
                  </a:lnTo>
                  <a:lnTo>
                    <a:pt x="6263165" y="1430742"/>
                  </a:lnTo>
                  <a:lnTo>
                    <a:pt x="6262504" y="1430742"/>
                  </a:lnTo>
                  <a:lnTo>
                    <a:pt x="6261844" y="1430742"/>
                  </a:lnTo>
                  <a:lnTo>
                    <a:pt x="6261183" y="1430742"/>
                  </a:lnTo>
                  <a:lnTo>
                    <a:pt x="6260523" y="1430742"/>
                  </a:lnTo>
                  <a:lnTo>
                    <a:pt x="6259862" y="1430742"/>
                  </a:lnTo>
                  <a:lnTo>
                    <a:pt x="6259202" y="1430742"/>
                  </a:lnTo>
                  <a:lnTo>
                    <a:pt x="6258541" y="1430742"/>
                  </a:lnTo>
                  <a:lnTo>
                    <a:pt x="6257881" y="1430742"/>
                  </a:lnTo>
                  <a:lnTo>
                    <a:pt x="6257220" y="1430742"/>
                  </a:lnTo>
                  <a:lnTo>
                    <a:pt x="6256560" y="1430742"/>
                  </a:lnTo>
                  <a:lnTo>
                    <a:pt x="6255899" y="1430742"/>
                  </a:lnTo>
                  <a:lnTo>
                    <a:pt x="6255239" y="1430742"/>
                  </a:lnTo>
                  <a:lnTo>
                    <a:pt x="6254578" y="1430742"/>
                  </a:lnTo>
                  <a:lnTo>
                    <a:pt x="6253917" y="1430742"/>
                  </a:lnTo>
                  <a:lnTo>
                    <a:pt x="6253257" y="1430742"/>
                  </a:lnTo>
                  <a:lnTo>
                    <a:pt x="6252596" y="1430742"/>
                  </a:lnTo>
                  <a:lnTo>
                    <a:pt x="6251936" y="1430742"/>
                  </a:lnTo>
                  <a:lnTo>
                    <a:pt x="6251275" y="1430742"/>
                  </a:lnTo>
                  <a:lnTo>
                    <a:pt x="6250615" y="1430742"/>
                  </a:lnTo>
                  <a:lnTo>
                    <a:pt x="6249954" y="1430742"/>
                  </a:lnTo>
                  <a:lnTo>
                    <a:pt x="6249294" y="1430742"/>
                  </a:lnTo>
                  <a:lnTo>
                    <a:pt x="6248633" y="1430742"/>
                  </a:lnTo>
                  <a:lnTo>
                    <a:pt x="6247973" y="1430742"/>
                  </a:lnTo>
                  <a:lnTo>
                    <a:pt x="6247312" y="1430742"/>
                  </a:lnTo>
                  <a:lnTo>
                    <a:pt x="6246652" y="1430742"/>
                  </a:lnTo>
                  <a:lnTo>
                    <a:pt x="6245991" y="1430742"/>
                  </a:lnTo>
                  <a:lnTo>
                    <a:pt x="6245331" y="1430742"/>
                  </a:lnTo>
                  <a:lnTo>
                    <a:pt x="6244670" y="1430742"/>
                  </a:lnTo>
                  <a:lnTo>
                    <a:pt x="6244010" y="1430742"/>
                  </a:lnTo>
                  <a:lnTo>
                    <a:pt x="6243349" y="1430742"/>
                  </a:lnTo>
                  <a:lnTo>
                    <a:pt x="6242688" y="1430742"/>
                  </a:lnTo>
                  <a:lnTo>
                    <a:pt x="6242028" y="1430742"/>
                  </a:lnTo>
                  <a:lnTo>
                    <a:pt x="6241367" y="1430742"/>
                  </a:lnTo>
                  <a:lnTo>
                    <a:pt x="6240707" y="1430742"/>
                  </a:lnTo>
                  <a:lnTo>
                    <a:pt x="6240046" y="1430742"/>
                  </a:lnTo>
                  <a:lnTo>
                    <a:pt x="6239386" y="1430742"/>
                  </a:lnTo>
                  <a:lnTo>
                    <a:pt x="6238725" y="1430742"/>
                  </a:lnTo>
                  <a:lnTo>
                    <a:pt x="6238065" y="1430742"/>
                  </a:lnTo>
                  <a:lnTo>
                    <a:pt x="6237404" y="1430742"/>
                  </a:lnTo>
                  <a:lnTo>
                    <a:pt x="6236744" y="1430742"/>
                  </a:lnTo>
                  <a:lnTo>
                    <a:pt x="6236083" y="1430742"/>
                  </a:lnTo>
                  <a:lnTo>
                    <a:pt x="6235423" y="1430742"/>
                  </a:lnTo>
                  <a:lnTo>
                    <a:pt x="6234762" y="1430742"/>
                  </a:lnTo>
                  <a:lnTo>
                    <a:pt x="6234102" y="1430742"/>
                  </a:lnTo>
                  <a:lnTo>
                    <a:pt x="6233441" y="1430742"/>
                  </a:lnTo>
                  <a:lnTo>
                    <a:pt x="6232780" y="1430742"/>
                  </a:lnTo>
                  <a:lnTo>
                    <a:pt x="6232120" y="1430742"/>
                  </a:lnTo>
                  <a:lnTo>
                    <a:pt x="6231459" y="1430742"/>
                  </a:lnTo>
                  <a:lnTo>
                    <a:pt x="6230799" y="1430742"/>
                  </a:lnTo>
                  <a:lnTo>
                    <a:pt x="6230138" y="1430742"/>
                  </a:lnTo>
                  <a:lnTo>
                    <a:pt x="6229478" y="1430742"/>
                  </a:lnTo>
                  <a:lnTo>
                    <a:pt x="6228817" y="1430742"/>
                  </a:lnTo>
                  <a:lnTo>
                    <a:pt x="6228157" y="1430742"/>
                  </a:lnTo>
                  <a:lnTo>
                    <a:pt x="6227496" y="1430742"/>
                  </a:lnTo>
                  <a:lnTo>
                    <a:pt x="6226836" y="1430742"/>
                  </a:lnTo>
                  <a:lnTo>
                    <a:pt x="6226175" y="1430742"/>
                  </a:lnTo>
                  <a:lnTo>
                    <a:pt x="6225515" y="1430742"/>
                  </a:lnTo>
                  <a:lnTo>
                    <a:pt x="6224854" y="1430742"/>
                  </a:lnTo>
                  <a:lnTo>
                    <a:pt x="6224194" y="1430742"/>
                  </a:lnTo>
                  <a:lnTo>
                    <a:pt x="6223533" y="1430742"/>
                  </a:lnTo>
                  <a:lnTo>
                    <a:pt x="6222872" y="1430742"/>
                  </a:lnTo>
                  <a:lnTo>
                    <a:pt x="6222212" y="1430742"/>
                  </a:lnTo>
                  <a:lnTo>
                    <a:pt x="6221551" y="1430742"/>
                  </a:lnTo>
                  <a:lnTo>
                    <a:pt x="6220891" y="1430742"/>
                  </a:lnTo>
                  <a:lnTo>
                    <a:pt x="6220230" y="1430742"/>
                  </a:lnTo>
                  <a:lnTo>
                    <a:pt x="6219570" y="1430742"/>
                  </a:lnTo>
                  <a:lnTo>
                    <a:pt x="6218909" y="1430742"/>
                  </a:lnTo>
                  <a:lnTo>
                    <a:pt x="6218249" y="1430742"/>
                  </a:lnTo>
                  <a:lnTo>
                    <a:pt x="6217588" y="1430742"/>
                  </a:lnTo>
                  <a:lnTo>
                    <a:pt x="6216928" y="1430742"/>
                  </a:lnTo>
                  <a:lnTo>
                    <a:pt x="6216267" y="1430742"/>
                  </a:lnTo>
                  <a:lnTo>
                    <a:pt x="6215607" y="1430742"/>
                  </a:lnTo>
                  <a:lnTo>
                    <a:pt x="6214946" y="1430742"/>
                  </a:lnTo>
                  <a:lnTo>
                    <a:pt x="6214286" y="1430742"/>
                  </a:lnTo>
                  <a:lnTo>
                    <a:pt x="6213625" y="1430742"/>
                  </a:lnTo>
                  <a:lnTo>
                    <a:pt x="6212964" y="1430742"/>
                  </a:lnTo>
                  <a:lnTo>
                    <a:pt x="6212304" y="1430742"/>
                  </a:lnTo>
                  <a:lnTo>
                    <a:pt x="6211643" y="1430742"/>
                  </a:lnTo>
                  <a:lnTo>
                    <a:pt x="6210983" y="1430742"/>
                  </a:lnTo>
                  <a:lnTo>
                    <a:pt x="6210322" y="1430742"/>
                  </a:lnTo>
                  <a:lnTo>
                    <a:pt x="6209662" y="1430742"/>
                  </a:lnTo>
                  <a:lnTo>
                    <a:pt x="6209001" y="1430742"/>
                  </a:lnTo>
                  <a:lnTo>
                    <a:pt x="6208341" y="1430742"/>
                  </a:lnTo>
                  <a:lnTo>
                    <a:pt x="6207680" y="1430742"/>
                  </a:lnTo>
                  <a:lnTo>
                    <a:pt x="6207020" y="1430742"/>
                  </a:lnTo>
                  <a:lnTo>
                    <a:pt x="6206359" y="1430742"/>
                  </a:lnTo>
                  <a:lnTo>
                    <a:pt x="6205699" y="1430742"/>
                  </a:lnTo>
                  <a:lnTo>
                    <a:pt x="6205038" y="1430742"/>
                  </a:lnTo>
                  <a:lnTo>
                    <a:pt x="6204378" y="1430742"/>
                  </a:lnTo>
                  <a:lnTo>
                    <a:pt x="6203717" y="1430742"/>
                  </a:lnTo>
                  <a:lnTo>
                    <a:pt x="6203057" y="1430742"/>
                  </a:lnTo>
                  <a:lnTo>
                    <a:pt x="6202396" y="1430742"/>
                  </a:lnTo>
                  <a:lnTo>
                    <a:pt x="6201735" y="1430742"/>
                  </a:lnTo>
                  <a:lnTo>
                    <a:pt x="6201075" y="1430742"/>
                  </a:lnTo>
                  <a:lnTo>
                    <a:pt x="6200414" y="1430742"/>
                  </a:lnTo>
                  <a:lnTo>
                    <a:pt x="6199754" y="1430742"/>
                  </a:lnTo>
                  <a:lnTo>
                    <a:pt x="6199093" y="1430742"/>
                  </a:lnTo>
                  <a:lnTo>
                    <a:pt x="6198433" y="1430742"/>
                  </a:lnTo>
                  <a:lnTo>
                    <a:pt x="6197772" y="1430742"/>
                  </a:lnTo>
                  <a:lnTo>
                    <a:pt x="6197112" y="1430742"/>
                  </a:lnTo>
                  <a:lnTo>
                    <a:pt x="6196451" y="1430742"/>
                  </a:lnTo>
                  <a:lnTo>
                    <a:pt x="6195791" y="1430742"/>
                  </a:lnTo>
                  <a:lnTo>
                    <a:pt x="6195130" y="1430742"/>
                  </a:lnTo>
                  <a:lnTo>
                    <a:pt x="6194470" y="1430742"/>
                  </a:lnTo>
                  <a:lnTo>
                    <a:pt x="6193809" y="1430742"/>
                  </a:lnTo>
                  <a:lnTo>
                    <a:pt x="6193149" y="1430742"/>
                  </a:lnTo>
                  <a:lnTo>
                    <a:pt x="6192488" y="1430742"/>
                  </a:lnTo>
                  <a:lnTo>
                    <a:pt x="6191827" y="1430742"/>
                  </a:lnTo>
                  <a:lnTo>
                    <a:pt x="6191167" y="1430742"/>
                  </a:lnTo>
                  <a:lnTo>
                    <a:pt x="6190506" y="1430742"/>
                  </a:lnTo>
                  <a:lnTo>
                    <a:pt x="6189846" y="1430742"/>
                  </a:lnTo>
                  <a:lnTo>
                    <a:pt x="6189185" y="1430742"/>
                  </a:lnTo>
                  <a:lnTo>
                    <a:pt x="6188525" y="1430742"/>
                  </a:lnTo>
                  <a:lnTo>
                    <a:pt x="6187864" y="1430742"/>
                  </a:lnTo>
                  <a:lnTo>
                    <a:pt x="6187204" y="1430742"/>
                  </a:lnTo>
                  <a:lnTo>
                    <a:pt x="6186543" y="1430742"/>
                  </a:lnTo>
                  <a:lnTo>
                    <a:pt x="6185883" y="1430742"/>
                  </a:lnTo>
                  <a:lnTo>
                    <a:pt x="6185222" y="1430742"/>
                  </a:lnTo>
                  <a:lnTo>
                    <a:pt x="6184562" y="1430742"/>
                  </a:lnTo>
                  <a:lnTo>
                    <a:pt x="6183901" y="1430742"/>
                  </a:lnTo>
                  <a:lnTo>
                    <a:pt x="6183241" y="1430742"/>
                  </a:lnTo>
                  <a:lnTo>
                    <a:pt x="6182580" y="1430742"/>
                  </a:lnTo>
                  <a:lnTo>
                    <a:pt x="6181919" y="1430742"/>
                  </a:lnTo>
                  <a:lnTo>
                    <a:pt x="6181259" y="1430742"/>
                  </a:lnTo>
                  <a:lnTo>
                    <a:pt x="6180598" y="1430742"/>
                  </a:lnTo>
                  <a:lnTo>
                    <a:pt x="6179938" y="1430742"/>
                  </a:lnTo>
                  <a:lnTo>
                    <a:pt x="6179277" y="1430742"/>
                  </a:lnTo>
                  <a:lnTo>
                    <a:pt x="6178617" y="1430742"/>
                  </a:lnTo>
                  <a:lnTo>
                    <a:pt x="6177956" y="1430742"/>
                  </a:lnTo>
                  <a:lnTo>
                    <a:pt x="6177296" y="1430742"/>
                  </a:lnTo>
                  <a:lnTo>
                    <a:pt x="6176635" y="1430742"/>
                  </a:lnTo>
                  <a:lnTo>
                    <a:pt x="6175975" y="1430742"/>
                  </a:lnTo>
                  <a:lnTo>
                    <a:pt x="6175314" y="1430742"/>
                  </a:lnTo>
                  <a:lnTo>
                    <a:pt x="6174654" y="1430742"/>
                  </a:lnTo>
                  <a:lnTo>
                    <a:pt x="6173993" y="1430742"/>
                  </a:lnTo>
                  <a:lnTo>
                    <a:pt x="6173333" y="1430742"/>
                  </a:lnTo>
                  <a:lnTo>
                    <a:pt x="6172672" y="1430742"/>
                  </a:lnTo>
                  <a:lnTo>
                    <a:pt x="6172012" y="1430742"/>
                  </a:lnTo>
                  <a:lnTo>
                    <a:pt x="6171351" y="1430742"/>
                  </a:lnTo>
                  <a:lnTo>
                    <a:pt x="6170690" y="1430742"/>
                  </a:lnTo>
                  <a:lnTo>
                    <a:pt x="6170030" y="1430742"/>
                  </a:lnTo>
                  <a:lnTo>
                    <a:pt x="6169369" y="1430742"/>
                  </a:lnTo>
                  <a:lnTo>
                    <a:pt x="6168709" y="1430742"/>
                  </a:lnTo>
                  <a:lnTo>
                    <a:pt x="6168048" y="1430742"/>
                  </a:lnTo>
                  <a:lnTo>
                    <a:pt x="6167388" y="1430742"/>
                  </a:lnTo>
                  <a:lnTo>
                    <a:pt x="6166727" y="1430742"/>
                  </a:lnTo>
                  <a:lnTo>
                    <a:pt x="6166067" y="1430742"/>
                  </a:lnTo>
                  <a:lnTo>
                    <a:pt x="6165406" y="1430742"/>
                  </a:lnTo>
                  <a:lnTo>
                    <a:pt x="6164746" y="1430742"/>
                  </a:lnTo>
                  <a:lnTo>
                    <a:pt x="6164085" y="1430742"/>
                  </a:lnTo>
                  <a:lnTo>
                    <a:pt x="6163425" y="1430742"/>
                  </a:lnTo>
                  <a:lnTo>
                    <a:pt x="6162764" y="1430742"/>
                  </a:lnTo>
                  <a:lnTo>
                    <a:pt x="6162104" y="1430742"/>
                  </a:lnTo>
                  <a:lnTo>
                    <a:pt x="6161443" y="1430742"/>
                  </a:lnTo>
                  <a:lnTo>
                    <a:pt x="6160782" y="1430742"/>
                  </a:lnTo>
                  <a:lnTo>
                    <a:pt x="6160122" y="1430742"/>
                  </a:lnTo>
                  <a:lnTo>
                    <a:pt x="6159461" y="1430742"/>
                  </a:lnTo>
                  <a:lnTo>
                    <a:pt x="6158801" y="1430742"/>
                  </a:lnTo>
                  <a:lnTo>
                    <a:pt x="6158140" y="1430742"/>
                  </a:lnTo>
                  <a:lnTo>
                    <a:pt x="6157480" y="1430742"/>
                  </a:lnTo>
                  <a:lnTo>
                    <a:pt x="6156819" y="1430742"/>
                  </a:lnTo>
                  <a:lnTo>
                    <a:pt x="6156159" y="1430742"/>
                  </a:lnTo>
                  <a:lnTo>
                    <a:pt x="6155498" y="1430742"/>
                  </a:lnTo>
                  <a:lnTo>
                    <a:pt x="6154838" y="1430742"/>
                  </a:lnTo>
                  <a:lnTo>
                    <a:pt x="6154177" y="1430742"/>
                  </a:lnTo>
                  <a:lnTo>
                    <a:pt x="6153517" y="1430742"/>
                  </a:lnTo>
                  <a:lnTo>
                    <a:pt x="6152856" y="1430742"/>
                  </a:lnTo>
                  <a:lnTo>
                    <a:pt x="6152196" y="1430742"/>
                  </a:lnTo>
                  <a:lnTo>
                    <a:pt x="6151535" y="1430742"/>
                  </a:lnTo>
                  <a:lnTo>
                    <a:pt x="6150874" y="1430742"/>
                  </a:lnTo>
                  <a:lnTo>
                    <a:pt x="6150214" y="1430742"/>
                  </a:lnTo>
                  <a:lnTo>
                    <a:pt x="6149553" y="1430742"/>
                  </a:lnTo>
                  <a:lnTo>
                    <a:pt x="6148893" y="1430742"/>
                  </a:lnTo>
                  <a:lnTo>
                    <a:pt x="6148232" y="1430742"/>
                  </a:lnTo>
                  <a:lnTo>
                    <a:pt x="6147572" y="1430742"/>
                  </a:lnTo>
                  <a:lnTo>
                    <a:pt x="6146911" y="1430742"/>
                  </a:lnTo>
                  <a:lnTo>
                    <a:pt x="6146251" y="1430742"/>
                  </a:lnTo>
                  <a:lnTo>
                    <a:pt x="6145590" y="1430742"/>
                  </a:lnTo>
                  <a:lnTo>
                    <a:pt x="6144930" y="1430742"/>
                  </a:lnTo>
                  <a:lnTo>
                    <a:pt x="6144269" y="1430742"/>
                  </a:lnTo>
                  <a:lnTo>
                    <a:pt x="6143609" y="1430742"/>
                  </a:lnTo>
                  <a:lnTo>
                    <a:pt x="6142948" y="1430742"/>
                  </a:lnTo>
                  <a:lnTo>
                    <a:pt x="6142288" y="1430742"/>
                  </a:lnTo>
                  <a:lnTo>
                    <a:pt x="6141627" y="1430742"/>
                  </a:lnTo>
                  <a:lnTo>
                    <a:pt x="6140966" y="1430742"/>
                  </a:lnTo>
                  <a:lnTo>
                    <a:pt x="6140306" y="1430742"/>
                  </a:lnTo>
                  <a:lnTo>
                    <a:pt x="6139645" y="1430742"/>
                  </a:lnTo>
                  <a:lnTo>
                    <a:pt x="6138985" y="1430742"/>
                  </a:lnTo>
                  <a:lnTo>
                    <a:pt x="6138324" y="1430742"/>
                  </a:lnTo>
                  <a:lnTo>
                    <a:pt x="6137664" y="1430742"/>
                  </a:lnTo>
                  <a:lnTo>
                    <a:pt x="6137003" y="1430742"/>
                  </a:lnTo>
                  <a:lnTo>
                    <a:pt x="6136343" y="1430742"/>
                  </a:lnTo>
                  <a:lnTo>
                    <a:pt x="6135682" y="1430742"/>
                  </a:lnTo>
                  <a:lnTo>
                    <a:pt x="6135022" y="1430742"/>
                  </a:lnTo>
                  <a:lnTo>
                    <a:pt x="6134361" y="1430742"/>
                  </a:lnTo>
                  <a:lnTo>
                    <a:pt x="6133701" y="1430742"/>
                  </a:lnTo>
                  <a:lnTo>
                    <a:pt x="6133040" y="1430742"/>
                  </a:lnTo>
                  <a:lnTo>
                    <a:pt x="6132380" y="1430742"/>
                  </a:lnTo>
                  <a:lnTo>
                    <a:pt x="6131719" y="1430742"/>
                  </a:lnTo>
                  <a:lnTo>
                    <a:pt x="6131059" y="1430742"/>
                  </a:lnTo>
                  <a:lnTo>
                    <a:pt x="6130398" y="1430742"/>
                  </a:lnTo>
                  <a:lnTo>
                    <a:pt x="6129737" y="1430742"/>
                  </a:lnTo>
                  <a:lnTo>
                    <a:pt x="6129077" y="1430742"/>
                  </a:lnTo>
                  <a:lnTo>
                    <a:pt x="6128416" y="1430742"/>
                  </a:lnTo>
                  <a:lnTo>
                    <a:pt x="6127756" y="1430742"/>
                  </a:lnTo>
                  <a:lnTo>
                    <a:pt x="6127095" y="1430742"/>
                  </a:lnTo>
                  <a:lnTo>
                    <a:pt x="6126435" y="1430742"/>
                  </a:lnTo>
                  <a:lnTo>
                    <a:pt x="6125774" y="1430742"/>
                  </a:lnTo>
                  <a:lnTo>
                    <a:pt x="6125114" y="1430742"/>
                  </a:lnTo>
                  <a:lnTo>
                    <a:pt x="6124453" y="1430742"/>
                  </a:lnTo>
                  <a:lnTo>
                    <a:pt x="6123793" y="1430742"/>
                  </a:lnTo>
                  <a:lnTo>
                    <a:pt x="6123132" y="1430742"/>
                  </a:lnTo>
                  <a:lnTo>
                    <a:pt x="6122472" y="1430742"/>
                  </a:lnTo>
                  <a:lnTo>
                    <a:pt x="6121811" y="1430742"/>
                  </a:lnTo>
                  <a:lnTo>
                    <a:pt x="6121151" y="1430742"/>
                  </a:lnTo>
                  <a:lnTo>
                    <a:pt x="6120490" y="1430742"/>
                  </a:lnTo>
                  <a:lnTo>
                    <a:pt x="6119829" y="1430742"/>
                  </a:lnTo>
                  <a:lnTo>
                    <a:pt x="6119169" y="1430742"/>
                  </a:lnTo>
                  <a:lnTo>
                    <a:pt x="6118508" y="1430742"/>
                  </a:lnTo>
                  <a:lnTo>
                    <a:pt x="6117848" y="1430742"/>
                  </a:lnTo>
                  <a:lnTo>
                    <a:pt x="6117187" y="1430742"/>
                  </a:lnTo>
                  <a:lnTo>
                    <a:pt x="6116527" y="1430742"/>
                  </a:lnTo>
                  <a:lnTo>
                    <a:pt x="6115866" y="1430742"/>
                  </a:lnTo>
                  <a:lnTo>
                    <a:pt x="6115206" y="1430742"/>
                  </a:lnTo>
                  <a:lnTo>
                    <a:pt x="6114545" y="1430742"/>
                  </a:lnTo>
                  <a:lnTo>
                    <a:pt x="6113885" y="1430742"/>
                  </a:lnTo>
                  <a:lnTo>
                    <a:pt x="6113224" y="1430742"/>
                  </a:lnTo>
                  <a:lnTo>
                    <a:pt x="6112564" y="1430742"/>
                  </a:lnTo>
                  <a:lnTo>
                    <a:pt x="6111903" y="1430742"/>
                  </a:lnTo>
                  <a:lnTo>
                    <a:pt x="6111243" y="1430742"/>
                  </a:lnTo>
                  <a:lnTo>
                    <a:pt x="6110582" y="1430742"/>
                  </a:lnTo>
                  <a:lnTo>
                    <a:pt x="6109921" y="1430742"/>
                  </a:lnTo>
                  <a:lnTo>
                    <a:pt x="6109261" y="1430742"/>
                  </a:lnTo>
                  <a:lnTo>
                    <a:pt x="6108600" y="1430742"/>
                  </a:lnTo>
                  <a:lnTo>
                    <a:pt x="6107940" y="1430742"/>
                  </a:lnTo>
                  <a:lnTo>
                    <a:pt x="6107279" y="1430742"/>
                  </a:lnTo>
                  <a:lnTo>
                    <a:pt x="6106619" y="1430742"/>
                  </a:lnTo>
                  <a:lnTo>
                    <a:pt x="6105958" y="1430742"/>
                  </a:lnTo>
                  <a:lnTo>
                    <a:pt x="6105298" y="1430742"/>
                  </a:lnTo>
                  <a:lnTo>
                    <a:pt x="6104637" y="1430742"/>
                  </a:lnTo>
                  <a:lnTo>
                    <a:pt x="6103977" y="1430742"/>
                  </a:lnTo>
                  <a:lnTo>
                    <a:pt x="6103316" y="1430742"/>
                  </a:lnTo>
                  <a:lnTo>
                    <a:pt x="6102656" y="1430742"/>
                  </a:lnTo>
                  <a:lnTo>
                    <a:pt x="6101995" y="1430742"/>
                  </a:lnTo>
                  <a:lnTo>
                    <a:pt x="6101335" y="1430742"/>
                  </a:lnTo>
                  <a:lnTo>
                    <a:pt x="6100674" y="1430742"/>
                  </a:lnTo>
                  <a:lnTo>
                    <a:pt x="6100014" y="1430742"/>
                  </a:lnTo>
                  <a:lnTo>
                    <a:pt x="6099353" y="1430742"/>
                  </a:lnTo>
                  <a:lnTo>
                    <a:pt x="6098692" y="1430742"/>
                  </a:lnTo>
                  <a:lnTo>
                    <a:pt x="6098032" y="1430742"/>
                  </a:lnTo>
                  <a:lnTo>
                    <a:pt x="6097371" y="1430742"/>
                  </a:lnTo>
                  <a:lnTo>
                    <a:pt x="6096711" y="1430742"/>
                  </a:lnTo>
                  <a:lnTo>
                    <a:pt x="6096050" y="1430742"/>
                  </a:lnTo>
                  <a:lnTo>
                    <a:pt x="6095390" y="1430742"/>
                  </a:lnTo>
                  <a:lnTo>
                    <a:pt x="6094729" y="1430742"/>
                  </a:lnTo>
                  <a:lnTo>
                    <a:pt x="6094069" y="1430742"/>
                  </a:lnTo>
                  <a:lnTo>
                    <a:pt x="6093408" y="1430742"/>
                  </a:lnTo>
                  <a:lnTo>
                    <a:pt x="6092748" y="1430742"/>
                  </a:lnTo>
                  <a:lnTo>
                    <a:pt x="6092087" y="1430742"/>
                  </a:lnTo>
                  <a:lnTo>
                    <a:pt x="6091427" y="1430742"/>
                  </a:lnTo>
                  <a:lnTo>
                    <a:pt x="6090766" y="1430742"/>
                  </a:lnTo>
                  <a:lnTo>
                    <a:pt x="6090106" y="1430742"/>
                  </a:lnTo>
                  <a:lnTo>
                    <a:pt x="6089445" y="1430742"/>
                  </a:lnTo>
                  <a:lnTo>
                    <a:pt x="6088784" y="1430742"/>
                  </a:lnTo>
                  <a:lnTo>
                    <a:pt x="6088124" y="1430742"/>
                  </a:lnTo>
                  <a:lnTo>
                    <a:pt x="6087463" y="1430742"/>
                  </a:lnTo>
                  <a:lnTo>
                    <a:pt x="6086803" y="1430742"/>
                  </a:lnTo>
                  <a:lnTo>
                    <a:pt x="6086142" y="1430742"/>
                  </a:lnTo>
                  <a:lnTo>
                    <a:pt x="6085482" y="1430742"/>
                  </a:lnTo>
                  <a:lnTo>
                    <a:pt x="6084821" y="1430742"/>
                  </a:lnTo>
                  <a:lnTo>
                    <a:pt x="6084161" y="1430742"/>
                  </a:lnTo>
                  <a:lnTo>
                    <a:pt x="6083500" y="1430742"/>
                  </a:lnTo>
                  <a:lnTo>
                    <a:pt x="6082840" y="1430742"/>
                  </a:lnTo>
                  <a:lnTo>
                    <a:pt x="6082179" y="1430742"/>
                  </a:lnTo>
                  <a:lnTo>
                    <a:pt x="6081519" y="1430742"/>
                  </a:lnTo>
                  <a:lnTo>
                    <a:pt x="6080858" y="1430742"/>
                  </a:lnTo>
                  <a:lnTo>
                    <a:pt x="6080198" y="1430742"/>
                  </a:lnTo>
                  <a:lnTo>
                    <a:pt x="6079537" y="1430742"/>
                  </a:lnTo>
                  <a:lnTo>
                    <a:pt x="6078876" y="1430742"/>
                  </a:lnTo>
                  <a:lnTo>
                    <a:pt x="6078216" y="1430742"/>
                  </a:lnTo>
                  <a:lnTo>
                    <a:pt x="6077555" y="1430742"/>
                  </a:lnTo>
                  <a:lnTo>
                    <a:pt x="6076895" y="1430742"/>
                  </a:lnTo>
                  <a:lnTo>
                    <a:pt x="6076234" y="1430742"/>
                  </a:lnTo>
                  <a:lnTo>
                    <a:pt x="6075574" y="1430742"/>
                  </a:lnTo>
                  <a:lnTo>
                    <a:pt x="6074913" y="1430742"/>
                  </a:lnTo>
                  <a:lnTo>
                    <a:pt x="6074253" y="1430742"/>
                  </a:lnTo>
                  <a:lnTo>
                    <a:pt x="6073592" y="1430742"/>
                  </a:lnTo>
                  <a:lnTo>
                    <a:pt x="6072932" y="1430742"/>
                  </a:lnTo>
                  <a:lnTo>
                    <a:pt x="6072271" y="1430742"/>
                  </a:lnTo>
                  <a:lnTo>
                    <a:pt x="6071611" y="1430742"/>
                  </a:lnTo>
                  <a:lnTo>
                    <a:pt x="6070950" y="1430742"/>
                  </a:lnTo>
                  <a:lnTo>
                    <a:pt x="6070290" y="1430742"/>
                  </a:lnTo>
                  <a:lnTo>
                    <a:pt x="6069629" y="1430742"/>
                  </a:lnTo>
                  <a:lnTo>
                    <a:pt x="6068968" y="1430742"/>
                  </a:lnTo>
                  <a:lnTo>
                    <a:pt x="6068308" y="1430742"/>
                  </a:lnTo>
                  <a:lnTo>
                    <a:pt x="6067647" y="1430742"/>
                  </a:lnTo>
                  <a:lnTo>
                    <a:pt x="6066987" y="1430742"/>
                  </a:lnTo>
                  <a:lnTo>
                    <a:pt x="6066326" y="1430742"/>
                  </a:lnTo>
                  <a:lnTo>
                    <a:pt x="6065666" y="1430742"/>
                  </a:lnTo>
                  <a:lnTo>
                    <a:pt x="6065005" y="1430742"/>
                  </a:lnTo>
                  <a:lnTo>
                    <a:pt x="6064345" y="1430742"/>
                  </a:lnTo>
                  <a:lnTo>
                    <a:pt x="6063684" y="1430742"/>
                  </a:lnTo>
                  <a:lnTo>
                    <a:pt x="6063024" y="1430742"/>
                  </a:lnTo>
                  <a:lnTo>
                    <a:pt x="6062363" y="1430742"/>
                  </a:lnTo>
                  <a:lnTo>
                    <a:pt x="6061703" y="1430742"/>
                  </a:lnTo>
                  <a:lnTo>
                    <a:pt x="6061042" y="1430742"/>
                  </a:lnTo>
                  <a:lnTo>
                    <a:pt x="6060382" y="1430742"/>
                  </a:lnTo>
                  <a:lnTo>
                    <a:pt x="6059721" y="1430742"/>
                  </a:lnTo>
                  <a:lnTo>
                    <a:pt x="6059061" y="1430742"/>
                  </a:lnTo>
                  <a:lnTo>
                    <a:pt x="6058400" y="1430742"/>
                  </a:lnTo>
                  <a:lnTo>
                    <a:pt x="6057739" y="1430742"/>
                  </a:lnTo>
                  <a:lnTo>
                    <a:pt x="6057079" y="1430742"/>
                  </a:lnTo>
                  <a:lnTo>
                    <a:pt x="6056418" y="1430742"/>
                  </a:lnTo>
                  <a:lnTo>
                    <a:pt x="6055758" y="1430742"/>
                  </a:lnTo>
                  <a:lnTo>
                    <a:pt x="6055097" y="1430742"/>
                  </a:lnTo>
                  <a:lnTo>
                    <a:pt x="6054437" y="1430742"/>
                  </a:lnTo>
                  <a:lnTo>
                    <a:pt x="6053776" y="1430742"/>
                  </a:lnTo>
                  <a:lnTo>
                    <a:pt x="6053116" y="1430742"/>
                  </a:lnTo>
                  <a:lnTo>
                    <a:pt x="6052455" y="1430742"/>
                  </a:lnTo>
                  <a:lnTo>
                    <a:pt x="6051795" y="1430742"/>
                  </a:lnTo>
                  <a:lnTo>
                    <a:pt x="6051134" y="1430742"/>
                  </a:lnTo>
                  <a:lnTo>
                    <a:pt x="6050474" y="1430742"/>
                  </a:lnTo>
                  <a:lnTo>
                    <a:pt x="6049813" y="1430742"/>
                  </a:lnTo>
                  <a:lnTo>
                    <a:pt x="6049153" y="1430742"/>
                  </a:lnTo>
                  <a:lnTo>
                    <a:pt x="6048492" y="1430742"/>
                  </a:lnTo>
                  <a:lnTo>
                    <a:pt x="6047831" y="1430742"/>
                  </a:lnTo>
                  <a:lnTo>
                    <a:pt x="6047171" y="1430742"/>
                  </a:lnTo>
                  <a:lnTo>
                    <a:pt x="6046510" y="1430742"/>
                  </a:lnTo>
                  <a:lnTo>
                    <a:pt x="6045850" y="1430742"/>
                  </a:lnTo>
                  <a:lnTo>
                    <a:pt x="6045189" y="1430742"/>
                  </a:lnTo>
                  <a:lnTo>
                    <a:pt x="6044529" y="1430742"/>
                  </a:lnTo>
                  <a:lnTo>
                    <a:pt x="6043868" y="1430742"/>
                  </a:lnTo>
                  <a:lnTo>
                    <a:pt x="6043208" y="1430742"/>
                  </a:lnTo>
                  <a:lnTo>
                    <a:pt x="6042547" y="1430742"/>
                  </a:lnTo>
                  <a:lnTo>
                    <a:pt x="6041887" y="1430742"/>
                  </a:lnTo>
                  <a:lnTo>
                    <a:pt x="6041226" y="1430742"/>
                  </a:lnTo>
                  <a:lnTo>
                    <a:pt x="6040566" y="1430742"/>
                  </a:lnTo>
                  <a:lnTo>
                    <a:pt x="6039905" y="1430742"/>
                  </a:lnTo>
                  <a:lnTo>
                    <a:pt x="6039245" y="1430742"/>
                  </a:lnTo>
                  <a:lnTo>
                    <a:pt x="6038584" y="1430742"/>
                  </a:lnTo>
                  <a:lnTo>
                    <a:pt x="6037923" y="1430742"/>
                  </a:lnTo>
                  <a:lnTo>
                    <a:pt x="6037263" y="1430742"/>
                  </a:lnTo>
                  <a:lnTo>
                    <a:pt x="6036602" y="1430742"/>
                  </a:lnTo>
                  <a:lnTo>
                    <a:pt x="6035942" y="1430742"/>
                  </a:lnTo>
                  <a:lnTo>
                    <a:pt x="6035281" y="1430742"/>
                  </a:lnTo>
                  <a:lnTo>
                    <a:pt x="6034621" y="1430742"/>
                  </a:lnTo>
                  <a:lnTo>
                    <a:pt x="6033960" y="1430742"/>
                  </a:lnTo>
                  <a:lnTo>
                    <a:pt x="6033300" y="1430742"/>
                  </a:lnTo>
                  <a:lnTo>
                    <a:pt x="6032639" y="1430742"/>
                  </a:lnTo>
                  <a:lnTo>
                    <a:pt x="6031979" y="1430742"/>
                  </a:lnTo>
                  <a:lnTo>
                    <a:pt x="6031318" y="1430742"/>
                  </a:lnTo>
                  <a:lnTo>
                    <a:pt x="6030658" y="1430742"/>
                  </a:lnTo>
                  <a:lnTo>
                    <a:pt x="6029997" y="1430742"/>
                  </a:lnTo>
                  <a:lnTo>
                    <a:pt x="6029337" y="1430742"/>
                  </a:lnTo>
                  <a:lnTo>
                    <a:pt x="6028676" y="1430742"/>
                  </a:lnTo>
                  <a:lnTo>
                    <a:pt x="6028016" y="1430742"/>
                  </a:lnTo>
                  <a:lnTo>
                    <a:pt x="6027355" y="1430742"/>
                  </a:lnTo>
                  <a:lnTo>
                    <a:pt x="6026694" y="1430742"/>
                  </a:lnTo>
                  <a:lnTo>
                    <a:pt x="6026034" y="1430742"/>
                  </a:lnTo>
                  <a:lnTo>
                    <a:pt x="6025373" y="1430742"/>
                  </a:lnTo>
                  <a:lnTo>
                    <a:pt x="6024713" y="1430742"/>
                  </a:lnTo>
                  <a:lnTo>
                    <a:pt x="6024052" y="1430742"/>
                  </a:lnTo>
                  <a:lnTo>
                    <a:pt x="6023392" y="1430742"/>
                  </a:lnTo>
                  <a:lnTo>
                    <a:pt x="6022731" y="1430742"/>
                  </a:lnTo>
                  <a:lnTo>
                    <a:pt x="6022071" y="1430742"/>
                  </a:lnTo>
                  <a:lnTo>
                    <a:pt x="6021410" y="1430742"/>
                  </a:lnTo>
                  <a:lnTo>
                    <a:pt x="6020750" y="1430742"/>
                  </a:lnTo>
                  <a:lnTo>
                    <a:pt x="6020089" y="1430742"/>
                  </a:lnTo>
                  <a:lnTo>
                    <a:pt x="6019429" y="1430742"/>
                  </a:lnTo>
                  <a:lnTo>
                    <a:pt x="6018768" y="1430742"/>
                  </a:lnTo>
                  <a:lnTo>
                    <a:pt x="6018108" y="1430742"/>
                  </a:lnTo>
                  <a:lnTo>
                    <a:pt x="6017447" y="1430742"/>
                  </a:lnTo>
                  <a:lnTo>
                    <a:pt x="6016786" y="1430742"/>
                  </a:lnTo>
                  <a:lnTo>
                    <a:pt x="6016126" y="1430742"/>
                  </a:lnTo>
                  <a:lnTo>
                    <a:pt x="6015465" y="1430742"/>
                  </a:lnTo>
                  <a:lnTo>
                    <a:pt x="6014805" y="1430742"/>
                  </a:lnTo>
                  <a:lnTo>
                    <a:pt x="6014144" y="1430742"/>
                  </a:lnTo>
                  <a:lnTo>
                    <a:pt x="6013484" y="1430742"/>
                  </a:lnTo>
                  <a:lnTo>
                    <a:pt x="6012823" y="1430742"/>
                  </a:lnTo>
                  <a:lnTo>
                    <a:pt x="6012163" y="1430742"/>
                  </a:lnTo>
                  <a:lnTo>
                    <a:pt x="6011502" y="1430742"/>
                  </a:lnTo>
                  <a:lnTo>
                    <a:pt x="6010842" y="1430742"/>
                  </a:lnTo>
                  <a:lnTo>
                    <a:pt x="6010181" y="1430742"/>
                  </a:lnTo>
                  <a:lnTo>
                    <a:pt x="6009521" y="1430742"/>
                  </a:lnTo>
                  <a:lnTo>
                    <a:pt x="6008860" y="1430742"/>
                  </a:lnTo>
                  <a:lnTo>
                    <a:pt x="6008200" y="1430742"/>
                  </a:lnTo>
                  <a:lnTo>
                    <a:pt x="6007539" y="1430742"/>
                  </a:lnTo>
                  <a:lnTo>
                    <a:pt x="6006878" y="1430742"/>
                  </a:lnTo>
                  <a:lnTo>
                    <a:pt x="6006218" y="1430742"/>
                  </a:lnTo>
                  <a:lnTo>
                    <a:pt x="6005557" y="1430742"/>
                  </a:lnTo>
                  <a:lnTo>
                    <a:pt x="6004897" y="1430742"/>
                  </a:lnTo>
                  <a:lnTo>
                    <a:pt x="6004236" y="1430742"/>
                  </a:lnTo>
                  <a:lnTo>
                    <a:pt x="6003576" y="1430742"/>
                  </a:lnTo>
                  <a:lnTo>
                    <a:pt x="6002915" y="1430742"/>
                  </a:lnTo>
                  <a:lnTo>
                    <a:pt x="6002255" y="1430742"/>
                  </a:lnTo>
                  <a:lnTo>
                    <a:pt x="6001594" y="1430742"/>
                  </a:lnTo>
                  <a:lnTo>
                    <a:pt x="6000934" y="1430742"/>
                  </a:lnTo>
                  <a:lnTo>
                    <a:pt x="6000273" y="1430742"/>
                  </a:lnTo>
                  <a:lnTo>
                    <a:pt x="5999613" y="1430742"/>
                  </a:lnTo>
                  <a:lnTo>
                    <a:pt x="5998952" y="1430742"/>
                  </a:lnTo>
                  <a:lnTo>
                    <a:pt x="5998292" y="1430742"/>
                  </a:lnTo>
                  <a:lnTo>
                    <a:pt x="5997631" y="1430742"/>
                  </a:lnTo>
                  <a:lnTo>
                    <a:pt x="5996970" y="1430742"/>
                  </a:lnTo>
                  <a:lnTo>
                    <a:pt x="5996310" y="1430742"/>
                  </a:lnTo>
                  <a:lnTo>
                    <a:pt x="5995649" y="1430742"/>
                  </a:lnTo>
                  <a:lnTo>
                    <a:pt x="5994989" y="1430742"/>
                  </a:lnTo>
                  <a:lnTo>
                    <a:pt x="5994328" y="1430742"/>
                  </a:lnTo>
                  <a:lnTo>
                    <a:pt x="5993668" y="1430742"/>
                  </a:lnTo>
                  <a:lnTo>
                    <a:pt x="5993007" y="1430742"/>
                  </a:lnTo>
                  <a:lnTo>
                    <a:pt x="5992347" y="1430742"/>
                  </a:lnTo>
                  <a:lnTo>
                    <a:pt x="5991686" y="1430742"/>
                  </a:lnTo>
                  <a:lnTo>
                    <a:pt x="5991026" y="1430742"/>
                  </a:lnTo>
                  <a:lnTo>
                    <a:pt x="5990365" y="1430742"/>
                  </a:lnTo>
                  <a:lnTo>
                    <a:pt x="5989705" y="1430742"/>
                  </a:lnTo>
                  <a:lnTo>
                    <a:pt x="5989044" y="1430742"/>
                  </a:lnTo>
                  <a:lnTo>
                    <a:pt x="5988384" y="1430742"/>
                  </a:lnTo>
                  <a:lnTo>
                    <a:pt x="5987723" y="1430742"/>
                  </a:lnTo>
                  <a:lnTo>
                    <a:pt x="5987063" y="1430742"/>
                  </a:lnTo>
                  <a:lnTo>
                    <a:pt x="5986402" y="1430742"/>
                  </a:lnTo>
                  <a:lnTo>
                    <a:pt x="5985741" y="1430742"/>
                  </a:lnTo>
                  <a:lnTo>
                    <a:pt x="5985081" y="1430742"/>
                  </a:lnTo>
                  <a:lnTo>
                    <a:pt x="5984420" y="1430742"/>
                  </a:lnTo>
                  <a:lnTo>
                    <a:pt x="5983760" y="1430742"/>
                  </a:lnTo>
                  <a:lnTo>
                    <a:pt x="5983099" y="1430742"/>
                  </a:lnTo>
                  <a:lnTo>
                    <a:pt x="5982439" y="1430742"/>
                  </a:lnTo>
                  <a:lnTo>
                    <a:pt x="5981778" y="1430742"/>
                  </a:lnTo>
                  <a:lnTo>
                    <a:pt x="5981118" y="1430742"/>
                  </a:lnTo>
                  <a:lnTo>
                    <a:pt x="5980457" y="1430742"/>
                  </a:lnTo>
                  <a:lnTo>
                    <a:pt x="5979797" y="1430742"/>
                  </a:lnTo>
                  <a:lnTo>
                    <a:pt x="5979136" y="1430742"/>
                  </a:lnTo>
                  <a:lnTo>
                    <a:pt x="5978476" y="1430742"/>
                  </a:lnTo>
                  <a:lnTo>
                    <a:pt x="5977815" y="1430742"/>
                  </a:lnTo>
                  <a:lnTo>
                    <a:pt x="5977155" y="1430742"/>
                  </a:lnTo>
                  <a:lnTo>
                    <a:pt x="5976494" y="1430742"/>
                  </a:lnTo>
                  <a:lnTo>
                    <a:pt x="5975833" y="1430742"/>
                  </a:lnTo>
                  <a:lnTo>
                    <a:pt x="5975173" y="1430742"/>
                  </a:lnTo>
                  <a:lnTo>
                    <a:pt x="5974512" y="1430742"/>
                  </a:lnTo>
                  <a:lnTo>
                    <a:pt x="5973852" y="1430742"/>
                  </a:lnTo>
                  <a:lnTo>
                    <a:pt x="5973191" y="1430742"/>
                  </a:lnTo>
                  <a:lnTo>
                    <a:pt x="5972531" y="1430742"/>
                  </a:lnTo>
                  <a:lnTo>
                    <a:pt x="5971870" y="1430742"/>
                  </a:lnTo>
                  <a:lnTo>
                    <a:pt x="5971210" y="1430742"/>
                  </a:lnTo>
                  <a:lnTo>
                    <a:pt x="5970549" y="1430742"/>
                  </a:lnTo>
                  <a:lnTo>
                    <a:pt x="5969889" y="1430742"/>
                  </a:lnTo>
                  <a:lnTo>
                    <a:pt x="5969228" y="1430742"/>
                  </a:lnTo>
                  <a:lnTo>
                    <a:pt x="5968568" y="1430742"/>
                  </a:lnTo>
                  <a:lnTo>
                    <a:pt x="5967907" y="1430742"/>
                  </a:lnTo>
                  <a:lnTo>
                    <a:pt x="5967247" y="1430742"/>
                  </a:lnTo>
                  <a:lnTo>
                    <a:pt x="5966586" y="1430742"/>
                  </a:lnTo>
                  <a:lnTo>
                    <a:pt x="5965925" y="1430742"/>
                  </a:lnTo>
                  <a:lnTo>
                    <a:pt x="5965265" y="1430742"/>
                  </a:lnTo>
                  <a:lnTo>
                    <a:pt x="5964604" y="1430742"/>
                  </a:lnTo>
                  <a:lnTo>
                    <a:pt x="5963944" y="1430742"/>
                  </a:lnTo>
                  <a:lnTo>
                    <a:pt x="5963283" y="1430742"/>
                  </a:lnTo>
                  <a:lnTo>
                    <a:pt x="5962623" y="1430742"/>
                  </a:lnTo>
                  <a:lnTo>
                    <a:pt x="5961962" y="1430742"/>
                  </a:lnTo>
                  <a:lnTo>
                    <a:pt x="5961302" y="1430742"/>
                  </a:lnTo>
                  <a:lnTo>
                    <a:pt x="5960641" y="1430742"/>
                  </a:lnTo>
                  <a:lnTo>
                    <a:pt x="5959981" y="1430742"/>
                  </a:lnTo>
                  <a:lnTo>
                    <a:pt x="5959320" y="1430742"/>
                  </a:lnTo>
                  <a:lnTo>
                    <a:pt x="5958660" y="1430742"/>
                  </a:lnTo>
                  <a:lnTo>
                    <a:pt x="5957999" y="1430742"/>
                  </a:lnTo>
                  <a:lnTo>
                    <a:pt x="5957339" y="1430742"/>
                  </a:lnTo>
                  <a:lnTo>
                    <a:pt x="5956678" y="1430742"/>
                  </a:lnTo>
                  <a:lnTo>
                    <a:pt x="5956018" y="1430742"/>
                  </a:lnTo>
                  <a:lnTo>
                    <a:pt x="5955357" y="1430742"/>
                  </a:lnTo>
                  <a:lnTo>
                    <a:pt x="5954696" y="1430742"/>
                  </a:lnTo>
                  <a:lnTo>
                    <a:pt x="5954036" y="1430742"/>
                  </a:lnTo>
                  <a:lnTo>
                    <a:pt x="5953375" y="1430742"/>
                  </a:lnTo>
                  <a:lnTo>
                    <a:pt x="5952715" y="1430742"/>
                  </a:lnTo>
                  <a:lnTo>
                    <a:pt x="5952054" y="1430742"/>
                  </a:lnTo>
                  <a:lnTo>
                    <a:pt x="5951394" y="1430742"/>
                  </a:lnTo>
                  <a:lnTo>
                    <a:pt x="5950733" y="1430742"/>
                  </a:lnTo>
                  <a:lnTo>
                    <a:pt x="5950073" y="1430742"/>
                  </a:lnTo>
                  <a:lnTo>
                    <a:pt x="5949412" y="1430742"/>
                  </a:lnTo>
                  <a:lnTo>
                    <a:pt x="5948752" y="1430742"/>
                  </a:lnTo>
                  <a:lnTo>
                    <a:pt x="5948091" y="1430742"/>
                  </a:lnTo>
                  <a:lnTo>
                    <a:pt x="5947431" y="1430742"/>
                  </a:lnTo>
                  <a:lnTo>
                    <a:pt x="5946770" y="1430742"/>
                  </a:lnTo>
                  <a:lnTo>
                    <a:pt x="5946110" y="1430742"/>
                  </a:lnTo>
                  <a:lnTo>
                    <a:pt x="5945449" y="1430742"/>
                  </a:lnTo>
                  <a:lnTo>
                    <a:pt x="5944788" y="1430742"/>
                  </a:lnTo>
                  <a:lnTo>
                    <a:pt x="5944128" y="1430742"/>
                  </a:lnTo>
                  <a:lnTo>
                    <a:pt x="5943467" y="1430742"/>
                  </a:lnTo>
                  <a:lnTo>
                    <a:pt x="5942807" y="1430742"/>
                  </a:lnTo>
                  <a:lnTo>
                    <a:pt x="5942146" y="1430742"/>
                  </a:lnTo>
                  <a:lnTo>
                    <a:pt x="5941486" y="1430742"/>
                  </a:lnTo>
                  <a:lnTo>
                    <a:pt x="5940825" y="1430742"/>
                  </a:lnTo>
                  <a:lnTo>
                    <a:pt x="5940165" y="1430742"/>
                  </a:lnTo>
                  <a:lnTo>
                    <a:pt x="5939504" y="1430742"/>
                  </a:lnTo>
                  <a:lnTo>
                    <a:pt x="5938844" y="1430742"/>
                  </a:lnTo>
                  <a:lnTo>
                    <a:pt x="5938183" y="1430742"/>
                  </a:lnTo>
                  <a:lnTo>
                    <a:pt x="5937523" y="1430742"/>
                  </a:lnTo>
                  <a:lnTo>
                    <a:pt x="5936862" y="1430742"/>
                  </a:lnTo>
                  <a:lnTo>
                    <a:pt x="5936202" y="1430742"/>
                  </a:lnTo>
                  <a:lnTo>
                    <a:pt x="5935541" y="1430742"/>
                  </a:lnTo>
                  <a:lnTo>
                    <a:pt x="5934880" y="1430742"/>
                  </a:lnTo>
                  <a:lnTo>
                    <a:pt x="5934220" y="1430742"/>
                  </a:lnTo>
                  <a:lnTo>
                    <a:pt x="5933559" y="1430742"/>
                  </a:lnTo>
                  <a:lnTo>
                    <a:pt x="5932899" y="1430742"/>
                  </a:lnTo>
                  <a:lnTo>
                    <a:pt x="5932238" y="1430742"/>
                  </a:lnTo>
                  <a:lnTo>
                    <a:pt x="5931578" y="1430742"/>
                  </a:lnTo>
                  <a:lnTo>
                    <a:pt x="5930917" y="1430742"/>
                  </a:lnTo>
                  <a:lnTo>
                    <a:pt x="5930257" y="1430742"/>
                  </a:lnTo>
                  <a:lnTo>
                    <a:pt x="5929596" y="1430742"/>
                  </a:lnTo>
                  <a:lnTo>
                    <a:pt x="5928936" y="1430742"/>
                  </a:lnTo>
                  <a:lnTo>
                    <a:pt x="5928275" y="1430742"/>
                  </a:lnTo>
                  <a:lnTo>
                    <a:pt x="5927615" y="1430742"/>
                  </a:lnTo>
                  <a:lnTo>
                    <a:pt x="5926954" y="1430742"/>
                  </a:lnTo>
                  <a:lnTo>
                    <a:pt x="5926294" y="1430742"/>
                  </a:lnTo>
                  <a:lnTo>
                    <a:pt x="5925633" y="1430742"/>
                  </a:lnTo>
                  <a:lnTo>
                    <a:pt x="5924972" y="1430742"/>
                  </a:lnTo>
                  <a:lnTo>
                    <a:pt x="5924312" y="1430742"/>
                  </a:lnTo>
                  <a:lnTo>
                    <a:pt x="5923651" y="1430742"/>
                  </a:lnTo>
                  <a:lnTo>
                    <a:pt x="5922991" y="1430742"/>
                  </a:lnTo>
                  <a:lnTo>
                    <a:pt x="5922330" y="1430742"/>
                  </a:lnTo>
                  <a:lnTo>
                    <a:pt x="5921670" y="1430742"/>
                  </a:lnTo>
                  <a:lnTo>
                    <a:pt x="5921009" y="1430742"/>
                  </a:lnTo>
                  <a:lnTo>
                    <a:pt x="5920349" y="1430742"/>
                  </a:lnTo>
                  <a:lnTo>
                    <a:pt x="5919688" y="1430742"/>
                  </a:lnTo>
                  <a:lnTo>
                    <a:pt x="5919028" y="1430742"/>
                  </a:lnTo>
                  <a:lnTo>
                    <a:pt x="5918367" y="1430742"/>
                  </a:lnTo>
                  <a:lnTo>
                    <a:pt x="5917707" y="1430742"/>
                  </a:lnTo>
                  <a:lnTo>
                    <a:pt x="5917046" y="1430742"/>
                  </a:lnTo>
                  <a:lnTo>
                    <a:pt x="5916386" y="1430742"/>
                  </a:lnTo>
                  <a:lnTo>
                    <a:pt x="5915725" y="1430742"/>
                  </a:lnTo>
                  <a:lnTo>
                    <a:pt x="5915065" y="1430742"/>
                  </a:lnTo>
                  <a:lnTo>
                    <a:pt x="5914404" y="1430742"/>
                  </a:lnTo>
                  <a:lnTo>
                    <a:pt x="5913743" y="1430742"/>
                  </a:lnTo>
                  <a:lnTo>
                    <a:pt x="5913083" y="1430742"/>
                  </a:lnTo>
                  <a:lnTo>
                    <a:pt x="5912422" y="1430742"/>
                  </a:lnTo>
                  <a:lnTo>
                    <a:pt x="5911762" y="1430742"/>
                  </a:lnTo>
                  <a:lnTo>
                    <a:pt x="5911101" y="1430742"/>
                  </a:lnTo>
                  <a:lnTo>
                    <a:pt x="5910441" y="1430742"/>
                  </a:lnTo>
                  <a:lnTo>
                    <a:pt x="5909780" y="1430742"/>
                  </a:lnTo>
                  <a:lnTo>
                    <a:pt x="5909120" y="1430742"/>
                  </a:lnTo>
                  <a:lnTo>
                    <a:pt x="5908459" y="1430742"/>
                  </a:lnTo>
                  <a:lnTo>
                    <a:pt x="5907799" y="1430742"/>
                  </a:lnTo>
                  <a:lnTo>
                    <a:pt x="5907138" y="1430742"/>
                  </a:lnTo>
                  <a:lnTo>
                    <a:pt x="5906478" y="1430742"/>
                  </a:lnTo>
                  <a:lnTo>
                    <a:pt x="5905817" y="1430742"/>
                  </a:lnTo>
                  <a:lnTo>
                    <a:pt x="5905157" y="1430742"/>
                  </a:lnTo>
                  <a:lnTo>
                    <a:pt x="5904496" y="1430742"/>
                  </a:lnTo>
                  <a:lnTo>
                    <a:pt x="5903835" y="1430742"/>
                  </a:lnTo>
                  <a:lnTo>
                    <a:pt x="5903175" y="1430742"/>
                  </a:lnTo>
                  <a:lnTo>
                    <a:pt x="5902514" y="1430742"/>
                  </a:lnTo>
                  <a:lnTo>
                    <a:pt x="5901854" y="1430742"/>
                  </a:lnTo>
                  <a:lnTo>
                    <a:pt x="5901193" y="1430742"/>
                  </a:lnTo>
                  <a:lnTo>
                    <a:pt x="5900533" y="1430742"/>
                  </a:lnTo>
                  <a:lnTo>
                    <a:pt x="5899872" y="1430742"/>
                  </a:lnTo>
                  <a:lnTo>
                    <a:pt x="5899212" y="1430742"/>
                  </a:lnTo>
                  <a:lnTo>
                    <a:pt x="5898551" y="1430742"/>
                  </a:lnTo>
                  <a:lnTo>
                    <a:pt x="5897891" y="1430742"/>
                  </a:lnTo>
                  <a:lnTo>
                    <a:pt x="5897230" y="1430742"/>
                  </a:lnTo>
                  <a:lnTo>
                    <a:pt x="5896570" y="1430742"/>
                  </a:lnTo>
                  <a:lnTo>
                    <a:pt x="5895909" y="1430742"/>
                  </a:lnTo>
                  <a:lnTo>
                    <a:pt x="5895249" y="1430742"/>
                  </a:lnTo>
                  <a:lnTo>
                    <a:pt x="5894588" y="1430742"/>
                  </a:lnTo>
                  <a:lnTo>
                    <a:pt x="5893927" y="1430742"/>
                  </a:lnTo>
                  <a:lnTo>
                    <a:pt x="5893267" y="1430742"/>
                  </a:lnTo>
                  <a:lnTo>
                    <a:pt x="5892606" y="1430742"/>
                  </a:lnTo>
                  <a:lnTo>
                    <a:pt x="5891946" y="1430742"/>
                  </a:lnTo>
                  <a:lnTo>
                    <a:pt x="5891285" y="1430742"/>
                  </a:lnTo>
                  <a:lnTo>
                    <a:pt x="5890625" y="1430742"/>
                  </a:lnTo>
                  <a:lnTo>
                    <a:pt x="5889964" y="1430742"/>
                  </a:lnTo>
                  <a:lnTo>
                    <a:pt x="5889304" y="1430742"/>
                  </a:lnTo>
                  <a:lnTo>
                    <a:pt x="5888643" y="1430742"/>
                  </a:lnTo>
                  <a:lnTo>
                    <a:pt x="5887983" y="1430742"/>
                  </a:lnTo>
                  <a:lnTo>
                    <a:pt x="5887322" y="1430742"/>
                  </a:lnTo>
                  <a:lnTo>
                    <a:pt x="5886662" y="1430742"/>
                  </a:lnTo>
                  <a:lnTo>
                    <a:pt x="5886001" y="1430742"/>
                  </a:lnTo>
                  <a:lnTo>
                    <a:pt x="5885341" y="1430742"/>
                  </a:lnTo>
                  <a:lnTo>
                    <a:pt x="5884680" y="1430742"/>
                  </a:lnTo>
                  <a:lnTo>
                    <a:pt x="5884020" y="1430742"/>
                  </a:lnTo>
                  <a:lnTo>
                    <a:pt x="5883359" y="1430742"/>
                  </a:lnTo>
                  <a:lnTo>
                    <a:pt x="5882698" y="1430742"/>
                  </a:lnTo>
                  <a:lnTo>
                    <a:pt x="5882038" y="1430742"/>
                  </a:lnTo>
                  <a:lnTo>
                    <a:pt x="5881377" y="1430742"/>
                  </a:lnTo>
                  <a:lnTo>
                    <a:pt x="5880717" y="1430742"/>
                  </a:lnTo>
                  <a:lnTo>
                    <a:pt x="5880056" y="1430742"/>
                  </a:lnTo>
                  <a:lnTo>
                    <a:pt x="5879396" y="1430742"/>
                  </a:lnTo>
                  <a:lnTo>
                    <a:pt x="5878735" y="1430742"/>
                  </a:lnTo>
                  <a:lnTo>
                    <a:pt x="5878075" y="1430742"/>
                  </a:lnTo>
                  <a:lnTo>
                    <a:pt x="5877414" y="1430742"/>
                  </a:lnTo>
                  <a:lnTo>
                    <a:pt x="5876754" y="1430742"/>
                  </a:lnTo>
                  <a:lnTo>
                    <a:pt x="5876093" y="1430742"/>
                  </a:lnTo>
                  <a:lnTo>
                    <a:pt x="5875433" y="1430742"/>
                  </a:lnTo>
                  <a:lnTo>
                    <a:pt x="5874772" y="1430742"/>
                  </a:lnTo>
                  <a:lnTo>
                    <a:pt x="5874112" y="1430742"/>
                  </a:lnTo>
                  <a:lnTo>
                    <a:pt x="5873451" y="1430742"/>
                  </a:lnTo>
                  <a:lnTo>
                    <a:pt x="5872790" y="1430742"/>
                  </a:lnTo>
                  <a:lnTo>
                    <a:pt x="5872130" y="1430742"/>
                  </a:lnTo>
                  <a:lnTo>
                    <a:pt x="5871469" y="1430742"/>
                  </a:lnTo>
                  <a:lnTo>
                    <a:pt x="5870809" y="1430742"/>
                  </a:lnTo>
                  <a:lnTo>
                    <a:pt x="5870148" y="1430742"/>
                  </a:lnTo>
                  <a:lnTo>
                    <a:pt x="5869488" y="1430742"/>
                  </a:lnTo>
                  <a:lnTo>
                    <a:pt x="5868827" y="1430742"/>
                  </a:lnTo>
                  <a:lnTo>
                    <a:pt x="5868167" y="1430742"/>
                  </a:lnTo>
                  <a:lnTo>
                    <a:pt x="5867506" y="1430742"/>
                  </a:lnTo>
                  <a:lnTo>
                    <a:pt x="5866846" y="1430742"/>
                  </a:lnTo>
                  <a:lnTo>
                    <a:pt x="5866185" y="1430742"/>
                  </a:lnTo>
                  <a:lnTo>
                    <a:pt x="5865525" y="1430742"/>
                  </a:lnTo>
                  <a:lnTo>
                    <a:pt x="5864864" y="1430742"/>
                  </a:lnTo>
                  <a:lnTo>
                    <a:pt x="5864204" y="1430742"/>
                  </a:lnTo>
                  <a:lnTo>
                    <a:pt x="5863543" y="1430742"/>
                  </a:lnTo>
                  <a:lnTo>
                    <a:pt x="5862882" y="1430742"/>
                  </a:lnTo>
                  <a:lnTo>
                    <a:pt x="5862222" y="1430742"/>
                  </a:lnTo>
                  <a:lnTo>
                    <a:pt x="5861561" y="1430742"/>
                  </a:lnTo>
                  <a:lnTo>
                    <a:pt x="5860901" y="1430742"/>
                  </a:lnTo>
                  <a:lnTo>
                    <a:pt x="5860240" y="1430742"/>
                  </a:lnTo>
                  <a:lnTo>
                    <a:pt x="5859580" y="1430742"/>
                  </a:lnTo>
                  <a:lnTo>
                    <a:pt x="5858919" y="1430742"/>
                  </a:lnTo>
                  <a:lnTo>
                    <a:pt x="5858259" y="1430742"/>
                  </a:lnTo>
                  <a:lnTo>
                    <a:pt x="5857598" y="1430742"/>
                  </a:lnTo>
                  <a:lnTo>
                    <a:pt x="5856938" y="1430742"/>
                  </a:lnTo>
                  <a:lnTo>
                    <a:pt x="5856277" y="1430742"/>
                  </a:lnTo>
                  <a:lnTo>
                    <a:pt x="5855617" y="1430742"/>
                  </a:lnTo>
                  <a:lnTo>
                    <a:pt x="5854956" y="1430742"/>
                  </a:lnTo>
                  <a:lnTo>
                    <a:pt x="5854296" y="1430742"/>
                  </a:lnTo>
                  <a:lnTo>
                    <a:pt x="5853635" y="1430742"/>
                  </a:lnTo>
                  <a:lnTo>
                    <a:pt x="5852974" y="1430742"/>
                  </a:lnTo>
                  <a:lnTo>
                    <a:pt x="5852314" y="1430742"/>
                  </a:lnTo>
                  <a:lnTo>
                    <a:pt x="5851653" y="1430742"/>
                  </a:lnTo>
                  <a:lnTo>
                    <a:pt x="5850993" y="1430742"/>
                  </a:lnTo>
                  <a:lnTo>
                    <a:pt x="5850332" y="1430742"/>
                  </a:lnTo>
                  <a:lnTo>
                    <a:pt x="5849672" y="1430742"/>
                  </a:lnTo>
                  <a:lnTo>
                    <a:pt x="5849011" y="1430742"/>
                  </a:lnTo>
                  <a:lnTo>
                    <a:pt x="5848351" y="1430742"/>
                  </a:lnTo>
                  <a:lnTo>
                    <a:pt x="5847690" y="1430742"/>
                  </a:lnTo>
                  <a:lnTo>
                    <a:pt x="5847030" y="1430742"/>
                  </a:lnTo>
                  <a:lnTo>
                    <a:pt x="5846369" y="1430742"/>
                  </a:lnTo>
                  <a:lnTo>
                    <a:pt x="5845709" y="1430742"/>
                  </a:lnTo>
                  <a:lnTo>
                    <a:pt x="5845048" y="1430742"/>
                  </a:lnTo>
                  <a:lnTo>
                    <a:pt x="5844388" y="1430742"/>
                  </a:lnTo>
                  <a:lnTo>
                    <a:pt x="5843727" y="1430742"/>
                  </a:lnTo>
                  <a:lnTo>
                    <a:pt x="5843067" y="1430742"/>
                  </a:lnTo>
                  <a:lnTo>
                    <a:pt x="5842406" y="1430742"/>
                  </a:lnTo>
                  <a:lnTo>
                    <a:pt x="5841745" y="1430742"/>
                  </a:lnTo>
                  <a:lnTo>
                    <a:pt x="5841085" y="1430742"/>
                  </a:lnTo>
                  <a:lnTo>
                    <a:pt x="5840424" y="1430742"/>
                  </a:lnTo>
                  <a:lnTo>
                    <a:pt x="5839764" y="1430742"/>
                  </a:lnTo>
                  <a:lnTo>
                    <a:pt x="5839103" y="1430742"/>
                  </a:lnTo>
                  <a:lnTo>
                    <a:pt x="5838443" y="1430742"/>
                  </a:lnTo>
                  <a:lnTo>
                    <a:pt x="5837782" y="1430742"/>
                  </a:lnTo>
                  <a:lnTo>
                    <a:pt x="5837122" y="1430742"/>
                  </a:lnTo>
                  <a:lnTo>
                    <a:pt x="5836461" y="1430742"/>
                  </a:lnTo>
                  <a:lnTo>
                    <a:pt x="5835801" y="1430742"/>
                  </a:lnTo>
                  <a:lnTo>
                    <a:pt x="5835140" y="1430742"/>
                  </a:lnTo>
                  <a:lnTo>
                    <a:pt x="5834480" y="1430742"/>
                  </a:lnTo>
                  <a:lnTo>
                    <a:pt x="5833819" y="1430742"/>
                  </a:lnTo>
                  <a:lnTo>
                    <a:pt x="5833159" y="1430742"/>
                  </a:lnTo>
                  <a:lnTo>
                    <a:pt x="5832498" y="1430742"/>
                  </a:lnTo>
                  <a:lnTo>
                    <a:pt x="5831837" y="1430742"/>
                  </a:lnTo>
                  <a:lnTo>
                    <a:pt x="5831177" y="1430742"/>
                  </a:lnTo>
                  <a:lnTo>
                    <a:pt x="5830516" y="1430742"/>
                  </a:lnTo>
                  <a:lnTo>
                    <a:pt x="5829856" y="1430742"/>
                  </a:lnTo>
                  <a:lnTo>
                    <a:pt x="5829195" y="1430742"/>
                  </a:lnTo>
                  <a:lnTo>
                    <a:pt x="5828535" y="1430742"/>
                  </a:lnTo>
                  <a:lnTo>
                    <a:pt x="5827874" y="1430742"/>
                  </a:lnTo>
                  <a:lnTo>
                    <a:pt x="5827214" y="1430742"/>
                  </a:lnTo>
                  <a:lnTo>
                    <a:pt x="5826553" y="1430742"/>
                  </a:lnTo>
                  <a:lnTo>
                    <a:pt x="5825893" y="1430742"/>
                  </a:lnTo>
                  <a:lnTo>
                    <a:pt x="5825232" y="1430742"/>
                  </a:lnTo>
                  <a:lnTo>
                    <a:pt x="5824572" y="1430742"/>
                  </a:lnTo>
                  <a:lnTo>
                    <a:pt x="5823911" y="1430742"/>
                  </a:lnTo>
                  <a:lnTo>
                    <a:pt x="5823251" y="1430742"/>
                  </a:lnTo>
                  <a:lnTo>
                    <a:pt x="5822590" y="1430742"/>
                  </a:lnTo>
                  <a:lnTo>
                    <a:pt x="5821929" y="1430742"/>
                  </a:lnTo>
                  <a:lnTo>
                    <a:pt x="5821269" y="1430742"/>
                  </a:lnTo>
                  <a:lnTo>
                    <a:pt x="5820608" y="1430742"/>
                  </a:lnTo>
                  <a:lnTo>
                    <a:pt x="5819948" y="1430742"/>
                  </a:lnTo>
                  <a:lnTo>
                    <a:pt x="5819287" y="1430742"/>
                  </a:lnTo>
                  <a:lnTo>
                    <a:pt x="5818627" y="1430742"/>
                  </a:lnTo>
                  <a:lnTo>
                    <a:pt x="5817966" y="1430742"/>
                  </a:lnTo>
                  <a:lnTo>
                    <a:pt x="5817306" y="1430742"/>
                  </a:lnTo>
                  <a:lnTo>
                    <a:pt x="5816645" y="1430742"/>
                  </a:lnTo>
                  <a:lnTo>
                    <a:pt x="5815985" y="1430742"/>
                  </a:lnTo>
                  <a:lnTo>
                    <a:pt x="5815324" y="1430742"/>
                  </a:lnTo>
                  <a:lnTo>
                    <a:pt x="5814664" y="1430742"/>
                  </a:lnTo>
                  <a:lnTo>
                    <a:pt x="5814003" y="1430742"/>
                  </a:lnTo>
                  <a:lnTo>
                    <a:pt x="5813343" y="1430742"/>
                  </a:lnTo>
                  <a:lnTo>
                    <a:pt x="5812682" y="1430742"/>
                  </a:lnTo>
                  <a:lnTo>
                    <a:pt x="5812022" y="1430742"/>
                  </a:lnTo>
                  <a:lnTo>
                    <a:pt x="5811361" y="1430742"/>
                  </a:lnTo>
                  <a:lnTo>
                    <a:pt x="5810700" y="1430742"/>
                  </a:lnTo>
                  <a:lnTo>
                    <a:pt x="5810040" y="1430742"/>
                  </a:lnTo>
                  <a:lnTo>
                    <a:pt x="5809379" y="1430742"/>
                  </a:lnTo>
                  <a:lnTo>
                    <a:pt x="5808719" y="1430742"/>
                  </a:lnTo>
                  <a:lnTo>
                    <a:pt x="5808058" y="1430742"/>
                  </a:lnTo>
                  <a:lnTo>
                    <a:pt x="5807398" y="1430742"/>
                  </a:lnTo>
                  <a:lnTo>
                    <a:pt x="5806737" y="1430742"/>
                  </a:lnTo>
                  <a:lnTo>
                    <a:pt x="5806077" y="1430742"/>
                  </a:lnTo>
                  <a:lnTo>
                    <a:pt x="5805416" y="1430742"/>
                  </a:lnTo>
                  <a:lnTo>
                    <a:pt x="5804756" y="1430742"/>
                  </a:lnTo>
                  <a:lnTo>
                    <a:pt x="5804095" y="1430742"/>
                  </a:lnTo>
                  <a:lnTo>
                    <a:pt x="5803435" y="1430742"/>
                  </a:lnTo>
                  <a:lnTo>
                    <a:pt x="5802774" y="1430742"/>
                  </a:lnTo>
                  <a:lnTo>
                    <a:pt x="5802114" y="1430742"/>
                  </a:lnTo>
                  <a:lnTo>
                    <a:pt x="5801453" y="1430742"/>
                  </a:lnTo>
                  <a:lnTo>
                    <a:pt x="5800792" y="1430742"/>
                  </a:lnTo>
                  <a:lnTo>
                    <a:pt x="5800132" y="1430742"/>
                  </a:lnTo>
                  <a:lnTo>
                    <a:pt x="5799471" y="1430742"/>
                  </a:lnTo>
                  <a:lnTo>
                    <a:pt x="5798811" y="1430742"/>
                  </a:lnTo>
                  <a:lnTo>
                    <a:pt x="5798150" y="1430742"/>
                  </a:lnTo>
                  <a:lnTo>
                    <a:pt x="5797490" y="1430742"/>
                  </a:lnTo>
                  <a:lnTo>
                    <a:pt x="5796829" y="1430742"/>
                  </a:lnTo>
                  <a:lnTo>
                    <a:pt x="5796169" y="1430742"/>
                  </a:lnTo>
                  <a:lnTo>
                    <a:pt x="5795508" y="1430742"/>
                  </a:lnTo>
                  <a:lnTo>
                    <a:pt x="5794848" y="1430742"/>
                  </a:lnTo>
                  <a:lnTo>
                    <a:pt x="5794187" y="1430742"/>
                  </a:lnTo>
                  <a:lnTo>
                    <a:pt x="5793527" y="1430742"/>
                  </a:lnTo>
                  <a:lnTo>
                    <a:pt x="5792866" y="1430742"/>
                  </a:lnTo>
                  <a:lnTo>
                    <a:pt x="5792206" y="1430742"/>
                  </a:lnTo>
                  <a:lnTo>
                    <a:pt x="5791545" y="1430742"/>
                  </a:lnTo>
                  <a:lnTo>
                    <a:pt x="5790884" y="1430742"/>
                  </a:lnTo>
                  <a:lnTo>
                    <a:pt x="5790224" y="1430742"/>
                  </a:lnTo>
                  <a:lnTo>
                    <a:pt x="5789563" y="1430742"/>
                  </a:lnTo>
                  <a:lnTo>
                    <a:pt x="5788903" y="1430742"/>
                  </a:lnTo>
                  <a:lnTo>
                    <a:pt x="5788242" y="1430742"/>
                  </a:lnTo>
                  <a:lnTo>
                    <a:pt x="5787582" y="1430742"/>
                  </a:lnTo>
                  <a:lnTo>
                    <a:pt x="5786921" y="1430742"/>
                  </a:lnTo>
                  <a:lnTo>
                    <a:pt x="5786261" y="1430742"/>
                  </a:lnTo>
                  <a:lnTo>
                    <a:pt x="5785600" y="1430742"/>
                  </a:lnTo>
                  <a:lnTo>
                    <a:pt x="5784940" y="1430742"/>
                  </a:lnTo>
                  <a:lnTo>
                    <a:pt x="5784279" y="1430742"/>
                  </a:lnTo>
                  <a:lnTo>
                    <a:pt x="5783619" y="1430742"/>
                  </a:lnTo>
                  <a:lnTo>
                    <a:pt x="5782958" y="1430742"/>
                  </a:lnTo>
                  <a:lnTo>
                    <a:pt x="5782298" y="1430742"/>
                  </a:lnTo>
                  <a:lnTo>
                    <a:pt x="5781637" y="1430742"/>
                  </a:lnTo>
                  <a:lnTo>
                    <a:pt x="5780976" y="1430742"/>
                  </a:lnTo>
                  <a:lnTo>
                    <a:pt x="5780316" y="1430742"/>
                  </a:lnTo>
                  <a:lnTo>
                    <a:pt x="5779655" y="1430742"/>
                  </a:lnTo>
                  <a:lnTo>
                    <a:pt x="5778995" y="1430742"/>
                  </a:lnTo>
                  <a:lnTo>
                    <a:pt x="5778334" y="1430742"/>
                  </a:lnTo>
                  <a:lnTo>
                    <a:pt x="5777674" y="1430742"/>
                  </a:lnTo>
                  <a:lnTo>
                    <a:pt x="5777013" y="1430742"/>
                  </a:lnTo>
                  <a:lnTo>
                    <a:pt x="5776353" y="1430742"/>
                  </a:lnTo>
                  <a:lnTo>
                    <a:pt x="5775692" y="1430742"/>
                  </a:lnTo>
                  <a:lnTo>
                    <a:pt x="5775032" y="1430742"/>
                  </a:lnTo>
                  <a:lnTo>
                    <a:pt x="5774371" y="1430742"/>
                  </a:lnTo>
                  <a:lnTo>
                    <a:pt x="5773711" y="1430742"/>
                  </a:lnTo>
                  <a:lnTo>
                    <a:pt x="5773050" y="1430742"/>
                  </a:lnTo>
                  <a:lnTo>
                    <a:pt x="5772390" y="1430742"/>
                  </a:lnTo>
                  <a:lnTo>
                    <a:pt x="5771729" y="1430742"/>
                  </a:lnTo>
                  <a:lnTo>
                    <a:pt x="5771069" y="1430742"/>
                  </a:lnTo>
                  <a:lnTo>
                    <a:pt x="5770408" y="1430742"/>
                  </a:lnTo>
                  <a:lnTo>
                    <a:pt x="5769747" y="1430742"/>
                  </a:lnTo>
                  <a:lnTo>
                    <a:pt x="5769087" y="1430742"/>
                  </a:lnTo>
                  <a:lnTo>
                    <a:pt x="5768426" y="1430742"/>
                  </a:lnTo>
                  <a:lnTo>
                    <a:pt x="5767766" y="1430742"/>
                  </a:lnTo>
                  <a:lnTo>
                    <a:pt x="5767105" y="1430742"/>
                  </a:lnTo>
                  <a:lnTo>
                    <a:pt x="5766445" y="1430742"/>
                  </a:lnTo>
                  <a:lnTo>
                    <a:pt x="5765784" y="1430742"/>
                  </a:lnTo>
                  <a:lnTo>
                    <a:pt x="5765124" y="1430742"/>
                  </a:lnTo>
                  <a:lnTo>
                    <a:pt x="5764463" y="1430742"/>
                  </a:lnTo>
                  <a:lnTo>
                    <a:pt x="5763803" y="1430742"/>
                  </a:lnTo>
                  <a:lnTo>
                    <a:pt x="5763142" y="1430742"/>
                  </a:lnTo>
                  <a:lnTo>
                    <a:pt x="5762482" y="1430742"/>
                  </a:lnTo>
                  <a:lnTo>
                    <a:pt x="5761821" y="1430742"/>
                  </a:lnTo>
                  <a:lnTo>
                    <a:pt x="5761161" y="1430742"/>
                  </a:lnTo>
                  <a:lnTo>
                    <a:pt x="5760500" y="1430742"/>
                  </a:lnTo>
                  <a:lnTo>
                    <a:pt x="5759839" y="1430742"/>
                  </a:lnTo>
                  <a:lnTo>
                    <a:pt x="5759179" y="1430742"/>
                  </a:lnTo>
                  <a:lnTo>
                    <a:pt x="5758518" y="1430742"/>
                  </a:lnTo>
                  <a:lnTo>
                    <a:pt x="5757858" y="1430742"/>
                  </a:lnTo>
                  <a:lnTo>
                    <a:pt x="5757197" y="1430742"/>
                  </a:lnTo>
                  <a:lnTo>
                    <a:pt x="5756537" y="1430742"/>
                  </a:lnTo>
                  <a:lnTo>
                    <a:pt x="5755876" y="1430742"/>
                  </a:lnTo>
                  <a:lnTo>
                    <a:pt x="5755216" y="1430742"/>
                  </a:lnTo>
                  <a:lnTo>
                    <a:pt x="5754555" y="1430742"/>
                  </a:lnTo>
                  <a:lnTo>
                    <a:pt x="5753895" y="1430742"/>
                  </a:lnTo>
                  <a:lnTo>
                    <a:pt x="5753234" y="1430742"/>
                  </a:lnTo>
                  <a:lnTo>
                    <a:pt x="5752574" y="1430742"/>
                  </a:lnTo>
                  <a:lnTo>
                    <a:pt x="5751913" y="1430742"/>
                  </a:lnTo>
                  <a:lnTo>
                    <a:pt x="5751253" y="1430742"/>
                  </a:lnTo>
                  <a:lnTo>
                    <a:pt x="5750592" y="1430742"/>
                  </a:lnTo>
                  <a:lnTo>
                    <a:pt x="5749931" y="1430742"/>
                  </a:lnTo>
                  <a:lnTo>
                    <a:pt x="5749271" y="1430742"/>
                  </a:lnTo>
                  <a:lnTo>
                    <a:pt x="5748610" y="1430742"/>
                  </a:lnTo>
                  <a:lnTo>
                    <a:pt x="5747950" y="1430742"/>
                  </a:lnTo>
                  <a:lnTo>
                    <a:pt x="5747289" y="1430742"/>
                  </a:lnTo>
                  <a:lnTo>
                    <a:pt x="5746629" y="1430742"/>
                  </a:lnTo>
                  <a:lnTo>
                    <a:pt x="5745968" y="1430742"/>
                  </a:lnTo>
                  <a:lnTo>
                    <a:pt x="5745308" y="1430742"/>
                  </a:lnTo>
                  <a:lnTo>
                    <a:pt x="5744647" y="1430742"/>
                  </a:lnTo>
                  <a:lnTo>
                    <a:pt x="5743987" y="1430742"/>
                  </a:lnTo>
                  <a:lnTo>
                    <a:pt x="5743326" y="1430742"/>
                  </a:lnTo>
                  <a:lnTo>
                    <a:pt x="5742666" y="1430742"/>
                  </a:lnTo>
                  <a:lnTo>
                    <a:pt x="5742005" y="1430742"/>
                  </a:lnTo>
                  <a:lnTo>
                    <a:pt x="5741345" y="1430742"/>
                  </a:lnTo>
                  <a:lnTo>
                    <a:pt x="5740684" y="1430742"/>
                  </a:lnTo>
                  <a:lnTo>
                    <a:pt x="5740024" y="1430742"/>
                  </a:lnTo>
                  <a:lnTo>
                    <a:pt x="5739363" y="1430742"/>
                  </a:lnTo>
                  <a:lnTo>
                    <a:pt x="5738702" y="1430742"/>
                  </a:lnTo>
                  <a:lnTo>
                    <a:pt x="5738042" y="1430742"/>
                  </a:lnTo>
                  <a:lnTo>
                    <a:pt x="5737381" y="1430742"/>
                  </a:lnTo>
                  <a:lnTo>
                    <a:pt x="5736721" y="1430742"/>
                  </a:lnTo>
                  <a:lnTo>
                    <a:pt x="5736060" y="1430742"/>
                  </a:lnTo>
                  <a:lnTo>
                    <a:pt x="5735400" y="1430742"/>
                  </a:lnTo>
                  <a:lnTo>
                    <a:pt x="5734739" y="1430742"/>
                  </a:lnTo>
                  <a:lnTo>
                    <a:pt x="5734079" y="1430742"/>
                  </a:lnTo>
                  <a:lnTo>
                    <a:pt x="5733418" y="1430742"/>
                  </a:lnTo>
                  <a:lnTo>
                    <a:pt x="5732758" y="1430742"/>
                  </a:lnTo>
                  <a:lnTo>
                    <a:pt x="5732097" y="1430742"/>
                  </a:lnTo>
                  <a:lnTo>
                    <a:pt x="5731437" y="1430742"/>
                  </a:lnTo>
                  <a:lnTo>
                    <a:pt x="5730776" y="1430742"/>
                  </a:lnTo>
                  <a:lnTo>
                    <a:pt x="5730116" y="1430742"/>
                  </a:lnTo>
                  <a:lnTo>
                    <a:pt x="5729455" y="1430742"/>
                  </a:lnTo>
                  <a:lnTo>
                    <a:pt x="5728794" y="1430742"/>
                  </a:lnTo>
                  <a:lnTo>
                    <a:pt x="5728134" y="1430742"/>
                  </a:lnTo>
                  <a:lnTo>
                    <a:pt x="5727473" y="1430742"/>
                  </a:lnTo>
                  <a:lnTo>
                    <a:pt x="5726813" y="1430742"/>
                  </a:lnTo>
                  <a:lnTo>
                    <a:pt x="5726152" y="1430742"/>
                  </a:lnTo>
                  <a:lnTo>
                    <a:pt x="5725492" y="1430742"/>
                  </a:lnTo>
                  <a:lnTo>
                    <a:pt x="5724831" y="1430742"/>
                  </a:lnTo>
                  <a:lnTo>
                    <a:pt x="5724171" y="1430742"/>
                  </a:lnTo>
                  <a:lnTo>
                    <a:pt x="5723510" y="1430742"/>
                  </a:lnTo>
                  <a:lnTo>
                    <a:pt x="5722850" y="1430742"/>
                  </a:lnTo>
                  <a:lnTo>
                    <a:pt x="5722189" y="1430742"/>
                  </a:lnTo>
                  <a:lnTo>
                    <a:pt x="5721529" y="1430742"/>
                  </a:lnTo>
                  <a:lnTo>
                    <a:pt x="5720868" y="1430742"/>
                  </a:lnTo>
                  <a:lnTo>
                    <a:pt x="5720208" y="1430742"/>
                  </a:lnTo>
                  <a:lnTo>
                    <a:pt x="5719547" y="1430742"/>
                  </a:lnTo>
                  <a:lnTo>
                    <a:pt x="5718886" y="1430742"/>
                  </a:lnTo>
                  <a:lnTo>
                    <a:pt x="5718226" y="1430742"/>
                  </a:lnTo>
                  <a:lnTo>
                    <a:pt x="5717565" y="1430742"/>
                  </a:lnTo>
                  <a:lnTo>
                    <a:pt x="5716905" y="1430742"/>
                  </a:lnTo>
                  <a:lnTo>
                    <a:pt x="5716244" y="1430742"/>
                  </a:lnTo>
                  <a:lnTo>
                    <a:pt x="5715584" y="1430742"/>
                  </a:lnTo>
                  <a:lnTo>
                    <a:pt x="5714923" y="1430742"/>
                  </a:lnTo>
                  <a:lnTo>
                    <a:pt x="5714263" y="1430742"/>
                  </a:lnTo>
                  <a:lnTo>
                    <a:pt x="5713602" y="1430742"/>
                  </a:lnTo>
                  <a:lnTo>
                    <a:pt x="5712942" y="1430742"/>
                  </a:lnTo>
                  <a:lnTo>
                    <a:pt x="5712281" y="1430742"/>
                  </a:lnTo>
                  <a:lnTo>
                    <a:pt x="5711621" y="1430742"/>
                  </a:lnTo>
                  <a:lnTo>
                    <a:pt x="5710960" y="1430742"/>
                  </a:lnTo>
                  <a:lnTo>
                    <a:pt x="5710300" y="1430742"/>
                  </a:lnTo>
                  <a:lnTo>
                    <a:pt x="5709639" y="1430742"/>
                  </a:lnTo>
                  <a:lnTo>
                    <a:pt x="5708978" y="1430742"/>
                  </a:lnTo>
                  <a:lnTo>
                    <a:pt x="5708318" y="1430742"/>
                  </a:lnTo>
                  <a:lnTo>
                    <a:pt x="5707657" y="1430742"/>
                  </a:lnTo>
                  <a:lnTo>
                    <a:pt x="5706997" y="1430742"/>
                  </a:lnTo>
                  <a:lnTo>
                    <a:pt x="5706336" y="1430742"/>
                  </a:lnTo>
                  <a:lnTo>
                    <a:pt x="5705676" y="1430742"/>
                  </a:lnTo>
                  <a:lnTo>
                    <a:pt x="5705015" y="1430742"/>
                  </a:lnTo>
                  <a:lnTo>
                    <a:pt x="5704355" y="1430742"/>
                  </a:lnTo>
                  <a:lnTo>
                    <a:pt x="5703694" y="1430742"/>
                  </a:lnTo>
                  <a:lnTo>
                    <a:pt x="5703034" y="1430742"/>
                  </a:lnTo>
                  <a:lnTo>
                    <a:pt x="5702373" y="1430742"/>
                  </a:lnTo>
                  <a:lnTo>
                    <a:pt x="5701713" y="1430742"/>
                  </a:lnTo>
                  <a:lnTo>
                    <a:pt x="5701052" y="1430742"/>
                  </a:lnTo>
                  <a:lnTo>
                    <a:pt x="5700392" y="1430742"/>
                  </a:lnTo>
                  <a:lnTo>
                    <a:pt x="5699731" y="1430742"/>
                  </a:lnTo>
                  <a:lnTo>
                    <a:pt x="5699071" y="1430742"/>
                  </a:lnTo>
                  <a:lnTo>
                    <a:pt x="5698410" y="1430742"/>
                  </a:lnTo>
                  <a:lnTo>
                    <a:pt x="5697749" y="1430742"/>
                  </a:lnTo>
                  <a:lnTo>
                    <a:pt x="5697089" y="1430742"/>
                  </a:lnTo>
                  <a:lnTo>
                    <a:pt x="5696428" y="1430742"/>
                  </a:lnTo>
                  <a:lnTo>
                    <a:pt x="5695768" y="1430742"/>
                  </a:lnTo>
                  <a:lnTo>
                    <a:pt x="5695107" y="1430742"/>
                  </a:lnTo>
                  <a:lnTo>
                    <a:pt x="5694447" y="1430742"/>
                  </a:lnTo>
                  <a:lnTo>
                    <a:pt x="5693786" y="1430742"/>
                  </a:lnTo>
                  <a:lnTo>
                    <a:pt x="5693126" y="1430742"/>
                  </a:lnTo>
                  <a:lnTo>
                    <a:pt x="5692465" y="1430742"/>
                  </a:lnTo>
                  <a:lnTo>
                    <a:pt x="5691805" y="1430742"/>
                  </a:lnTo>
                  <a:lnTo>
                    <a:pt x="5691144" y="1430742"/>
                  </a:lnTo>
                  <a:lnTo>
                    <a:pt x="5690484" y="1430742"/>
                  </a:lnTo>
                  <a:lnTo>
                    <a:pt x="5689823" y="1430742"/>
                  </a:lnTo>
                  <a:lnTo>
                    <a:pt x="5689163" y="1430742"/>
                  </a:lnTo>
                  <a:lnTo>
                    <a:pt x="5688502" y="1430742"/>
                  </a:lnTo>
                  <a:lnTo>
                    <a:pt x="5687841" y="1430742"/>
                  </a:lnTo>
                  <a:lnTo>
                    <a:pt x="5687181" y="1430742"/>
                  </a:lnTo>
                  <a:lnTo>
                    <a:pt x="5686520" y="1430742"/>
                  </a:lnTo>
                  <a:lnTo>
                    <a:pt x="5685860" y="1430742"/>
                  </a:lnTo>
                  <a:lnTo>
                    <a:pt x="5685199" y="1430742"/>
                  </a:lnTo>
                  <a:lnTo>
                    <a:pt x="5684539" y="1430742"/>
                  </a:lnTo>
                  <a:lnTo>
                    <a:pt x="5683878" y="1430742"/>
                  </a:lnTo>
                  <a:lnTo>
                    <a:pt x="5683218" y="1430742"/>
                  </a:lnTo>
                  <a:lnTo>
                    <a:pt x="5682557" y="1430742"/>
                  </a:lnTo>
                  <a:lnTo>
                    <a:pt x="5681897" y="1430742"/>
                  </a:lnTo>
                  <a:lnTo>
                    <a:pt x="5681236" y="1430742"/>
                  </a:lnTo>
                  <a:lnTo>
                    <a:pt x="5680576" y="1430742"/>
                  </a:lnTo>
                  <a:lnTo>
                    <a:pt x="5679915" y="1430742"/>
                  </a:lnTo>
                  <a:lnTo>
                    <a:pt x="5679255" y="1430742"/>
                  </a:lnTo>
                  <a:lnTo>
                    <a:pt x="5678594" y="1430742"/>
                  </a:lnTo>
                  <a:lnTo>
                    <a:pt x="5677933" y="1430742"/>
                  </a:lnTo>
                  <a:lnTo>
                    <a:pt x="5677273" y="1430742"/>
                  </a:lnTo>
                  <a:lnTo>
                    <a:pt x="5676612" y="1430742"/>
                  </a:lnTo>
                  <a:lnTo>
                    <a:pt x="5675952" y="1430742"/>
                  </a:lnTo>
                  <a:lnTo>
                    <a:pt x="5675291" y="1430742"/>
                  </a:lnTo>
                  <a:lnTo>
                    <a:pt x="5674631" y="1430742"/>
                  </a:lnTo>
                  <a:lnTo>
                    <a:pt x="5673970" y="1430742"/>
                  </a:lnTo>
                  <a:lnTo>
                    <a:pt x="5673310" y="1430742"/>
                  </a:lnTo>
                  <a:lnTo>
                    <a:pt x="5672649" y="1430742"/>
                  </a:lnTo>
                  <a:lnTo>
                    <a:pt x="5671989" y="1430742"/>
                  </a:lnTo>
                  <a:lnTo>
                    <a:pt x="5671328" y="1430742"/>
                  </a:lnTo>
                  <a:lnTo>
                    <a:pt x="5670668" y="1430742"/>
                  </a:lnTo>
                  <a:lnTo>
                    <a:pt x="5670007" y="1430742"/>
                  </a:lnTo>
                  <a:lnTo>
                    <a:pt x="5669347" y="1430742"/>
                  </a:lnTo>
                  <a:lnTo>
                    <a:pt x="5668686" y="1430742"/>
                  </a:lnTo>
                  <a:lnTo>
                    <a:pt x="5668026" y="1430742"/>
                  </a:lnTo>
                  <a:lnTo>
                    <a:pt x="5667365" y="1430742"/>
                  </a:lnTo>
                  <a:lnTo>
                    <a:pt x="5666704" y="1430742"/>
                  </a:lnTo>
                  <a:lnTo>
                    <a:pt x="5666044" y="1430742"/>
                  </a:lnTo>
                  <a:lnTo>
                    <a:pt x="5665383" y="1430742"/>
                  </a:lnTo>
                  <a:lnTo>
                    <a:pt x="5664723" y="1430742"/>
                  </a:lnTo>
                  <a:lnTo>
                    <a:pt x="5664062" y="1430742"/>
                  </a:lnTo>
                  <a:lnTo>
                    <a:pt x="5663402" y="1430742"/>
                  </a:lnTo>
                  <a:lnTo>
                    <a:pt x="5662741" y="1430742"/>
                  </a:lnTo>
                  <a:lnTo>
                    <a:pt x="5662081" y="1430742"/>
                  </a:lnTo>
                  <a:lnTo>
                    <a:pt x="5661420" y="1430742"/>
                  </a:lnTo>
                  <a:lnTo>
                    <a:pt x="5660760" y="1430742"/>
                  </a:lnTo>
                  <a:lnTo>
                    <a:pt x="5660099" y="1430742"/>
                  </a:lnTo>
                  <a:lnTo>
                    <a:pt x="5659439" y="1430742"/>
                  </a:lnTo>
                  <a:lnTo>
                    <a:pt x="5658778" y="1430742"/>
                  </a:lnTo>
                  <a:lnTo>
                    <a:pt x="5658118" y="1430742"/>
                  </a:lnTo>
                  <a:lnTo>
                    <a:pt x="5657457" y="1430742"/>
                  </a:lnTo>
                  <a:lnTo>
                    <a:pt x="5656796" y="1430742"/>
                  </a:lnTo>
                  <a:lnTo>
                    <a:pt x="5656136" y="1430742"/>
                  </a:lnTo>
                  <a:lnTo>
                    <a:pt x="5655475" y="1430742"/>
                  </a:lnTo>
                  <a:lnTo>
                    <a:pt x="5654815" y="1430742"/>
                  </a:lnTo>
                  <a:lnTo>
                    <a:pt x="5654154" y="1430742"/>
                  </a:lnTo>
                  <a:lnTo>
                    <a:pt x="5653494" y="1430742"/>
                  </a:lnTo>
                  <a:lnTo>
                    <a:pt x="5652833" y="1430742"/>
                  </a:lnTo>
                  <a:lnTo>
                    <a:pt x="5652173" y="1430742"/>
                  </a:lnTo>
                  <a:lnTo>
                    <a:pt x="5651512" y="1430742"/>
                  </a:lnTo>
                  <a:lnTo>
                    <a:pt x="5650852" y="1430742"/>
                  </a:lnTo>
                  <a:lnTo>
                    <a:pt x="5650191" y="1430742"/>
                  </a:lnTo>
                  <a:lnTo>
                    <a:pt x="5649531" y="1430742"/>
                  </a:lnTo>
                  <a:lnTo>
                    <a:pt x="5648870" y="1430742"/>
                  </a:lnTo>
                  <a:lnTo>
                    <a:pt x="5648210" y="1430742"/>
                  </a:lnTo>
                  <a:lnTo>
                    <a:pt x="5647549" y="1430742"/>
                  </a:lnTo>
                  <a:lnTo>
                    <a:pt x="5646888" y="1430742"/>
                  </a:lnTo>
                  <a:lnTo>
                    <a:pt x="5646228" y="1430742"/>
                  </a:lnTo>
                  <a:lnTo>
                    <a:pt x="5645567" y="1430742"/>
                  </a:lnTo>
                  <a:lnTo>
                    <a:pt x="5644907" y="1430742"/>
                  </a:lnTo>
                  <a:lnTo>
                    <a:pt x="5644246" y="1430742"/>
                  </a:lnTo>
                  <a:lnTo>
                    <a:pt x="5643586" y="1430742"/>
                  </a:lnTo>
                  <a:lnTo>
                    <a:pt x="5642925" y="1430742"/>
                  </a:lnTo>
                  <a:lnTo>
                    <a:pt x="5642265" y="1430742"/>
                  </a:lnTo>
                  <a:lnTo>
                    <a:pt x="5641604" y="1430742"/>
                  </a:lnTo>
                  <a:lnTo>
                    <a:pt x="5640944" y="1430742"/>
                  </a:lnTo>
                  <a:lnTo>
                    <a:pt x="5640283" y="1430742"/>
                  </a:lnTo>
                  <a:lnTo>
                    <a:pt x="5639623" y="1430742"/>
                  </a:lnTo>
                  <a:lnTo>
                    <a:pt x="5638962" y="1430742"/>
                  </a:lnTo>
                  <a:lnTo>
                    <a:pt x="5638302" y="1430742"/>
                  </a:lnTo>
                  <a:lnTo>
                    <a:pt x="5637641" y="1430742"/>
                  </a:lnTo>
                  <a:lnTo>
                    <a:pt x="5636980" y="1430742"/>
                  </a:lnTo>
                  <a:lnTo>
                    <a:pt x="5636320" y="1430742"/>
                  </a:lnTo>
                  <a:lnTo>
                    <a:pt x="5635659" y="1430742"/>
                  </a:lnTo>
                  <a:lnTo>
                    <a:pt x="5634999" y="1430742"/>
                  </a:lnTo>
                  <a:lnTo>
                    <a:pt x="5634338" y="1430742"/>
                  </a:lnTo>
                  <a:lnTo>
                    <a:pt x="5633678" y="1430742"/>
                  </a:lnTo>
                  <a:lnTo>
                    <a:pt x="5633017" y="1430742"/>
                  </a:lnTo>
                  <a:lnTo>
                    <a:pt x="5632357" y="1430742"/>
                  </a:lnTo>
                  <a:lnTo>
                    <a:pt x="5631696" y="1430742"/>
                  </a:lnTo>
                  <a:lnTo>
                    <a:pt x="5631036" y="1430742"/>
                  </a:lnTo>
                  <a:lnTo>
                    <a:pt x="5630375" y="1430742"/>
                  </a:lnTo>
                  <a:lnTo>
                    <a:pt x="5629715" y="1430742"/>
                  </a:lnTo>
                  <a:lnTo>
                    <a:pt x="5629054" y="1430742"/>
                  </a:lnTo>
                  <a:lnTo>
                    <a:pt x="5628394" y="1430742"/>
                  </a:lnTo>
                  <a:lnTo>
                    <a:pt x="5627733" y="1430742"/>
                  </a:lnTo>
                  <a:lnTo>
                    <a:pt x="5627073" y="1430742"/>
                  </a:lnTo>
                  <a:lnTo>
                    <a:pt x="5626412" y="1430742"/>
                  </a:lnTo>
                  <a:lnTo>
                    <a:pt x="5625751" y="1430742"/>
                  </a:lnTo>
                  <a:lnTo>
                    <a:pt x="5625091" y="1430742"/>
                  </a:lnTo>
                  <a:lnTo>
                    <a:pt x="5624430" y="1430742"/>
                  </a:lnTo>
                  <a:lnTo>
                    <a:pt x="5623770" y="1430742"/>
                  </a:lnTo>
                  <a:lnTo>
                    <a:pt x="5623109" y="1430742"/>
                  </a:lnTo>
                  <a:lnTo>
                    <a:pt x="5622449" y="1430742"/>
                  </a:lnTo>
                  <a:lnTo>
                    <a:pt x="5621788" y="1430742"/>
                  </a:lnTo>
                  <a:lnTo>
                    <a:pt x="5621128" y="1430742"/>
                  </a:lnTo>
                  <a:lnTo>
                    <a:pt x="5620467" y="1430742"/>
                  </a:lnTo>
                  <a:lnTo>
                    <a:pt x="5619807" y="1430742"/>
                  </a:lnTo>
                  <a:lnTo>
                    <a:pt x="5619146" y="1430742"/>
                  </a:lnTo>
                  <a:lnTo>
                    <a:pt x="5618486" y="1430742"/>
                  </a:lnTo>
                  <a:lnTo>
                    <a:pt x="5617825" y="1430742"/>
                  </a:lnTo>
                  <a:lnTo>
                    <a:pt x="5617165" y="1430742"/>
                  </a:lnTo>
                  <a:lnTo>
                    <a:pt x="5616504" y="1430742"/>
                  </a:lnTo>
                  <a:lnTo>
                    <a:pt x="5615843" y="1430742"/>
                  </a:lnTo>
                  <a:lnTo>
                    <a:pt x="5615183" y="1430742"/>
                  </a:lnTo>
                  <a:lnTo>
                    <a:pt x="5614522" y="1430742"/>
                  </a:lnTo>
                  <a:lnTo>
                    <a:pt x="5613862" y="1430742"/>
                  </a:lnTo>
                  <a:lnTo>
                    <a:pt x="5613201" y="1430742"/>
                  </a:lnTo>
                  <a:lnTo>
                    <a:pt x="5612541" y="1430742"/>
                  </a:lnTo>
                  <a:lnTo>
                    <a:pt x="5611880" y="1430742"/>
                  </a:lnTo>
                  <a:lnTo>
                    <a:pt x="5611220" y="1430742"/>
                  </a:lnTo>
                  <a:lnTo>
                    <a:pt x="5610559" y="1430742"/>
                  </a:lnTo>
                  <a:lnTo>
                    <a:pt x="5609899" y="1430742"/>
                  </a:lnTo>
                  <a:lnTo>
                    <a:pt x="5609238" y="1430742"/>
                  </a:lnTo>
                  <a:lnTo>
                    <a:pt x="5608578" y="1430742"/>
                  </a:lnTo>
                  <a:lnTo>
                    <a:pt x="5607917" y="1430742"/>
                  </a:lnTo>
                  <a:lnTo>
                    <a:pt x="5607257" y="1430742"/>
                  </a:lnTo>
                  <a:lnTo>
                    <a:pt x="5606596" y="1430742"/>
                  </a:lnTo>
                  <a:lnTo>
                    <a:pt x="5605935" y="1430742"/>
                  </a:lnTo>
                  <a:lnTo>
                    <a:pt x="5605275" y="1430742"/>
                  </a:lnTo>
                  <a:lnTo>
                    <a:pt x="5604614" y="1430742"/>
                  </a:lnTo>
                  <a:lnTo>
                    <a:pt x="5603954" y="1430742"/>
                  </a:lnTo>
                  <a:lnTo>
                    <a:pt x="5603293" y="1430742"/>
                  </a:lnTo>
                  <a:lnTo>
                    <a:pt x="5602633" y="1430742"/>
                  </a:lnTo>
                  <a:lnTo>
                    <a:pt x="5601972" y="1430742"/>
                  </a:lnTo>
                  <a:lnTo>
                    <a:pt x="5601312" y="1430742"/>
                  </a:lnTo>
                  <a:lnTo>
                    <a:pt x="5600651" y="1430742"/>
                  </a:lnTo>
                  <a:lnTo>
                    <a:pt x="5599991" y="1430742"/>
                  </a:lnTo>
                  <a:lnTo>
                    <a:pt x="5599330" y="1430742"/>
                  </a:lnTo>
                  <a:lnTo>
                    <a:pt x="5598670" y="1430742"/>
                  </a:lnTo>
                  <a:lnTo>
                    <a:pt x="5598009" y="1430742"/>
                  </a:lnTo>
                  <a:lnTo>
                    <a:pt x="5597349" y="1430742"/>
                  </a:lnTo>
                  <a:lnTo>
                    <a:pt x="5596688" y="1430742"/>
                  </a:lnTo>
                  <a:lnTo>
                    <a:pt x="5596028" y="1430742"/>
                  </a:lnTo>
                  <a:lnTo>
                    <a:pt x="5595367" y="1430742"/>
                  </a:lnTo>
                  <a:lnTo>
                    <a:pt x="5594706" y="1430742"/>
                  </a:lnTo>
                  <a:lnTo>
                    <a:pt x="5594046" y="1430742"/>
                  </a:lnTo>
                  <a:lnTo>
                    <a:pt x="5593385" y="1430742"/>
                  </a:lnTo>
                  <a:lnTo>
                    <a:pt x="5592725" y="1430742"/>
                  </a:lnTo>
                  <a:lnTo>
                    <a:pt x="5592064" y="1430742"/>
                  </a:lnTo>
                  <a:lnTo>
                    <a:pt x="5591404" y="1430742"/>
                  </a:lnTo>
                  <a:lnTo>
                    <a:pt x="5590743" y="1430742"/>
                  </a:lnTo>
                  <a:lnTo>
                    <a:pt x="5590083" y="1430742"/>
                  </a:lnTo>
                  <a:lnTo>
                    <a:pt x="5589422" y="1430742"/>
                  </a:lnTo>
                  <a:lnTo>
                    <a:pt x="5588762" y="1430742"/>
                  </a:lnTo>
                  <a:lnTo>
                    <a:pt x="5588101" y="1430742"/>
                  </a:lnTo>
                  <a:lnTo>
                    <a:pt x="5587441" y="1430742"/>
                  </a:lnTo>
                  <a:lnTo>
                    <a:pt x="5586780" y="1430742"/>
                  </a:lnTo>
                  <a:lnTo>
                    <a:pt x="5586120" y="1430742"/>
                  </a:lnTo>
                  <a:lnTo>
                    <a:pt x="5585459" y="1430742"/>
                  </a:lnTo>
                  <a:lnTo>
                    <a:pt x="5584798" y="1430742"/>
                  </a:lnTo>
                  <a:lnTo>
                    <a:pt x="5584138" y="1430742"/>
                  </a:lnTo>
                  <a:lnTo>
                    <a:pt x="5583477" y="1430742"/>
                  </a:lnTo>
                  <a:lnTo>
                    <a:pt x="5582817" y="1430742"/>
                  </a:lnTo>
                  <a:lnTo>
                    <a:pt x="5582156" y="1430742"/>
                  </a:lnTo>
                  <a:lnTo>
                    <a:pt x="5581496" y="1430742"/>
                  </a:lnTo>
                  <a:lnTo>
                    <a:pt x="5580835" y="1430742"/>
                  </a:lnTo>
                  <a:lnTo>
                    <a:pt x="5580175" y="1430742"/>
                  </a:lnTo>
                  <a:lnTo>
                    <a:pt x="5579514" y="1430742"/>
                  </a:lnTo>
                  <a:lnTo>
                    <a:pt x="5578854" y="1430742"/>
                  </a:lnTo>
                  <a:lnTo>
                    <a:pt x="5578193" y="1430742"/>
                  </a:lnTo>
                  <a:lnTo>
                    <a:pt x="5577533" y="1430742"/>
                  </a:lnTo>
                  <a:lnTo>
                    <a:pt x="5576872" y="1430742"/>
                  </a:lnTo>
                  <a:lnTo>
                    <a:pt x="5576212" y="1430742"/>
                  </a:lnTo>
                  <a:lnTo>
                    <a:pt x="5575551" y="1430742"/>
                  </a:lnTo>
                  <a:lnTo>
                    <a:pt x="5574890" y="1430742"/>
                  </a:lnTo>
                  <a:lnTo>
                    <a:pt x="5574230" y="1430742"/>
                  </a:lnTo>
                  <a:lnTo>
                    <a:pt x="5573569" y="1430742"/>
                  </a:lnTo>
                  <a:lnTo>
                    <a:pt x="5572909" y="1430742"/>
                  </a:lnTo>
                  <a:lnTo>
                    <a:pt x="5572248" y="1430742"/>
                  </a:lnTo>
                  <a:lnTo>
                    <a:pt x="5571588" y="1430742"/>
                  </a:lnTo>
                  <a:lnTo>
                    <a:pt x="5570927" y="1430742"/>
                  </a:lnTo>
                  <a:lnTo>
                    <a:pt x="5570267" y="1430742"/>
                  </a:lnTo>
                  <a:lnTo>
                    <a:pt x="5569606" y="1430742"/>
                  </a:lnTo>
                  <a:lnTo>
                    <a:pt x="5568946" y="1430742"/>
                  </a:lnTo>
                  <a:lnTo>
                    <a:pt x="5568285" y="1430742"/>
                  </a:lnTo>
                  <a:lnTo>
                    <a:pt x="5567625" y="1430742"/>
                  </a:lnTo>
                  <a:lnTo>
                    <a:pt x="5566964" y="1430742"/>
                  </a:lnTo>
                  <a:lnTo>
                    <a:pt x="5566304" y="1430742"/>
                  </a:lnTo>
                  <a:lnTo>
                    <a:pt x="5565643" y="1430742"/>
                  </a:lnTo>
                  <a:lnTo>
                    <a:pt x="5564982" y="1430742"/>
                  </a:lnTo>
                  <a:lnTo>
                    <a:pt x="5564322" y="1430742"/>
                  </a:lnTo>
                  <a:lnTo>
                    <a:pt x="5563661" y="1430742"/>
                  </a:lnTo>
                  <a:lnTo>
                    <a:pt x="5563001" y="1430742"/>
                  </a:lnTo>
                  <a:lnTo>
                    <a:pt x="5562340" y="1430742"/>
                  </a:lnTo>
                  <a:lnTo>
                    <a:pt x="5561680" y="1430742"/>
                  </a:lnTo>
                  <a:lnTo>
                    <a:pt x="5561019" y="1430742"/>
                  </a:lnTo>
                  <a:lnTo>
                    <a:pt x="5560359" y="1430742"/>
                  </a:lnTo>
                  <a:lnTo>
                    <a:pt x="5559698" y="1430742"/>
                  </a:lnTo>
                  <a:lnTo>
                    <a:pt x="5559038" y="1430742"/>
                  </a:lnTo>
                  <a:lnTo>
                    <a:pt x="5558377" y="1430742"/>
                  </a:lnTo>
                  <a:lnTo>
                    <a:pt x="5557717" y="1430742"/>
                  </a:lnTo>
                  <a:lnTo>
                    <a:pt x="5557056" y="1430742"/>
                  </a:lnTo>
                  <a:lnTo>
                    <a:pt x="5556396" y="1430742"/>
                  </a:lnTo>
                  <a:lnTo>
                    <a:pt x="5555735" y="1430742"/>
                  </a:lnTo>
                  <a:lnTo>
                    <a:pt x="5555075" y="1430742"/>
                  </a:lnTo>
                  <a:lnTo>
                    <a:pt x="5554414" y="1430742"/>
                  </a:lnTo>
                  <a:lnTo>
                    <a:pt x="5553753" y="1430742"/>
                  </a:lnTo>
                  <a:lnTo>
                    <a:pt x="5553093" y="1430742"/>
                  </a:lnTo>
                  <a:lnTo>
                    <a:pt x="5552432" y="1430742"/>
                  </a:lnTo>
                  <a:lnTo>
                    <a:pt x="5551772" y="1430742"/>
                  </a:lnTo>
                  <a:lnTo>
                    <a:pt x="5551111" y="1430742"/>
                  </a:lnTo>
                  <a:lnTo>
                    <a:pt x="5550451" y="1430742"/>
                  </a:lnTo>
                  <a:lnTo>
                    <a:pt x="5549790" y="1430742"/>
                  </a:lnTo>
                  <a:lnTo>
                    <a:pt x="5549130" y="1430742"/>
                  </a:lnTo>
                  <a:lnTo>
                    <a:pt x="5548469" y="1430742"/>
                  </a:lnTo>
                  <a:lnTo>
                    <a:pt x="5547809" y="1430742"/>
                  </a:lnTo>
                  <a:lnTo>
                    <a:pt x="5547148" y="1430742"/>
                  </a:lnTo>
                  <a:lnTo>
                    <a:pt x="5546488" y="1430742"/>
                  </a:lnTo>
                  <a:lnTo>
                    <a:pt x="5545827" y="1430742"/>
                  </a:lnTo>
                  <a:lnTo>
                    <a:pt x="5545167" y="1430742"/>
                  </a:lnTo>
                  <a:lnTo>
                    <a:pt x="5544506" y="1430742"/>
                  </a:lnTo>
                  <a:lnTo>
                    <a:pt x="5543845" y="1430742"/>
                  </a:lnTo>
                  <a:lnTo>
                    <a:pt x="5543185" y="1430742"/>
                  </a:lnTo>
                  <a:lnTo>
                    <a:pt x="5542524" y="1430742"/>
                  </a:lnTo>
                  <a:lnTo>
                    <a:pt x="5541864" y="1430742"/>
                  </a:lnTo>
                  <a:lnTo>
                    <a:pt x="5541203" y="1430742"/>
                  </a:lnTo>
                  <a:lnTo>
                    <a:pt x="5540543" y="1430742"/>
                  </a:lnTo>
                  <a:lnTo>
                    <a:pt x="5539882" y="1430742"/>
                  </a:lnTo>
                  <a:lnTo>
                    <a:pt x="5539222" y="1430742"/>
                  </a:lnTo>
                  <a:lnTo>
                    <a:pt x="5538561" y="1430742"/>
                  </a:lnTo>
                  <a:lnTo>
                    <a:pt x="5537901" y="1430742"/>
                  </a:lnTo>
                  <a:lnTo>
                    <a:pt x="5537240" y="1430742"/>
                  </a:lnTo>
                  <a:lnTo>
                    <a:pt x="5536580" y="1430742"/>
                  </a:lnTo>
                  <a:lnTo>
                    <a:pt x="5535919" y="1430742"/>
                  </a:lnTo>
                  <a:lnTo>
                    <a:pt x="5535259" y="1430742"/>
                  </a:lnTo>
                  <a:lnTo>
                    <a:pt x="5534598" y="1430742"/>
                  </a:lnTo>
                  <a:lnTo>
                    <a:pt x="5533937" y="1430742"/>
                  </a:lnTo>
                  <a:lnTo>
                    <a:pt x="5533277" y="1430742"/>
                  </a:lnTo>
                  <a:lnTo>
                    <a:pt x="5532616" y="1430742"/>
                  </a:lnTo>
                  <a:lnTo>
                    <a:pt x="5531956" y="1430742"/>
                  </a:lnTo>
                  <a:lnTo>
                    <a:pt x="5531295" y="1430742"/>
                  </a:lnTo>
                  <a:lnTo>
                    <a:pt x="5530635" y="1430742"/>
                  </a:lnTo>
                  <a:lnTo>
                    <a:pt x="5529974" y="1430742"/>
                  </a:lnTo>
                  <a:lnTo>
                    <a:pt x="5529314" y="1430742"/>
                  </a:lnTo>
                  <a:lnTo>
                    <a:pt x="5528653" y="1430742"/>
                  </a:lnTo>
                  <a:lnTo>
                    <a:pt x="5527993" y="1430742"/>
                  </a:lnTo>
                  <a:lnTo>
                    <a:pt x="5527332" y="1430742"/>
                  </a:lnTo>
                  <a:lnTo>
                    <a:pt x="5526672" y="1430742"/>
                  </a:lnTo>
                  <a:lnTo>
                    <a:pt x="5526011" y="1430742"/>
                  </a:lnTo>
                  <a:lnTo>
                    <a:pt x="5525351" y="1430742"/>
                  </a:lnTo>
                  <a:lnTo>
                    <a:pt x="5524690" y="1430742"/>
                  </a:lnTo>
                  <a:lnTo>
                    <a:pt x="5524030" y="1430742"/>
                  </a:lnTo>
                  <a:lnTo>
                    <a:pt x="5523369" y="1430742"/>
                  </a:lnTo>
                  <a:lnTo>
                    <a:pt x="5522708" y="1430742"/>
                  </a:lnTo>
                  <a:lnTo>
                    <a:pt x="5522048" y="1430742"/>
                  </a:lnTo>
                  <a:lnTo>
                    <a:pt x="5521387" y="1430742"/>
                  </a:lnTo>
                  <a:lnTo>
                    <a:pt x="5520727" y="1430742"/>
                  </a:lnTo>
                  <a:lnTo>
                    <a:pt x="5520066" y="1430742"/>
                  </a:lnTo>
                  <a:lnTo>
                    <a:pt x="5519406" y="1430742"/>
                  </a:lnTo>
                  <a:lnTo>
                    <a:pt x="5518745" y="1430742"/>
                  </a:lnTo>
                  <a:lnTo>
                    <a:pt x="5518085" y="1430742"/>
                  </a:lnTo>
                  <a:lnTo>
                    <a:pt x="5517424" y="1430742"/>
                  </a:lnTo>
                  <a:lnTo>
                    <a:pt x="5516764" y="1430742"/>
                  </a:lnTo>
                  <a:lnTo>
                    <a:pt x="5516103" y="1430742"/>
                  </a:lnTo>
                  <a:lnTo>
                    <a:pt x="5515443" y="1430742"/>
                  </a:lnTo>
                  <a:lnTo>
                    <a:pt x="5514782" y="1430742"/>
                  </a:lnTo>
                  <a:lnTo>
                    <a:pt x="5514122" y="1430742"/>
                  </a:lnTo>
                  <a:lnTo>
                    <a:pt x="5513461" y="1430742"/>
                  </a:lnTo>
                  <a:lnTo>
                    <a:pt x="5512800" y="1430742"/>
                  </a:lnTo>
                  <a:lnTo>
                    <a:pt x="5512140" y="1430742"/>
                  </a:lnTo>
                  <a:lnTo>
                    <a:pt x="5511479" y="1430742"/>
                  </a:lnTo>
                  <a:lnTo>
                    <a:pt x="5510819" y="1430742"/>
                  </a:lnTo>
                  <a:lnTo>
                    <a:pt x="5510158" y="1430742"/>
                  </a:lnTo>
                  <a:lnTo>
                    <a:pt x="5509498" y="1430742"/>
                  </a:lnTo>
                  <a:lnTo>
                    <a:pt x="5508837" y="1430742"/>
                  </a:lnTo>
                  <a:lnTo>
                    <a:pt x="5508177" y="1430742"/>
                  </a:lnTo>
                  <a:lnTo>
                    <a:pt x="5507516" y="1430742"/>
                  </a:lnTo>
                  <a:lnTo>
                    <a:pt x="5506856" y="1430742"/>
                  </a:lnTo>
                  <a:lnTo>
                    <a:pt x="5506195" y="1430742"/>
                  </a:lnTo>
                  <a:lnTo>
                    <a:pt x="5505535" y="1430742"/>
                  </a:lnTo>
                  <a:lnTo>
                    <a:pt x="5504874" y="1430742"/>
                  </a:lnTo>
                  <a:lnTo>
                    <a:pt x="5504214" y="1430742"/>
                  </a:lnTo>
                  <a:lnTo>
                    <a:pt x="5503553" y="1430742"/>
                  </a:lnTo>
                  <a:lnTo>
                    <a:pt x="5502892" y="1430742"/>
                  </a:lnTo>
                  <a:lnTo>
                    <a:pt x="5502232" y="1430742"/>
                  </a:lnTo>
                  <a:lnTo>
                    <a:pt x="5501571" y="1430742"/>
                  </a:lnTo>
                  <a:lnTo>
                    <a:pt x="5500911" y="1430742"/>
                  </a:lnTo>
                  <a:lnTo>
                    <a:pt x="5500250" y="1430742"/>
                  </a:lnTo>
                  <a:lnTo>
                    <a:pt x="5499590" y="1430742"/>
                  </a:lnTo>
                  <a:lnTo>
                    <a:pt x="5498929" y="1430742"/>
                  </a:lnTo>
                  <a:lnTo>
                    <a:pt x="5498269" y="1430742"/>
                  </a:lnTo>
                  <a:lnTo>
                    <a:pt x="5497608" y="1430742"/>
                  </a:lnTo>
                  <a:lnTo>
                    <a:pt x="5496948" y="1430742"/>
                  </a:lnTo>
                  <a:lnTo>
                    <a:pt x="5496287" y="1430742"/>
                  </a:lnTo>
                  <a:lnTo>
                    <a:pt x="5495627" y="1430742"/>
                  </a:lnTo>
                  <a:lnTo>
                    <a:pt x="5494966" y="1430742"/>
                  </a:lnTo>
                  <a:lnTo>
                    <a:pt x="5494306" y="1430742"/>
                  </a:lnTo>
                  <a:lnTo>
                    <a:pt x="5493645" y="1430742"/>
                  </a:lnTo>
                  <a:lnTo>
                    <a:pt x="5492984" y="1430742"/>
                  </a:lnTo>
                  <a:lnTo>
                    <a:pt x="5492324" y="1430742"/>
                  </a:lnTo>
                  <a:lnTo>
                    <a:pt x="5491663" y="1430742"/>
                  </a:lnTo>
                  <a:lnTo>
                    <a:pt x="5491003" y="1430742"/>
                  </a:lnTo>
                  <a:lnTo>
                    <a:pt x="5490342" y="1430742"/>
                  </a:lnTo>
                  <a:lnTo>
                    <a:pt x="5489682" y="1430742"/>
                  </a:lnTo>
                  <a:lnTo>
                    <a:pt x="5489021" y="1430742"/>
                  </a:lnTo>
                  <a:lnTo>
                    <a:pt x="5488361" y="1430742"/>
                  </a:lnTo>
                  <a:lnTo>
                    <a:pt x="5487700" y="1430742"/>
                  </a:lnTo>
                  <a:lnTo>
                    <a:pt x="5487040" y="1430742"/>
                  </a:lnTo>
                  <a:lnTo>
                    <a:pt x="5486379" y="1430742"/>
                  </a:lnTo>
                  <a:lnTo>
                    <a:pt x="5485719" y="1430742"/>
                  </a:lnTo>
                  <a:lnTo>
                    <a:pt x="5485058" y="1430742"/>
                  </a:lnTo>
                  <a:lnTo>
                    <a:pt x="5484398" y="1430742"/>
                  </a:lnTo>
                  <a:lnTo>
                    <a:pt x="5483737" y="1430742"/>
                  </a:lnTo>
                  <a:lnTo>
                    <a:pt x="5483077" y="1430742"/>
                  </a:lnTo>
                  <a:lnTo>
                    <a:pt x="5482416" y="1430742"/>
                  </a:lnTo>
                  <a:lnTo>
                    <a:pt x="5481755" y="1430742"/>
                  </a:lnTo>
                  <a:lnTo>
                    <a:pt x="5481095" y="1430742"/>
                  </a:lnTo>
                  <a:lnTo>
                    <a:pt x="5480434" y="1430742"/>
                  </a:lnTo>
                  <a:lnTo>
                    <a:pt x="5479774" y="1430742"/>
                  </a:lnTo>
                  <a:lnTo>
                    <a:pt x="5479113" y="1430742"/>
                  </a:lnTo>
                  <a:lnTo>
                    <a:pt x="5478453" y="1430742"/>
                  </a:lnTo>
                  <a:lnTo>
                    <a:pt x="5477792" y="1430742"/>
                  </a:lnTo>
                  <a:lnTo>
                    <a:pt x="5477132" y="1430742"/>
                  </a:lnTo>
                  <a:lnTo>
                    <a:pt x="5476471" y="1430742"/>
                  </a:lnTo>
                  <a:lnTo>
                    <a:pt x="5475811" y="1430742"/>
                  </a:lnTo>
                  <a:lnTo>
                    <a:pt x="5475150" y="1430742"/>
                  </a:lnTo>
                  <a:lnTo>
                    <a:pt x="5474490" y="1430742"/>
                  </a:lnTo>
                  <a:lnTo>
                    <a:pt x="5473829" y="1430742"/>
                  </a:lnTo>
                  <a:lnTo>
                    <a:pt x="5473169" y="1430742"/>
                  </a:lnTo>
                  <a:lnTo>
                    <a:pt x="5472508" y="1430742"/>
                  </a:lnTo>
                  <a:lnTo>
                    <a:pt x="5471847" y="1430742"/>
                  </a:lnTo>
                  <a:lnTo>
                    <a:pt x="5471187" y="1430742"/>
                  </a:lnTo>
                  <a:lnTo>
                    <a:pt x="5470526" y="1430742"/>
                  </a:lnTo>
                  <a:lnTo>
                    <a:pt x="5469866" y="1430742"/>
                  </a:lnTo>
                  <a:lnTo>
                    <a:pt x="5469205" y="1430742"/>
                  </a:lnTo>
                  <a:lnTo>
                    <a:pt x="5468545" y="1430742"/>
                  </a:lnTo>
                  <a:lnTo>
                    <a:pt x="5467884" y="1430742"/>
                  </a:lnTo>
                  <a:lnTo>
                    <a:pt x="5467224" y="1430742"/>
                  </a:lnTo>
                  <a:lnTo>
                    <a:pt x="5466563" y="1430742"/>
                  </a:lnTo>
                  <a:lnTo>
                    <a:pt x="5465903" y="1430742"/>
                  </a:lnTo>
                  <a:lnTo>
                    <a:pt x="5465242" y="1430742"/>
                  </a:lnTo>
                  <a:lnTo>
                    <a:pt x="5464582" y="1430742"/>
                  </a:lnTo>
                  <a:lnTo>
                    <a:pt x="5463921" y="1430742"/>
                  </a:lnTo>
                  <a:lnTo>
                    <a:pt x="5463261" y="1430742"/>
                  </a:lnTo>
                  <a:lnTo>
                    <a:pt x="5462600" y="1430742"/>
                  </a:lnTo>
                  <a:lnTo>
                    <a:pt x="5461939" y="1430742"/>
                  </a:lnTo>
                  <a:lnTo>
                    <a:pt x="5461279" y="1430742"/>
                  </a:lnTo>
                  <a:lnTo>
                    <a:pt x="5460618" y="1430742"/>
                  </a:lnTo>
                  <a:lnTo>
                    <a:pt x="5459958" y="1430742"/>
                  </a:lnTo>
                  <a:lnTo>
                    <a:pt x="5459297" y="1430742"/>
                  </a:lnTo>
                  <a:lnTo>
                    <a:pt x="5458637" y="1430742"/>
                  </a:lnTo>
                  <a:lnTo>
                    <a:pt x="5457976" y="1430742"/>
                  </a:lnTo>
                  <a:lnTo>
                    <a:pt x="5457316" y="1430742"/>
                  </a:lnTo>
                  <a:lnTo>
                    <a:pt x="5456655" y="1430742"/>
                  </a:lnTo>
                  <a:lnTo>
                    <a:pt x="5455995" y="1430742"/>
                  </a:lnTo>
                  <a:lnTo>
                    <a:pt x="5455334" y="1430742"/>
                  </a:lnTo>
                  <a:lnTo>
                    <a:pt x="5454674" y="1430742"/>
                  </a:lnTo>
                  <a:lnTo>
                    <a:pt x="5454013" y="1430742"/>
                  </a:lnTo>
                  <a:lnTo>
                    <a:pt x="5453353" y="1430742"/>
                  </a:lnTo>
                  <a:lnTo>
                    <a:pt x="5452692" y="1430742"/>
                  </a:lnTo>
                  <a:lnTo>
                    <a:pt x="5452032" y="1430742"/>
                  </a:lnTo>
                  <a:lnTo>
                    <a:pt x="5451371" y="1430742"/>
                  </a:lnTo>
                  <a:lnTo>
                    <a:pt x="5450710" y="1430742"/>
                  </a:lnTo>
                  <a:lnTo>
                    <a:pt x="5450050" y="1430742"/>
                  </a:lnTo>
                  <a:lnTo>
                    <a:pt x="5449389" y="1430742"/>
                  </a:lnTo>
                  <a:lnTo>
                    <a:pt x="5448729" y="1430742"/>
                  </a:lnTo>
                  <a:lnTo>
                    <a:pt x="5448068" y="1430742"/>
                  </a:lnTo>
                  <a:lnTo>
                    <a:pt x="5447408" y="1430742"/>
                  </a:lnTo>
                  <a:lnTo>
                    <a:pt x="5446747" y="1430742"/>
                  </a:lnTo>
                  <a:lnTo>
                    <a:pt x="5446087" y="1430742"/>
                  </a:lnTo>
                  <a:lnTo>
                    <a:pt x="5445426" y="1430742"/>
                  </a:lnTo>
                  <a:lnTo>
                    <a:pt x="5444766" y="1430742"/>
                  </a:lnTo>
                  <a:lnTo>
                    <a:pt x="5444105" y="1430742"/>
                  </a:lnTo>
                  <a:lnTo>
                    <a:pt x="5443445" y="1430742"/>
                  </a:lnTo>
                  <a:lnTo>
                    <a:pt x="5442784" y="1430742"/>
                  </a:lnTo>
                  <a:lnTo>
                    <a:pt x="5442124" y="1430742"/>
                  </a:lnTo>
                  <a:lnTo>
                    <a:pt x="5441463" y="1430742"/>
                  </a:lnTo>
                  <a:lnTo>
                    <a:pt x="5440802" y="1430742"/>
                  </a:lnTo>
                  <a:lnTo>
                    <a:pt x="5440142" y="1430742"/>
                  </a:lnTo>
                  <a:lnTo>
                    <a:pt x="5439481" y="1430742"/>
                  </a:lnTo>
                  <a:lnTo>
                    <a:pt x="5438821" y="1430742"/>
                  </a:lnTo>
                  <a:lnTo>
                    <a:pt x="5438160" y="1430742"/>
                  </a:lnTo>
                  <a:lnTo>
                    <a:pt x="5437500" y="1430742"/>
                  </a:lnTo>
                  <a:lnTo>
                    <a:pt x="5436839" y="1430742"/>
                  </a:lnTo>
                  <a:lnTo>
                    <a:pt x="5436179" y="1430742"/>
                  </a:lnTo>
                  <a:lnTo>
                    <a:pt x="5435518" y="1430742"/>
                  </a:lnTo>
                  <a:lnTo>
                    <a:pt x="5434858" y="1430742"/>
                  </a:lnTo>
                  <a:lnTo>
                    <a:pt x="5434197" y="1430742"/>
                  </a:lnTo>
                  <a:lnTo>
                    <a:pt x="5433537" y="1430742"/>
                  </a:lnTo>
                  <a:lnTo>
                    <a:pt x="5432876" y="1430742"/>
                  </a:lnTo>
                  <a:lnTo>
                    <a:pt x="5432216" y="1430742"/>
                  </a:lnTo>
                  <a:lnTo>
                    <a:pt x="5431555" y="1430742"/>
                  </a:lnTo>
                  <a:lnTo>
                    <a:pt x="5430894" y="1430742"/>
                  </a:lnTo>
                  <a:lnTo>
                    <a:pt x="5430234" y="1430742"/>
                  </a:lnTo>
                  <a:lnTo>
                    <a:pt x="5429573" y="1430742"/>
                  </a:lnTo>
                  <a:lnTo>
                    <a:pt x="5428913" y="1430742"/>
                  </a:lnTo>
                  <a:lnTo>
                    <a:pt x="5428252" y="1430742"/>
                  </a:lnTo>
                  <a:lnTo>
                    <a:pt x="5427592" y="1430742"/>
                  </a:lnTo>
                  <a:lnTo>
                    <a:pt x="5426931" y="1430742"/>
                  </a:lnTo>
                  <a:lnTo>
                    <a:pt x="5426271" y="1430742"/>
                  </a:lnTo>
                  <a:lnTo>
                    <a:pt x="5425610" y="1430742"/>
                  </a:lnTo>
                  <a:lnTo>
                    <a:pt x="5424950" y="1430742"/>
                  </a:lnTo>
                  <a:lnTo>
                    <a:pt x="5424289" y="1430742"/>
                  </a:lnTo>
                  <a:lnTo>
                    <a:pt x="5423629" y="1430742"/>
                  </a:lnTo>
                  <a:lnTo>
                    <a:pt x="5422968" y="1430742"/>
                  </a:lnTo>
                  <a:lnTo>
                    <a:pt x="5422308" y="1430742"/>
                  </a:lnTo>
                  <a:lnTo>
                    <a:pt x="5421647" y="1430742"/>
                  </a:lnTo>
                  <a:lnTo>
                    <a:pt x="5420986" y="1430742"/>
                  </a:lnTo>
                  <a:lnTo>
                    <a:pt x="5420326" y="1430742"/>
                  </a:lnTo>
                  <a:lnTo>
                    <a:pt x="5419665" y="1430742"/>
                  </a:lnTo>
                  <a:lnTo>
                    <a:pt x="5419005" y="1430742"/>
                  </a:lnTo>
                  <a:lnTo>
                    <a:pt x="5418344" y="1430742"/>
                  </a:lnTo>
                  <a:lnTo>
                    <a:pt x="5417684" y="1430742"/>
                  </a:lnTo>
                  <a:lnTo>
                    <a:pt x="5417023" y="1430742"/>
                  </a:lnTo>
                  <a:lnTo>
                    <a:pt x="5416363" y="1430742"/>
                  </a:lnTo>
                  <a:lnTo>
                    <a:pt x="5415702" y="1430742"/>
                  </a:lnTo>
                  <a:lnTo>
                    <a:pt x="5415042" y="1430742"/>
                  </a:lnTo>
                  <a:lnTo>
                    <a:pt x="5414381" y="1430742"/>
                  </a:lnTo>
                  <a:lnTo>
                    <a:pt x="5413721" y="1430742"/>
                  </a:lnTo>
                  <a:lnTo>
                    <a:pt x="5413060" y="1430742"/>
                  </a:lnTo>
                  <a:lnTo>
                    <a:pt x="5412400" y="1430742"/>
                  </a:lnTo>
                  <a:lnTo>
                    <a:pt x="5411739" y="1430742"/>
                  </a:lnTo>
                  <a:lnTo>
                    <a:pt x="5411079" y="1430742"/>
                  </a:lnTo>
                  <a:lnTo>
                    <a:pt x="5410418" y="1430742"/>
                  </a:lnTo>
                  <a:lnTo>
                    <a:pt x="5409757" y="1430742"/>
                  </a:lnTo>
                  <a:lnTo>
                    <a:pt x="5409097" y="1430742"/>
                  </a:lnTo>
                  <a:lnTo>
                    <a:pt x="5408436" y="1430742"/>
                  </a:lnTo>
                  <a:lnTo>
                    <a:pt x="5407776" y="1430742"/>
                  </a:lnTo>
                  <a:lnTo>
                    <a:pt x="5407115" y="1430742"/>
                  </a:lnTo>
                  <a:lnTo>
                    <a:pt x="5406455" y="1430742"/>
                  </a:lnTo>
                  <a:lnTo>
                    <a:pt x="5405794" y="1430742"/>
                  </a:lnTo>
                  <a:lnTo>
                    <a:pt x="5405134" y="1430742"/>
                  </a:lnTo>
                  <a:lnTo>
                    <a:pt x="5404473" y="1430742"/>
                  </a:lnTo>
                  <a:lnTo>
                    <a:pt x="5403813" y="1430742"/>
                  </a:lnTo>
                  <a:lnTo>
                    <a:pt x="5403152" y="1430742"/>
                  </a:lnTo>
                  <a:lnTo>
                    <a:pt x="5402492" y="1430742"/>
                  </a:lnTo>
                  <a:lnTo>
                    <a:pt x="5401831" y="1430742"/>
                  </a:lnTo>
                  <a:lnTo>
                    <a:pt x="5401171" y="1430742"/>
                  </a:lnTo>
                  <a:lnTo>
                    <a:pt x="5400510" y="1430742"/>
                  </a:lnTo>
                  <a:lnTo>
                    <a:pt x="5399849" y="1430742"/>
                  </a:lnTo>
                  <a:lnTo>
                    <a:pt x="5399189" y="1430742"/>
                  </a:lnTo>
                  <a:lnTo>
                    <a:pt x="5398528" y="1430742"/>
                  </a:lnTo>
                  <a:lnTo>
                    <a:pt x="5397868" y="1430742"/>
                  </a:lnTo>
                  <a:lnTo>
                    <a:pt x="5397207" y="1430742"/>
                  </a:lnTo>
                  <a:lnTo>
                    <a:pt x="5396547" y="1430742"/>
                  </a:lnTo>
                  <a:lnTo>
                    <a:pt x="5395886" y="1430742"/>
                  </a:lnTo>
                  <a:lnTo>
                    <a:pt x="5395226" y="1430742"/>
                  </a:lnTo>
                  <a:lnTo>
                    <a:pt x="5394565" y="1430742"/>
                  </a:lnTo>
                  <a:lnTo>
                    <a:pt x="5393905" y="1430742"/>
                  </a:lnTo>
                  <a:lnTo>
                    <a:pt x="5393244" y="1430742"/>
                  </a:lnTo>
                  <a:lnTo>
                    <a:pt x="5392584" y="1430742"/>
                  </a:lnTo>
                  <a:lnTo>
                    <a:pt x="5391923" y="1430742"/>
                  </a:lnTo>
                  <a:lnTo>
                    <a:pt x="5391263" y="1430742"/>
                  </a:lnTo>
                  <a:lnTo>
                    <a:pt x="5390602" y="1430742"/>
                  </a:lnTo>
                  <a:lnTo>
                    <a:pt x="5389941" y="1430742"/>
                  </a:lnTo>
                  <a:lnTo>
                    <a:pt x="5389281" y="1430742"/>
                  </a:lnTo>
                  <a:lnTo>
                    <a:pt x="5388620" y="1430742"/>
                  </a:lnTo>
                  <a:lnTo>
                    <a:pt x="5387960" y="1430742"/>
                  </a:lnTo>
                  <a:lnTo>
                    <a:pt x="5387299" y="1430742"/>
                  </a:lnTo>
                  <a:lnTo>
                    <a:pt x="5386639" y="1430742"/>
                  </a:lnTo>
                  <a:lnTo>
                    <a:pt x="5385978" y="1430742"/>
                  </a:lnTo>
                  <a:lnTo>
                    <a:pt x="5385318" y="1430742"/>
                  </a:lnTo>
                  <a:lnTo>
                    <a:pt x="5384657" y="1430742"/>
                  </a:lnTo>
                  <a:lnTo>
                    <a:pt x="5383997" y="1430742"/>
                  </a:lnTo>
                  <a:lnTo>
                    <a:pt x="5383336" y="1430742"/>
                  </a:lnTo>
                  <a:lnTo>
                    <a:pt x="5382676" y="1430742"/>
                  </a:lnTo>
                  <a:lnTo>
                    <a:pt x="5382015" y="1430742"/>
                  </a:lnTo>
                  <a:lnTo>
                    <a:pt x="5381355" y="1430742"/>
                  </a:lnTo>
                  <a:lnTo>
                    <a:pt x="5380694" y="1430742"/>
                  </a:lnTo>
                  <a:lnTo>
                    <a:pt x="5380034" y="1430742"/>
                  </a:lnTo>
                  <a:lnTo>
                    <a:pt x="5379373" y="1430742"/>
                  </a:lnTo>
                  <a:lnTo>
                    <a:pt x="5378712" y="1430742"/>
                  </a:lnTo>
                  <a:lnTo>
                    <a:pt x="5378052" y="1430742"/>
                  </a:lnTo>
                  <a:lnTo>
                    <a:pt x="5377391" y="1430742"/>
                  </a:lnTo>
                  <a:lnTo>
                    <a:pt x="5376731" y="1430742"/>
                  </a:lnTo>
                  <a:lnTo>
                    <a:pt x="5376070" y="1430742"/>
                  </a:lnTo>
                  <a:lnTo>
                    <a:pt x="5375410" y="1430742"/>
                  </a:lnTo>
                  <a:lnTo>
                    <a:pt x="5374749" y="1430742"/>
                  </a:lnTo>
                  <a:lnTo>
                    <a:pt x="5374089" y="1430742"/>
                  </a:lnTo>
                  <a:lnTo>
                    <a:pt x="5373428" y="1430742"/>
                  </a:lnTo>
                  <a:lnTo>
                    <a:pt x="5372768" y="1430742"/>
                  </a:lnTo>
                  <a:lnTo>
                    <a:pt x="5372107" y="1430742"/>
                  </a:lnTo>
                  <a:lnTo>
                    <a:pt x="5371447" y="1430742"/>
                  </a:lnTo>
                  <a:lnTo>
                    <a:pt x="5370786" y="1430742"/>
                  </a:lnTo>
                  <a:lnTo>
                    <a:pt x="5370126" y="1430742"/>
                  </a:lnTo>
                  <a:lnTo>
                    <a:pt x="5369465" y="1430742"/>
                  </a:lnTo>
                  <a:lnTo>
                    <a:pt x="5368804" y="1430742"/>
                  </a:lnTo>
                  <a:lnTo>
                    <a:pt x="5368144" y="1430742"/>
                  </a:lnTo>
                  <a:lnTo>
                    <a:pt x="5367483" y="1430742"/>
                  </a:lnTo>
                  <a:lnTo>
                    <a:pt x="5366823" y="1430742"/>
                  </a:lnTo>
                  <a:lnTo>
                    <a:pt x="5366162" y="1430742"/>
                  </a:lnTo>
                  <a:lnTo>
                    <a:pt x="5365502" y="1430742"/>
                  </a:lnTo>
                  <a:lnTo>
                    <a:pt x="5364841" y="1430742"/>
                  </a:lnTo>
                  <a:lnTo>
                    <a:pt x="5364181" y="1430742"/>
                  </a:lnTo>
                  <a:lnTo>
                    <a:pt x="5363520" y="1430742"/>
                  </a:lnTo>
                  <a:lnTo>
                    <a:pt x="5362860" y="1430742"/>
                  </a:lnTo>
                  <a:lnTo>
                    <a:pt x="5362199" y="1430742"/>
                  </a:lnTo>
                  <a:lnTo>
                    <a:pt x="5361539" y="1430742"/>
                  </a:lnTo>
                  <a:lnTo>
                    <a:pt x="5360878" y="1430742"/>
                  </a:lnTo>
                  <a:lnTo>
                    <a:pt x="5360218" y="1430742"/>
                  </a:lnTo>
                  <a:lnTo>
                    <a:pt x="5359557" y="1430742"/>
                  </a:lnTo>
                  <a:lnTo>
                    <a:pt x="5358896" y="1430742"/>
                  </a:lnTo>
                  <a:lnTo>
                    <a:pt x="5358236" y="1430742"/>
                  </a:lnTo>
                  <a:lnTo>
                    <a:pt x="5357575" y="1430742"/>
                  </a:lnTo>
                  <a:lnTo>
                    <a:pt x="5356915" y="1430742"/>
                  </a:lnTo>
                  <a:lnTo>
                    <a:pt x="5356254" y="1430742"/>
                  </a:lnTo>
                  <a:lnTo>
                    <a:pt x="5355594" y="1430742"/>
                  </a:lnTo>
                  <a:lnTo>
                    <a:pt x="5354933" y="1430742"/>
                  </a:lnTo>
                  <a:lnTo>
                    <a:pt x="5354273" y="1430742"/>
                  </a:lnTo>
                  <a:lnTo>
                    <a:pt x="5353612" y="1430742"/>
                  </a:lnTo>
                  <a:lnTo>
                    <a:pt x="5352952" y="1430742"/>
                  </a:lnTo>
                  <a:lnTo>
                    <a:pt x="5352291" y="1430742"/>
                  </a:lnTo>
                  <a:lnTo>
                    <a:pt x="5351631" y="1430742"/>
                  </a:lnTo>
                  <a:lnTo>
                    <a:pt x="5350970" y="1430742"/>
                  </a:lnTo>
                  <a:lnTo>
                    <a:pt x="5350310" y="1430742"/>
                  </a:lnTo>
                  <a:lnTo>
                    <a:pt x="5349649" y="1430742"/>
                  </a:lnTo>
                  <a:lnTo>
                    <a:pt x="5348988" y="1430742"/>
                  </a:lnTo>
                  <a:lnTo>
                    <a:pt x="5348328" y="1430742"/>
                  </a:lnTo>
                  <a:lnTo>
                    <a:pt x="5347667" y="1430742"/>
                  </a:lnTo>
                  <a:lnTo>
                    <a:pt x="5347007" y="1430742"/>
                  </a:lnTo>
                  <a:lnTo>
                    <a:pt x="5346346" y="1430742"/>
                  </a:lnTo>
                  <a:lnTo>
                    <a:pt x="5345686" y="1430742"/>
                  </a:lnTo>
                  <a:lnTo>
                    <a:pt x="5345025" y="1430742"/>
                  </a:lnTo>
                  <a:lnTo>
                    <a:pt x="5344365" y="1430742"/>
                  </a:lnTo>
                  <a:lnTo>
                    <a:pt x="5343704" y="1430742"/>
                  </a:lnTo>
                  <a:lnTo>
                    <a:pt x="5343044" y="1430742"/>
                  </a:lnTo>
                  <a:lnTo>
                    <a:pt x="5342383" y="1430742"/>
                  </a:lnTo>
                  <a:lnTo>
                    <a:pt x="5341723" y="1430742"/>
                  </a:lnTo>
                  <a:lnTo>
                    <a:pt x="5341062" y="1430742"/>
                  </a:lnTo>
                  <a:lnTo>
                    <a:pt x="5340402" y="1430742"/>
                  </a:lnTo>
                  <a:lnTo>
                    <a:pt x="5339741" y="1430742"/>
                  </a:lnTo>
                  <a:lnTo>
                    <a:pt x="5339081" y="1430742"/>
                  </a:lnTo>
                  <a:lnTo>
                    <a:pt x="5338420" y="1430742"/>
                  </a:lnTo>
                  <a:lnTo>
                    <a:pt x="5337759" y="1430742"/>
                  </a:lnTo>
                  <a:lnTo>
                    <a:pt x="5337099" y="1430742"/>
                  </a:lnTo>
                  <a:lnTo>
                    <a:pt x="5336438" y="1430742"/>
                  </a:lnTo>
                  <a:lnTo>
                    <a:pt x="5335778" y="1430742"/>
                  </a:lnTo>
                  <a:lnTo>
                    <a:pt x="5335117" y="1430742"/>
                  </a:lnTo>
                  <a:lnTo>
                    <a:pt x="5334457" y="1430742"/>
                  </a:lnTo>
                  <a:lnTo>
                    <a:pt x="5333796" y="1430742"/>
                  </a:lnTo>
                  <a:lnTo>
                    <a:pt x="5333136" y="1430742"/>
                  </a:lnTo>
                  <a:lnTo>
                    <a:pt x="5332475" y="1430742"/>
                  </a:lnTo>
                  <a:lnTo>
                    <a:pt x="5331815" y="1430742"/>
                  </a:lnTo>
                  <a:lnTo>
                    <a:pt x="5331154" y="1430742"/>
                  </a:lnTo>
                  <a:lnTo>
                    <a:pt x="5330494" y="1430742"/>
                  </a:lnTo>
                  <a:lnTo>
                    <a:pt x="5329833" y="1430742"/>
                  </a:lnTo>
                  <a:lnTo>
                    <a:pt x="5329173" y="1430742"/>
                  </a:lnTo>
                  <a:lnTo>
                    <a:pt x="5328512" y="1430742"/>
                  </a:lnTo>
                  <a:lnTo>
                    <a:pt x="5327851" y="1430742"/>
                  </a:lnTo>
                  <a:lnTo>
                    <a:pt x="5327191" y="1430742"/>
                  </a:lnTo>
                  <a:lnTo>
                    <a:pt x="5326530" y="1430742"/>
                  </a:lnTo>
                  <a:lnTo>
                    <a:pt x="5325870" y="1430742"/>
                  </a:lnTo>
                  <a:lnTo>
                    <a:pt x="5325209" y="1430742"/>
                  </a:lnTo>
                  <a:lnTo>
                    <a:pt x="5324549" y="1430742"/>
                  </a:lnTo>
                  <a:lnTo>
                    <a:pt x="5323888" y="1430742"/>
                  </a:lnTo>
                  <a:lnTo>
                    <a:pt x="5323228" y="1430742"/>
                  </a:lnTo>
                  <a:lnTo>
                    <a:pt x="5322567" y="1430742"/>
                  </a:lnTo>
                  <a:lnTo>
                    <a:pt x="5321907" y="1430742"/>
                  </a:lnTo>
                  <a:lnTo>
                    <a:pt x="5321246" y="1430742"/>
                  </a:lnTo>
                  <a:lnTo>
                    <a:pt x="5320586" y="1430742"/>
                  </a:lnTo>
                  <a:lnTo>
                    <a:pt x="5319925" y="1430742"/>
                  </a:lnTo>
                  <a:lnTo>
                    <a:pt x="5319265" y="1430742"/>
                  </a:lnTo>
                  <a:lnTo>
                    <a:pt x="5318604" y="1430742"/>
                  </a:lnTo>
                  <a:lnTo>
                    <a:pt x="5317943" y="1430742"/>
                  </a:lnTo>
                  <a:lnTo>
                    <a:pt x="5317283" y="1430742"/>
                  </a:lnTo>
                  <a:lnTo>
                    <a:pt x="5316622" y="1430742"/>
                  </a:lnTo>
                  <a:lnTo>
                    <a:pt x="5315962" y="1430742"/>
                  </a:lnTo>
                  <a:lnTo>
                    <a:pt x="5315301" y="1430742"/>
                  </a:lnTo>
                  <a:lnTo>
                    <a:pt x="5314641" y="1430742"/>
                  </a:lnTo>
                  <a:lnTo>
                    <a:pt x="5313980" y="1430742"/>
                  </a:lnTo>
                  <a:lnTo>
                    <a:pt x="5313320" y="1430742"/>
                  </a:lnTo>
                  <a:lnTo>
                    <a:pt x="5312659" y="1430742"/>
                  </a:lnTo>
                  <a:lnTo>
                    <a:pt x="5311999" y="1430742"/>
                  </a:lnTo>
                  <a:lnTo>
                    <a:pt x="5311338" y="1430742"/>
                  </a:lnTo>
                  <a:lnTo>
                    <a:pt x="5310678" y="1430742"/>
                  </a:lnTo>
                  <a:lnTo>
                    <a:pt x="5310017" y="1430742"/>
                  </a:lnTo>
                  <a:lnTo>
                    <a:pt x="5309357" y="1430742"/>
                  </a:lnTo>
                  <a:lnTo>
                    <a:pt x="5308696" y="1430742"/>
                  </a:lnTo>
                  <a:lnTo>
                    <a:pt x="5308036" y="1430742"/>
                  </a:lnTo>
                  <a:lnTo>
                    <a:pt x="5307375" y="1430742"/>
                  </a:lnTo>
                  <a:lnTo>
                    <a:pt x="5306714" y="1430742"/>
                  </a:lnTo>
                  <a:lnTo>
                    <a:pt x="5306054" y="1430742"/>
                  </a:lnTo>
                  <a:lnTo>
                    <a:pt x="5305393" y="1430742"/>
                  </a:lnTo>
                  <a:lnTo>
                    <a:pt x="5304733" y="1430742"/>
                  </a:lnTo>
                  <a:lnTo>
                    <a:pt x="5304072" y="1430742"/>
                  </a:lnTo>
                  <a:lnTo>
                    <a:pt x="5303412" y="1430742"/>
                  </a:lnTo>
                  <a:lnTo>
                    <a:pt x="5302751" y="1430742"/>
                  </a:lnTo>
                  <a:lnTo>
                    <a:pt x="5302091" y="1430742"/>
                  </a:lnTo>
                  <a:lnTo>
                    <a:pt x="5301430" y="1430742"/>
                  </a:lnTo>
                  <a:lnTo>
                    <a:pt x="5300770" y="1430742"/>
                  </a:lnTo>
                  <a:lnTo>
                    <a:pt x="5300109" y="1430742"/>
                  </a:lnTo>
                  <a:lnTo>
                    <a:pt x="5299449" y="1430742"/>
                  </a:lnTo>
                  <a:lnTo>
                    <a:pt x="5298788" y="1430742"/>
                  </a:lnTo>
                  <a:lnTo>
                    <a:pt x="5298128" y="1430742"/>
                  </a:lnTo>
                  <a:lnTo>
                    <a:pt x="5297467" y="1430742"/>
                  </a:lnTo>
                  <a:lnTo>
                    <a:pt x="5296806" y="1430742"/>
                  </a:lnTo>
                  <a:lnTo>
                    <a:pt x="5296146" y="1430742"/>
                  </a:lnTo>
                  <a:lnTo>
                    <a:pt x="5295485" y="1430742"/>
                  </a:lnTo>
                  <a:lnTo>
                    <a:pt x="5294825" y="1430742"/>
                  </a:lnTo>
                  <a:lnTo>
                    <a:pt x="5294164" y="1430742"/>
                  </a:lnTo>
                  <a:lnTo>
                    <a:pt x="5293504" y="1430742"/>
                  </a:lnTo>
                  <a:lnTo>
                    <a:pt x="5292843" y="1430742"/>
                  </a:lnTo>
                  <a:lnTo>
                    <a:pt x="5292183" y="1430742"/>
                  </a:lnTo>
                  <a:lnTo>
                    <a:pt x="5291522" y="1430742"/>
                  </a:lnTo>
                  <a:lnTo>
                    <a:pt x="5290862" y="1430742"/>
                  </a:lnTo>
                  <a:lnTo>
                    <a:pt x="5290201" y="1430742"/>
                  </a:lnTo>
                  <a:lnTo>
                    <a:pt x="5289541" y="1430742"/>
                  </a:lnTo>
                  <a:lnTo>
                    <a:pt x="5288880" y="1430742"/>
                  </a:lnTo>
                  <a:lnTo>
                    <a:pt x="5288220" y="1430742"/>
                  </a:lnTo>
                  <a:lnTo>
                    <a:pt x="5287559" y="1430742"/>
                  </a:lnTo>
                  <a:lnTo>
                    <a:pt x="5286898" y="1430742"/>
                  </a:lnTo>
                  <a:lnTo>
                    <a:pt x="5286238" y="1430742"/>
                  </a:lnTo>
                  <a:lnTo>
                    <a:pt x="5285577" y="1430742"/>
                  </a:lnTo>
                  <a:lnTo>
                    <a:pt x="5284917" y="1430742"/>
                  </a:lnTo>
                  <a:lnTo>
                    <a:pt x="5284256" y="1430742"/>
                  </a:lnTo>
                  <a:lnTo>
                    <a:pt x="5283596" y="1430742"/>
                  </a:lnTo>
                  <a:lnTo>
                    <a:pt x="5282935" y="1430742"/>
                  </a:lnTo>
                  <a:lnTo>
                    <a:pt x="5282275" y="1430742"/>
                  </a:lnTo>
                  <a:lnTo>
                    <a:pt x="5281614" y="1430742"/>
                  </a:lnTo>
                  <a:lnTo>
                    <a:pt x="5280954" y="1430742"/>
                  </a:lnTo>
                  <a:lnTo>
                    <a:pt x="5280293" y="1430742"/>
                  </a:lnTo>
                  <a:lnTo>
                    <a:pt x="5279633" y="1430742"/>
                  </a:lnTo>
                  <a:lnTo>
                    <a:pt x="5278972" y="1430742"/>
                  </a:lnTo>
                  <a:lnTo>
                    <a:pt x="5278312" y="1430742"/>
                  </a:lnTo>
                  <a:lnTo>
                    <a:pt x="5277651" y="1430742"/>
                  </a:lnTo>
                  <a:lnTo>
                    <a:pt x="5276990" y="1430742"/>
                  </a:lnTo>
                  <a:lnTo>
                    <a:pt x="5276330" y="1430742"/>
                  </a:lnTo>
                  <a:lnTo>
                    <a:pt x="5275669" y="1430742"/>
                  </a:lnTo>
                  <a:lnTo>
                    <a:pt x="5275009" y="1430742"/>
                  </a:lnTo>
                  <a:lnTo>
                    <a:pt x="5274348" y="1430742"/>
                  </a:lnTo>
                  <a:lnTo>
                    <a:pt x="5273688" y="1430742"/>
                  </a:lnTo>
                  <a:lnTo>
                    <a:pt x="5273027" y="1430742"/>
                  </a:lnTo>
                  <a:lnTo>
                    <a:pt x="5272367" y="1430742"/>
                  </a:lnTo>
                  <a:lnTo>
                    <a:pt x="5271706" y="1430742"/>
                  </a:lnTo>
                  <a:lnTo>
                    <a:pt x="5271046" y="1430742"/>
                  </a:lnTo>
                  <a:lnTo>
                    <a:pt x="5270385" y="1430742"/>
                  </a:lnTo>
                  <a:lnTo>
                    <a:pt x="5269725" y="1430742"/>
                  </a:lnTo>
                  <a:lnTo>
                    <a:pt x="5269064" y="1430742"/>
                  </a:lnTo>
                  <a:lnTo>
                    <a:pt x="5268404" y="1430742"/>
                  </a:lnTo>
                  <a:lnTo>
                    <a:pt x="5267743" y="1430742"/>
                  </a:lnTo>
                  <a:lnTo>
                    <a:pt x="5267083" y="1430742"/>
                  </a:lnTo>
                  <a:lnTo>
                    <a:pt x="5266422" y="1430742"/>
                  </a:lnTo>
                  <a:lnTo>
                    <a:pt x="5265761" y="1430742"/>
                  </a:lnTo>
                  <a:lnTo>
                    <a:pt x="5265101" y="1430742"/>
                  </a:lnTo>
                  <a:lnTo>
                    <a:pt x="5264440" y="1430742"/>
                  </a:lnTo>
                  <a:lnTo>
                    <a:pt x="5263780" y="1430742"/>
                  </a:lnTo>
                  <a:lnTo>
                    <a:pt x="5263119" y="1430742"/>
                  </a:lnTo>
                  <a:lnTo>
                    <a:pt x="5262459" y="1430742"/>
                  </a:lnTo>
                  <a:lnTo>
                    <a:pt x="5261798" y="1430742"/>
                  </a:lnTo>
                  <a:lnTo>
                    <a:pt x="5261138" y="1430742"/>
                  </a:lnTo>
                  <a:lnTo>
                    <a:pt x="5260477" y="1430742"/>
                  </a:lnTo>
                  <a:lnTo>
                    <a:pt x="5259817" y="1430742"/>
                  </a:lnTo>
                  <a:lnTo>
                    <a:pt x="5259156" y="1430742"/>
                  </a:lnTo>
                  <a:lnTo>
                    <a:pt x="5258496" y="1430742"/>
                  </a:lnTo>
                  <a:lnTo>
                    <a:pt x="5257835" y="1430742"/>
                  </a:lnTo>
                  <a:lnTo>
                    <a:pt x="5257175" y="1430742"/>
                  </a:lnTo>
                  <a:lnTo>
                    <a:pt x="5256514" y="1430742"/>
                  </a:lnTo>
                  <a:lnTo>
                    <a:pt x="5255853" y="1430742"/>
                  </a:lnTo>
                  <a:lnTo>
                    <a:pt x="5255193" y="1430742"/>
                  </a:lnTo>
                  <a:lnTo>
                    <a:pt x="5254532" y="1430742"/>
                  </a:lnTo>
                  <a:lnTo>
                    <a:pt x="5253872" y="1430742"/>
                  </a:lnTo>
                  <a:lnTo>
                    <a:pt x="5253211" y="1430742"/>
                  </a:lnTo>
                  <a:lnTo>
                    <a:pt x="5252551" y="1430742"/>
                  </a:lnTo>
                  <a:lnTo>
                    <a:pt x="5251890" y="1430742"/>
                  </a:lnTo>
                  <a:lnTo>
                    <a:pt x="5251230" y="1430742"/>
                  </a:lnTo>
                  <a:lnTo>
                    <a:pt x="5250569" y="1430742"/>
                  </a:lnTo>
                  <a:lnTo>
                    <a:pt x="5249909" y="1430742"/>
                  </a:lnTo>
                  <a:lnTo>
                    <a:pt x="5249248" y="1430742"/>
                  </a:lnTo>
                  <a:lnTo>
                    <a:pt x="5248588" y="1430742"/>
                  </a:lnTo>
                  <a:lnTo>
                    <a:pt x="5247927" y="1430742"/>
                  </a:lnTo>
                  <a:lnTo>
                    <a:pt x="5247267" y="1430742"/>
                  </a:lnTo>
                  <a:lnTo>
                    <a:pt x="5246606" y="1430742"/>
                  </a:lnTo>
                  <a:lnTo>
                    <a:pt x="5245945" y="1430742"/>
                  </a:lnTo>
                  <a:lnTo>
                    <a:pt x="5245285" y="1430742"/>
                  </a:lnTo>
                  <a:lnTo>
                    <a:pt x="5244624" y="1430742"/>
                  </a:lnTo>
                  <a:lnTo>
                    <a:pt x="5243964" y="1430742"/>
                  </a:lnTo>
                  <a:lnTo>
                    <a:pt x="5243303" y="1430742"/>
                  </a:lnTo>
                  <a:lnTo>
                    <a:pt x="5242643" y="1430742"/>
                  </a:lnTo>
                  <a:lnTo>
                    <a:pt x="5241982" y="1430742"/>
                  </a:lnTo>
                  <a:lnTo>
                    <a:pt x="5241322" y="1430742"/>
                  </a:lnTo>
                  <a:lnTo>
                    <a:pt x="5240661" y="1430742"/>
                  </a:lnTo>
                  <a:lnTo>
                    <a:pt x="5240001" y="1430742"/>
                  </a:lnTo>
                  <a:lnTo>
                    <a:pt x="5239340" y="1430742"/>
                  </a:lnTo>
                  <a:lnTo>
                    <a:pt x="5238680" y="1430742"/>
                  </a:lnTo>
                  <a:lnTo>
                    <a:pt x="5238019" y="1430742"/>
                  </a:lnTo>
                  <a:lnTo>
                    <a:pt x="5237359" y="1430742"/>
                  </a:lnTo>
                  <a:lnTo>
                    <a:pt x="5236698" y="1430742"/>
                  </a:lnTo>
                  <a:lnTo>
                    <a:pt x="5236038" y="1430742"/>
                  </a:lnTo>
                  <a:lnTo>
                    <a:pt x="5235377" y="1430742"/>
                  </a:lnTo>
                  <a:lnTo>
                    <a:pt x="5234716" y="1430742"/>
                  </a:lnTo>
                  <a:lnTo>
                    <a:pt x="5234056" y="1430742"/>
                  </a:lnTo>
                  <a:lnTo>
                    <a:pt x="5233395" y="1430742"/>
                  </a:lnTo>
                  <a:lnTo>
                    <a:pt x="5232735" y="1430742"/>
                  </a:lnTo>
                  <a:lnTo>
                    <a:pt x="5232074" y="1430742"/>
                  </a:lnTo>
                  <a:lnTo>
                    <a:pt x="5231414" y="1430742"/>
                  </a:lnTo>
                  <a:lnTo>
                    <a:pt x="5230753" y="1430742"/>
                  </a:lnTo>
                  <a:lnTo>
                    <a:pt x="5230093" y="1430742"/>
                  </a:lnTo>
                  <a:lnTo>
                    <a:pt x="5229432" y="1430742"/>
                  </a:lnTo>
                  <a:lnTo>
                    <a:pt x="5228772" y="1430742"/>
                  </a:lnTo>
                  <a:lnTo>
                    <a:pt x="5228111" y="1430742"/>
                  </a:lnTo>
                  <a:lnTo>
                    <a:pt x="5227451" y="1430742"/>
                  </a:lnTo>
                  <a:lnTo>
                    <a:pt x="5226790" y="1430742"/>
                  </a:lnTo>
                  <a:lnTo>
                    <a:pt x="5226130" y="1430742"/>
                  </a:lnTo>
                  <a:lnTo>
                    <a:pt x="5225469" y="1430742"/>
                  </a:lnTo>
                  <a:lnTo>
                    <a:pt x="5224808" y="1430742"/>
                  </a:lnTo>
                  <a:lnTo>
                    <a:pt x="5224148" y="1430742"/>
                  </a:lnTo>
                  <a:lnTo>
                    <a:pt x="5223487" y="1430742"/>
                  </a:lnTo>
                  <a:lnTo>
                    <a:pt x="5222827" y="1430742"/>
                  </a:lnTo>
                  <a:lnTo>
                    <a:pt x="5222166" y="1430742"/>
                  </a:lnTo>
                  <a:lnTo>
                    <a:pt x="5221506" y="1430742"/>
                  </a:lnTo>
                  <a:lnTo>
                    <a:pt x="5220845" y="1430742"/>
                  </a:lnTo>
                  <a:lnTo>
                    <a:pt x="5220185" y="1430742"/>
                  </a:lnTo>
                  <a:lnTo>
                    <a:pt x="5219524" y="1430742"/>
                  </a:lnTo>
                  <a:lnTo>
                    <a:pt x="5218864" y="1430742"/>
                  </a:lnTo>
                  <a:lnTo>
                    <a:pt x="5218203" y="1430742"/>
                  </a:lnTo>
                  <a:lnTo>
                    <a:pt x="5217543" y="1430742"/>
                  </a:lnTo>
                  <a:lnTo>
                    <a:pt x="5216882" y="1430742"/>
                  </a:lnTo>
                  <a:lnTo>
                    <a:pt x="5216222" y="1430742"/>
                  </a:lnTo>
                  <a:lnTo>
                    <a:pt x="5215561" y="1430742"/>
                  </a:lnTo>
                  <a:lnTo>
                    <a:pt x="5214900" y="1430742"/>
                  </a:lnTo>
                  <a:lnTo>
                    <a:pt x="5214240" y="1430742"/>
                  </a:lnTo>
                  <a:lnTo>
                    <a:pt x="5213579" y="1430742"/>
                  </a:lnTo>
                  <a:lnTo>
                    <a:pt x="5212919" y="1430742"/>
                  </a:lnTo>
                  <a:lnTo>
                    <a:pt x="5212258" y="1430742"/>
                  </a:lnTo>
                  <a:lnTo>
                    <a:pt x="5211598" y="1430742"/>
                  </a:lnTo>
                  <a:lnTo>
                    <a:pt x="5210937" y="1430742"/>
                  </a:lnTo>
                  <a:lnTo>
                    <a:pt x="5210277" y="1430742"/>
                  </a:lnTo>
                  <a:lnTo>
                    <a:pt x="5209616" y="1430742"/>
                  </a:lnTo>
                  <a:lnTo>
                    <a:pt x="5208956" y="1430742"/>
                  </a:lnTo>
                  <a:lnTo>
                    <a:pt x="5208295" y="1430742"/>
                  </a:lnTo>
                  <a:lnTo>
                    <a:pt x="5207635" y="1430742"/>
                  </a:lnTo>
                  <a:lnTo>
                    <a:pt x="5206974" y="1430742"/>
                  </a:lnTo>
                  <a:lnTo>
                    <a:pt x="5206314" y="1430742"/>
                  </a:lnTo>
                  <a:lnTo>
                    <a:pt x="5205653" y="1430742"/>
                  </a:lnTo>
                  <a:lnTo>
                    <a:pt x="5204992" y="1430742"/>
                  </a:lnTo>
                  <a:lnTo>
                    <a:pt x="5204332" y="1430742"/>
                  </a:lnTo>
                  <a:lnTo>
                    <a:pt x="5203671" y="1430742"/>
                  </a:lnTo>
                  <a:lnTo>
                    <a:pt x="5203011" y="1430742"/>
                  </a:lnTo>
                  <a:lnTo>
                    <a:pt x="5202350" y="1430742"/>
                  </a:lnTo>
                  <a:lnTo>
                    <a:pt x="5201690" y="1430742"/>
                  </a:lnTo>
                  <a:lnTo>
                    <a:pt x="5201029" y="1430742"/>
                  </a:lnTo>
                  <a:lnTo>
                    <a:pt x="5200369" y="1430742"/>
                  </a:lnTo>
                  <a:lnTo>
                    <a:pt x="5199708" y="1430742"/>
                  </a:lnTo>
                  <a:lnTo>
                    <a:pt x="5199048" y="1430742"/>
                  </a:lnTo>
                  <a:lnTo>
                    <a:pt x="5198387" y="1430742"/>
                  </a:lnTo>
                  <a:lnTo>
                    <a:pt x="5197727" y="1430742"/>
                  </a:lnTo>
                  <a:lnTo>
                    <a:pt x="5197066" y="1430742"/>
                  </a:lnTo>
                  <a:lnTo>
                    <a:pt x="5196406" y="1430742"/>
                  </a:lnTo>
                  <a:lnTo>
                    <a:pt x="5195745" y="1430742"/>
                  </a:lnTo>
                  <a:lnTo>
                    <a:pt x="5195085" y="1430742"/>
                  </a:lnTo>
                  <a:lnTo>
                    <a:pt x="5194424" y="1430742"/>
                  </a:lnTo>
                  <a:lnTo>
                    <a:pt x="5193763" y="1430742"/>
                  </a:lnTo>
                  <a:lnTo>
                    <a:pt x="5193103" y="1430742"/>
                  </a:lnTo>
                  <a:lnTo>
                    <a:pt x="5192442" y="1430742"/>
                  </a:lnTo>
                  <a:lnTo>
                    <a:pt x="5191782" y="1430742"/>
                  </a:lnTo>
                  <a:lnTo>
                    <a:pt x="5191121" y="1430742"/>
                  </a:lnTo>
                  <a:lnTo>
                    <a:pt x="5190461" y="1430742"/>
                  </a:lnTo>
                  <a:lnTo>
                    <a:pt x="5189800" y="1430742"/>
                  </a:lnTo>
                  <a:lnTo>
                    <a:pt x="5189140" y="1430742"/>
                  </a:lnTo>
                  <a:lnTo>
                    <a:pt x="5188479" y="1430742"/>
                  </a:lnTo>
                  <a:lnTo>
                    <a:pt x="5187819" y="1430742"/>
                  </a:lnTo>
                  <a:lnTo>
                    <a:pt x="5187158" y="1430742"/>
                  </a:lnTo>
                  <a:lnTo>
                    <a:pt x="5186498" y="1430742"/>
                  </a:lnTo>
                  <a:lnTo>
                    <a:pt x="5185837" y="1430742"/>
                  </a:lnTo>
                  <a:lnTo>
                    <a:pt x="5185177" y="1430742"/>
                  </a:lnTo>
                  <a:lnTo>
                    <a:pt x="5184516" y="1430742"/>
                  </a:lnTo>
                  <a:lnTo>
                    <a:pt x="5183855" y="1430742"/>
                  </a:lnTo>
                  <a:lnTo>
                    <a:pt x="5183195" y="1430742"/>
                  </a:lnTo>
                  <a:lnTo>
                    <a:pt x="5182534" y="1430742"/>
                  </a:lnTo>
                  <a:lnTo>
                    <a:pt x="5181874" y="1430742"/>
                  </a:lnTo>
                  <a:lnTo>
                    <a:pt x="5181213" y="1430742"/>
                  </a:lnTo>
                  <a:lnTo>
                    <a:pt x="5180553" y="1430742"/>
                  </a:lnTo>
                  <a:lnTo>
                    <a:pt x="5179892" y="1430742"/>
                  </a:lnTo>
                  <a:lnTo>
                    <a:pt x="5179232" y="1430742"/>
                  </a:lnTo>
                  <a:lnTo>
                    <a:pt x="5178571" y="1430742"/>
                  </a:lnTo>
                  <a:lnTo>
                    <a:pt x="5177911" y="1430742"/>
                  </a:lnTo>
                  <a:lnTo>
                    <a:pt x="5177250" y="1430742"/>
                  </a:lnTo>
                  <a:lnTo>
                    <a:pt x="5176590" y="1430742"/>
                  </a:lnTo>
                  <a:lnTo>
                    <a:pt x="5175929" y="1430742"/>
                  </a:lnTo>
                  <a:lnTo>
                    <a:pt x="5175269" y="1430742"/>
                  </a:lnTo>
                  <a:lnTo>
                    <a:pt x="5174608" y="1430742"/>
                  </a:lnTo>
                  <a:lnTo>
                    <a:pt x="5173947" y="1430742"/>
                  </a:lnTo>
                  <a:lnTo>
                    <a:pt x="5173287" y="1430742"/>
                  </a:lnTo>
                  <a:lnTo>
                    <a:pt x="5172626" y="1430742"/>
                  </a:lnTo>
                  <a:lnTo>
                    <a:pt x="5171966" y="1430742"/>
                  </a:lnTo>
                  <a:lnTo>
                    <a:pt x="5171305" y="1430742"/>
                  </a:lnTo>
                  <a:lnTo>
                    <a:pt x="5170645" y="1430742"/>
                  </a:lnTo>
                  <a:lnTo>
                    <a:pt x="5169984" y="1430742"/>
                  </a:lnTo>
                  <a:lnTo>
                    <a:pt x="5169324" y="1430742"/>
                  </a:lnTo>
                  <a:lnTo>
                    <a:pt x="5168663" y="1430742"/>
                  </a:lnTo>
                  <a:lnTo>
                    <a:pt x="5168003" y="1430742"/>
                  </a:lnTo>
                  <a:lnTo>
                    <a:pt x="5167342" y="1430742"/>
                  </a:lnTo>
                  <a:lnTo>
                    <a:pt x="5166682" y="1430742"/>
                  </a:lnTo>
                  <a:lnTo>
                    <a:pt x="5166021" y="1430742"/>
                  </a:lnTo>
                  <a:lnTo>
                    <a:pt x="5165361" y="1430742"/>
                  </a:lnTo>
                  <a:lnTo>
                    <a:pt x="5164700" y="1430742"/>
                  </a:lnTo>
                  <a:lnTo>
                    <a:pt x="5164040" y="1430742"/>
                  </a:lnTo>
                  <a:lnTo>
                    <a:pt x="5163379" y="1430742"/>
                  </a:lnTo>
                  <a:lnTo>
                    <a:pt x="5162718" y="1430742"/>
                  </a:lnTo>
                  <a:lnTo>
                    <a:pt x="5162058" y="1430742"/>
                  </a:lnTo>
                  <a:lnTo>
                    <a:pt x="5161397" y="1430742"/>
                  </a:lnTo>
                  <a:lnTo>
                    <a:pt x="5160737" y="1430742"/>
                  </a:lnTo>
                  <a:lnTo>
                    <a:pt x="5160076" y="1430742"/>
                  </a:lnTo>
                  <a:lnTo>
                    <a:pt x="5159416" y="1430742"/>
                  </a:lnTo>
                  <a:lnTo>
                    <a:pt x="5158755" y="1430742"/>
                  </a:lnTo>
                  <a:lnTo>
                    <a:pt x="5158095" y="1430742"/>
                  </a:lnTo>
                  <a:lnTo>
                    <a:pt x="5157434" y="1430742"/>
                  </a:lnTo>
                  <a:lnTo>
                    <a:pt x="5156774" y="1430742"/>
                  </a:lnTo>
                  <a:lnTo>
                    <a:pt x="5156113" y="1430742"/>
                  </a:lnTo>
                  <a:lnTo>
                    <a:pt x="5155453" y="1430742"/>
                  </a:lnTo>
                  <a:lnTo>
                    <a:pt x="5154792" y="1430742"/>
                  </a:lnTo>
                  <a:lnTo>
                    <a:pt x="5154132" y="1430742"/>
                  </a:lnTo>
                  <a:lnTo>
                    <a:pt x="5153471" y="1430742"/>
                  </a:lnTo>
                  <a:lnTo>
                    <a:pt x="5152810" y="1430742"/>
                  </a:lnTo>
                  <a:lnTo>
                    <a:pt x="5152150" y="1430742"/>
                  </a:lnTo>
                  <a:lnTo>
                    <a:pt x="5151489" y="1430742"/>
                  </a:lnTo>
                  <a:lnTo>
                    <a:pt x="5150829" y="1430742"/>
                  </a:lnTo>
                  <a:lnTo>
                    <a:pt x="5150168" y="1430742"/>
                  </a:lnTo>
                  <a:lnTo>
                    <a:pt x="5149508" y="1430742"/>
                  </a:lnTo>
                  <a:lnTo>
                    <a:pt x="5148847" y="1430742"/>
                  </a:lnTo>
                  <a:lnTo>
                    <a:pt x="5148187" y="1430742"/>
                  </a:lnTo>
                  <a:lnTo>
                    <a:pt x="5147526" y="1430742"/>
                  </a:lnTo>
                  <a:lnTo>
                    <a:pt x="5146866" y="1430742"/>
                  </a:lnTo>
                  <a:lnTo>
                    <a:pt x="5146205" y="1430742"/>
                  </a:lnTo>
                  <a:lnTo>
                    <a:pt x="5145545" y="1430742"/>
                  </a:lnTo>
                  <a:lnTo>
                    <a:pt x="5144884" y="1430742"/>
                  </a:lnTo>
                  <a:lnTo>
                    <a:pt x="5144224" y="1430742"/>
                  </a:lnTo>
                  <a:lnTo>
                    <a:pt x="5143563" y="1430742"/>
                  </a:lnTo>
                  <a:lnTo>
                    <a:pt x="5142902" y="1430742"/>
                  </a:lnTo>
                  <a:lnTo>
                    <a:pt x="5142242" y="1430742"/>
                  </a:lnTo>
                  <a:lnTo>
                    <a:pt x="5141581" y="1430742"/>
                  </a:lnTo>
                  <a:lnTo>
                    <a:pt x="5140921" y="1430742"/>
                  </a:lnTo>
                  <a:lnTo>
                    <a:pt x="5140260" y="1430742"/>
                  </a:lnTo>
                  <a:lnTo>
                    <a:pt x="5139600" y="1430742"/>
                  </a:lnTo>
                  <a:lnTo>
                    <a:pt x="5138939" y="1430742"/>
                  </a:lnTo>
                  <a:lnTo>
                    <a:pt x="5138279" y="1430742"/>
                  </a:lnTo>
                  <a:lnTo>
                    <a:pt x="5137618" y="1430742"/>
                  </a:lnTo>
                  <a:lnTo>
                    <a:pt x="5136958" y="1430742"/>
                  </a:lnTo>
                  <a:lnTo>
                    <a:pt x="5136297" y="1430742"/>
                  </a:lnTo>
                  <a:lnTo>
                    <a:pt x="5135637" y="1430742"/>
                  </a:lnTo>
                  <a:lnTo>
                    <a:pt x="5134976" y="1430742"/>
                  </a:lnTo>
                  <a:lnTo>
                    <a:pt x="5134316" y="1430742"/>
                  </a:lnTo>
                  <a:lnTo>
                    <a:pt x="5133655" y="1430742"/>
                  </a:lnTo>
                  <a:lnTo>
                    <a:pt x="5132994" y="1430742"/>
                  </a:lnTo>
                  <a:lnTo>
                    <a:pt x="5132334" y="1430742"/>
                  </a:lnTo>
                  <a:lnTo>
                    <a:pt x="5131673" y="1430742"/>
                  </a:lnTo>
                  <a:lnTo>
                    <a:pt x="5131013" y="1430742"/>
                  </a:lnTo>
                  <a:lnTo>
                    <a:pt x="5130352" y="1430742"/>
                  </a:lnTo>
                  <a:lnTo>
                    <a:pt x="5129692" y="1430742"/>
                  </a:lnTo>
                  <a:lnTo>
                    <a:pt x="5129031" y="1430742"/>
                  </a:lnTo>
                  <a:lnTo>
                    <a:pt x="5128371" y="1430742"/>
                  </a:lnTo>
                  <a:lnTo>
                    <a:pt x="5127710" y="1430742"/>
                  </a:lnTo>
                  <a:lnTo>
                    <a:pt x="5127050" y="1430742"/>
                  </a:lnTo>
                  <a:lnTo>
                    <a:pt x="5126389" y="1430742"/>
                  </a:lnTo>
                  <a:lnTo>
                    <a:pt x="5125729" y="1430742"/>
                  </a:lnTo>
                  <a:lnTo>
                    <a:pt x="5125068" y="1430742"/>
                  </a:lnTo>
                  <a:lnTo>
                    <a:pt x="5124408" y="1430742"/>
                  </a:lnTo>
                  <a:lnTo>
                    <a:pt x="5123747" y="1430742"/>
                  </a:lnTo>
                  <a:lnTo>
                    <a:pt x="5123087" y="1430742"/>
                  </a:lnTo>
                  <a:lnTo>
                    <a:pt x="5122426" y="1430742"/>
                  </a:lnTo>
                  <a:lnTo>
                    <a:pt x="5121765" y="1430742"/>
                  </a:lnTo>
                  <a:lnTo>
                    <a:pt x="5121105" y="1430742"/>
                  </a:lnTo>
                  <a:lnTo>
                    <a:pt x="5120444" y="1430742"/>
                  </a:lnTo>
                  <a:lnTo>
                    <a:pt x="5119784" y="1430742"/>
                  </a:lnTo>
                  <a:lnTo>
                    <a:pt x="5119123" y="1430742"/>
                  </a:lnTo>
                  <a:lnTo>
                    <a:pt x="5118463" y="1430742"/>
                  </a:lnTo>
                  <a:lnTo>
                    <a:pt x="5117802" y="1430742"/>
                  </a:lnTo>
                  <a:lnTo>
                    <a:pt x="5117142" y="1430742"/>
                  </a:lnTo>
                  <a:lnTo>
                    <a:pt x="5116481" y="1430742"/>
                  </a:lnTo>
                  <a:lnTo>
                    <a:pt x="5115821" y="1430742"/>
                  </a:lnTo>
                  <a:lnTo>
                    <a:pt x="5115160" y="1430742"/>
                  </a:lnTo>
                  <a:lnTo>
                    <a:pt x="5114500" y="1430742"/>
                  </a:lnTo>
                  <a:lnTo>
                    <a:pt x="5113839" y="1430742"/>
                  </a:lnTo>
                  <a:lnTo>
                    <a:pt x="5113179" y="1430742"/>
                  </a:lnTo>
                  <a:lnTo>
                    <a:pt x="5112518" y="1430742"/>
                  </a:lnTo>
                  <a:lnTo>
                    <a:pt x="5111857" y="1430742"/>
                  </a:lnTo>
                  <a:lnTo>
                    <a:pt x="5111197" y="1430742"/>
                  </a:lnTo>
                  <a:lnTo>
                    <a:pt x="5110536" y="1430742"/>
                  </a:lnTo>
                  <a:lnTo>
                    <a:pt x="5109876" y="1430742"/>
                  </a:lnTo>
                  <a:lnTo>
                    <a:pt x="5109215" y="1430742"/>
                  </a:lnTo>
                  <a:lnTo>
                    <a:pt x="5108555" y="1430742"/>
                  </a:lnTo>
                  <a:lnTo>
                    <a:pt x="5107894" y="1430742"/>
                  </a:lnTo>
                  <a:lnTo>
                    <a:pt x="5107234" y="1430742"/>
                  </a:lnTo>
                  <a:lnTo>
                    <a:pt x="5106573" y="1430742"/>
                  </a:lnTo>
                  <a:lnTo>
                    <a:pt x="5105913" y="1430742"/>
                  </a:lnTo>
                  <a:lnTo>
                    <a:pt x="5105252" y="1430742"/>
                  </a:lnTo>
                  <a:lnTo>
                    <a:pt x="5104592" y="1430742"/>
                  </a:lnTo>
                  <a:lnTo>
                    <a:pt x="5103931" y="1430742"/>
                  </a:lnTo>
                  <a:lnTo>
                    <a:pt x="5103271" y="1430742"/>
                  </a:lnTo>
                  <a:lnTo>
                    <a:pt x="5102610" y="1430742"/>
                  </a:lnTo>
                  <a:lnTo>
                    <a:pt x="5101949" y="1430742"/>
                  </a:lnTo>
                  <a:lnTo>
                    <a:pt x="5101289" y="1430742"/>
                  </a:lnTo>
                  <a:lnTo>
                    <a:pt x="5100628" y="1430742"/>
                  </a:lnTo>
                  <a:lnTo>
                    <a:pt x="5099968" y="1430742"/>
                  </a:lnTo>
                  <a:lnTo>
                    <a:pt x="5099307" y="1430742"/>
                  </a:lnTo>
                  <a:lnTo>
                    <a:pt x="5098647" y="1430742"/>
                  </a:lnTo>
                  <a:lnTo>
                    <a:pt x="5097986" y="1430742"/>
                  </a:lnTo>
                  <a:lnTo>
                    <a:pt x="5097326" y="1430742"/>
                  </a:lnTo>
                  <a:lnTo>
                    <a:pt x="5096665" y="1430742"/>
                  </a:lnTo>
                  <a:lnTo>
                    <a:pt x="5096005" y="1430742"/>
                  </a:lnTo>
                  <a:lnTo>
                    <a:pt x="5095344" y="1430742"/>
                  </a:lnTo>
                  <a:lnTo>
                    <a:pt x="5094684" y="1430742"/>
                  </a:lnTo>
                  <a:lnTo>
                    <a:pt x="5094023" y="1430742"/>
                  </a:lnTo>
                  <a:lnTo>
                    <a:pt x="5093363" y="1430742"/>
                  </a:lnTo>
                  <a:lnTo>
                    <a:pt x="5092702" y="1430742"/>
                  </a:lnTo>
                  <a:lnTo>
                    <a:pt x="5092042" y="1430742"/>
                  </a:lnTo>
                  <a:lnTo>
                    <a:pt x="5091381" y="1430742"/>
                  </a:lnTo>
                  <a:lnTo>
                    <a:pt x="5090720" y="1430742"/>
                  </a:lnTo>
                  <a:lnTo>
                    <a:pt x="5090060" y="1430742"/>
                  </a:lnTo>
                  <a:lnTo>
                    <a:pt x="5089399" y="1430742"/>
                  </a:lnTo>
                  <a:lnTo>
                    <a:pt x="5088739" y="1430742"/>
                  </a:lnTo>
                  <a:lnTo>
                    <a:pt x="5088078" y="1430742"/>
                  </a:lnTo>
                  <a:lnTo>
                    <a:pt x="5087418" y="1430742"/>
                  </a:lnTo>
                  <a:lnTo>
                    <a:pt x="5086757" y="1430742"/>
                  </a:lnTo>
                  <a:lnTo>
                    <a:pt x="5086097" y="1430742"/>
                  </a:lnTo>
                  <a:lnTo>
                    <a:pt x="5085436" y="1430742"/>
                  </a:lnTo>
                  <a:lnTo>
                    <a:pt x="5084776" y="1430742"/>
                  </a:lnTo>
                  <a:lnTo>
                    <a:pt x="5084115" y="1430742"/>
                  </a:lnTo>
                  <a:lnTo>
                    <a:pt x="5083455" y="1430742"/>
                  </a:lnTo>
                  <a:lnTo>
                    <a:pt x="5082794" y="1430742"/>
                  </a:lnTo>
                  <a:lnTo>
                    <a:pt x="5082134" y="1430742"/>
                  </a:lnTo>
                  <a:lnTo>
                    <a:pt x="5081473" y="1430742"/>
                  </a:lnTo>
                  <a:lnTo>
                    <a:pt x="5080812" y="1430742"/>
                  </a:lnTo>
                  <a:lnTo>
                    <a:pt x="5080152" y="1430742"/>
                  </a:lnTo>
                  <a:lnTo>
                    <a:pt x="5079491" y="1430742"/>
                  </a:lnTo>
                  <a:lnTo>
                    <a:pt x="5078831" y="1430742"/>
                  </a:lnTo>
                  <a:lnTo>
                    <a:pt x="5078170" y="1430742"/>
                  </a:lnTo>
                  <a:lnTo>
                    <a:pt x="5077510" y="1430742"/>
                  </a:lnTo>
                  <a:lnTo>
                    <a:pt x="5076849" y="1430742"/>
                  </a:lnTo>
                  <a:lnTo>
                    <a:pt x="5076189" y="1430742"/>
                  </a:lnTo>
                  <a:lnTo>
                    <a:pt x="5075528" y="1430742"/>
                  </a:lnTo>
                  <a:lnTo>
                    <a:pt x="5074868" y="1430742"/>
                  </a:lnTo>
                  <a:lnTo>
                    <a:pt x="5074207" y="1430742"/>
                  </a:lnTo>
                  <a:lnTo>
                    <a:pt x="5073547" y="1430742"/>
                  </a:lnTo>
                  <a:lnTo>
                    <a:pt x="5072886" y="1430742"/>
                  </a:lnTo>
                  <a:lnTo>
                    <a:pt x="5072226" y="1430742"/>
                  </a:lnTo>
                  <a:lnTo>
                    <a:pt x="5071565" y="1430742"/>
                  </a:lnTo>
                  <a:lnTo>
                    <a:pt x="5070904" y="1430742"/>
                  </a:lnTo>
                  <a:lnTo>
                    <a:pt x="5070244" y="1430742"/>
                  </a:lnTo>
                  <a:lnTo>
                    <a:pt x="5069583" y="1430742"/>
                  </a:lnTo>
                  <a:lnTo>
                    <a:pt x="5068923" y="1430742"/>
                  </a:lnTo>
                  <a:lnTo>
                    <a:pt x="5068262" y="1430742"/>
                  </a:lnTo>
                  <a:lnTo>
                    <a:pt x="5067602" y="1430742"/>
                  </a:lnTo>
                  <a:lnTo>
                    <a:pt x="5066941" y="1430742"/>
                  </a:lnTo>
                  <a:lnTo>
                    <a:pt x="5066281" y="1430742"/>
                  </a:lnTo>
                  <a:lnTo>
                    <a:pt x="5065620" y="1430742"/>
                  </a:lnTo>
                  <a:lnTo>
                    <a:pt x="5064960" y="1430742"/>
                  </a:lnTo>
                  <a:lnTo>
                    <a:pt x="5064299" y="1430742"/>
                  </a:lnTo>
                  <a:lnTo>
                    <a:pt x="5063639" y="1430742"/>
                  </a:lnTo>
                  <a:lnTo>
                    <a:pt x="5062978" y="1430742"/>
                  </a:lnTo>
                  <a:lnTo>
                    <a:pt x="5062318" y="1430742"/>
                  </a:lnTo>
                  <a:lnTo>
                    <a:pt x="5061657" y="1430742"/>
                  </a:lnTo>
                  <a:lnTo>
                    <a:pt x="5060996" y="1430742"/>
                  </a:lnTo>
                  <a:lnTo>
                    <a:pt x="5060336" y="1430742"/>
                  </a:lnTo>
                  <a:lnTo>
                    <a:pt x="5059675" y="1430742"/>
                  </a:lnTo>
                  <a:lnTo>
                    <a:pt x="5059015" y="1430742"/>
                  </a:lnTo>
                  <a:lnTo>
                    <a:pt x="5058354" y="1430742"/>
                  </a:lnTo>
                  <a:lnTo>
                    <a:pt x="5057694" y="1430742"/>
                  </a:lnTo>
                  <a:lnTo>
                    <a:pt x="5057033" y="1430742"/>
                  </a:lnTo>
                  <a:lnTo>
                    <a:pt x="5056373" y="1430742"/>
                  </a:lnTo>
                  <a:lnTo>
                    <a:pt x="5055712" y="1430742"/>
                  </a:lnTo>
                  <a:lnTo>
                    <a:pt x="5055052" y="1430742"/>
                  </a:lnTo>
                  <a:lnTo>
                    <a:pt x="5054391" y="1430742"/>
                  </a:lnTo>
                  <a:lnTo>
                    <a:pt x="5053731" y="1430742"/>
                  </a:lnTo>
                  <a:lnTo>
                    <a:pt x="5053070" y="1430742"/>
                  </a:lnTo>
                  <a:lnTo>
                    <a:pt x="5052410" y="1430742"/>
                  </a:lnTo>
                  <a:lnTo>
                    <a:pt x="5051749" y="1430742"/>
                  </a:lnTo>
                  <a:lnTo>
                    <a:pt x="5051089" y="1430742"/>
                  </a:lnTo>
                  <a:lnTo>
                    <a:pt x="5050428" y="1430742"/>
                  </a:lnTo>
                  <a:lnTo>
                    <a:pt x="5049767" y="1430742"/>
                  </a:lnTo>
                  <a:lnTo>
                    <a:pt x="5049107" y="1430742"/>
                  </a:lnTo>
                  <a:lnTo>
                    <a:pt x="5048446" y="1430742"/>
                  </a:lnTo>
                  <a:lnTo>
                    <a:pt x="5047786" y="1430742"/>
                  </a:lnTo>
                  <a:lnTo>
                    <a:pt x="5047125" y="1430742"/>
                  </a:lnTo>
                  <a:lnTo>
                    <a:pt x="5046465" y="1430742"/>
                  </a:lnTo>
                  <a:lnTo>
                    <a:pt x="5045804" y="1430742"/>
                  </a:lnTo>
                  <a:lnTo>
                    <a:pt x="5045144" y="1430742"/>
                  </a:lnTo>
                  <a:lnTo>
                    <a:pt x="5044483" y="1430742"/>
                  </a:lnTo>
                  <a:lnTo>
                    <a:pt x="5043823" y="1430742"/>
                  </a:lnTo>
                  <a:lnTo>
                    <a:pt x="5043162" y="1430742"/>
                  </a:lnTo>
                  <a:lnTo>
                    <a:pt x="5042502" y="1430742"/>
                  </a:lnTo>
                  <a:lnTo>
                    <a:pt x="5041841" y="1430742"/>
                  </a:lnTo>
                  <a:lnTo>
                    <a:pt x="5041181" y="1430742"/>
                  </a:lnTo>
                  <a:lnTo>
                    <a:pt x="5040520" y="1430742"/>
                  </a:lnTo>
                  <a:lnTo>
                    <a:pt x="5039859" y="1430742"/>
                  </a:lnTo>
                  <a:lnTo>
                    <a:pt x="5039199" y="1430742"/>
                  </a:lnTo>
                  <a:lnTo>
                    <a:pt x="5038538" y="1430742"/>
                  </a:lnTo>
                  <a:lnTo>
                    <a:pt x="5037878" y="1430742"/>
                  </a:lnTo>
                  <a:lnTo>
                    <a:pt x="5037217" y="1430742"/>
                  </a:lnTo>
                  <a:lnTo>
                    <a:pt x="5036557" y="1430742"/>
                  </a:lnTo>
                  <a:lnTo>
                    <a:pt x="5035896" y="1430742"/>
                  </a:lnTo>
                  <a:lnTo>
                    <a:pt x="5035236" y="1430742"/>
                  </a:lnTo>
                  <a:lnTo>
                    <a:pt x="5034575" y="1430742"/>
                  </a:lnTo>
                  <a:lnTo>
                    <a:pt x="5033915" y="1430742"/>
                  </a:lnTo>
                  <a:lnTo>
                    <a:pt x="5033254" y="1430742"/>
                  </a:lnTo>
                  <a:lnTo>
                    <a:pt x="5032594" y="1430742"/>
                  </a:lnTo>
                  <a:lnTo>
                    <a:pt x="5031933" y="1430742"/>
                  </a:lnTo>
                  <a:lnTo>
                    <a:pt x="5031273" y="1430742"/>
                  </a:lnTo>
                  <a:lnTo>
                    <a:pt x="5030612" y="1430742"/>
                  </a:lnTo>
                  <a:lnTo>
                    <a:pt x="5029951" y="1430742"/>
                  </a:lnTo>
                  <a:lnTo>
                    <a:pt x="5029291" y="1430742"/>
                  </a:lnTo>
                  <a:lnTo>
                    <a:pt x="5028630" y="1430742"/>
                  </a:lnTo>
                  <a:lnTo>
                    <a:pt x="5027970" y="1430742"/>
                  </a:lnTo>
                  <a:lnTo>
                    <a:pt x="5027309" y="1430742"/>
                  </a:lnTo>
                  <a:lnTo>
                    <a:pt x="5026649" y="1430742"/>
                  </a:lnTo>
                  <a:lnTo>
                    <a:pt x="5025988" y="1430742"/>
                  </a:lnTo>
                  <a:lnTo>
                    <a:pt x="5025328" y="1430742"/>
                  </a:lnTo>
                  <a:lnTo>
                    <a:pt x="5024667" y="1430742"/>
                  </a:lnTo>
                  <a:lnTo>
                    <a:pt x="5024007" y="1430742"/>
                  </a:lnTo>
                  <a:lnTo>
                    <a:pt x="5023346" y="1430742"/>
                  </a:lnTo>
                  <a:lnTo>
                    <a:pt x="5022686" y="1430742"/>
                  </a:lnTo>
                  <a:lnTo>
                    <a:pt x="5022025" y="1430742"/>
                  </a:lnTo>
                  <a:lnTo>
                    <a:pt x="5021365" y="1430742"/>
                  </a:lnTo>
                  <a:lnTo>
                    <a:pt x="5020704" y="1430742"/>
                  </a:lnTo>
                  <a:lnTo>
                    <a:pt x="5020044" y="1430742"/>
                  </a:lnTo>
                  <a:lnTo>
                    <a:pt x="5019383" y="1430742"/>
                  </a:lnTo>
                  <a:lnTo>
                    <a:pt x="5018722" y="1430742"/>
                  </a:lnTo>
                  <a:lnTo>
                    <a:pt x="5018062" y="1430742"/>
                  </a:lnTo>
                  <a:lnTo>
                    <a:pt x="5017401" y="1430742"/>
                  </a:lnTo>
                  <a:lnTo>
                    <a:pt x="5016741" y="1430742"/>
                  </a:lnTo>
                  <a:lnTo>
                    <a:pt x="5016080" y="1430742"/>
                  </a:lnTo>
                  <a:lnTo>
                    <a:pt x="5015420" y="1430742"/>
                  </a:lnTo>
                  <a:lnTo>
                    <a:pt x="5014759" y="1430742"/>
                  </a:lnTo>
                  <a:lnTo>
                    <a:pt x="5014099" y="1430742"/>
                  </a:lnTo>
                  <a:lnTo>
                    <a:pt x="5013438" y="1430742"/>
                  </a:lnTo>
                  <a:lnTo>
                    <a:pt x="5012778" y="1430742"/>
                  </a:lnTo>
                  <a:lnTo>
                    <a:pt x="5012117" y="1430742"/>
                  </a:lnTo>
                  <a:lnTo>
                    <a:pt x="5011457" y="1430742"/>
                  </a:lnTo>
                  <a:lnTo>
                    <a:pt x="5010796" y="1430742"/>
                  </a:lnTo>
                  <a:lnTo>
                    <a:pt x="5010136" y="1430742"/>
                  </a:lnTo>
                  <a:lnTo>
                    <a:pt x="5009475" y="1430742"/>
                  </a:lnTo>
                  <a:lnTo>
                    <a:pt x="5008814" y="1430742"/>
                  </a:lnTo>
                  <a:lnTo>
                    <a:pt x="5008154" y="1430742"/>
                  </a:lnTo>
                  <a:lnTo>
                    <a:pt x="5007493" y="1430742"/>
                  </a:lnTo>
                  <a:lnTo>
                    <a:pt x="5006833" y="1430742"/>
                  </a:lnTo>
                  <a:lnTo>
                    <a:pt x="5006172" y="1430742"/>
                  </a:lnTo>
                  <a:lnTo>
                    <a:pt x="5005512" y="1430742"/>
                  </a:lnTo>
                  <a:lnTo>
                    <a:pt x="5004851" y="1430742"/>
                  </a:lnTo>
                  <a:lnTo>
                    <a:pt x="5004191" y="1430742"/>
                  </a:lnTo>
                  <a:lnTo>
                    <a:pt x="5003530" y="1430742"/>
                  </a:lnTo>
                  <a:lnTo>
                    <a:pt x="5002870" y="1430742"/>
                  </a:lnTo>
                  <a:lnTo>
                    <a:pt x="5002209" y="1430742"/>
                  </a:lnTo>
                  <a:lnTo>
                    <a:pt x="5001549" y="1430742"/>
                  </a:lnTo>
                  <a:lnTo>
                    <a:pt x="5000888" y="1430742"/>
                  </a:lnTo>
                  <a:lnTo>
                    <a:pt x="5000228" y="1430742"/>
                  </a:lnTo>
                  <a:lnTo>
                    <a:pt x="4999567" y="1430742"/>
                  </a:lnTo>
                  <a:lnTo>
                    <a:pt x="4998906" y="1430742"/>
                  </a:lnTo>
                  <a:lnTo>
                    <a:pt x="4998246" y="1430742"/>
                  </a:lnTo>
                  <a:lnTo>
                    <a:pt x="4997585" y="1430742"/>
                  </a:lnTo>
                  <a:lnTo>
                    <a:pt x="4996925" y="1430742"/>
                  </a:lnTo>
                  <a:lnTo>
                    <a:pt x="4996264" y="1430742"/>
                  </a:lnTo>
                  <a:lnTo>
                    <a:pt x="4995604" y="1430742"/>
                  </a:lnTo>
                  <a:lnTo>
                    <a:pt x="4994943" y="1430742"/>
                  </a:lnTo>
                  <a:lnTo>
                    <a:pt x="4994283" y="1430742"/>
                  </a:lnTo>
                  <a:lnTo>
                    <a:pt x="4993622" y="1430742"/>
                  </a:lnTo>
                  <a:lnTo>
                    <a:pt x="4992962" y="1430742"/>
                  </a:lnTo>
                  <a:lnTo>
                    <a:pt x="4992301" y="1430742"/>
                  </a:lnTo>
                  <a:lnTo>
                    <a:pt x="4991641" y="1430742"/>
                  </a:lnTo>
                  <a:lnTo>
                    <a:pt x="4990980" y="1430742"/>
                  </a:lnTo>
                  <a:lnTo>
                    <a:pt x="4990320" y="1430742"/>
                  </a:lnTo>
                  <a:lnTo>
                    <a:pt x="4989659" y="1430742"/>
                  </a:lnTo>
                  <a:lnTo>
                    <a:pt x="4988998" y="1430742"/>
                  </a:lnTo>
                  <a:lnTo>
                    <a:pt x="4988338" y="1430742"/>
                  </a:lnTo>
                  <a:lnTo>
                    <a:pt x="4987677" y="1430742"/>
                  </a:lnTo>
                  <a:lnTo>
                    <a:pt x="4987017" y="1430742"/>
                  </a:lnTo>
                  <a:lnTo>
                    <a:pt x="4986356" y="1430742"/>
                  </a:lnTo>
                  <a:lnTo>
                    <a:pt x="4985696" y="1430742"/>
                  </a:lnTo>
                  <a:lnTo>
                    <a:pt x="4985035" y="1430742"/>
                  </a:lnTo>
                  <a:lnTo>
                    <a:pt x="4984375" y="1430742"/>
                  </a:lnTo>
                  <a:lnTo>
                    <a:pt x="4983714" y="1430742"/>
                  </a:lnTo>
                  <a:lnTo>
                    <a:pt x="4983054" y="1430742"/>
                  </a:lnTo>
                  <a:lnTo>
                    <a:pt x="4982393" y="1430742"/>
                  </a:lnTo>
                  <a:lnTo>
                    <a:pt x="4981733" y="1430742"/>
                  </a:lnTo>
                  <a:lnTo>
                    <a:pt x="4981072" y="1430742"/>
                  </a:lnTo>
                  <a:lnTo>
                    <a:pt x="4980412" y="1430742"/>
                  </a:lnTo>
                  <a:lnTo>
                    <a:pt x="4979751" y="1430742"/>
                  </a:lnTo>
                  <a:lnTo>
                    <a:pt x="4979091" y="1430742"/>
                  </a:lnTo>
                  <a:lnTo>
                    <a:pt x="4978430" y="1430742"/>
                  </a:lnTo>
                  <a:lnTo>
                    <a:pt x="4977769" y="1430742"/>
                  </a:lnTo>
                  <a:lnTo>
                    <a:pt x="4977109" y="1430742"/>
                  </a:lnTo>
                  <a:lnTo>
                    <a:pt x="4976448" y="1430742"/>
                  </a:lnTo>
                  <a:lnTo>
                    <a:pt x="4975788" y="1430742"/>
                  </a:lnTo>
                  <a:lnTo>
                    <a:pt x="4975127" y="1430742"/>
                  </a:lnTo>
                  <a:lnTo>
                    <a:pt x="4974467" y="1430742"/>
                  </a:lnTo>
                  <a:lnTo>
                    <a:pt x="4973806" y="1430742"/>
                  </a:lnTo>
                  <a:lnTo>
                    <a:pt x="4973146" y="1430742"/>
                  </a:lnTo>
                  <a:lnTo>
                    <a:pt x="4972485" y="1430742"/>
                  </a:lnTo>
                  <a:lnTo>
                    <a:pt x="4971825" y="1430742"/>
                  </a:lnTo>
                  <a:lnTo>
                    <a:pt x="4971164" y="1430742"/>
                  </a:lnTo>
                  <a:lnTo>
                    <a:pt x="4970504" y="1430742"/>
                  </a:lnTo>
                  <a:lnTo>
                    <a:pt x="4969843" y="1430742"/>
                  </a:lnTo>
                  <a:lnTo>
                    <a:pt x="4969183" y="1430742"/>
                  </a:lnTo>
                  <a:lnTo>
                    <a:pt x="4968522" y="1430742"/>
                  </a:lnTo>
                  <a:lnTo>
                    <a:pt x="4967861" y="1430742"/>
                  </a:lnTo>
                  <a:lnTo>
                    <a:pt x="4967201" y="1430742"/>
                  </a:lnTo>
                  <a:lnTo>
                    <a:pt x="4966540" y="1430742"/>
                  </a:lnTo>
                  <a:lnTo>
                    <a:pt x="4965880" y="1430742"/>
                  </a:lnTo>
                  <a:lnTo>
                    <a:pt x="4965219" y="1430742"/>
                  </a:lnTo>
                  <a:lnTo>
                    <a:pt x="4964559" y="1430742"/>
                  </a:lnTo>
                  <a:lnTo>
                    <a:pt x="4963898" y="1430742"/>
                  </a:lnTo>
                  <a:lnTo>
                    <a:pt x="4963238" y="1430742"/>
                  </a:lnTo>
                  <a:lnTo>
                    <a:pt x="4962577" y="1430742"/>
                  </a:lnTo>
                  <a:lnTo>
                    <a:pt x="4961917" y="1430742"/>
                  </a:lnTo>
                  <a:lnTo>
                    <a:pt x="4961256" y="1430742"/>
                  </a:lnTo>
                  <a:lnTo>
                    <a:pt x="4960596" y="1430742"/>
                  </a:lnTo>
                  <a:lnTo>
                    <a:pt x="4959935" y="1430742"/>
                  </a:lnTo>
                  <a:lnTo>
                    <a:pt x="4959275" y="1430742"/>
                  </a:lnTo>
                  <a:lnTo>
                    <a:pt x="4958614" y="1430742"/>
                  </a:lnTo>
                  <a:lnTo>
                    <a:pt x="4957953" y="1430742"/>
                  </a:lnTo>
                  <a:lnTo>
                    <a:pt x="4957293" y="1430742"/>
                  </a:lnTo>
                  <a:lnTo>
                    <a:pt x="4956632" y="1430742"/>
                  </a:lnTo>
                  <a:lnTo>
                    <a:pt x="4955972" y="1430742"/>
                  </a:lnTo>
                  <a:lnTo>
                    <a:pt x="4955311" y="1430742"/>
                  </a:lnTo>
                  <a:lnTo>
                    <a:pt x="4954651" y="1430742"/>
                  </a:lnTo>
                  <a:lnTo>
                    <a:pt x="4953990" y="1430742"/>
                  </a:lnTo>
                  <a:lnTo>
                    <a:pt x="4953330" y="1430742"/>
                  </a:lnTo>
                  <a:lnTo>
                    <a:pt x="4952669" y="1430742"/>
                  </a:lnTo>
                  <a:lnTo>
                    <a:pt x="4952009" y="1430742"/>
                  </a:lnTo>
                  <a:lnTo>
                    <a:pt x="4951348" y="1430742"/>
                  </a:lnTo>
                  <a:lnTo>
                    <a:pt x="4950688" y="1430742"/>
                  </a:lnTo>
                  <a:lnTo>
                    <a:pt x="4950027" y="1430742"/>
                  </a:lnTo>
                  <a:lnTo>
                    <a:pt x="4949367" y="1430742"/>
                  </a:lnTo>
                  <a:lnTo>
                    <a:pt x="4948706" y="1430742"/>
                  </a:lnTo>
                  <a:lnTo>
                    <a:pt x="4948046" y="1430742"/>
                  </a:lnTo>
                  <a:lnTo>
                    <a:pt x="4947385" y="1430742"/>
                  </a:lnTo>
                  <a:lnTo>
                    <a:pt x="4946724" y="1430742"/>
                  </a:lnTo>
                  <a:lnTo>
                    <a:pt x="4946064" y="1430742"/>
                  </a:lnTo>
                  <a:lnTo>
                    <a:pt x="4945403" y="1430742"/>
                  </a:lnTo>
                  <a:lnTo>
                    <a:pt x="4944743" y="1430742"/>
                  </a:lnTo>
                  <a:lnTo>
                    <a:pt x="4944082" y="1430742"/>
                  </a:lnTo>
                  <a:lnTo>
                    <a:pt x="4943422" y="1430742"/>
                  </a:lnTo>
                  <a:lnTo>
                    <a:pt x="4942761" y="1430742"/>
                  </a:lnTo>
                  <a:lnTo>
                    <a:pt x="4942101" y="1430742"/>
                  </a:lnTo>
                  <a:lnTo>
                    <a:pt x="4941440" y="1430742"/>
                  </a:lnTo>
                  <a:lnTo>
                    <a:pt x="4940780" y="1430742"/>
                  </a:lnTo>
                  <a:lnTo>
                    <a:pt x="4940119" y="1430742"/>
                  </a:lnTo>
                  <a:lnTo>
                    <a:pt x="4939459" y="1430742"/>
                  </a:lnTo>
                  <a:lnTo>
                    <a:pt x="4938798" y="1430742"/>
                  </a:lnTo>
                  <a:lnTo>
                    <a:pt x="4938138" y="1430742"/>
                  </a:lnTo>
                  <a:lnTo>
                    <a:pt x="4937477" y="1430742"/>
                  </a:lnTo>
                  <a:lnTo>
                    <a:pt x="4936816" y="1430742"/>
                  </a:lnTo>
                  <a:lnTo>
                    <a:pt x="4936156" y="1430742"/>
                  </a:lnTo>
                  <a:lnTo>
                    <a:pt x="4935495" y="1430742"/>
                  </a:lnTo>
                  <a:lnTo>
                    <a:pt x="4934835" y="1430742"/>
                  </a:lnTo>
                  <a:lnTo>
                    <a:pt x="4934174" y="1430742"/>
                  </a:lnTo>
                  <a:lnTo>
                    <a:pt x="4933514" y="1430742"/>
                  </a:lnTo>
                  <a:lnTo>
                    <a:pt x="4932853" y="1430742"/>
                  </a:lnTo>
                  <a:lnTo>
                    <a:pt x="4932193" y="1430742"/>
                  </a:lnTo>
                  <a:lnTo>
                    <a:pt x="4931532" y="1430742"/>
                  </a:lnTo>
                  <a:lnTo>
                    <a:pt x="4930872" y="1430742"/>
                  </a:lnTo>
                  <a:lnTo>
                    <a:pt x="4930211" y="1430742"/>
                  </a:lnTo>
                  <a:lnTo>
                    <a:pt x="4929551" y="1430742"/>
                  </a:lnTo>
                  <a:lnTo>
                    <a:pt x="4928890" y="1430742"/>
                  </a:lnTo>
                  <a:lnTo>
                    <a:pt x="4928230" y="1430742"/>
                  </a:lnTo>
                  <a:lnTo>
                    <a:pt x="4927569" y="1430742"/>
                  </a:lnTo>
                  <a:lnTo>
                    <a:pt x="4926908" y="1430742"/>
                  </a:lnTo>
                  <a:lnTo>
                    <a:pt x="4926248" y="1430742"/>
                  </a:lnTo>
                  <a:lnTo>
                    <a:pt x="4925587" y="1430742"/>
                  </a:lnTo>
                  <a:lnTo>
                    <a:pt x="4924927" y="1430742"/>
                  </a:lnTo>
                  <a:lnTo>
                    <a:pt x="4924266" y="1430742"/>
                  </a:lnTo>
                  <a:lnTo>
                    <a:pt x="4923606" y="1430742"/>
                  </a:lnTo>
                  <a:lnTo>
                    <a:pt x="4922945" y="1430742"/>
                  </a:lnTo>
                  <a:lnTo>
                    <a:pt x="4922285" y="1430742"/>
                  </a:lnTo>
                  <a:lnTo>
                    <a:pt x="4921624" y="1430742"/>
                  </a:lnTo>
                  <a:lnTo>
                    <a:pt x="4920964" y="1430742"/>
                  </a:lnTo>
                  <a:lnTo>
                    <a:pt x="4920303" y="1430742"/>
                  </a:lnTo>
                  <a:lnTo>
                    <a:pt x="4919643" y="1430742"/>
                  </a:lnTo>
                  <a:lnTo>
                    <a:pt x="4918982" y="1430742"/>
                  </a:lnTo>
                  <a:lnTo>
                    <a:pt x="4918322" y="1430742"/>
                  </a:lnTo>
                  <a:lnTo>
                    <a:pt x="4917661" y="1430742"/>
                  </a:lnTo>
                  <a:lnTo>
                    <a:pt x="4917001" y="1430742"/>
                  </a:lnTo>
                  <a:lnTo>
                    <a:pt x="4916340" y="1430742"/>
                  </a:lnTo>
                  <a:lnTo>
                    <a:pt x="4915679" y="1430742"/>
                  </a:lnTo>
                  <a:lnTo>
                    <a:pt x="4915019" y="1430742"/>
                  </a:lnTo>
                  <a:lnTo>
                    <a:pt x="4914358" y="1430742"/>
                  </a:lnTo>
                  <a:lnTo>
                    <a:pt x="4913698" y="1430742"/>
                  </a:lnTo>
                  <a:lnTo>
                    <a:pt x="4913037" y="1430742"/>
                  </a:lnTo>
                  <a:lnTo>
                    <a:pt x="4912377" y="1430742"/>
                  </a:lnTo>
                  <a:lnTo>
                    <a:pt x="4911716" y="1430742"/>
                  </a:lnTo>
                  <a:lnTo>
                    <a:pt x="4911056" y="1430742"/>
                  </a:lnTo>
                  <a:lnTo>
                    <a:pt x="4910395" y="1430742"/>
                  </a:lnTo>
                  <a:lnTo>
                    <a:pt x="4909735" y="1430742"/>
                  </a:lnTo>
                  <a:lnTo>
                    <a:pt x="4909074" y="1430742"/>
                  </a:lnTo>
                  <a:lnTo>
                    <a:pt x="4908414" y="1430742"/>
                  </a:lnTo>
                  <a:lnTo>
                    <a:pt x="4907753" y="1430742"/>
                  </a:lnTo>
                  <a:lnTo>
                    <a:pt x="4907093" y="1430742"/>
                  </a:lnTo>
                  <a:lnTo>
                    <a:pt x="4906432" y="1430742"/>
                  </a:lnTo>
                  <a:lnTo>
                    <a:pt x="4905771" y="1430742"/>
                  </a:lnTo>
                  <a:lnTo>
                    <a:pt x="4905111" y="1430742"/>
                  </a:lnTo>
                  <a:lnTo>
                    <a:pt x="4904450" y="1430742"/>
                  </a:lnTo>
                  <a:lnTo>
                    <a:pt x="4903790" y="1430742"/>
                  </a:lnTo>
                  <a:lnTo>
                    <a:pt x="4903129" y="1430742"/>
                  </a:lnTo>
                  <a:lnTo>
                    <a:pt x="4902469" y="1430742"/>
                  </a:lnTo>
                  <a:lnTo>
                    <a:pt x="4901808" y="1430742"/>
                  </a:lnTo>
                  <a:lnTo>
                    <a:pt x="4901148" y="1430742"/>
                  </a:lnTo>
                  <a:lnTo>
                    <a:pt x="4900487" y="1430742"/>
                  </a:lnTo>
                  <a:lnTo>
                    <a:pt x="4899827" y="1430742"/>
                  </a:lnTo>
                  <a:lnTo>
                    <a:pt x="4899166" y="1430742"/>
                  </a:lnTo>
                  <a:lnTo>
                    <a:pt x="4898506" y="1430742"/>
                  </a:lnTo>
                  <a:lnTo>
                    <a:pt x="4897845" y="1430742"/>
                  </a:lnTo>
                  <a:lnTo>
                    <a:pt x="4897185" y="1430742"/>
                  </a:lnTo>
                  <a:lnTo>
                    <a:pt x="4896524" y="1430742"/>
                  </a:lnTo>
                  <a:lnTo>
                    <a:pt x="4895863" y="1430742"/>
                  </a:lnTo>
                  <a:lnTo>
                    <a:pt x="4895203" y="1430742"/>
                  </a:lnTo>
                  <a:lnTo>
                    <a:pt x="4894542" y="1430742"/>
                  </a:lnTo>
                  <a:lnTo>
                    <a:pt x="4893882" y="1430742"/>
                  </a:lnTo>
                  <a:lnTo>
                    <a:pt x="4893221" y="1430742"/>
                  </a:lnTo>
                  <a:lnTo>
                    <a:pt x="4892561" y="1430742"/>
                  </a:lnTo>
                  <a:lnTo>
                    <a:pt x="4891900" y="1430742"/>
                  </a:lnTo>
                  <a:lnTo>
                    <a:pt x="4891240" y="1430742"/>
                  </a:lnTo>
                  <a:lnTo>
                    <a:pt x="4890579" y="1430742"/>
                  </a:lnTo>
                  <a:lnTo>
                    <a:pt x="4889919" y="1430742"/>
                  </a:lnTo>
                  <a:lnTo>
                    <a:pt x="4889258" y="1430742"/>
                  </a:lnTo>
                  <a:lnTo>
                    <a:pt x="4888598" y="1430742"/>
                  </a:lnTo>
                  <a:lnTo>
                    <a:pt x="4887937" y="1430742"/>
                  </a:lnTo>
                  <a:lnTo>
                    <a:pt x="4887277" y="1430742"/>
                  </a:lnTo>
                  <a:lnTo>
                    <a:pt x="4886616" y="1430742"/>
                  </a:lnTo>
                  <a:lnTo>
                    <a:pt x="4885955" y="1430742"/>
                  </a:lnTo>
                  <a:lnTo>
                    <a:pt x="4885295" y="1430742"/>
                  </a:lnTo>
                  <a:lnTo>
                    <a:pt x="4884634" y="1430742"/>
                  </a:lnTo>
                  <a:lnTo>
                    <a:pt x="4883974" y="1430742"/>
                  </a:lnTo>
                  <a:lnTo>
                    <a:pt x="4883313" y="1430742"/>
                  </a:lnTo>
                  <a:lnTo>
                    <a:pt x="4882653" y="1430742"/>
                  </a:lnTo>
                  <a:lnTo>
                    <a:pt x="4881992" y="1430742"/>
                  </a:lnTo>
                  <a:lnTo>
                    <a:pt x="4881332" y="1430742"/>
                  </a:lnTo>
                  <a:lnTo>
                    <a:pt x="4880671" y="1430742"/>
                  </a:lnTo>
                  <a:lnTo>
                    <a:pt x="4880011" y="1430742"/>
                  </a:lnTo>
                  <a:lnTo>
                    <a:pt x="4879350" y="1430742"/>
                  </a:lnTo>
                  <a:lnTo>
                    <a:pt x="4878690" y="1430742"/>
                  </a:lnTo>
                  <a:lnTo>
                    <a:pt x="4878029" y="1430742"/>
                  </a:lnTo>
                  <a:lnTo>
                    <a:pt x="4877369" y="1430742"/>
                  </a:lnTo>
                  <a:lnTo>
                    <a:pt x="4876708" y="1430742"/>
                  </a:lnTo>
                  <a:lnTo>
                    <a:pt x="4876048" y="1430742"/>
                  </a:lnTo>
                  <a:lnTo>
                    <a:pt x="4875387" y="1430742"/>
                  </a:lnTo>
                  <a:lnTo>
                    <a:pt x="4874726" y="1430742"/>
                  </a:lnTo>
                  <a:lnTo>
                    <a:pt x="4874066" y="1430742"/>
                  </a:lnTo>
                  <a:lnTo>
                    <a:pt x="4873405" y="1430742"/>
                  </a:lnTo>
                  <a:lnTo>
                    <a:pt x="4872745" y="1430742"/>
                  </a:lnTo>
                  <a:lnTo>
                    <a:pt x="4872084" y="1430742"/>
                  </a:lnTo>
                  <a:lnTo>
                    <a:pt x="4871424" y="1430742"/>
                  </a:lnTo>
                  <a:lnTo>
                    <a:pt x="4870763" y="1430742"/>
                  </a:lnTo>
                  <a:lnTo>
                    <a:pt x="4870103" y="1430742"/>
                  </a:lnTo>
                  <a:lnTo>
                    <a:pt x="4869442" y="1430742"/>
                  </a:lnTo>
                  <a:lnTo>
                    <a:pt x="4868782" y="1430742"/>
                  </a:lnTo>
                  <a:lnTo>
                    <a:pt x="4868121" y="1430742"/>
                  </a:lnTo>
                  <a:lnTo>
                    <a:pt x="4867461" y="1430742"/>
                  </a:lnTo>
                  <a:lnTo>
                    <a:pt x="4866800" y="1430742"/>
                  </a:lnTo>
                  <a:lnTo>
                    <a:pt x="4866140" y="1430742"/>
                  </a:lnTo>
                  <a:lnTo>
                    <a:pt x="4865479" y="1430742"/>
                  </a:lnTo>
                  <a:lnTo>
                    <a:pt x="4864818" y="1430742"/>
                  </a:lnTo>
                  <a:lnTo>
                    <a:pt x="4864158" y="1430742"/>
                  </a:lnTo>
                  <a:lnTo>
                    <a:pt x="4863497" y="1430742"/>
                  </a:lnTo>
                  <a:lnTo>
                    <a:pt x="4862837" y="1430742"/>
                  </a:lnTo>
                  <a:lnTo>
                    <a:pt x="4862176" y="1430742"/>
                  </a:lnTo>
                  <a:lnTo>
                    <a:pt x="4861516" y="1430742"/>
                  </a:lnTo>
                  <a:lnTo>
                    <a:pt x="4860855" y="1430742"/>
                  </a:lnTo>
                  <a:lnTo>
                    <a:pt x="4860195" y="1430742"/>
                  </a:lnTo>
                  <a:lnTo>
                    <a:pt x="4859534" y="1430742"/>
                  </a:lnTo>
                  <a:lnTo>
                    <a:pt x="4858874" y="1430742"/>
                  </a:lnTo>
                  <a:lnTo>
                    <a:pt x="4858213" y="1430742"/>
                  </a:lnTo>
                  <a:lnTo>
                    <a:pt x="4857553" y="1430742"/>
                  </a:lnTo>
                  <a:lnTo>
                    <a:pt x="4856892" y="1430742"/>
                  </a:lnTo>
                  <a:lnTo>
                    <a:pt x="4856232" y="1430742"/>
                  </a:lnTo>
                  <a:lnTo>
                    <a:pt x="4855571" y="1430742"/>
                  </a:lnTo>
                  <a:lnTo>
                    <a:pt x="4854910" y="1430742"/>
                  </a:lnTo>
                  <a:lnTo>
                    <a:pt x="4854250" y="1430742"/>
                  </a:lnTo>
                  <a:lnTo>
                    <a:pt x="4853589" y="1430742"/>
                  </a:lnTo>
                  <a:lnTo>
                    <a:pt x="4852929" y="1430742"/>
                  </a:lnTo>
                  <a:lnTo>
                    <a:pt x="4852268" y="1430742"/>
                  </a:lnTo>
                  <a:lnTo>
                    <a:pt x="4851608" y="1430742"/>
                  </a:lnTo>
                  <a:lnTo>
                    <a:pt x="4850947" y="1430742"/>
                  </a:lnTo>
                  <a:lnTo>
                    <a:pt x="4850287" y="1430742"/>
                  </a:lnTo>
                  <a:lnTo>
                    <a:pt x="4849626" y="1430742"/>
                  </a:lnTo>
                  <a:lnTo>
                    <a:pt x="4848966" y="1430742"/>
                  </a:lnTo>
                  <a:lnTo>
                    <a:pt x="4848305" y="1430742"/>
                  </a:lnTo>
                  <a:lnTo>
                    <a:pt x="4847645" y="1430742"/>
                  </a:lnTo>
                  <a:lnTo>
                    <a:pt x="4846984" y="1430742"/>
                  </a:lnTo>
                  <a:lnTo>
                    <a:pt x="4846324" y="1430742"/>
                  </a:lnTo>
                  <a:lnTo>
                    <a:pt x="4845663" y="1430742"/>
                  </a:lnTo>
                  <a:lnTo>
                    <a:pt x="4845003" y="1430742"/>
                  </a:lnTo>
                  <a:lnTo>
                    <a:pt x="4844342" y="1430742"/>
                  </a:lnTo>
                  <a:lnTo>
                    <a:pt x="4843681" y="1430742"/>
                  </a:lnTo>
                  <a:lnTo>
                    <a:pt x="4843021" y="1430742"/>
                  </a:lnTo>
                  <a:lnTo>
                    <a:pt x="4842360" y="1430742"/>
                  </a:lnTo>
                  <a:lnTo>
                    <a:pt x="4841700" y="1430742"/>
                  </a:lnTo>
                  <a:lnTo>
                    <a:pt x="4841039" y="1430742"/>
                  </a:lnTo>
                  <a:lnTo>
                    <a:pt x="4840379" y="1430742"/>
                  </a:lnTo>
                  <a:lnTo>
                    <a:pt x="4839718" y="1430742"/>
                  </a:lnTo>
                  <a:lnTo>
                    <a:pt x="4839058" y="1430742"/>
                  </a:lnTo>
                  <a:lnTo>
                    <a:pt x="4838397" y="1430742"/>
                  </a:lnTo>
                  <a:lnTo>
                    <a:pt x="4837737" y="1430742"/>
                  </a:lnTo>
                  <a:lnTo>
                    <a:pt x="4837076" y="1430742"/>
                  </a:lnTo>
                  <a:lnTo>
                    <a:pt x="4836416" y="1430742"/>
                  </a:lnTo>
                  <a:lnTo>
                    <a:pt x="4835755" y="1430742"/>
                  </a:lnTo>
                  <a:lnTo>
                    <a:pt x="4835095" y="1430742"/>
                  </a:lnTo>
                  <a:lnTo>
                    <a:pt x="4834434" y="1430742"/>
                  </a:lnTo>
                  <a:lnTo>
                    <a:pt x="4833773" y="1430742"/>
                  </a:lnTo>
                  <a:lnTo>
                    <a:pt x="4833113" y="1430742"/>
                  </a:lnTo>
                  <a:lnTo>
                    <a:pt x="4832452" y="1430742"/>
                  </a:lnTo>
                  <a:lnTo>
                    <a:pt x="4831792" y="1430742"/>
                  </a:lnTo>
                  <a:lnTo>
                    <a:pt x="4831131" y="1430742"/>
                  </a:lnTo>
                  <a:lnTo>
                    <a:pt x="4830471" y="1430742"/>
                  </a:lnTo>
                  <a:lnTo>
                    <a:pt x="4829810" y="1430742"/>
                  </a:lnTo>
                  <a:lnTo>
                    <a:pt x="4829150" y="1430742"/>
                  </a:lnTo>
                  <a:lnTo>
                    <a:pt x="4828489" y="1430742"/>
                  </a:lnTo>
                  <a:lnTo>
                    <a:pt x="4827829" y="1430742"/>
                  </a:lnTo>
                  <a:lnTo>
                    <a:pt x="4827168" y="1430742"/>
                  </a:lnTo>
                  <a:lnTo>
                    <a:pt x="4826508" y="1430742"/>
                  </a:lnTo>
                  <a:lnTo>
                    <a:pt x="4825847" y="1430742"/>
                  </a:lnTo>
                  <a:lnTo>
                    <a:pt x="4825187" y="1430742"/>
                  </a:lnTo>
                  <a:lnTo>
                    <a:pt x="4824526" y="1430742"/>
                  </a:lnTo>
                  <a:lnTo>
                    <a:pt x="4823865" y="1430742"/>
                  </a:lnTo>
                  <a:lnTo>
                    <a:pt x="4823205" y="1430742"/>
                  </a:lnTo>
                  <a:lnTo>
                    <a:pt x="4822544" y="1430742"/>
                  </a:lnTo>
                  <a:lnTo>
                    <a:pt x="4821884" y="1430742"/>
                  </a:lnTo>
                  <a:lnTo>
                    <a:pt x="4821223" y="1430742"/>
                  </a:lnTo>
                  <a:lnTo>
                    <a:pt x="4820563" y="1430742"/>
                  </a:lnTo>
                  <a:lnTo>
                    <a:pt x="4819902" y="1430742"/>
                  </a:lnTo>
                  <a:lnTo>
                    <a:pt x="4819242" y="1430742"/>
                  </a:lnTo>
                  <a:lnTo>
                    <a:pt x="4818581" y="1430742"/>
                  </a:lnTo>
                  <a:lnTo>
                    <a:pt x="4817921" y="1430742"/>
                  </a:lnTo>
                  <a:lnTo>
                    <a:pt x="4817260" y="1430742"/>
                  </a:lnTo>
                  <a:lnTo>
                    <a:pt x="4816600" y="1430742"/>
                  </a:lnTo>
                  <a:lnTo>
                    <a:pt x="4815939" y="1430742"/>
                  </a:lnTo>
                  <a:lnTo>
                    <a:pt x="4815279" y="1430742"/>
                  </a:lnTo>
                  <a:lnTo>
                    <a:pt x="4814618" y="1430742"/>
                  </a:lnTo>
                  <a:lnTo>
                    <a:pt x="4813957" y="1430742"/>
                  </a:lnTo>
                  <a:lnTo>
                    <a:pt x="4813297" y="1430742"/>
                  </a:lnTo>
                  <a:lnTo>
                    <a:pt x="4812636" y="1430742"/>
                  </a:lnTo>
                  <a:lnTo>
                    <a:pt x="4811976" y="1430742"/>
                  </a:lnTo>
                  <a:lnTo>
                    <a:pt x="4811315" y="1430742"/>
                  </a:lnTo>
                  <a:lnTo>
                    <a:pt x="4810655" y="1430742"/>
                  </a:lnTo>
                  <a:lnTo>
                    <a:pt x="4809994" y="1430742"/>
                  </a:lnTo>
                  <a:lnTo>
                    <a:pt x="4809334" y="1430742"/>
                  </a:lnTo>
                  <a:lnTo>
                    <a:pt x="4808673" y="1430742"/>
                  </a:lnTo>
                  <a:lnTo>
                    <a:pt x="4808013" y="1430742"/>
                  </a:lnTo>
                  <a:lnTo>
                    <a:pt x="4807352" y="1430742"/>
                  </a:lnTo>
                  <a:lnTo>
                    <a:pt x="4806692" y="1430742"/>
                  </a:lnTo>
                  <a:lnTo>
                    <a:pt x="4806031" y="1430742"/>
                  </a:lnTo>
                  <a:lnTo>
                    <a:pt x="4805371" y="1430742"/>
                  </a:lnTo>
                  <a:lnTo>
                    <a:pt x="4804710" y="1430742"/>
                  </a:lnTo>
                  <a:lnTo>
                    <a:pt x="4804050" y="1430742"/>
                  </a:lnTo>
                  <a:lnTo>
                    <a:pt x="4803389" y="1430742"/>
                  </a:lnTo>
                  <a:lnTo>
                    <a:pt x="4802728" y="1430742"/>
                  </a:lnTo>
                  <a:lnTo>
                    <a:pt x="4802068" y="1430742"/>
                  </a:lnTo>
                  <a:lnTo>
                    <a:pt x="4801407" y="1430742"/>
                  </a:lnTo>
                  <a:lnTo>
                    <a:pt x="4800747" y="1430742"/>
                  </a:lnTo>
                  <a:lnTo>
                    <a:pt x="4800086" y="1430742"/>
                  </a:lnTo>
                  <a:lnTo>
                    <a:pt x="4799426" y="1430742"/>
                  </a:lnTo>
                  <a:lnTo>
                    <a:pt x="4798765" y="1430742"/>
                  </a:lnTo>
                  <a:lnTo>
                    <a:pt x="4798105" y="1430742"/>
                  </a:lnTo>
                  <a:lnTo>
                    <a:pt x="4797444" y="1430742"/>
                  </a:lnTo>
                  <a:lnTo>
                    <a:pt x="4796784" y="1430742"/>
                  </a:lnTo>
                  <a:lnTo>
                    <a:pt x="4796123" y="1430742"/>
                  </a:lnTo>
                  <a:lnTo>
                    <a:pt x="4795463" y="1430742"/>
                  </a:lnTo>
                  <a:lnTo>
                    <a:pt x="4794802" y="1430742"/>
                  </a:lnTo>
                  <a:lnTo>
                    <a:pt x="4794142" y="1430742"/>
                  </a:lnTo>
                  <a:lnTo>
                    <a:pt x="4793481" y="1430742"/>
                  </a:lnTo>
                  <a:lnTo>
                    <a:pt x="4792820" y="1430742"/>
                  </a:lnTo>
                  <a:lnTo>
                    <a:pt x="4792160" y="1430742"/>
                  </a:lnTo>
                  <a:lnTo>
                    <a:pt x="4791499" y="1430742"/>
                  </a:lnTo>
                  <a:lnTo>
                    <a:pt x="4790839" y="1430742"/>
                  </a:lnTo>
                  <a:lnTo>
                    <a:pt x="4790178" y="1430742"/>
                  </a:lnTo>
                  <a:lnTo>
                    <a:pt x="4789518" y="1430742"/>
                  </a:lnTo>
                  <a:lnTo>
                    <a:pt x="4788857" y="1430742"/>
                  </a:lnTo>
                  <a:lnTo>
                    <a:pt x="4788197" y="1430742"/>
                  </a:lnTo>
                  <a:lnTo>
                    <a:pt x="4787536" y="1430742"/>
                  </a:lnTo>
                  <a:lnTo>
                    <a:pt x="4786876" y="1430742"/>
                  </a:lnTo>
                  <a:lnTo>
                    <a:pt x="4786215" y="1430742"/>
                  </a:lnTo>
                  <a:lnTo>
                    <a:pt x="4785555" y="1430742"/>
                  </a:lnTo>
                  <a:lnTo>
                    <a:pt x="4784894" y="1430742"/>
                  </a:lnTo>
                  <a:lnTo>
                    <a:pt x="4784234" y="1430742"/>
                  </a:lnTo>
                  <a:lnTo>
                    <a:pt x="4783573" y="1430742"/>
                  </a:lnTo>
                  <a:lnTo>
                    <a:pt x="4782912" y="1430742"/>
                  </a:lnTo>
                  <a:lnTo>
                    <a:pt x="4782252" y="1430742"/>
                  </a:lnTo>
                  <a:lnTo>
                    <a:pt x="4781591" y="1430742"/>
                  </a:lnTo>
                  <a:lnTo>
                    <a:pt x="4780931" y="1430742"/>
                  </a:lnTo>
                  <a:lnTo>
                    <a:pt x="4780270" y="1430742"/>
                  </a:lnTo>
                  <a:lnTo>
                    <a:pt x="4779610" y="1430742"/>
                  </a:lnTo>
                  <a:lnTo>
                    <a:pt x="4778949" y="1430742"/>
                  </a:lnTo>
                  <a:lnTo>
                    <a:pt x="4778289" y="1430742"/>
                  </a:lnTo>
                  <a:lnTo>
                    <a:pt x="4777628" y="1430742"/>
                  </a:lnTo>
                  <a:lnTo>
                    <a:pt x="4776968" y="1430742"/>
                  </a:lnTo>
                  <a:lnTo>
                    <a:pt x="4776307" y="1430742"/>
                  </a:lnTo>
                  <a:lnTo>
                    <a:pt x="4775647" y="1430742"/>
                  </a:lnTo>
                  <a:lnTo>
                    <a:pt x="4774986" y="1430742"/>
                  </a:lnTo>
                  <a:lnTo>
                    <a:pt x="4774326" y="1430742"/>
                  </a:lnTo>
                  <a:lnTo>
                    <a:pt x="4773665" y="1430742"/>
                  </a:lnTo>
                  <a:lnTo>
                    <a:pt x="4773005" y="1430742"/>
                  </a:lnTo>
                  <a:lnTo>
                    <a:pt x="4772344" y="1430742"/>
                  </a:lnTo>
                  <a:lnTo>
                    <a:pt x="4771683" y="1430742"/>
                  </a:lnTo>
                  <a:lnTo>
                    <a:pt x="4771023" y="1430742"/>
                  </a:lnTo>
                  <a:lnTo>
                    <a:pt x="4770362" y="1430742"/>
                  </a:lnTo>
                  <a:lnTo>
                    <a:pt x="4769702" y="1430742"/>
                  </a:lnTo>
                  <a:lnTo>
                    <a:pt x="4769041" y="1430742"/>
                  </a:lnTo>
                  <a:lnTo>
                    <a:pt x="4768381" y="1430742"/>
                  </a:lnTo>
                  <a:lnTo>
                    <a:pt x="4767720" y="1430742"/>
                  </a:lnTo>
                  <a:lnTo>
                    <a:pt x="4767060" y="1430742"/>
                  </a:lnTo>
                  <a:lnTo>
                    <a:pt x="4766399" y="1430742"/>
                  </a:lnTo>
                  <a:lnTo>
                    <a:pt x="4765739" y="1430742"/>
                  </a:lnTo>
                  <a:lnTo>
                    <a:pt x="4765078" y="1430742"/>
                  </a:lnTo>
                  <a:lnTo>
                    <a:pt x="4764418" y="1430742"/>
                  </a:lnTo>
                  <a:lnTo>
                    <a:pt x="4763757" y="1430742"/>
                  </a:lnTo>
                  <a:lnTo>
                    <a:pt x="4763097" y="1430742"/>
                  </a:lnTo>
                  <a:lnTo>
                    <a:pt x="4762436" y="1430742"/>
                  </a:lnTo>
                  <a:lnTo>
                    <a:pt x="4761775" y="1430742"/>
                  </a:lnTo>
                  <a:lnTo>
                    <a:pt x="4761115" y="1430742"/>
                  </a:lnTo>
                  <a:lnTo>
                    <a:pt x="4760454" y="1430742"/>
                  </a:lnTo>
                  <a:lnTo>
                    <a:pt x="4759794" y="1430742"/>
                  </a:lnTo>
                  <a:lnTo>
                    <a:pt x="4759133" y="1430742"/>
                  </a:lnTo>
                  <a:lnTo>
                    <a:pt x="4758473" y="1430742"/>
                  </a:lnTo>
                  <a:lnTo>
                    <a:pt x="4757812" y="1430742"/>
                  </a:lnTo>
                  <a:lnTo>
                    <a:pt x="4757152" y="1430742"/>
                  </a:lnTo>
                  <a:lnTo>
                    <a:pt x="4756491" y="1430742"/>
                  </a:lnTo>
                  <a:lnTo>
                    <a:pt x="4755831" y="1430742"/>
                  </a:lnTo>
                  <a:lnTo>
                    <a:pt x="4755170" y="1430742"/>
                  </a:lnTo>
                  <a:lnTo>
                    <a:pt x="4754510" y="1430742"/>
                  </a:lnTo>
                  <a:lnTo>
                    <a:pt x="4753849" y="1430742"/>
                  </a:lnTo>
                  <a:lnTo>
                    <a:pt x="4753189" y="1430742"/>
                  </a:lnTo>
                  <a:lnTo>
                    <a:pt x="4752528" y="1430742"/>
                  </a:lnTo>
                  <a:lnTo>
                    <a:pt x="4751867" y="1430742"/>
                  </a:lnTo>
                  <a:lnTo>
                    <a:pt x="4751207" y="1430742"/>
                  </a:lnTo>
                  <a:lnTo>
                    <a:pt x="4750546" y="1430742"/>
                  </a:lnTo>
                  <a:lnTo>
                    <a:pt x="4749886" y="1430742"/>
                  </a:lnTo>
                  <a:lnTo>
                    <a:pt x="4749225" y="1430742"/>
                  </a:lnTo>
                  <a:lnTo>
                    <a:pt x="4748565" y="1430742"/>
                  </a:lnTo>
                  <a:lnTo>
                    <a:pt x="4747904" y="1430742"/>
                  </a:lnTo>
                  <a:lnTo>
                    <a:pt x="4747244" y="1430742"/>
                  </a:lnTo>
                  <a:lnTo>
                    <a:pt x="4746583" y="1430742"/>
                  </a:lnTo>
                  <a:lnTo>
                    <a:pt x="4745923" y="1430742"/>
                  </a:lnTo>
                  <a:lnTo>
                    <a:pt x="4745262" y="1430742"/>
                  </a:lnTo>
                  <a:lnTo>
                    <a:pt x="4744602" y="1430742"/>
                  </a:lnTo>
                  <a:lnTo>
                    <a:pt x="4743941" y="1430742"/>
                  </a:lnTo>
                  <a:lnTo>
                    <a:pt x="4743281" y="1430742"/>
                  </a:lnTo>
                  <a:lnTo>
                    <a:pt x="4742620" y="1430742"/>
                  </a:lnTo>
                  <a:lnTo>
                    <a:pt x="4741959" y="1430742"/>
                  </a:lnTo>
                  <a:lnTo>
                    <a:pt x="4741299" y="1430742"/>
                  </a:lnTo>
                  <a:lnTo>
                    <a:pt x="4740638" y="1430742"/>
                  </a:lnTo>
                  <a:lnTo>
                    <a:pt x="4739978" y="1430742"/>
                  </a:lnTo>
                  <a:lnTo>
                    <a:pt x="4739317" y="1430742"/>
                  </a:lnTo>
                  <a:lnTo>
                    <a:pt x="4738657" y="1430742"/>
                  </a:lnTo>
                  <a:lnTo>
                    <a:pt x="4737996" y="1430742"/>
                  </a:lnTo>
                  <a:lnTo>
                    <a:pt x="4737336" y="1430742"/>
                  </a:lnTo>
                  <a:lnTo>
                    <a:pt x="4736675" y="1430742"/>
                  </a:lnTo>
                  <a:lnTo>
                    <a:pt x="4736015" y="1430742"/>
                  </a:lnTo>
                  <a:lnTo>
                    <a:pt x="4735354" y="1430742"/>
                  </a:lnTo>
                  <a:lnTo>
                    <a:pt x="4734694" y="1430742"/>
                  </a:lnTo>
                  <a:lnTo>
                    <a:pt x="4734033" y="1430742"/>
                  </a:lnTo>
                  <a:lnTo>
                    <a:pt x="4733373" y="1430742"/>
                  </a:lnTo>
                  <a:lnTo>
                    <a:pt x="4732712" y="1430742"/>
                  </a:lnTo>
                  <a:lnTo>
                    <a:pt x="4732052" y="1430742"/>
                  </a:lnTo>
                  <a:lnTo>
                    <a:pt x="4731391" y="1430742"/>
                  </a:lnTo>
                  <a:lnTo>
                    <a:pt x="4730730" y="1430742"/>
                  </a:lnTo>
                  <a:lnTo>
                    <a:pt x="4730070" y="1430742"/>
                  </a:lnTo>
                  <a:lnTo>
                    <a:pt x="4729409" y="1430742"/>
                  </a:lnTo>
                  <a:lnTo>
                    <a:pt x="4728749" y="1430742"/>
                  </a:lnTo>
                  <a:lnTo>
                    <a:pt x="4728088" y="1430742"/>
                  </a:lnTo>
                  <a:lnTo>
                    <a:pt x="4727428" y="1430742"/>
                  </a:lnTo>
                  <a:lnTo>
                    <a:pt x="4726767" y="1430742"/>
                  </a:lnTo>
                  <a:lnTo>
                    <a:pt x="4726107" y="1430742"/>
                  </a:lnTo>
                  <a:lnTo>
                    <a:pt x="4725446" y="1430742"/>
                  </a:lnTo>
                  <a:lnTo>
                    <a:pt x="4724786" y="1430742"/>
                  </a:lnTo>
                  <a:lnTo>
                    <a:pt x="4724125" y="1430742"/>
                  </a:lnTo>
                  <a:lnTo>
                    <a:pt x="4723465" y="1430742"/>
                  </a:lnTo>
                  <a:lnTo>
                    <a:pt x="4722804" y="1430742"/>
                  </a:lnTo>
                  <a:lnTo>
                    <a:pt x="4722144" y="1430742"/>
                  </a:lnTo>
                  <a:lnTo>
                    <a:pt x="4721483" y="1430742"/>
                  </a:lnTo>
                  <a:lnTo>
                    <a:pt x="4720822" y="1430742"/>
                  </a:lnTo>
                  <a:lnTo>
                    <a:pt x="4720162" y="1430742"/>
                  </a:lnTo>
                  <a:lnTo>
                    <a:pt x="4719501" y="1430742"/>
                  </a:lnTo>
                  <a:lnTo>
                    <a:pt x="4718841" y="1430742"/>
                  </a:lnTo>
                  <a:lnTo>
                    <a:pt x="4718180" y="1430742"/>
                  </a:lnTo>
                  <a:lnTo>
                    <a:pt x="4717520" y="1430742"/>
                  </a:lnTo>
                  <a:lnTo>
                    <a:pt x="4716859" y="1430742"/>
                  </a:lnTo>
                  <a:lnTo>
                    <a:pt x="4716199" y="1430742"/>
                  </a:lnTo>
                  <a:lnTo>
                    <a:pt x="4715538" y="1430742"/>
                  </a:lnTo>
                  <a:lnTo>
                    <a:pt x="4714878" y="1430742"/>
                  </a:lnTo>
                  <a:lnTo>
                    <a:pt x="4714217" y="1430742"/>
                  </a:lnTo>
                  <a:lnTo>
                    <a:pt x="4713557" y="1430742"/>
                  </a:lnTo>
                  <a:lnTo>
                    <a:pt x="4712896" y="1430742"/>
                  </a:lnTo>
                  <a:lnTo>
                    <a:pt x="4712236" y="1430742"/>
                  </a:lnTo>
                  <a:lnTo>
                    <a:pt x="4711575" y="1430742"/>
                  </a:lnTo>
                  <a:lnTo>
                    <a:pt x="4710914" y="1430742"/>
                  </a:lnTo>
                  <a:lnTo>
                    <a:pt x="4710254" y="1430742"/>
                  </a:lnTo>
                  <a:lnTo>
                    <a:pt x="4709593" y="1430742"/>
                  </a:lnTo>
                  <a:lnTo>
                    <a:pt x="4708933" y="1430742"/>
                  </a:lnTo>
                  <a:lnTo>
                    <a:pt x="4708272" y="1430742"/>
                  </a:lnTo>
                  <a:lnTo>
                    <a:pt x="4707612" y="1430742"/>
                  </a:lnTo>
                  <a:lnTo>
                    <a:pt x="4706951" y="1430742"/>
                  </a:lnTo>
                  <a:lnTo>
                    <a:pt x="4706291" y="1430742"/>
                  </a:lnTo>
                  <a:lnTo>
                    <a:pt x="4705630" y="1430742"/>
                  </a:lnTo>
                  <a:lnTo>
                    <a:pt x="4704970" y="1430742"/>
                  </a:lnTo>
                  <a:lnTo>
                    <a:pt x="4704309" y="1430742"/>
                  </a:lnTo>
                  <a:lnTo>
                    <a:pt x="4703649" y="1430742"/>
                  </a:lnTo>
                  <a:lnTo>
                    <a:pt x="4702988" y="1430742"/>
                  </a:lnTo>
                  <a:lnTo>
                    <a:pt x="4702328" y="1430742"/>
                  </a:lnTo>
                  <a:lnTo>
                    <a:pt x="4701667" y="1430742"/>
                  </a:lnTo>
                  <a:lnTo>
                    <a:pt x="4701007" y="1430742"/>
                  </a:lnTo>
                  <a:lnTo>
                    <a:pt x="4700346" y="1430742"/>
                  </a:lnTo>
                  <a:lnTo>
                    <a:pt x="4699685" y="1430742"/>
                  </a:lnTo>
                  <a:lnTo>
                    <a:pt x="4699025" y="1430742"/>
                  </a:lnTo>
                  <a:lnTo>
                    <a:pt x="4698364" y="1430742"/>
                  </a:lnTo>
                  <a:lnTo>
                    <a:pt x="4697704" y="1430742"/>
                  </a:lnTo>
                  <a:lnTo>
                    <a:pt x="4697043" y="1430742"/>
                  </a:lnTo>
                  <a:lnTo>
                    <a:pt x="4696383" y="1430742"/>
                  </a:lnTo>
                  <a:lnTo>
                    <a:pt x="4695722" y="1430742"/>
                  </a:lnTo>
                  <a:lnTo>
                    <a:pt x="4695062" y="1430742"/>
                  </a:lnTo>
                  <a:lnTo>
                    <a:pt x="4694401" y="1430742"/>
                  </a:lnTo>
                  <a:lnTo>
                    <a:pt x="4693741" y="1430742"/>
                  </a:lnTo>
                  <a:lnTo>
                    <a:pt x="4693080" y="1430742"/>
                  </a:lnTo>
                  <a:lnTo>
                    <a:pt x="4692420" y="1430742"/>
                  </a:lnTo>
                  <a:lnTo>
                    <a:pt x="4691759" y="1430742"/>
                  </a:lnTo>
                  <a:lnTo>
                    <a:pt x="4691099" y="1430742"/>
                  </a:lnTo>
                  <a:lnTo>
                    <a:pt x="4690438" y="1430742"/>
                  </a:lnTo>
                  <a:lnTo>
                    <a:pt x="4689777" y="1430742"/>
                  </a:lnTo>
                  <a:lnTo>
                    <a:pt x="4689117" y="1430742"/>
                  </a:lnTo>
                  <a:lnTo>
                    <a:pt x="4688456" y="1430742"/>
                  </a:lnTo>
                  <a:lnTo>
                    <a:pt x="4687796" y="1430742"/>
                  </a:lnTo>
                  <a:lnTo>
                    <a:pt x="4687135" y="1430742"/>
                  </a:lnTo>
                  <a:lnTo>
                    <a:pt x="4686475" y="1430742"/>
                  </a:lnTo>
                  <a:lnTo>
                    <a:pt x="4685814" y="1430742"/>
                  </a:lnTo>
                  <a:lnTo>
                    <a:pt x="4685154" y="1430742"/>
                  </a:lnTo>
                  <a:lnTo>
                    <a:pt x="4684493" y="1430742"/>
                  </a:lnTo>
                  <a:lnTo>
                    <a:pt x="4683833" y="1430742"/>
                  </a:lnTo>
                  <a:lnTo>
                    <a:pt x="4683172" y="1430742"/>
                  </a:lnTo>
                  <a:lnTo>
                    <a:pt x="4682512" y="1430742"/>
                  </a:lnTo>
                  <a:lnTo>
                    <a:pt x="4681851" y="1430742"/>
                  </a:lnTo>
                  <a:lnTo>
                    <a:pt x="4681191" y="1430742"/>
                  </a:lnTo>
                  <a:lnTo>
                    <a:pt x="4680530" y="1430742"/>
                  </a:lnTo>
                  <a:lnTo>
                    <a:pt x="4679869" y="1430742"/>
                  </a:lnTo>
                  <a:lnTo>
                    <a:pt x="4679209" y="1430742"/>
                  </a:lnTo>
                  <a:lnTo>
                    <a:pt x="4678548" y="1430742"/>
                  </a:lnTo>
                  <a:lnTo>
                    <a:pt x="4677888" y="1430742"/>
                  </a:lnTo>
                  <a:lnTo>
                    <a:pt x="4677227" y="1430742"/>
                  </a:lnTo>
                  <a:lnTo>
                    <a:pt x="4676567" y="1430742"/>
                  </a:lnTo>
                  <a:lnTo>
                    <a:pt x="4675906" y="1430742"/>
                  </a:lnTo>
                  <a:lnTo>
                    <a:pt x="4675246" y="1430742"/>
                  </a:lnTo>
                  <a:lnTo>
                    <a:pt x="4674585" y="1430742"/>
                  </a:lnTo>
                  <a:lnTo>
                    <a:pt x="4673925" y="1430742"/>
                  </a:lnTo>
                  <a:lnTo>
                    <a:pt x="4673264" y="1430742"/>
                  </a:lnTo>
                  <a:lnTo>
                    <a:pt x="4672604" y="1430742"/>
                  </a:lnTo>
                  <a:lnTo>
                    <a:pt x="4671943" y="1430742"/>
                  </a:lnTo>
                  <a:lnTo>
                    <a:pt x="4671283" y="1430742"/>
                  </a:lnTo>
                  <a:lnTo>
                    <a:pt x="4670622" y="1430742"/>
                  </a:lnTo>
                  <a:lnTo>
                    <a:pt x="4669961" y="1430742"/>
                  </a:lnTo>
                  <a:lnTo>
                    <a:pt x="4669301" y="1430742"/>
                  </a:lnTo>
                  <a:lnTo>
                    <a:pt x="4668640" y="1430742"/>
                  </a:lnTo>
                  <a:lnTo>
                    <a:pt x="4667980" y="1430742"/>
                  </a:lnTo>
                  <a:lnTo>
                    <a:pt x="4667319" y="1430742"/>
                  </a:lnTo>
                  <a:lnTo>
                    <a:pt x="4666659" y="1430742"/>
                  </a:lnTo>
                  <a:lnTo>
                    <a:pt x="4665998" y="1430742"/>
                  </a:lnTo>
                  <a:lnTo>
                    <a:pt x="4665338" y="1430742"/>
                  </a:lnTo>
                  <a:lnTo>
                    <a:pt x="4664677" y="1430742"/>
                  </a:lnTo>
                  <a:lnTo>
                    <a:pt x="4664017" y="1430742"/>
                  </a:lnTo>
                  <a:lnTo>
                    <a:pt x="4663356" y="1430742"/>
                  </a:lnTo>
                  <a:lnTo>
                    <a:pt x="4662696" y="1430742"/>
                  </a:lnTo>
                  <a:lnTo>
                    <a:pt x="4662035" y="1430742"/>
                  </a:lnTo>
                  <a:lnTo>
                    <a:pt x="4661375" y="1430742"/>
                  </a:lnTo>
                  <a:lnTo>
                    <a:pt x="4660714" y="1430742"/>
                  </a:lnTo>
                  <a:lnTo>
                    <a:pt x="4660054" y="1430742"/>
                  </a:lnTo>
                  <a:lnTo>
                    <a:pt x="4659393" y="1430742"/>
                  </a:lnTo>
                  <a:lnTo>
                    <a:pt x="4658732" y="1430742"/>
                  </a:lnTo>
                  <a:lnTo>
                    <a:pt x="4658072" y="1430742"/>
                  </a:lnTo>
                  <a:lnTo>
                    <a:pt x="4657411" y="1430742"/>
                  </a:lnTo>
                  <a:lnTo>
                    <a:pt x="4656751" y="1430742"/>
                  </a:lnTo>
                  <a:lnTo>
                    <a:pt x="4656090" y="1430742"/>
                  </a:lnTo>
                  <a:lnTo>
                    <a:pt x="4655430" y="1430742"/>
                  </a:lnTo>
                  <a:lnTo>
                    <a:pt x="4654769" y="1430742"/>
                  </a:lnTo>
                  <a:lnTo>
                    <a:pt x="4654109" y="1430742"/>
                  </a:lnTo>
                  <a:lnTo>
                    <a:pt x="4653448" y="1430742"/>
                  </a:lnTo>
                  <a:lnTo>
                    <a:pt x="4652788" y="1430742"/>
                  </a:lnTo>
                  <a:lnTo>
                    <a:pt x="4652127" y="1430742"/>
                  </a:lnTo>
                  <a:lnTo>
                    <a:pt x="4651467" y="1430742"/>
                  </a:lnTo>
                  <a:lnTo>
                    <a:pt x="4650806" y="1430742"/>
                  </a:lnTo>
                  <a:lnTo>
                    <a:pt x="4650146" y="1430742"/>
                  </a:lnTo>
                  <a:lnTo>
                    <a:pt x="4649485" y="1430742"/>
                  </a:lnTo>
                  <a:lnTo>
                    <a:pt x="4648824" y="1430742"/>
                  </a:lnTo>
                  <a:lnTo>
                    <a:pt x="4648164" y="1430742"/>
                  </a:lnTo>
                  <a:lnTo>
                    <a:pt x="4647503" y="1430742"/>
                  </a:lnTo>
                  <a:lnTo>
                    <a:pt x="4646843" y="1430742"/>
                  </a:lnTo>
                  <a:lnTo>
                    <a:pt x="4646182" y="1430742"/>
                  </a:lnTo>
                  <a:lnTo>
                    <a:pt x="4645522" y="1430742"/>
                  </a:lnTo>
                  <a:lnTo>
                    <a:pt x="4644861" y="1430742"/>
                  </a:lnTo>
                  <a:lnTo>
                    <a:pt x="4644201" y="1430742"/>
                  </a:lnTo>
                  <a:lnTo>
                    <a:pt x="4643540" y="1430742"/>
                  </a:lnTo>
                  <a:lnTo>
                    <a:pt x="4642880" y="1430742"/>
                  </a:lnTo>
                  <a:lnTo>
                    <a:pt x="4642219" y="1430742"/>
                  </a:lnTo>
                  <a:lnTo>
                    <a:pt x="4641559" y="1430742"/>
                  </a:lnTo>
                  <a:lnTo>
                    <a:pt x="4640898" y="1430742"/>
                  </a:lnTo>
                  <a:lnTo>
                    <a:pt x="4640238" y="1430742"/>
                  </a:lnTo>
                  <a:lnTo>
                    <a:pt x="4639577" y="1430742"/>
                  </a:lnTo>
                  <a:lnTo>
                    <a:pt x="4638916" y="1430742"/>
                  </a:lnTo>
                  <a:lnTo>
                    <a:pt x="4638256" y="1430742"/>
                  </a:lnTo>
                  <a:lnTo>
                    <a:pt x="4637595" y="1430742"/>
                  </a:lnTo>
                  <a:lnTo>
                    <a:pt x="4636935" y="1430742"/>
                  </a:lnTo>
                  <a:lnTo>
                    <a:pt x="4636274" y="1430742"/>
                  </a:lnTo>
                  <a:lnTo>
                    <a:pt x="4635614" y="1430742"/>
                  </a:lnTo>
                  <a:lnTo>
                    <a:pt x="4634953" y="1430742"/>
                  </a:lnTo>
                  <a:lnTo>
                    <a:pt x="4634293" y="1430742"/>
                  </a:lnTo>
                  <a:lnTo>
                    <a:pt x="4633632" y="1430742"/>
                  </a:lnTo>
                  <a:lnTo>
                    <a:pt x="4632972" y="1430742"/>
                  </a:lnTo>
                  <a:lnTo>
                    <a:pt x="4632311" y="1430742"/>
                  </a:lnTo>
                  <a:lnTo>
                    <a:pt x="4631651" y="1430742"/>
                  </a:lnTo>
                  <a:lnTo>
                    <a:pt x="4630990" y="1430742"/>
                  </a:lnTo>
                  <a:lnTo>
                    <a:pt x="4630330" y="1430742"/>
                  </a:lnTo>
                  <a:lnTo>
                    <a:pt x="4629669" y="1430742"/>
                  </a:lnTo>
                  <a:lnTo>
                    <a:pt x="4629009" y="1430742"/>
                  </a:lnTo>
                  <a:lnTo>
                    <a:pt x="4628348" y="1430742"/>
                  </a:lnTo>
                  <a:lnTo>
                    <a:pt x="4627687" y="1430742"/>
                  </a:lnTo>
                  <a:lnTo>
                    <a:pt x="4627027" y="1430742"/>
                  </a:lnTo>
                  <a:lnTo>
                    <a:pt x="4626366" y="1430742"/>
                  </a:lnTo>
                  <a:lnTo>
                    <a:pt x="4625706" y="1430742"/>
                  </a:lnTo>
                  <a:lnTo>
                    <a:pt x="4625045" y="1430742"/>
                  </a:lnTo>
                  <a:lnTo>
                    <a:pt x="4624385" y="1430742"/>
                  </a:lnTo>
                  <a:lnTo>
                    <a:pt x="4623724" y="1430742"/>
                  </a:lnTo>
                  <a:lnTo>
                    <a:pt x="4623064" y="1430742"/>
                  </a:lnTo>
                  <a:lnTo>
                    <a:pt x="4622403" y="1430742"/>
                  </a:lnTo>
                  <a:lnTo>
                    <a:pt x="4621743" y="1430742"/>
                  </a:lnTo>
                  <a:lnTo>
                    <a:pt x="4621082" y="1430742"/>
                  </a:lnTo>
                  <a:lnTo>
                    <a:pt x="4620422" y="1430742"/>
                  </a:lnTo>
                  <a:lnTo>
                    <a:pt x="4619761" y="1430742"/>
                  </a:lnTo>
                  <a:lnTo>
                    <a:pt x="4619101" y="1430742"/>
                  </a:lnTo>
                  <a:lnTo>
                    <a:pt x="4618440" y="1430742"/>
                  </a:lnTo>
                  <a:lnTo>
                    <a:pt x="4617779" y="1430742"/>
                  </a:lnTo>
                  <a:lnTo>
                    <a:pt x="4617119" y="1430742"/>
                  </a:lnTo>
                  <a:lnTo>
                    <a:pt x="4616458" y="1430742"/>
                  </a:lnTo>
                  <a:lnTo>
                    <a:pt x="4615798" y="1430742"/>
                  </a:lnTo>
                  <a:lnTo>
                    <a:pt x="4615137" y="1430742"/>
                  </a:lnTo>
                  <a:lnTo>
                    <a:pt x="4614477" y="1430742"/>
                  </a:lnTo>
                  <a:lnTo>
                    <a:pt x="4613816" y="1430742"/>
                  </a:lnTo>
                  <a:lnTo>
                    <a:pt x="4613156" y="1430742"/>
                  </a:lnTo>
                  <a:lnTo>
                    <a:pt x="4612495" y="1430742"/>
                  </a:lnTo>
                  <a:lnTo>
                    <a:pt x="4611835" y="1430742"/>
                  </a:lnTo>
                  <a:lnTo>
                    <a:pt x="4611174" y="1430742"/>
                  </a:lnTo>
                  <a:lnTo>
                    <a:pt x="4610514" y="1430742"/>
                  </a:lnTo>
                  <a:lnTo>
                    <a:pt x="4609853" y="1430742"/>
                  </a:lnTo>
                  <a:lnTo>
                    <a:pt x="4609193" y="1430742"/>
                  </a:lnTo>
                  <a:lnTo>
                    <a:pt x="4608532" y="1430742"/>
                  </a:lnTo>
                  <a:lnTo>
                    <a:pt x="4607871" y="1430742"/>
                  </a:lnTo>
                  <a:lnTo>
                    <a:pt x="4607211" y="1430742"/>
                  </a:lnTo>
                  <a:lnTo>
                    <a:pt x="4606550" y="1430742"/>
                  </a:lnTo>
                  <a:lnTo>
                    <a:pt x="4605890" y="1430742"/>
                  </a:lnTo>
                  <a:lnTo>
                    <a:pt x="4605229" y="1430742"/>
                  </a:lnTo>
                  <a:lnTo>
                    <a:pt x="4604569" y="1430742"/>
                  </a:lnTo>
                  <a:lnTo>
                    <a:pt x="4603908" y="1430742"/>
                  </a:lnTo>
                  <a:lnTo>
                    <a:pt x="4603248" y="1430742"/>
                  </a:lnTo>
                  <a:lnTo>
                    <a:pt x="4602587" y="1430742"/>
                  </a:lnTo>
                  <a:lnTo>
                    <a:pt x="4601927" y="1430742"/>
                  </a:lnTo>
                  <a:lnTo>
                    <a:pt x="4601266" y="1430742"/>
                  </a:lnTo>
                  <a:lnTo>
                    <a:pt x="4600606" y="1430742"/>
                  </a:lnTo>
                  <a:lnTo>
                    <a:pt x="4599945" y="1430742"/>
                  </a:lnTo>
                  <a:lnTo>
                    <a:pt x="4599285" y="1430742"/>
                  </a:lnTo>
                  <a:lnTo>
                    <a:pt x="4598624" y="1430742"/>
                  </a:lnTo>
                  <a:lnTo>
                    <a:pt x="4597963" y="1430742"/>
                  </a:lnTo>
                  <a:lnTo>
                    <a:pt x="4597303" y="1430742"/>
                  </a:lnTo>
                  <a:lnTo>
                    <a:pt x="4596642" y="1430742"/>
                  </a:lnTo>
                  <a:lnTo>
                    <a:pt x="4595982" y="1430742"/>
                  </a:lnTo>
                  <a:lnTo>
                    <a:pt x="4595321" y="1430742"/>
                  </a:lnTo>
                  <a:lnTo>
                    <a:pt x="4594661" y="1430742"/>
                  </a:lnTo>
                  <a:lnTo>
                    <a:pt x="4594000" y="1430742"/>
                  </a:lnTo>
                  <a:lnTo>
                    <a:pt x="4593340" y="1430742"/>
                  </a:lnTo>
                  <a:lnTo>
                    <a:pt x="4592679" y="1430742"/>
                  </a:lnTo>
                  <a:lnTo>
                    <a:pt x="4592019" y="1430742"/>
                  </a:lnTo>
                  <a:lnTo>
                    <a:pt x="4591358" y="1430742"/>
                  </a:lnTo>
                  <a:lnTo>
                    <a:pt x="4590698" y="1430742"/>
                  </a:lnTo>
                  <a:lnTo>
                    <a:pt x="4590037" y="1430742"/>
                  </a:lnTo>
                  <a:lnTo>
                    <a:pt x="4589377" y="1430742"/>
                  </a:lnTo>
                  <a:lnTo>
                    <a:pt x="4588716" y="1430742"/>
                  </a:lnTo>
                  <a:lnTo>
                    <a:pt x="4588056" y="1430742"/>
                  </a:lnTo>
                  <a:lnTo>
                    <a:pt x="4587395" y="1430742"/>
                  </a:lnTo>
                  <a:lnTo>
                    <a:pt x="4586734" y="1430742"/>
                  </a:lnTo>
                  <a:lnTo>
                    <a:pt x="4586074" y="1430742"/>
                  </a:lnTo>
                  <a:lnTo>
                    <a:pt x="4585413" y="1430742"/>
                  </a:lnTo>
                  <a:lnTo>
                    <a:pt x="4584753" y="1430742"/>
                  </a:lnTo>
                  <a:lnTo>
                    <a:pt x="4584092" y="1430742"/>
                  </a:lnTo>
                  <a:lnTo>
                    <a:pt x="4583432" y="1430742"/>
                  </a:lnTo>
                  <a:lnTo>
                    <a:pt x="4582771" y="1430742"/>
                  </a:lnTo>
                  <a:lnTo>
                    <a:pt x="4582111" y="1430742"/>
                  </a:lnTo>
                  <a:lnTo>
                    <a:pt x="4581450" y="1430742"/>
                  </a:lnTo>
                  <a:lnTo>
                    <a:pt x="4580790" y="1430742"/>
                  </a:lnTo>
                  <a:lnTo>
                    <a:pt x="4580129" y="1430742"/>
                  </a:lnTo>
                  <a:lnTo>
                    <a:pt x="4579469" y="1430742"/>
                  </a:lnTo>
                  <a:lnTo>
                    <a:pt x="4578808" y="1430742"/>
                  </a:lnTo>
                  <a:lnTo>
                    <a:pt x="4578148" y="1430742"/>
                  </a:lnTo>
                  <a:lnTo>
                    <a:pt x="4577487" y="1430742"/>
                  </a:lnTo>
                  <a:lnTo>
                    <a:pt x="4576826" y="1430742"/>
                  </a:lnTo>
                  <a:lnTo>
                    <a:pt x="4576166" y="1430742"/>
                  </a:lnTo>
                  <a:lnTo>
                    <a:pt x="4575505" y="1430742"/>
                  </a:lnTo>
                  <a:lnTo>
                    <a:pt x="4574845" y="1430742"/>
                  </a:lnTo>
                  <a:lnTo>
                    <a:pt x="4574184" y="1430742"/>
                  </a:lnTo>
                  <a:lnTo>
                    <a:pt x="4573524" y="1430742"/>
                  </a:lnTo>
                  <a:lnTo>
                    <a:pt x="4572863" y="1430742"/>
                  </a:lnTo>
                  <a:lnTo>
                    <a:pt x="4572203" y="1430742"/>
                  </a:lnTo>
                  <a:lnTo>
                    <a:pt x="4571542" y="1430742"/>
                  </a:lnTo>
                  <a:lnTo>
                    <a:pt x="4570882" y="1430742"/>
                  </a:lnTo>
                  <a:lnTo>
                    <a:pt x="4570221" y="1430742"/>
                  </a:lnTo>
                  <a:lnTo>
                    <a:pt x="4569561" y="1430742"/>
                  </a:lnTo>
                  <a:lnTo>
                    <a:pt x="4568900" y="1430742"/>
                  </a:lnTo>
                  <a:lnTo>
                    <a:pt x="4568240" y="1430742"/>
                  </a:lnTo>
                  <a:lnTo>
                    <a:pt x="4567579" y="1430742"/>
                  </a:lnTo>
                  <a:lnTo>
                    <a:pt x="4566918" y="1430742"/>
                  </a:lnTo>
                  <a:lnTo>
                    <a:pt x="4566258" y="1430742"/>
                  </a:lnTo>
                  <a:lnTo>
                    <a:pt x="4565597" y="1430742"/>
                  </a:lnTo>
                  <a:lnTo>
                    <a:pt x="4564937" y="1430742"/>
                  </a:lnTo>
                  <a:lnTo>
                    <a:pt x="4564276" y="1430742"/>
                  </a:lnTo>
                  <a:lnTo>
                    <a:pt x="4563616" y="1430742"/>
                  </a:lnTo>
                  <a:lnTo>
                    <a:pt x="4562955" y="1430742"/>
                  </a:lnTo>
                  <a:lnTo>
                    <a:pt x="4562295" y="1430742"/>
                  </a:lnTo>
                  <a:lnTo>
                    <a:pt x="4561634" y="1430742"/>
                  </a:lnTo>
                  <a:lnTo>
                    <a:pt x="4560974" y="1430742"/>
                  </a:lnTo>
                  <a:lnTo>
                    <a:pt x="4560313" y="1430742"/>
                  </a:lnTo>
                  <a:lnTo>
                    <a:pt x="4559653" y="1430742"/>
                  </a:lnTo>
                  <a:lnTo>
                    <a:pt x="4558992" y="1430742"/>
                  </a:lnTo>
                  <a:lnTo>
                    <a:pt x="4558332" y="1430742"/>
                  </a:lnTo>
                  <a:lnTo>
                    <a:pt x="4557671" y="1430742"/>
                  </a:lnTo>
                  <a:lnTo>
                    <a:pt x="4557011" y="1430742"/>
                  </a:lnTo>
                  <a:lnTo>
                    <a:pt x="4556350" y="1430742"/>
                  </a:lnTo>
                  <a:lnTo>
                    <a:pt x="4555689" y="1430742"/>
                  </a:lnTo>
                  <a:lnTo>
                    <a:pt x="4555029" y="1430742"/>
                  </a:lnTo>
                  <a:lnTo>
                    <a:pt x="4554368" y="1430742"/>
                  </a:lnTo>
                  <a:lnTo>
                    <a:pt x="4553708" y="1430742"/>
                  </a:lnTo>
                  <a:lnTo>
                    <a:pt x="4553047" y="1430742"/>
                  </a:lnTo>
                  <a:lnTo>
                    <a:pt x="4552387" y="1430742"/>
                  </a:lnTo>
                  <a:lnTo>
                    <a:pt x="4551726" y="1430742"/>
                  </a:lnTo>
                  <a:lnTo>
                    <a:pt x="4551066" y="1430742"/>
                  </a:lnTo>
                  <a:lnTo>
                    <a:pt x="4550405" y="1430742"/>
                  </a:lnTo>
                  <a:lnTo>
                    <a:pt x="4549745" y="1430742"/>
                  </a:lnTo>
                  <a:lnTo>
                    <a:pt x="4549084" y="1430742"/>
                  </a:lnTo>
                  <a:lnTo>
                    <a:pt x="4548424" y="1430742"/>
                  </a:lnTo>
                  <a:lnTo>
                    <a:pt x="4547763" y="1430742"/>
                  </a:lnTo>
                  <a:lnTo>
                    <a:pt x="4547103" y="1430742"/>
                  </a:lnTo>
                  <a:lnTo>
                    <a:pt x="4546442" y="1430742"/>
                  </a:lnTo>
                  <a:lnTo>
                    <a:pt x="4545781" y="1430742"/>
                  </a:lnTo>
                  <a:lnTo>
                    <a:pt x="4545121" y="1430742"/>
                  </a:lnTo>
                  <a:lnTo>
                    <a:pt x="4544460" y="1430742"/>
                  </a:lnTo>
                  <a:lnTo>
                    <a:pt x="4543800" y="1430742"/>
                  </a:lnTo>
                  <a:lnTo>
                    <a:pt x="4543139" y="1430742"/>
                  </a:lnTo>
                  <a:lnTo>
                    <a:pt x="4542479" y="1430742"/>
                  </a:lnTo>
                  <a:lnTo>
                    <a:pt x="4541818" y="1430742"/>
                  </a:lnTo>
                  <a:lnTo>
                    <a:pt x="4541158" y="1430742"/>
                  </a:lnTo>
                  <a:lnTo>
                    <a:pt x="4540497" y="1430742"/>
                  </a:lnTo>
                  <a:lnTo>
                    <a:pt x="4539837" y="1430742"/>
                  </a:lnTo>
                  <a:lnTo>
                    <a:pt x="4539176" y="1430742"/>
                  </a:lnTo>
                  <a:lnTo>
                    <a:pt x="4538516" y="1430742"/>
                  </a:lnTo>
                  <a:lnTo>
                    <a:pt x="4537855" y="1430742"/>
                  </a:lnTo>
                  <a:lnTo>
                    <a:pt x="4537195" y="1430742"/>
                  </a:lnTo>
                  <a:lnTo>
                    <a:pt x="4536534" y="1430742"/>
                  </a:lnTo>
                  <a:lnTo>
                    <a:pt x="4535873" y="1430742"/>
                  </a:lnTo>
                  <a:lnTo>
                    <a:pt x="4535213" y="1430742"/>
                  </a:lnTo>
                  <a:lnTo>
                    <a:pt x="4534552" y="1430742"/>
                  </a:lnTo>
                  <a:lnTo>
                    <a:pt x="4533892" y="1430742"/>
                  </a:lnTo>
                  <a:lnTo>
                    <a:pt x="4533231" y="1430742"/>
                  </a:lnTo>
                  <a:lnTo>
                    <a:pt x="4532571" y="1430742"/>
                  </a:lnTo>
                  <a:lnTo>
                    <a:pt x="4531910" y="1430742"/>
                  </a:lnTo>
                  <a:lnTo>
                    <a:pt x="4531250" y="1430742"/>
                  </a:lnTo>
                  <a:lnTo>
                    <a:pt x="4530589" y="1430742"/>
                  </a:lnTo>
                  <a:lnTo>
                    <a:pt x="4529929" y="1430742"/>
                  </a:lnTo>
                  <a:lnTo>
                    <a:pt x="4529268" y="1430742"/>
                  </a:lnTo>
                  <a:lnTo>
                    <a:pt x="4528608" y="1430742"/>
                  </a:lnTo>
                  <a:lnTo>
                    <a:pt x="4527947" y="1430742"/>
                  </a:lnTo>
                  <a:lnTo>
                    <a:pt x="4527287" y="1430742"/>
                  </a:lnTo>
                  <a:lnTo>
                    <a:pt x="4526626" y="1430742"/>
                  </a:lnTo>
                  <a:lnTo>
                    <a:pt x="4525965" y="1430742"/>
                  </a:lnTo>
                  <a:lnTo>
                    <a:pt x="4525305" y="1430742"/>
                  </a:lnTo>
                  <a:lnTo>
                    <a:pt x="4524644" y="1430742"/>
                  </a:lnTo>
                  <a:lnTo>
                    <a:pt x="4523984" y="1430742"/>
                  </a:lnTo>
                  <a:lnTo>
                    <a:pt x="4523323" y="1430742"/>
                  </a:lnTo>
                  <a:lnTo>
                    <a:pt x="4522663" y="1430742"/>
                  </a:lnTo>
                  <a:lnTo>
                    <a:pt x="4522002" y="1430742"/>
                  </a:lnTo>
                  <a:lnTo>
                    <a:pt x="4521342" y="1430742"/>
                  </a:lnTo>
                  <a:lnTo>
                    <a:pt x="4520681" y="1430742"/>
                  </a:lnTo>
                  <a:lnTo>
                    <a:pt x="4520021" y="1430742"/>
                  </a:lnTo>
                  <a:lnTo>
                    <a:pt x="4519360" y="1430742"/>
                  </a:lnTo>
                  <a:lnTo>
                    <a:pt x="4518700" y="1430742"/>
                  </a:lnTo>
                  <a:lnTo>
                    <a:pt x="4518039" y="1430742"/>
                  </a:lnTo>
                  <a:lnTo>
                    <a:pt x="4517379" y="1430742"/>
                  </a:lnTo>
                  <a:lnTo>
                    <a:pt x="4516718" y="1430742"/>
                  </a:lnTo>
                  <a:lnTo>
                    <a:pt x="4516058" y="1430742"/>
                  </a:lnTo>
                  <a:lnTo>
                    <a:pt x="4515397" y="1430742"/>
                  </a:lnTo>
                  <a:lnTo>
                    <a:pt x="4514736" y="1430742"/>
                  </a:lnTo>
                  <a:lnTo>
                    <a:pt x="4514076" y="1430742"/>
                  </a:lnTo>
                  <a:lnTo>
                    <a:pt x="4513415" y="1430742"/>
                  </a:lnTo>
                  <a:lnTo>
                    <a:pt x="4512755" y="1430742"/>
                  </a:lnTo>
                  <a:lnTo>
                    <a:pt x="4512094" y="1430742"/>
                  </a:lnTo>
                  <a:lnTo>
                    <a:pt x="4511434" y="1430742"/>
                  </a:lnTo>
                  <a:lnTo>
                    <a:pt x="4510773" y="1430742"/>
                  </a:lnTo>
                  <a:lnTo>
                    <a:pt x="4510113" y="1430742"/>
                  </a:lnTo>
                  <a:lnTo>
                    <a:pt x="4509452" y="1430742"/>
                  </a:lnTo>
                  <a:lnTo>
                    <a:pt x="4508792" y="1430742"/>
                  </a:lnTo>
                  <a:lnTo>
                    <a:pt x="4508131" y="1430742"/>
                  </a:lnTo>
                  <a:lnTo>
                    <a:pt x="4507471" y="1430742"/>
                  </a:lnTo>
                  <a:lnTo>
                    <a:pt x="4506810" y="1430742"/>
                  </a:lnTo>
                  <a:lnTo>
                    <a:pt x="4506150" y="1430742"/>
                  </a:lnTo>
                  <a:lnTo>
                    <a:pt x="4505489" y="1430742"/>
                  </a:lnTo>
                  <a:lnTo>
                    <a:pt x="4504828" y="1430742"/>
                  </a:lnTo>
                  <a:lnTo>
                    <a:pt x="4504168" y="1430742"/>
                  </a:lnTo>
                  <a:lnTo>
                    <a:pt x="4503507" y="1430742"/>
                  </a:lnTo>
                  <a:lnTo>
                    <a:pt x="4502847" y="1430742"/>
                  </a:lnTo>
                  <a:lnTo>
                    <a:pt x="4502186" y="1430742"/>
                  </a:lnTo>
                  <a:lnTo>
                    <a:pt x="4501526" y="1430742"/>
                  </a:lnTo>
                  <a:lnTo>
                    <a:pt x="4500865" y="1430742"/>
                  </a:lnTo>
                  <a:lnTo>
                    <a:pt x="4500205" y="1430742"/>
                  </a:lnTo>
                  <a:lnTo>
                    <a:pt x="4499544" y="1430742"/>
                  </a:lnTo>
                  <a:lnTo>
                    <a:pt x="4498884" y="1430742"/>
                  </a:lnTo>
                  <a:lnTo>
                    <a:pt x="4498223" y="1430742"/>
                  </a:lnTo>
                  <a:lnTo>
                    <a:pt x="4497563" y="1430742"/>
                  </a:lnTo>
                  <a:lnTo>
                    <a:pt x="4496902" y="1430742"/>
                  </a:lnTo>
                  <a:lnTo>
                    <a:pt x="4496242" y="1430742"/>
                  </a:lnTo>
                  <a:lnTo>
                    <a:pt x="4495581" y="1430742"/>
                  </a:lnTo>
                  <a:lnTo>
                    <a:pt x="4494920" y="1430742"/>
                  </a:lnTo>
                  <a:lnTo>
                    <a:pt x="4494260" y="1430742"/>
                  </a:lnTo>
                  <a:lnTo>
                    <a:pt x="4493599" y="1430742"/>
                  </a:lnTo>
                  <a:lnTo>
                    <a:pt x="4492939" y="1430742"/>
                  </a:lnTo>
                  <a:lnTo>
                    <a:pt x="4492278" y="1430742"/>
                  </a:lnTo>
                  <a:lnTo>
                    <a:pt x="4491618" y="1430742"/>
                  </a:lnTo>
                  <a:lnTo>
                    <a:pt x="4490957" y="1430742"/>
                  </a:lnTo>
                  <a:lnTo>
                    <a:pt x="4490297" y="1430742"/>
                  </a:lnTo>
                  <a:lnTo>
                    <a:pt x="4489636" y="1430742"/>
                  </a:lnTo>
                  <a:lnTo>
                    <a:pt x="4488976" y="1430742"/>
                  </a:lnTo>
                  <a:lnTo>
                    <a:pt x="4488315" y="1430742"/>
                  </a:lnTo>
                  <a:lnTo>
                    <a:pt x="4487655" y="1430742"/>
                  </a:lnTo>
                  <a:lnTo>
                    <a:pt x="4486994" y="1430742"/>
                  </a:lnTo>
                  <a:lnTo>
                    <a:pt x="4486334" y="1430742"/>
                  </a:lnTo>
                  <a:lnTo>
                    <a:pt x="4485673" y="1430742"/>
                  </a:lnTo>
                  <a:lnTo>
                    <a:pt x="4485013" y="1430742"/>
                  </a:lnTo>
                  <a:lnTo>
                    <a:pt x="4484352" y="1430742"/>
                  </a:lnTo>
                  <a:lnTo>
                    <a:pt x="4483691" y="1430742"/>
                  </a:lnTo>
                  <a:lnTo>
                    <a:pt x="4483031" y="1430742"/>
                  </a:lnTo>
                  <a:lnTo>
                    <a:pt x="4482370" y="1430742"/>
                  </a:lnTo>
                  <a:lnTo>
                    <a:pt x="4481710" y="1430742"/>
                  </a:lnTo>
                  <a:lnTo>
                    <a:pt x="4481049" y="1430742"/>
                  </a:lnTo>
                  <a:lnTo>
                    <a:pt x="4480389" y="1430742"/>
                  </a:lnTo>
                  <a:lnTo>
                    <a:pt x="4479728" y="1430742"/>
                  </a:lnTo>
                  <a:lnTo>
                    <a:pt x="4479068" y="1430742"/>
                  </a:lnTo>
                  <a:lnTo>
                    <a:pt x="4478407" y="1430742"/>
                  </a:lnTo>
                  <a:lnTo>
                    <a:pt x="4477747" y="1430742"/>
                  </a:lnTo>
                  <a:lnTo>
                    <a:pt x="4477086" y="1430742"/>
                  </a:lnTo>
                  <a:lnTo>
                    <a:pt x="4476426" y="1430742"/>
                  </a:lnTo>
                  <a:lnTo>
                    <a:pt x="4475765" y="1430742"/>
                  </a:lnTo>
                  <a:lnTo>
                    <a:pt x="4475105" y="1430742"/>
                  </a:lnTo>
                  <a:lnTo>
                    <a:pt x="4474444" y="1430742"/>
                  </a:lnTo>
                  <a:lnTo>
                    <a:pt x="4473783" y="1430742"/>
                  </a:lnTo>
                  <a:lnTo>
                    <a:pt x="4473123" y="1430742"/>
                  </a:lnTo>
                  <a:lnTo>
                    <a:pt x="4472462" y="1430742"/>
                  </a:lnTo>
                  <a:lnTo>
                    <a:pt x="4471802" y="1430742"/>
                  </a:lnTo>
                  <a:lnTo>
                    <a:pt x="4471141" y="1430742"/>
                  </a:lnTo>
                  <a:lnTo>
                    <a:pt x="4470481" y="1430742"/>
                  </a:lnTo>
                  <a:lnTo>
                    <a:pt x="4469820" y="1430742"/>
                  </a:lnTo>
                  <a:lnTo>
                    <a:pt x="4469160" y="1430742"/>
                  </a:lnTo>
                  <a:lnTo>
                    <a:pt x="4468499" y="1430742"/>
                  </a:lnTo>
                  <a:lnTo>
                    <a:pt x="4467839" y="1430742"/>
                  </a:lnTo>
                  <a:lnTo>
                    <a:pt x="4467178" y="1430742"/>
                  </a:lnTo>
                  <a:lnTo>
                    <a:pt x="4466518" y="1430742"/>
                  </a:lnTo>
                  <a:lnTo>
                    <a:pt x="4465857" y="1430742"/>
                  </a:lnTo>
                  <a:lnTo>
                    <a:pt x="4465197" y="1430742"/>
                  </a:lnTo>
                  <a:lnTo>
                    <a:pt x="4464536" y="1430742"/>
                  </a:lnTo>
                  <a:lnTo>
                    <a:pt x="4463875" y="1430742"/>
                  </a:lnTo>
                  <a:lnTo>
                    <a:pt x="4463215" y="1430742"/>
                  </a:lnTo>
                  <a:lnTo>
                    <a:pt x="4462554" y="1430742"/>
                  </a:lnTo>
                  <a:lnTo>
                    <a:pt x="4461894" y="1430742"/>
                  </a:lnTo>
                  <a:lnTo>
                    <a:pt x="4461233" y="1430742"/>
                  </a:lnTo>
                  <a:lnTo>
                    <a:pt x="4460573" y="1430742"/>
                  </a:lnTo>
                  <a:lnTo>
                    <a:pt x="4459912" y="1430742"/>
                  </a:lnTo>
                  <a:lnTo>
                    <a:pt x="4459252" y="1430742"/>
                  </a:lnTo>
                  <a:lnTo>
                    <a:pt x="4458591" y="1430742"/>
                  </a:lnTo>
                  <a:lnTo>
                    <a:pt x="4457931" y="1430742"/>
                  </a:lnTo>
                  <a:lnTo>
                    <a:pt x="4457270" y="1430742"/>
                  </a:lnTo>
                  <a:lnTo>
                    <a:pt x="4456610" y="1430742"/>
                  </a:lnTo>
                  <a:lnTo>
                    <a:pt x="4455949" y="1430742"/>
                  </a:lnTo>
                  <a:lnTo>
                    <a:pt x="4455289" y="1430742"/>
                  </a:lnTo>
                  <a:lnTo>
                    <a:pt x="4454628" y="1430742"/>
                  </a:lnTo>
                  <a:lnTo>
                    <a:pt x="4453967" y="1430742"/>
                  </a:lnTo>
                  <a:lnTo>
                    <a:pt x="4453307" y="1430742"/>
                  </a:lnTo>
                  <a:lnTo>
                    <a:pt x="4452646" y="1430742"/>
                  </a:lnTo>
                  <a:lnTo>
                    <a:pt x="4451986" y="1430742"/>
                  </a:lnTo>
                  <a:lnTo>
                    <a:pt x="4451325" y="1430742"/>
                  </a:lnTo>
                  <a:lnTo>
                    <a:pt x="4450665" y="1430742"/>
                  </a:lnTo>
                  <a:lnTo>
                    <a:pt x="4450004" y="1430742"/>
                  </a:lnTo>
                  <a:lnTo>
                    <a:pt x="4449344" y="1430742"/>
                  </a:lnTo>
                  <a:lnTo>
                    <a:pt x="4448683" y="1430742"/>
                  </a:lnTo>
                  <a:lnTo>
                    <a:pt x="4448023" y="1430742"/>
                  </a:lnTo>
                  <a:lnTo>
                    <a:pt x="4447362" y="1430742"/>
                  </a:lnTo>
                  <a:lnTo>
                    <a:pt x="4446702" y="1430742"/>
                  </a:lnTo>
                  <a:lnTo>
                    <a:pt x="4446041" y="1430742"/>
                  </a:lnTo>
                  <a:lnTo>
                    <a:pt x="4445381" y="1430742"/>
                  </a:lnTo>
                  <a:lnTo>
                    <a:pt x="4444720" y="1430742"/>
                  </a:lnTo>
                  <a:lnTo>
                    <a:pt x="4444060" y="1430742"/>
                  </a:lnTo>
                  <a:lnTo>
                    <a:pt x="4443399" y="1430742"/>
                  </a:lnTo>
                  <a:lnTo>
                    <a:pt x="4442738" y="1430742"/>
                  </a:lnTo>
                  <a:lnTo>
                    <a:pt x="4442078" y="1430742"/>
                  </a:lnTo>
                  <a:lnTo>
                    <a:pt x="4441417" y="1430742"/>
                  </a:lnTo>
                  <a:lnTo>
                    <a:pt x="4440757" y="1430742"/>
                  </a:lnTo>
                  <a:lnTo>
                    <a:pt x="4440096" y="1430742"/>
                  </a:lnTo>
                  <a:lnTo>
                    <a:pt x="4439436" y="1430742"/>
                  </a:lnTo>
                  <a:lnTo>
                    <a:pt x="4438775" y="1430742"/>
                  </a:lnTo>
                  <a:lnTo>
                    <a:pt x="4438115" y="1430742"/>
                  </a:lnTo>
                  <a:lnTo>
                    <a:pt x="4437454" y="1430742"/>
                  </a:lnTo>
                  <a:lnTo>
                    <a:pt x="4436794" y="1430742"/>
                  </a:lnTo>
                  <a:lnTo>
                    <a:pt x="4436133" y="1430742"/>
                  </a:lnTo>
                  <a:lnTo>
                    <a:pt x="4435473" y="1430742"/>
                  </a:lnTo>
                  <a:lnTo>
                    <a:pt x="4434812" y="1430742"/>
                  </a:lnTo>
                  <a:lnTo>
                    <a:pt x="4434152" y="1430742"/>
                  </a:lnTo>
                  <a:lnTo>
                    <a:pt x="4433491" y="1430742"/>
                  </a:lnTo>
                  <a:lnTo>
                    <a:pt x="4432830" y="1430742"/>
                  </a:lnTo>
                  <a:lnTo>
                    <a:pt x="4432170" y="1430742"/>
                  </a:lnTo>
                  <a:lnTo>
                    <a:pt x="4431509" y="1430742"/>
                  </a:lnTo>
                  <a:lnTo>
                    <a:pt x="4430849" y="1430742"/>
                  </a:lnTo>
                  <a:lnTo>
                    <a:pt x="4430188" y="1430742"/>
                  </a:lnTo>
                  <a:lnTo>
                    <a:pt x="4429528" y="1430742"/>
                  </a:lnTo>
                  <a:lnTo>
                    <a:pt x="4428867" y="1430742"/>
                  </a:lnTo>
                  <a:lnTo>
                    <a:pt x="4428207" y="1430742"/>
                  </a:lnTo>
                  <a:lnTo>
                    <a:pt x="4427546" y="1430742"/>
                  </a:lnTo>
                  <a:lnTo>
                    <a:pt x="4426886" y="1430742"/>
                  </a:lnTo>
                  <a:lnTo>
                    <a:pt x="4426225" y="1430742"/>
                  </a:lnTo>
                  <a:lnTo>
                    <a:pt x="4425565" y="1430742"/>
                  </a:lnTo>
                  <a:lnTo>
                    <a:pt x="4424904" y="1430742"/>
                  </a:lnTo>
                  <a:lnTo>
                    <a:pt x="4424244" y="1430742"/>
                  </a:lnTo>
                  <a:lnTo>
                    <a:pt x="4423583" y="1430742"/>
                  </a:lnTo>
                  <a:lnTo>
                    <a:pt x="4422922" y="1430742"/>
                  </a:lnTo>
                  <a:lnTo>
                    <a:pt x="4422262" y="1430742"/>
                  </a:lnTo>
                  <a:lnTo>
                    <a:pt x="4421601" y="1430742"/>
                  </a:lnTo>
                  <a:lnTo>
                    <a:pt x="4420941" y="1430742"/>
                  </a:lnTo>
                  <a:lnTo>
                    <a:pt x="4420280" y="1430742"/>
                  </a:lnTo>
                  <a:lnTo>
                    <a:pt x="4419620" y="1430742"/>
                  </a:lnTo>
                  <a:lnTo>
                    <a:pt x="4418959" y="1430742"/>
                  </a:lnTo>
                  <a:lnTo>
                    <a:pt x="4418299" y="1430742"/>
                  </a:lnTo>
                  <a:lnTo>
                    <a:pt x="4417638" y="1430742"/>
                  </a:lnTo>
                  <a:lnTo>
                    <a:pt x="4416978" y="1430742"/>
                  </a:lnTo>
                  <a:lnTo>
                    <a:pt x="4416317" y="1430742"/>
                  </a:lnTo>
                  <a:lnTo>
                    <a:pt x="4415657" y="1430742"/>
                  </a:lnTo>
                  <a:lnTo>
                    <a:pt x="4414996" y="1430742"/>
                  </a:lnTo>
                  <a:lnTo>
                    <a:pt x="4414336" y="1430742"/>
                  </a:lnTo>
                  <a:lnTo>
                    <a:pt x="4413675" y="1430742"/>
                  </a:lnTo>
                  <a:lnTo>
                    <a:pt x="4413015" y="1430742"/>
                  </a:lnTo>
                  <a:lnTo>
                    <a:pt x="4412354" y="1430742"/>
                  </a:lnTo>
                  <a:lnTo>
                    <a:pt x="4411693" y="1430742"/>
                  </a:lnTo>
                  <a:lnTo>
                    <a:pt x="4411033" y="1430742"/>
                  </a:lnTo>
                  <a:lnTo>
                    <a:pt x="4410372" y="1430742"/>
                  </a:lnTo>
                  <a:lnTo>
                    <a:pt x="4409712" y="1430742"/>
                  </a:lnTo>
                  <a:lnTo>
                    <a:pt x="4409051" y="1430742"/>
                  </a:lnTo>
                  <a:lnTo>
                    <a:pt x="4408391" y="1430742"/>
                  </a:lnTo>
                  <a:lnTo>
                    <a:pt x="4407730" y="1430742"/>
                  </a:lnTo>
                  <a:lnTo>
                    <a:pt x="4407070" y="1430742"/>
                  </a:lnTo>
                  <a:lnTo>
                    <a:pt x="4406409" y="1430742"/>
                  </a:lnTo>
                  <a:lnTo>
                    <a:pt x="4405749" y="1430742"/>
                  </a:lnTo>
                  <a:lnTo>
                    <a:pt x="4405088" y="1430742"/>
                  </a:lnTo>
                  <a:lnTo>
                    <a:pt x="4404428" y="1430742"/>
                  </a:lnTo>
                  <a:lnTo>
                    <a:pt x="4403767" y="1430742"/>
                  </a:lnTo>
                  <a:lnTo>
                    <a:pt x="4403107" y="1430742"/>
                  </a:lnTo>
                  <a:lnTo>
                    <a:pt x="4402446" y="1430742"/>
                  </a:lnTo>
                  <a:lnTo>
                    <a:pt x="4401785" y="1430742"/>
                  </a:lnTo>
                  <a:lnTo>
                    <a:pt x="4401125" y="1430742"/>
                  </a:lnTo>
                  <a:lnTo>
                    <a:pt x="4400464" y="1430742"/>
                  </a:lnTo>
                  <a:lnTo>
                    <a:pt x="4399804" y="1430742"/>
                  </a:lnTo>
                  <a:lnTo>
                    <a:pt x="4399143" y="1430742"/>
                  </a:lnTo>
                  <a:lnTo>
                    <a:pt x="4398483" y="1430742"/>
                  </a:lnTo>
                  <a:lnTo>
                    <a:pt x="4397822" y="1430742"/>
                  </a:lnTo>
                  <a:lnTo>
                    <a:pt x="4397162" y="1430742"/>
                  </a:lnTo>
                  <a:lnTo>
                    <a:pt x="4396501" y="1430742"/>
                  </a:lnTo>
                  <a:lnTo>
                    <a:pt x="4395841" y="1430742"/>
                  </a:lnTo>
                  <a:lnTo>
                    <a:pt x="4395180" y="1430742"/>
                  </a:lnTo>
                  <a:lnTo>
                    <a:pt x="4394520" y="1430742"/>
                  </a:lnTo>
                  <a:lnTo>
                    <a:pt x="4393859" y="1430742"/>
                  </a:lnTo>
                  <a:lnTo>
                    <a:pt x="4393199" y="1430742"/>
                  </a:lnTo>
                  <a:lnTo>
                    <a:pt x="4392538" y="1430742"/>
                  </a:lnTo>
                  <a:lnTo>
                    <a:pt x="4391877" y="1430742"/>
                  </a:lnTo>
                  <a:lnTo>
                    <a:pt x="4391217" y="1430742"/>
                  </a:lnTo>
                  <a:lnTo>
                    <a:pt x="4390556" y="1430742"/>
                  </a:lnTo>
                  <a:lnTo>
                    <a:pt x="4389896" y="1430742"/>
                  </a:lnTo>
                  <a:lnTo>
                    <a:pt x="4389235" y="1430742"/>
                  </a:lnTo>
                  <a:lnTo>
                    <a:pt x="4388575" y="1430742"/>
                  </a:lnTo>
                  <a:lnTo>
                    <a:pt x="4387914" y="1430742"/>
                  </a:lnTo>
                  <a:lnTo>
                    <a:pt x="4387254" y="1430742"/>
                  </a:lnTo>
                  <a:lnTo>
                    <a:pt x="4386593" y="1430742"/>
                  </a:lnTo>
                  <a:lnTo>
                    <a:pt x="4385933" y="1430742"/>
                  </a:lnTo>
                  <a:lnTo>
                    <a:pt x="4385272" y="1430742"/>
                  </a:lnTo>
                  <a:lnTo>
                    <a:pt x="4384612" y="1430742"/>
                  </a:lnTo>
                  <a:lnTo>
                    <a:pt x="4383951" y="1430742"/>
                  </a:lnTo>
                  <a:lnTo>
                    <a:pt x="4383291" y="1430742"/>
                  </a:lnTo>
                  <a:lnTo>
                    <a:pt x="4382630" y="1430742"/>
                  </a:lnTo>
                  <a:lnTo>
                    <a:pt x="4381969" y="1430742"/>
                  </a:lnTo>
                  <a:lnTo>
                    <a:pt x="4381309" y="1430742"/>
                  </a:lnTo>
                  <a:lnTo>
                    <a:pt x="4380648" y="1430742"/>
                  </a:lnTo>
                  <a:lnTo>
                    <a:pt x="4379988" y="1430742"/>
                  </a:lnTo>
                  <a:lnTo>
                    <a:pt x="4379327" y="1430742"/>
                  </a:lnTo>
                  <a:lnTo>
                    <a:pt x="4378667" y="1430742"/>
                  </a:lnTo>
                  <a:lnTo>
                    <a:pt x="4378006" y="1430742"/>
                  </a:lnTo>
                  <a:lnTo>
                    <a:pt x="4377346" y="1430742"/>
                  </a:lnTo>
                  <a:lnTo>
                    <a:pt x="4376685" y="1430742"/>
                  </a:lnTo>
                  <a:lnTo>
                    <a:pt x="4376025" y="1430742"/>
                  </a:lnTo>
                  <a:lnTo>
                    <a:pt x="4375364" y="1430742"/>
                  </a:lnTo>
                  <a:lnTo>
                    <a:pt x="4374704" y="1430742"/>
                  </a:lnTo>
                  <a:lnTo>
                    <a:pt x="4374043" y="1430742"/>
                  </a:lnTo>
                  <a:lnTo>
                    <a:pt x="4373383" y="1430742"/>
                  </a:lnTo>
                  <a:lnTo>
                    <a:pt x="4372722" y="1430742"/>
                  </a:lnTo>
                  <a:lnTo>
                    <a:pt x="4372062" y="1430742"/>
                  </a:lnTo>
                  <a:lnTo>
                    <a:pt x="4371401" y="1430742"/>
                  </a:lnTo>
                  <a:lnTo>
                    <a:pt x="4370740" y="1430742"/>
                  </a:lnTo>
                  <a:lnTo>
                    <a:pt x="4370080" y="1430742"/>
                  </a:lnTo>
                  <a:lnTo>
                    <a:pt x="4369419" y="1430742"/>
                  </a:lnTo>
                  <a:lnTo>
                    <a:pt x="4368759" y="1430742"/>
                  </a:lnTo>
                  <a:lnTo>
                    <a:pt x="4368098" y="1430742"/>
                  </a:lnTo>
                  <a:lnTo>
                    <a:pt x="4367438" y="1430742"/>
                  </a:lnTo>
                  <a:lnTo>
                    <a:pt x="4366777" y="1430742"/>
                  </a:lnTo>
                  <a:lnTo>
                    <a:pt x="4366117" y="1430742"/>
                  </a:lnTo>
                  <a:lnTo>
                    <a:pt x="4365456" y="1430742"/>
                  </a:lnTo>
                  <a:lnTo>
                    <a:pt x="4364796" y="1430742"/>
                  </a:lnTo>
                  <a:lnTo>
                    <a:pt x="4364135" y="1430742"/>
                  </a:lnTo>
                  <a:lnTo>
                    <a:pt x="4363475" y="1430742"/>
                  </a:lnTo>
                  <a:lnTo>
                    <a:pt x="4362814" y="1430742"/>
                  </a:lnTo>
                  <a:lnTo>
                    <a:pt x="4362154" y="1430742"/>
                  </a:lnTo>
                  <a:lnTo>
                    <a:pt x="4361493" y="1430742"/>
                  </a:lnTo>
                  <a:lnTo>
                    <a:pt x="4360832" y="1430742"/>
                  </a:lnTo>
                  <a:lnTo>
                    <a:pt x="4360172" y="1430742"/>
                  </a:lnTo>
                  <a:lnTo>
                    <a:pt x="4359511" y="1430742"/>
                  </a:lnTo>
                  <a:lnTo>
                    <a:pt x="4358851" y="1430742"/>
                  </a:lnTo>
                  <a:lnTo>
                    <a:pt x="4358190" y="1430742"/>
                  </a:lnTo>
                  <a:lnTo>
                    <a:pt x="4357530" y="1430742"/>
                  </a:lnTo>
                  <a:lnTo>
                    <a:pt x="4356869" y="1430742"/>
                  </a:lnTo>
                  <a:lnTo>
                    <a:pt x="4356209" y="1430742"/>
                  </a:lnTo>
                  <a:lnTo>
                    <a:pt x="4355548" y="1430742"/>
                  </a:lnTo>
                  <a:lnTo>
                    <a:pt x="4354888" y="1430742"/>
                  </a:lnTo>
                  <a:lnTo>
                    <a:pt x="4354227" y="1430742"/>
                  </a:lnTo>
                  <a:lnTo>
                    <a:pt x="4353567" y="1430742"/>
                  </a:lnTo>
                  <a:lnTo>
                    <a:pt x="4352906" y="1430742"/>
                  </a:lnTo>
                  <a:lnTo>
                    <a:pt x="4352246" y="1430742"/>
                  </a:lnTo>
                  <a:lnTo>
                    <a:pt x="4351585" y="1430742"/>
                  </a:lnTo>
                  <a:lnTo>
                    <a:pt x="4350924" y="1430742"/>
                  </a:lnTo>
                  <a:lnTo>
                    <a:pt x="4350264" y="1430742"/>
                  </a:lnTo>
                  <a:lnTo>
                    <a:pt x="4349603" y="1430742"/>
                  </a:lnTo>
                  <a:lnTo>
                    <a:pt x="4348943" y="1430742"/>
                  </a:lnTo>
                  <a:lnTo>
                    <a:pt x="4348282" y="1430742"/>
                  </a:lnTo>
                  <a:lnTo>
                    <a:pt x="4347622" y="1430742"/>
                  </a:lnTo>
                  <a:lnTo>
                    <a:pt x="4346961" y="1430742"/>
                  </a:lnTo>
                  <a:lnTo>
                    <a:pt x="4346301" y="1430742"/>
                  </a:lnTo>
                  <a:lnTo>
                    <a:pt x="4345640" y="1430742"/>
                  </a:lnTo>
                  <a:lnTo>
                    <a:pt x="4344980" y="1430742"/>
                  </a:lnTo>
                  <a:lnTo>
                    <a:pt x="4344319" y="1430742"/>
                  </a:lnTo>
                  <a:lnTo>
                    <a:pt x="4343659" y="1430742"/>
                  </a:lnTo>
                  <a:lnTo>
                    <a:pt x="4342998" y="1430742"/>
                  </a:lnTo>
                  <a:lnTo>
                    <a:pt x="4342338" y="1430742"/>
                  </a:lnTo>
                  <a:lnTo>
                    <a:pt x="4341677" y="1430742"/>
                  </a:lnTo>
                  <a:lnTo>
                    <a:pt x="4341017" y="1430742"/>
                  </a:lnTo>
                  <a:lnTo>
                    <a:pt x="4340356" y="1430742"/>
                  </a:lnTo>
                  <a:lnTo>
                    <a:pt x="4339695" y="1430742"/>
                  </a:lnTo>
                  <a:lnTo>
                    <a:pt x="4339035" y="1430742"/>
                  </a:lnTo>
                  <a:lnTo>
                    <a:pt x="4338374" y="1430742"/>
                  </a:lnTo>
                  <a:lnTo>
                    <a:pt x="4337714" y="1430742"/>
                  </a:lnTo>
                  <a:lnTo>
                    <a:pt x="4337053" y="1430742"/>
                  </a:lnTo>
                  <a:lnTo>
                    <a:pt x="4336393" y="1430742"/>
                  </a:lnTo>
                  <a:lnTo>
                    <a:pt x="4335732" y="1430742"/>
                  </a:lnTo>
                  <a:lnTo>
                    <a:pt x="4335072" y="1430742"/>
                  </a:lnTo>
                  <a:lnTo>
                    <a:pt x="4334411" y="1430742"/>
                  </a:lnTo>
                  <a:lnTo>
                    <a:pt x="4333751" y="1430742"/>
                  </a:lnTo>
                  <a:lnTo>
                    <a:pt x="4333090" y="1430742"/>
                  </a:lnTo>
                  <a:lnTo>
                    <a:pt x="4332430" y="1430742"/>
                  </a:lnTo>
                  <a:lnTo>
                    <a:pt x="4331769" y="1430742"/>
                  </a:lnTo>
                  <a:lnTo>
                    <a:pt x="4331109" y="1430742"/>
                  </a:lnTo>
                  <a:lnTo>
                    <a:pt x="4330448" y="1430742"/>
                  </a:lnTo>
                  <a:lnTo>
                    <a:pt x="4329787" y="1430742"/>
                  </a:lnTo>
                  <a:lnTo>
                    <a:pt x="4329127" y="1430742"/>
                  </a:lnTo>
                  <a:lnTo>
                    <a:pt x="4328466" y="1430742"/>
                  </a:lnTo>
                  <a:lnTo>
                    <a:pt x="4327806" y="1430742"/>
                  </a:lnTo>
                  <a:lnTo>
                    <a:pt x="4327145" y="1430742"/>
                  </a:lnTo>
                  <a:lnTo>
                    <a:pt x="4326485" y="1430742"/>
                  </a:lnTo>
                  <a:lnTo>
                    <a:pt x="4325824" y="1430742"/>
                  </a:lnTo>
                  <a:lnTo>
                    <a:pt x="4325164" y="1430742"/>
                  </a:lnTo>
                  <a:lnTo>
                    <a:pt x="4324503" y="1430742"/>
                  </a:lnTo>
                  <a:lnTo>
                    <a:pt x="4323843" y="1430742"/>
                  </a:lnTo>
                  <a:lnTo>
                    <a:pt x="4323182" y="1430742"/>
                  </a:lnTo>
                  <a:lnTo>
                    <a:pt x="4322522" y="1430742"/>
                  </a:lnTo>
                  <a:lnTo>
                    <a:pt x="4321861" y="1430742"/>
                  </a:lnTo>
                  <a:lnTo>
                    <a:pt x="4321201" y="1430742"/>
                  </a:lnTo>
                  <a:lnTo>
                    <a:pt x="4320540" y="1430742"/>
                  </a:lnTo>
                  <a:lnTo>
                    <a:pt x="4319879" y="1430742"/>
                  </a:lnTo>
                  <a:lnTo>
                    <a:pt x="4319219" y="1430742"/>
                  </a:lnTo>
                  <a:lnTo>
                    <a:pt x="4318558" y="1430742"/>
                  </a:lnTo>
                  <a:lnTo>
                    <a:pt x="4317898" y="1430742"/>
                  </a:lnTo>
                  <a:lnTo>
                    <a:pt x="4317237" y="1430742"/>
                  </a:lnTo>
                  <a:lnTo>
                    <a:pt x="4316577" y="1430742"/>
                  </a:lnTo>
                  <a:lnTo>
                    <a:pt x="4315916" y="1430742"/>
                  </a:lnTo>
                  <a:lnTo>
                    <a:pt x="4315256" y="1430742"/>
                  </a:lnTo>
                  <a:lnTo>
                    <a:pt x="4314595" y="1430742"/>
                  </a:lnTo>
                  <a:lnTo>
                    <a:pt x="4313935" y="1430742"/>
                  </a:lnTo>
                  <a:lnTo>
                    <a:pt x="4313274" y="1430742"/>
                  </a:lnTo>
                  <a:lnTo>
                    <a:pt x="4312614" y="1430742"/>
                  </a:lnTo>
                  <a:lnTo>
                    <a:pt x="4311953" y="1430742"/>
                  </a:lnTo>
                  <a:lnTo>
                    <a:pt x="4311293" y="1430742"/>
                  </a:lnTo>
                  <a:lnTo>
                    <a:pt x="4310632" y="1430742"/>
                  </a:lnTo>
                  <a:lnTo>
                    <a:pt x="4309971" y="1430742"/>
                  </a:lnTo>
                  <a:lnTo>
                    <a:pt x="4309311" y="1430742"/>
                  </a:lnTo>
                  <a:lnTo>
                    <a:pt x="4308650" y="1430742"/>
                  </a:lnTo>
                  <a:lnTo>
                    <a:pt x="4307990" y="1430742"/>
                  </a:lnTo>
                  <a:lnTo>
                    <a:pt x="4307329" y="1430742"/>
                  </a:lnTo>
                  <a:lnTo>
                    <a:pt x="4306669" y="1430742"/>
                  </a:lnTo>
                  <a:lnTo>
                    <a:pt x="4306008" y="1430742"/>
                  </a:lnTo>
                  <a:lnTo>
                    <a:pt x="4305348" y="1430742"/>
                  </a:lnTo>
                  <a:lnTo>
                    <a:pt x="4304687" y="1430742"/>
                  </a:lnTo>
                  <a:lnTo>
                    <a:pt x="4304027" y="1430742"/>
                  </a:lnTo>
                  <a:lnTo>
                    <a:pt x="4303366" y="1430742"/>
                  </a:lnTo>
                  <a:lnTo>
                    <a:pt x="4302706" y="1430742"/>
                  </a:lnTo>
                  <a:lnTo>
                    <a:pt x="4302045" y="1430742"/>
                  </a:lnTo>
                  <a:lnTo>
                    <a:pt x="4301385" y="1430742"/>
                  </a:lnTo>
                  <a:lnTo>
                    <a:pt x="4300724" y="1430742"/>
                  </a:lnTo>
                  <a:lnTo>
                    <a:pt x="4300064" y="1430742"/>
                  </a:lnTo>
                  <a:lnTo>
                    <a:pt x="4299403" y="1430742"/>
                  </a:lnTo>
                  <a:lnTo>
                    <a:pt x="4298742" y="1430742"/>
                  </a:lnTo>
                  <a:lnTo>
                    <a:pt x="4298082" y="1430742"/>
                  </a:lnTo>
                  <a:lnTo>
                    <a:pt x="4297421" y="1430742"/>
                  </a:lnTo>
                  <a:lnTo>
                    <a:pt x="4296761" y="1430742"/>
                  </a:lnTo>
                  <a:lnTo>
                    <a:pt x="4296100" y="1430742"/>
                  </a:lnTo>
                  <a:lnTo>
                    <a:pt x="4295440" y="1430742"/>
                  </a:lnTo>
                  <a:lnTo>
                    <a:pt x="4294779" y="1430742"/>
                  </a:lnTo>
                  <a:lnTo>
                    <a:pt x="4294119" y="1430742"/>
                  </a:lnTo>
                  <a:lnTo>
                    <a:pt x="4293458" y="1430742"/>
                  </a:lnTo>
                  <a:lnTo>
                    <a:pt x="4292798" y="1430742"/>
                  </a:lnTo>
                  <a:lnTo>
                    <a:pt x="4292137" y="1430742"/>
                  </a:lnTo>
                  <a:lnTo>
                    <a:pt x="4291477" y="1430742"/>
                  </a:lnTo>
                  <a:lnTo>
                    <a:pt x="4290816" y="1430742"/>
                  </a:lnTo>
                  <a:lnTo>
                    <a:pt x="4290156" y="1430742"/>
                  </a:lnTo>
                  <a:lnTo>
                    <a:pt x="4289495" y="1430742"/>
                  </a:lnTo>
                  <a:lnTo>
                    <a:pt x="4288834" y="1430742"/>
                  </a:lnTo>
                  <a:lnTo>
                    <a:pt x="4288174" y="1430742"/>
                  </a:lnTo>
                  <a:lnTo>
                    <a:pt x="4287513" y="1430742"/>
                  </a:lnTo>
                  <a:lnTo>
                    <a:pt x="4286853" y="1430742"/>
                  </a:lnTo>
                  <a:lnTo>
                    <a:pt x="4286192" y="1430742"/>
                  </a:lnTo>
                  <a:lnTo>
                    <a:pt x="4285532" y="1430742"/>
                  </a:lnTo>
                  <a:lnTo>
                    <a:pt x="4284871" y="1430742"/>
                  </a:lnTo>
                  <a:lnTo>
                    <a:pt x="4284211" y="1430742"/>
                  </a:lnTo>
                  <a:lnTo>
                    <a:pt x="4283550" y="1430742"/>
                  </a:lnTo>
                  <a:lnTo>
                    <a:pt x="4282890" y="1430742"/>
                  </a:lnTo>
                  <a:lnTo>
                    <a:pt x="4282229" y="1430742"/>
                  </a:lnTo>
                  <a:lnTo>
                    <a:pt x="4281569" y="1430742"/>
                  </a:lnTo>
                  <a:lnTo>
                    <a:pt x="4280908" y="1430742"/>
                  </a:lnTo>
                  <a:lnTo>
                    <a:pt x="4280248" y="1430742"/>
                  </a:lnTo>
                  <a:lnTo>
                    <a:pt x="4279587" y="1430742"/>
                  </a:lnTo>
                  <a:lnTo>
                    <a:pt x="4278926" y="1430742"/>
                  </a:lnTo>
                  <a:lnTo>
                    <a:pt x="4278266" y="1430742"/>
                  </a:lnTo>
                  <a:lnTo>
                    <a:pt x="4277605" y="1430742"/>
                  </a:lnTo>
                  <a:lnTo>
                    <a:pt x="4276945" y="1430742"/>
                  </a:lnTo>
                  <a:lnTo>
                    <a:pt x="4276284" y="1430742"/>
                  </a:lnTo>
                  <a:lnTo>
                    <a:pt x="4275624" y="1430742"/>
                  </a:lnTo>
                  <a:lnTo>
                    <a:pt x="4274963" y="1430742"/>
                  </a:lnTo>
                  <a:lnTo>
                    <a:pt x="4274303" y="1430742"/>
                  </a:lnTo>
                  <a:lnTo>
                    <a:pt x="4273642" y="1430742"/>
                  </a:lnTo>
                  <a:lnTo>
                    <a:pt x="4272982" y="1430742"/>
                  </a:lnTo>
                  <a:lnTo>
                    <a:pt x="4272321" y="1430742"/>
                  </a:lnTo>
                  <a:lnTo>
                    <a:pt x="4271661" y="1430742"/>
                  </a:lnTo>
                  <a:lnTo>
                    <a:pt x="4271000" y="1430742"/>
                  </a:lnTo>
                  <a:lnTo>
                    <a:pt x="4270340" y="1430742"/>
                  </a:lnTo>
                  <a:lnTo>
                    <a:pt x="4269679" y="1430742"/>
                  </a:lnTo>
                  <a:lnTo>
                    <a:pt x="4269019" y="1430742"/>
                  </a:lnTo>
                  <a:lnTo>
                    <a:pt x="4268358" y="1430742"/>
                  </a:lnTo>
                  <a:lnTo>
                    <a:pt x="4267697" y="1430742"/>
                  </a:lnTo>
                  <a:lnTo>
                    <a:pt x="4267037" y="1430742"/>
                  </a:lnTo>
                  <a:lnTo>
                    <a:pt x="4266376" y="1430742"/>
                  </a:lnTo>
                  <a:lnTo>
                    <a:pt x="4265716" y="1430742"/>
                  </a:lnTo>
                  <a:lnTo>
                    <a:pt x="4265055" y="1430742"/>
                  </a:lnTo>
                  <a:lnTo>
                    <a:pt x="4264395" y="1430742"/>
                  </a:lnTo>
                  <a:lnTo>
                    <a:pt x="4263734" y="1430742"/>
                  </a:lnTo>
                  <a:lnTo>
                    <a:pt x="4263074" y="1430742"/>
                  </a:lnTo>
                  <a:lnTo>
                    <a:pt x="4262413" y="1430742"/>
                  </a:lnTo>
                  <a:lnTo>
                    <a:pt x="4261753" y="1430742"/>
                  </a:lnTo>
                  <a:lnTo>
                    <a:pt x="4261092" y="1430742"/>
                  </a:lnTo>
                  <a:lnTo>
                    <a:pt x="4260432" y="1430742"/>
                  </a:lnTo>
                  <a:lnTo>
                    <a:pt x="4259771" y="1430742"/>
                  </a:lnTo>
                  <a:lnTo>
                    <a:pt x="4259111" y="1430742"/>
                  </a:lnTo>
                  <a:lnTo>
                    <a:pt x="4258450" y="1430742"/>
                  </a:lnTo>
                  <a:lnTo>
                    <a:pt x="4257789" y="1430742"/>
                  </a:lnTo>
                  <a:lnTo>
                    <a:pt x="4257129" y="1430742"/>
                  </a:lnTo>
                  <a:lnTo>
                    <a:pt x="4256468" y="1430742"/>
                  </a:lnTo>
                  <a:lnTo>
                    <a:pt x="4255808" y="1430742"/>
                  </a:lnTo>
                  <a:lnTo>
                    <a:pt x="4255147" y="1430742"/>
                  </a:lnTo>
                  <a:lnTo>
                    <a:pt x="4254487" y="1430742"/>
                  </a:lnTo>
                  <a:lnTo>
                    <a:pt x="4253826" y="1430742"/>
                  </a:lnTo>
                  <a:lnTo>
                    <a:pt x="4253166" y="1430742"/>
                  </a:lnTo>
                  <a:lnTo>
                    <a:pt x="4252505" y="1430742"/>
                  </a:lnTo>
                  <a:lnTo>
                    <a:pt x="4251845" y="1430742"/>
                  </a:lnTo>
                  <a:lnTo>
                    <a:pt x="4251184" y="1430742"/>
                  </a:lnTo>
                  <a:lnTo>
                    <a:pt x="4250524" y="1430742"/>
                  </a:lnTo>
                  <a:lnTo>
                    <a:pt x="4249863" y="1430742"/>
                  </a:lnTo>
                  <a:lnTo>
                    <a:pt x="4249203" y="1430742"/>
                  </a:lnTo>
                  <a:lnTo>
                    <a:pt x="4248542" y="1430742"/>
                  </a:lnTo>
                  <a:lnTo>
                    <a:pt x="4247881" y="1430742"/>
                  </a:lnTo>
                  <a:lnTo>
                    <a:pt x="4247221" y="1430742"/>
                  </a:lnTo>
                  <a:lnTo>
                    <a:pt x="4246560" y="1430742"/>
                  </a:lnTo>
                  <a:lnTo>
                    <a:pt x="4245900" y="1430742"/>
                  </a:lnTo>
                  <a:lnTo>
                    <a:pt x="4245239" y="1430742"/>
                  </a:lnTo>
                  <a:lnTo>
                    <a:pt x="4244579" y="1430742"/>
                  </a:lnTo>
                  <a:lnTo>
                    <a:pt x="4243918" y="1430742"/>
                  </a:lnTo>
                  <a:lnTo>
                    <a:pt x="4243258" y="1430742"/>
                  </a:lnTo>
                  <a:lnTo>
                    <a:pt x="4242597" y="1430742"/>
                  </a:lnTo>
                  <a:lnTo>
                    <a:pt x="4241937" y="1430742"/>
                  </a:lnTo>
                  <a:lnTo>
                    <a:pt x="4241276" y="1430742"/>
                  </a:lnTo>
                  <a:lnTo>
                    <a:pt x="4240616" y="1430742"/>
                  </a:lnTo>
                  <a:lnTo>
                    <a:pt x="4239955" y="1430742"/>
                  </a:lnTo>
                  <a:lnTo>
                    <a:pt x="4239295" y="1430742"/>
                  </a:lnTo>
                  <a:lnTo>
                    <a:pt x="4238634" y="1430742"/>
                  </a:lnTo>
                  <a:lnTo>
                    <a:pt x="4237973" y="1430742"/>
                  </a:lnTo>
                  <a:lnTo>
                    <a:pt x="4237313" y="1430742"/>
                  </a:lnTo>
                  <a:lnTo>
                    <a:pt x="4236652" y="1430742"/>
                  </a:lnTo>
                  <a:lnTo>
                    <a:pt x="4235992" y="1430742"/>
                  </a:lnTo>
                  <a:lnTo>
                    <a:pt x="4235331" y="1430742"/>
                  </a:lnTo>
                  <a:lnTo>
                    <a:pt x="4234671" y="1430742"/>
                  </a:lnTo>
                  <a:lnTo>
                    <a:pt x="4234010" y="1430742"/>
                  </a:lnTo>
                  <a:lnTo>
                    <a:pt x="4233350" y="1430742"/>
                  </a:lnTo>
                  <a:lnTo>
                    <a:pt x="4232689" y="1430742"/>
                  </a:lnTo>
                  <a:lnTo>
                    <a:pt x="4232029" y="1430742"/>
                  </a:lnTo>
                  <a:lnTo>
                    <a:pt x="4231368" y="1430742"/>
                  </a:lnTo>
                  <a:lnTo>
                    <a:pt x="4230708" y="1430742"/>
                  </a:lnTo>
                  <a:lnTo>
                    <a:pt x="4230047" y="1430742"/>
                  </a:lnTo>
                  <a:lnTo>
                    <a:pt x="4229387" y="1430742"/>
                  </a:lnTo>
                  <a:lnTo>
                    <a:pt x="4228726" y="1430742"/>
                  </a:lnTo>
                  <a:lnTo>
                    <a:pt x="4228066" y="1430742"/>
                  </a:lnTo>
                  <a:lnTo>
                    <a:pt x="4227405" y="1430742"/>
                  </a:lnTo>
                  <a:lnTo>
                    <a:pt x="4226744" y="1430742"/>
                  </a:lnTo>
                  <a:lnTo>
                    <a:pt x="4226084" y="1430742"/>
                  </a:lnTo>
                  <a:lnTo>
                    <a:pt x="4225423" y="1430742"/>
                  </a:lnTo>
                  <a:lnTo>
                    <a:pt x="4224763" y="1430742"/>
                  </a:lnTo>
                  <a:lnTo>
                    <a:pt x="4224102" y="1430742"/>
                  </a:lnTo>
                  <a:lnTo>
                    <a:pt x="4223442" y="1430742"/>
                  </a:lnTo>
                  <a:lnTo>
                    <a:pt x="4222781" y="1430742"/>
                  </a:lnTo>
                  <a:lnTo>
                    <a:pt x="4222121" y="1430742"/>
                  </a:lnTo>
                  <a:lnTo>
                    <a:pt x="4221460" y="1430742"/>
                  </a:lnTo>
                  <a:lnTo>
                    <a:pt x="4220800" y="1430742"/>
                  </a:lnTo>
                  <a:lnTo>
                    <a:pt x="4220139" y="1430742"/>
                  </a:lnTo>
                  <a:lnTo>
                    <a:pt x="4219479" y="1430742"/>
                  </a:lnTo>
                  <a:lnTo>
                    <a:pt x="4218818" y="1430742"/>
                  </a:lnTo>
                  <a:lnTo>
                    <a:pt x="4218158" y="1430742"/>
                  </a:lnTo>
                  <a:lnTo>
                    <a:pt x="4217497" y="1430742"/>
                  </a:lnTo>
                  <a:lnTo>
                    <a:pt x="4216836" y="1430742"/>
                  </a:lnTo>
                  <a:lnTo>
                    <a:pt x="4216176" y="1430742"/>
                  </a:lnTo>
                  <a:lnTo>
                    <a:pt x="4215515" y="1430742"/>
                  </a:lnTo>
                  <a:lnTo>
                    <a:pt x="4214855" y="1430742"/>
                  </a:lnTo>
                  <a:lnTo>
                    <a:pt x="4214194" y="1430742"/>
                  </a:lnTo>
                  <a:lnTo>
                    <a:pt x="4213534" y="1430742"/>
                  </a:lnTo>
                  <a:lnTo>
                    <a:pt x="4212873" y="1430742"/>
                  </a:lnTo>
                  <a:lnTo>
                    <a:pt x="4212213" y="1430742"/>
                  </a:lnTo>
                  <a:lnTo>
                    <a:pt x="4211552" y="1430742"/>
                  </a:lnTo>
                  <a:lnTo>
                    <a:pt x="4210892" y="1430742"/>
                  </a:lnTo>
                  <a:lnTo>
                    <a:pt x="4210231" y="1430742"/>
                  </a:lnTo>
                  <a:lnTo>
                    <a:pt x="4209571" y="1430742"/>
                  </a:lnTo>
                  <a:lnTo>
                    <a:pt x="4208910" y="1430742"/>
                  </a:lnTo>
                  <a:lnTo>
                    <a:pt x="4208250" y="1430742"/>
                  </a:lnTo>
                  <a:lnTo>
                    <a:pt x="4207589" y="1430742"/>
                  </a:lnTo>
                  <a:lnTo>
                    <a:pt x="4206928" y="1430742"/>
                  </a:lnTo>
                  <a:lnTo>
                    <a:pt x="4206268" y="1430742"/>
                  </a:lnTo>
                  <a:lnTo>
                    <a:pt x="4205607" y="1430742"/>
                  </a:lnTo>
                  <a:lnTo>
                    <a:pt x="4204947" y="1430742"/>
                  </a:lnTo>
                  <a:lnTo>
                    <a:pt x="4204286" y="1430742"/>
                  </a:lnTo>
                  <a:lnTo>
                    <a:pt x="4203626" y="1430742"/>
                  </a:lnTo>
                  <a:lnTo>
                    <a:pt x="4202965" y="1430742"/>
                  </a:lnTo>
                  <a:lnTo>
                    <a:pt x="4202305" y="1430742"/>
                  </a:lnTo>
                  <a:lnTo>
                    <a:pt x="4201644" y="1430742"/>
                  </a:lnTo>
                  <a:lnTo>
                    <a:pt x="4200984" y="1430742"/>
                  </a:lnTo>
                  <a:lnTo>
                    <a:pt x="4200323" y="1430742"/>
                  </a:lnTo>
                  <a:lnTo>
                    <a:pt x="4199663" y="1430742"/>
                  </a:lnTo>
                  <a:lnTo>
                    <a:pt x="4199002" y="1430742"/>
                  </a:lnTo>
                  <a:lnTo>
                    <a:pt x="4198342" y="1430742"/>
                  </a:lnTo>
                  <a:lnTo>
                    <a:pt x="4197681" y="1430742"/>
                  </a:lnTo>
                  <a:lnTo>
                    <a:pt x="4197021" y="1430742"/>
                  </a:lnTo>
                  <a:lnTo>
                    <a:pt x="4196360" y="1430742"/>
                  </a:lnTo>
                  <a:lnTo>
                    <a:pt x="4195699" y="1430742"/>
                  </a:lnTo>
                  <a:lnTo>
                    <a:pt x="4195039" y="1430742"/>
                  </a:lnTo>
                  <a:lnTo>
                    <a:pt x="4194378" y="1430742"/>
                  </a:lnTo>
                  <a:lnTo>
                    <a:pt x="4193718" y="1430742"/>
                  </a:lnTo>
                  <a:lnTo>
                    <a:pt x="4193057" y="1430742"/>
                  </a:lnTo>
                  <a:lnTo>
                    <a:pt x="4192397" y="1430742"/>
                  </a:lnTo>
                  <a:lnTo>
                    <a:pt x="4191736" y="1430742"/>
                  </a:lnTo>
                  <a:lnTo>
                    <a:pt x="4191076" y="1430742"/>
                  </a:lnTo>
                  <a:lnTo>
                    <a:pt x="4190415" y="1430742"/>
                  </a:lnTo>
                  <a:lnTo>
                    <a:pt x="4189755" y="1430742"/>
                  </a:lnTo>
                  <a:lnTo>
                    <a:pt x="4189094" y="1430742"/>
                  </a:lnTo>
                  <a:lnTo>
                    <a:pt x="4188434" y="1430742"/>
                  </a:lnTo>
                  <a:lnTo>
                    <a:pt x="4187773" y="1430742"/>
                  </a:lnTo>
                  <a:lnTo>
                    <a:pt x="4187113" y="1430742"/>
                  </a:lnTo>
                  <a:lnTo>
                    <a:pt x="4186452" y="1430742"/>
                  </a:lnTo>
                  <a:lnTo>
                    <a:pt x="4185791" y="1430742"/>
                  </a:lnTo>
                  <a:lnTo>
                    <a:pt x="4185131" y="1430742"/>
                  </a:lnTo>
                  <a:lnTo>
                    <a:pt x="4184470" y="1430742"/>
                  </a:lnTo>
                  <a:lnTo>
                    <a:pt x="4183810" y="1430742"/>
                  </a:lnTo>
                  <a:lnTo>
                    <a:pt x="4183149" y="1430742"/>
                  </a:lnTo>
                  <a:lnTo>
                    <a:pt x="4182489" y="1430742"/>
                  </a:lnTo>
                  <a:lnTo>
                    <a:pt x="4181828" y="1430742"/>
                  </a:lnTo>
                  <a:lnTo>
                    <a:pt x="4181168" y="1430742"/>
                  </a:lnTo>
                  <a:lnTo>
                    <a:pt x="4180507" y="1430742"/>
                  </a:lnTo>
                  <a:lnTo>
                    <a:pt x="4179847" y="1430742"/>
                  </a:lnTo>
                  <a:lnTo>
                    <a:pt x="4179186" y="1430742"/>
                  </a:lnTo>
                  <a:lnTo>
                    <a:pt x="4178526" y="1430742"/>
                  </a:lnTo>
                  <a:lnTo>
                    <a:pt x="4177865" y="1430742"/>
                  </a:lnTo>
                  <a:lnTo>
                    <a:pt x="4177205" y="1430742"/>
                  </a:lnTo>
                  <a:lnTo>
                    <a:pt x="4176544" y="1430742"/>
                  </a:lnTo>
                  <a:lnTo>
                    <a:pt x="4175883" y="1430742"/>
                  </a:lnTo>
                  <a:lnTo>
                    <a:pt x="4175223" y="1430742"/>
                  </a:lnTo>
                  <a:lnTo>
                    <a:pt x="4174562" y="1430742"/>
                  </a:lnTo>
                  <a:lnTo>
                    <a:pt x="4173902" y="1430742"/>
                  </a:lnTo>
                  <a:lnTo>
                    <a:pt x="4173241" y="1430742"/>
                  </a:lnTo>
                  <a:lnTo>
                    <a:pt x="4172581" y="1430742"/>
                  </a:lnTo>
                  <a:lnTo>
                    <a:pt x="4171920" y="1430742"/>
                  </a:lnTo>
                  <a:lnTo>
                    <a:pt x="4171260" y="1430742"/>
                  </a:lnTo>
                  <a:lnTo>
                    <a:pt x="4170599" y="1430742"/>
                  </a:lnTo>
                  <a:lnTo>
                    <a:pt x="4169939" y="1430742"/>
                  </a:lnTo>
                  <a:lnTo>
                    <a:pt x="4169278" y="1430742"/>
                  </a:lnTo>
                  <a:lnTo>
                    <a:pt x="4168618" y="1430742"/>
                  </a:lnTo>
                  <a:lnTo>
                    <a:pt x="4167957" y="1430742"/>
                  </a:lnTo>
                  <a:lnTo>
                    <a:pt x="4167297" y="1430742"/>
                  </a:lnTo>
                  <a:lnTo>
                    <a:pt x="4166636" y="1430742"/>
                  </a:lnTo>
                  <a:lnTo>
                    <a:pt x="4165975" y="1430742"/>
                  </a:lnTo>
                  <a:lnTo>
                    <a:pt x="4165315" y="1430742"/>
                  </a:lnTo>
                  <a:lnTo>
                    <a:pt x="4164654" y="1430742"/>
                  </a:lnTo>
                  <a:lnTo>
                    <a:pt x="4163994" y="1430742"/>
                  </a:lnTo>
                  <a:lnTo>
                    <a:pt x="4163333" y="1430742"/>
                  </a:lnTo>
                  <a:lnTo>
                    <a:pt x="4162673" y="1430742"/>
                  </a:lnTo>
                  <a:lnTo>
                    <a:pt x="4162012" y="1430742"/>
                  </a:lnTo>
                  <a:lnTo>
                    <a:pt x="4161352" y="1430742"/>
                  </a:lnTo>
                  <a:lnTo>
                    <a:pt x="4160691" y="1430742"/>
                  </a:lnTo>
                  <a:lnTo>
                    <a:pt x="4160031" y="1430742"/>
                  </a:lnTo>
                  <a:lnTo>
                    <a:pt x="4159370" y="1430742"/>
                  </a:lnTo>
                  <a:lnTo>
                    <a:pt x="4158710" y="1430742"/>
                  </a:lnTo>
                  <a:lnTo>
                    <a:pt x="4158049" y="1430742"/>
                  </a:lnTo>
                  <a:lnTo>
                    <a:pt x="4157389" y="1430742"/>
                  </a:lnTo>
                  <a:lnTo>
                    <a:pt x="4156728" y="1430742"/>
                  </a:lnTo>
                  <a:lnTo>
                    <a:pt x="4156068" y="1430742"/>
                  </a:lnTo>
                  <a:lnTo>
                    <a:pt x="4155407" y="1430742"/>
                  </a:lnTo>
                  <a:lnTo>
                    <a:pt x="4154746" y="1430742"/>
                  </a:lnTo>
                  <a:lnTo>
                    <a:pt x="4154086" y="1430742"/>
                  </a:lnTo>
                  <a:lnTo>
                    <a:pt x="4153425" y="1430742"/>
                  </a:lnTo>
                  <a:lnTo>
                    <a:pt x="4152765" y="1430742"/>
                  </a:lnTo>
                  <a:lnTo>
                    <a:pt x="4152104" y="1430742"/>
                  </a:lnTo>
                  <a:lnTo>
                    <a:pt x="4151444" y="1430742"/>
                  </a:lnTo>
                  <a:lnTo>
                    <a:pt x="4150783" y="1430742"/>
                  </a:lnTo>
                  <a:lnTo>
                    <a:pt x="4150123" y="1430742"/>
                  </a:lnTo>
                  <a:lnTo>
                    <a:pt x="4149462" y="1430742"/>
                  </a:lnTo>
                  <a:lnTo>
                    <a:pt x="4148802" y="1430742"/>
                  </a:lnTo>
                  <a:lnTo>
                    <a:pt x="4148141" y="1430742"/>
                  </a:lnTo>
                  <a:lnTo>
                    <a:pt x="4147481" y="1430742"/>
                  </a:lnTo>
                  <a:lnTo>
                    <a:pt x="4146820" y="1430742"/>
                  </a:lnTo>
                  <a:lnTo>
                    <a:pt x="4146160" y="1430742"/>
                  </a:lnTo>
                  <a:lnTo>
                    <a:pt x="4145499" y="1430742"/>
                  </a:lnTo>
                  <a:lnTo>
                    <a:pt x="4144838" y="1430742"/>
                  </a:lnTo>
                  <a:lnTo>
                    <a:pt x="4144178" y="1430742"/>
                  </a:lnTo>
                  <a:lnTo>
                    <a:pt x="4143517" y="1430742"/>
                  </a:lnTo>
                  <a:lnTo>
                    <a:pt x="4142857" y="1430742"/>
                  </a:lnTo>
                  <a:lnTo>
                    <a:pt x="4142196" y="1430742"/>
                  </a:lnTo>
                  <a:lnTo>
                    <a:pt x="4141536" y="1430742"/>
                  </a:lnTo>
                  <a:lnTo>
                    <a:pt x="4140875" y="1430742"/>
                  </a:lnTo>
                  <a:lnTo>
                    <a:pt x="4140215" y="1430742"/>
                  </a:lnTo>
                  <a:lnTo>
                    <a:pt x="4139554" y="1430742"/>
                  </a:lnTo>
                  <a:lnTo>
                    <a:pt x="4138894" y="1430742"/>
                  </a:lnTo>
                  <a:lnTo>
                    <a:pt x="4138233" y="1430742"/>
                  </a:lnTo>
                  <a:lnTo>
                    <a:pt x="4137573" y="1430742"/>
                  </a:lnTo>
                  <a:lnTo>
                    <a:pt x="4136912" y="1430742"/>
                  </a:lnTo>
                  <a:lnTo>
                    <a:pt x="4136252" y="1430742"/>
                  </a:lnTo>
                  <a:lnTo>
                    <a:pt x="4135591" y="1430742"/>
                  </a:lnTo>
                  <a:lnTo>
                    <a:pt x="4134930" y="1430742"/>
                  </a:lnTo>
                  <a:lnTo>
                    <a:pt x="4134270" y="1430742"/>
                  </a:lnTo>
                  <a:lnTo>
                    <a:pt x="4133609" y="1430742"/>
                  </a:lnTo>
                  <a:lnTo>
                    <a:pt x="4132949" y="1430742"/>
                  </a:lnTo>
                  <a:lnTo>
                    <a:pt x="4132288" y="1430742"/>
                  </a:lnTo>
                  <a:lnTo>
                    <a:pt x="4131628" y="1430742"/>
                  </a:lnTo>
                  <a:lnTo>
                    <a:pt x="4130967" y="1430742"/>
                  </a:lnTo>
                  <a:lnTo>
                    <a:pt x="4130307" y="1430742"/>
                  </a:lnTo>
                  <a:lnTo>
                    <a:pt x="4129646" y="1430742"/>
                  </a:lnTo>
                  <a:lnTo>
                    <a:pt x="4128986" y="1430742"/>
                  </a:lnTo>
                  <a:lnTo>
                    <a:pt x="4128325" y="1430742"/>
                  </a:lnTo>
                  <a:lnTo>
                    <a:pt x="4127665" y="1430742"/>
                  </a:lnTo>
                  <a:lnTo>
                    <a:pt x="4127004" y="1430742"/>
                  </a:lnTo>
                  <a:lnTo>
                    <a:pt x="4126344" y="1430742"/>
                  </a:lnTo>
                  <a:lnTo>
                    <a:pt x="4125683" y="1430742"/>
                  </a:lnTo>
                  <a:lnTo>
                    <a:pt x="4125023" y="1430742"/>
                  </a:lnTo>
                  <a:lnTo>
                    <a:pt x="4124362" y="1430742"/>
                  </a:lnTo>
                  <a:lnTo>
                    <a:pt x="4123701" y="1430742"/>
                  </a:lnTo>
                  <a:lnTo>
                    <a:pt x="4123041" y="1430742"/>
                  </a:lnTo>
                  <a:lnTo>
                    <a:pt x="4122380" y="1430742"/>
                  </a:lnTo>
                  <a:lnTo>
                    <a:pt x="4121720" y="1430742"/>
                  </a:lnTo>
                  <a:lnTo>
                    <a:pt x="4121059" y="1430742"/>
                  </a:lnTo>
                  <a:lnTo>
                    <a:pt x="4120399" y="1430742"/>
                  </a:lnTo>
                  <a:lnTo>
                    <a:pt x="4119738" y="1430742"/>
                  </a:lnTo>
                  <a:lnTo>
                    <a:pt x="4119078" y="1430742"/>
                  </a:lnTo>
                  <a:lnTo>
                    <a:pt x="4118417" y="1430742"/>
                  </a:lnTo>
                  <a:lnTo>
                    <a:pt x="4117757" y="1430742"/>
                  </a:lnTo>
                  <a:lnTo>
                    <a:pt x="4117096" y="1430742"/>
                  </a:lnTo>
                  <a:lnTo>
                    <a:pt x="4116436" y="1430742"/>
                  </a:lnTo>
                  <a:lnTo>
                    <a:pt x="4115775" y="1430742"/>
                  </a:lnTo>
                  <a:lnTo>
                    <a:pt x="4115115" y="1430742"/>
                  </a:lnTo>
                  <a:lnTo>
                    <a:pt x="4114454" y="1430742"/>
                  </a:lnTo>
                  <a:lnTo>
                    <a:pt x="4113793" y="1430742"/>
                  </a:lnTo>
                  <a:lnTo>
                    <a:pt x="4113133" y="1430742"/>
                  </a:lnTo>
                  <a:lnTo>
                    <a:pt x="4112472" y="1430742"/>
                  </a:lnTo>
                  <a:lnTo>
                    <a:pt x="4111812" y="1430742"/>
                  </a:lnTo>
                  <a:lnTo>
                    <a:pt x="4111151" y="1430742"/>
                  </a:lnTo>
                  <a:lnTo>
                    <a:pt x="4110491" y="1430742"/>
                  </a:lnTo>
                  <a:lnTo>
                    <a:pt x="4109830" y="1430742"/>
                  </a:lnTo>
                  <a:lnTo>
                    <a:pt x="4109170" y="1430742"/>
                  </a:lnTo>
                  <a:lnTo>
                    <a:pt x="4108509" y="1430742"/>
                  </a:lnTo>
                  <a:lnTo>
                    <a:pt x="4107849" y="1430742"/>
                  </a:lnTo>
                  <a:lnTo>
                    <a:pt x="4107188" y="1430742"/>
                  </a:lnTo>
                  <a:lnTo>
                    <a:pt x="4106528" y="1430742"/>
                  </a:lnTo>
                  <a:lnTo>
                    <a:pt x="4105867" y="1430742"/>
                  </a:lnTo>
                  <a:lnTo>
                    <a:pt x="4105207" y="1430742"/>
                  </a:lnTo>
                  <a:lnTo>
                    <a:pt x="4104546" y="1430742"/>
                  </a:lnTo>
                  <a:lnTo>
                    <a:pt x="4103885" y="1430742"/>
                  </a:lnTo>
                  <a:lnTo>
                    <a:pt x="4103225" y="1430742"/>
                  </a:lnTo>
                  <a:lnTo>
                    <a:pt x="4102564" y="1430742"/>
                  </a:lnTo>
                  <a:lnTo>
                    <a:pt x="4101904" y="1430742"/>
                  </a:lnTo>
                  <a:lnTo>
                    <a:pt x="4101243" y="1430742"/>
                  </a:lnTo>
                  <a:lnTo>
                    <a:pt x="4100583" y="1430742"/>
                  </a:lnTo>
                  <a:lnTo>
                    <a:pt x="4099922" y="1430742"/>
                  </a:lnTo>
                  <a:lnTo>
                    <a:pt x="4099262" y="1430742"/>
                  </a:lnTo>
                  <a:lnTo>
                    <a:pt x="4098601" y="1430742"/>
                  </a:lnTo>
                  <a:lnTo>
                    <a:pt x="4097941" y="1430742"/>
                  </a:lnTo>
                  <a:lnTo>
                    <a:pt x="4097280" y="1430742"/>
                  </a:lnTo>
                  <a:lnTo>
                    <a:pt x="4096620" y="1430742"/>
                  </a:lnTo>
                  <a:lnTo>
                    <a:pt x="4095959" y="1430742"/>
                  </a:lnTo>
                  <a:lnTo>
                    <a:pt x="4095299" y="1430742"/>
                  </a:lnTo>
                  <a:lnTo>
                    <a:pt x="4094638" y="1430742"/>
                  </a:lnTo>
                  <a:lnTo>
                    <a:pt x="4093977" y="1430742"/>
                  </a:lnTo>
                  <a:lnTo>
                    <a:pt x="4093317" y="1430742"/>
                  </a:lnTo>
                  <a:lnTo>
                    <a:pt x="4092656" y="1430742"/>
                  </a:lnTo>
                  <a:lnTo>
                    <a:pt x="4091996" y="1430742"/>
                  </a:lnTo>
                  <a:lnTo>
                    <a:pt x="4091335" y="1430742"/>
                  </a:lnTo>
                  <a:lnTo>
                    <a:pt x="4090675" y="1430742"/>
                  </a:lnTo>
                  <a:lnTo>
                    <a:pt x="4090014" y="1430742"/>
                  </a:lnTo>
                  <a:lnTo>
                    <a:pt x="4089354" y="1430742"/>
                  </a:lnTo>
                  <a:lnTo>
                    <a:pt x="4088693" y="1430742"/>
                  </a:lnTo>
                  <a:lnTo>
                    <a:pt x="4088033" y="1430742"/>
                  </a:lnTo>
                  <a:lnTo>
                    <a:pt x="4087372" y="1430742"/>
                  </a:lnTo>
                  <a:lnTo>
                    <a:pt x="4086712" y="1430742"/>
                  </a:lnTo>
                  <a:lnTo>
                    <a:pt x="4086051" y="1430742"/>
                  </a:lnTo>
                  <a:lnTo>
                    <a:pt x="4085391" y="1430742"/>
                  </a:lnTo>
                  <a:lnTo>
                    <a:pt x="4084730" y="1430742"/>
                  </a:lnTo>
                  <a:lnTo>
                    <a:pt x="4084070" y="1430742"/>
                  </a:lnTo>
                  <a:lnTo>
                    <a:pt x="4083409" y="1430742"/>
                  </a:lnTo>
                  <a:lnTo>
                    <a:pt x="4082748" y="1430742"/>
                  </a:lnTo>
                  <a:lnTo>
                    <a:pt x="4082088" y="1430742"/>
                  </a:lnTo>
                  <a:lnTo>
                    <a:pt x="4081427" y="1430742"/>
                  </a:lnTo>
                  <a:lnTo>
                    <a:pt x="4080767" y="1430742"/>
                  </a:lnTo>
                  <a:lnTo>
                    <a:pt x="4080106" y="1430742"/>
                  </a:lnTo>
                  <a:lnTo>
                    <a:pt x="4079446" y="1430742"/>
                  </a:lnTo>
                  <a:lnTo>
                    <a:pt x="4078785" y="1430742"/>
                  </a:lnTo>
                  <a:lnTo>
                    <a:pt x="4078125" y="1430742"/>
                  </a:lnTo>
                  <a:lnTo>
                    <a:pt x="4077464" y="1430742"/>
                  </a:lnTo>
                  <a:lnTo>
                    <a:pt x="4076804" y="1430742"/>
                  </a:lnTo>
                  <a:lnTo>
                    <a:pt x="4076143" y="1430742"/>
                  </a:lnTo>
                  <a:lnTo>
                    <a:pt x="4075483" y="1430742"/>
                  </a:lnTo>
                  <a:lnTo>
                    <a:pt x="4074822" y="1430742"/>
                  </a:lnTo>
                  <a:lnTo>
                    <a:pt x="4074162" y="1430742"/>
                  </a:lnTo>
                  <a:lnTo>
                    <a:pt x="4073501" y="1430742"/>
                  </a:lnTo>
                  <a:lnTo>
                    <a:pt x="4072840" y="1430742"/>
                  </a:lnTo>
                  <a:lnTo>
                    <a:pt x="4072180" y="1430742"/>
                  </a:lnTo>
                  <a:lnTo>
                    <a:pt x="4071519" y="1430742"/>
                  </a:lnTo>
                  <a:lnTo>
                    <a:pt x="4070859" y="1430742"/>
                  </a:lnTo>
                  <a:lnTo>
                    <a:pt x="4070198" y="1430742"/>
                  </a:lnTo>
                  <a:lnTo>
                    <a:pt x="4069538" y="1430742"/>
                  </a:lnTo>
                  <a:lnTo>
                    <a:pt x="4068877" y="1430742"/>
                  </a:lnTo>
                  <a:lnTo>
                    <a:pt x="4068217" y="1430742"/>
                  </a:lnTo>
                  <a:lnTo>
                    <a:pt x="4067556" y="1430742"/>
                  </a:lnTo>
                  <a:lnTo>
                    <a:pt x="4066896" y="1430742"/>
                  </a:lnTo>
                  <a:lnTo>
                    <a:pt x="4066235" y="1430742"/>
                  </a:lnTo>
                  <a:lnTo>
                    <a:pt x="4065575" y="1430742"/>
                  </a:lnTo>
                  <a:lnTo>
                    <a:pt x="4064914" y="1430742"/>
                  </a:lnTo>
                  <a:lnTo>
                    <a:pt x="4064254" y="1430742"/>
                  </a:lnTo>
                  <a:lnTo>
                    <a:pt x="4063593" y="1430742"/>
                  </a:lnTo>
                  <a:lnTo>
                    <a:pt x="4062932" y="1430742"/>
                  </a:lnTo>
                  <a:lnTo>
                    <a:pt x="4062272" y="1430742"/>
                  </a:lnTo>
                  <a:lnTo>
                    <a:pt x="4061611" y="1430742"/>
                  </a:lnTo>
                  <a:lnTo>
                    <a:pt x="4060951" y="1430742"/>
                  </a:lnTo>
                  <a:lnTo>
                    <a:pt x="4060290" y="1430742"/>
                  </a:lnTo>
                  <a:lnTo>
                    <a:pt x="4059630" y="1430742"/>
                  </a:lnTo>
                  <a:lnTo>
                    <a:pt x="4058969" y="1430742"/>
                  </a:lnTo>
                  <a:lnTo>
                    <a:pt x="4058309" y="1430742"/>
                  </a:lnTo>
                  <a:lnTo>
                    <a:pt x="4057648" y="1430742"/>
                  </a:lnTo>
                  <a:lnTo>
                    <a:pt x="4056988" y="1430742"/>
                  </a:lnTo>
                  <a:lnTo>
                    <a:pt x="4056327" y="1430742"/>
                  </a:lnTo>
                  <a:lnTo>
                    <a:pt x="4055667" y="1430742"/>
                  </a:lnTo>
                  <a:lnTo>
                    <a:pt x="4055006" y="1430742"/>
                  </a:lnTo>
                  <a:lnTo>
                    <a:pt x="4054346" y="1430742"/>
                  </a:lnTo>
                  <a:lnTo>
                    <a:pt x="4053685" y="1430742"/>
                  </a:lnTo>
                  <a:lnTo>
                    <a:pt x="4053025" y="1430742"/>
                  </a:lnTo>
                  <a:lnTo>
                    <a:pt x="4052364" y="1430742"/>
                  </a:lnTo>
                  <a:lnTo>
                    <a:pt x="4051703" y="1430742"/>
                  </a:lnTo>
                  <a:lnTo>
                    <a:pt x="4051043" y="1430742"/>
                  </a:lnTo>
                  <a:lnTo>
                    <a:pt x="4050382" y="1430742"/>
                  </a:lnTo>
                  <a:lnTo>
                    <a:pt x="4049722" y="1430742"/>
                  </a:lnTo>
                  <a:lnTo>
                    <a:pt x="4049061" y="1430742"/>
                  </a:lnTo>
                  <a:lnTo>
                    <a:pt x="4048401" y="1430742"/>
                  </a:lnTo>
                  <a:lnTo>
                    <a:pt x="4047740" y="1430742"/>
                  </a:lnTo>
                  <a:lnTo>
                    <a:pt x="4047080" y="1430742"/>
                  </a:lnTo>
                  <a:lnTo>
                    <a:pt x="4046419" y="1430742"/>
                  </a:lnTo>
                  <a:lnTo>
                    <a:pt x="4045759" y="1430742"/>
                  </a:lnTo>
                  <a:lnTo>
                    <a:pt x="4045098" y="1430742"/>
                  </a:lnTo>
                  <a:lnTo>
                    <a:pt x="4044438" y="1430742"/>
                  </a:lnTo>
                  <a:lnTo>
                    <a:pt x="4043777" y="1430742"/>
                  </a:lnTo>
                  <a:lnTo>
                    <a:pt x="4043117" y="1430742"/>
                  </a:lnTo>
                  <a:lnTo>
                    <a:pt x="4042456" y="1430742"/>
                  </a:lnTo>
                  <a:lnTo>
                    <a:pt x="4041795" y="1430742"/>
                  </a:lnTo>
                  <a:lnTo>
                    <a:pt x="4041135" y="1430742"/>
                  </a:lnTo>
                  <a:lnTo>
                    <a:pt x="4040474" y="1430742"/>
                  </a:lnTo>
                  <a:lnTo>
                    <a:pt x="4039814" y="1430742"/>
                  </a:lnTo>
                  <a:lnTo>
                    <a:pt x="4039153" y="1430742"/>
                  </a:lnTo>
                  <a:lnTo>
                    <a:pt x="4038493" y="1430742"/>
                  </a:lnTo>
                  <a:lnTo>
                    <a:pt x="4037832" y="1430742"/>
                  </a:lnTo>
                  <a:lnTo>
                    <a:pt x="4037172" y="1430742"/>
                  </a:lnTo>
                  <a:lnTo>
                    <a:pt x="4036511" y="1430742"/>
                  </a:lnTo>
                  <a:lnTo>
                    <a:pt x="4035851" y="1430742"/>
                  </a:lnTo>
                  <a:lnTo>
                    <a:pt x="4035190" y="1430742"/>
                  </a:lnTo>
                  <a:lnTo>
                    <a:pt x="4034530" y="1430742"/>
                  </a:lnTo>
                  <a:lnTo>
                    <a:pt x="4033869" y="1430742"/>
                  </a:lnTo>
                  <a:lnTo>
                    <a:pt x="4033209" y="1430742"/>
                  </a:lnTo>
                  <a:lnTo>
                    <a:pt x="4032548" y="1430742"/>
                  </a:lnTo>
                  <a:lnTo>
                    <a:pt x="4031887" y="1430742"/>
                  </a:lnTo>
                  <a:lnTo>
                    <a:pt x="4031227" y="1430742"/>
                  </a:lnTo>
                  <a:lnTo>
                    <a:pt x="4030566" y="1430742"/>
                  </a:lnTo>
                  <a:lnTo>
                    <a:pt x="4029906" y="1430742"/>
                  </a:lnTo>
                  <a:lnTo>
                    <a:pt x="4029245" y="1430742"/>
                  </a:lnTo>
                  <a:lnTo>
                    <a:pt x="4028585" y="1430742"/>
                  </a:lnTo>
                  <a:lnTo>
                    <a:pt x="4027924" y="1430742"/>
                  </a:lnTo>
                  <a:lnTo>
                    <a:pt x="4027264" y="1430742"/>
                  </a:lnTo>
                  <a:lnTo>
                    <a:pt x="4026603" y="1430742"/>
                  </a:lnTo>
                  <a:lnTo>
                    <a:pt x="4025943" y="1430742"/>
                  </a:lnTo>
                  <a:lnTo>
                    <a:pt x="4025282" y="1430742"/>
                  </a:lnTo>
                  <a:lnTo>
                    <a:pt x="4024622" y="1430742"/>
                  </a:lnTo>
                  <a:lnTo>
                    <a:pt x="4023961" y="1430742"/>
                  </a:lnTo>
                  <a:lnTo>
                    <a:pt x="4023301" y="1430742"/>
                  </a:lnTo>
                  <a:lnTo>
                    <a:pt x="4022640" y="1430742"/>
                  </a:lnTo>
                  <a:lnTo>
                    <a:pt x="4021979" y="1430742"/>
                  </a:lnTo>
                  <a:lnTo>
                    <a:pt x="4021319" y="1430742"/>
                  </a:lnTo>
                  <a:lnTo>
                    <a:pt x="4020658" y="1430742"/>
                  </a:lnTo>
                  <a:lnTo>
                    <a:pt x="4019998" y="1430742"/>
                  </a:lnTo>
                  <a:lnTo>
                    <a:pt x="4019337" y="1430742"/>
                  </a:lnTo>
                  <a:lnTo>
                    <a:pt x="4018677" y="1430742"/>
                  </a:lnTo>
                  <a:lnTo>
                    <a:pt x="4018016" y="1430742"/>
                  </a:lnTo>
                  <a:lnTo>
                    <a:pt x="4017356" y="1430742"/>
                  </a:lnTo>
                  <a:lnTo>
                    <a:pt x="4016695" y="1430742"/>
                  </a:lnTo>
                  <a:lnTo>
                    <a:pt x="4016035" y="1430742"/>
                  </a:lnTo>
                  <a:lnTo>
                    <a:pt x="4015374" y="1430742"/>
                  </a:lnTo>
                  <a:lnTo>
                    <a:pt x="4014714" y="1430742"/>
                  </a:lnTo>
                  <a:lnTo>
                    <a:pt x="4014053" y="1430742"/>
                  </a:lnTo>
                  <a:lnTo>
                    <a:pt x="4013393" y="1430742"/>
                  </a:lnTo>
                  <a:lnTo>
                    <a:pt x="4012732" y="1430742"/>
                  </a:lnTo>
                  <a:lnTo>
                    <a:pt x="4012072" y="1430742"/>
                  </a:lnTo>
                  <a:lnTo>
                    <a:pt x="4011411" y="1430742"/>
                  </a:lnTo>
                  <a:lnTo>
                    <a:pt x="4010750" y="1430742"/>
                  </a:lnTo>
                  <a:lnTo>
                    <a:pt x="4010090" y="1430742"/>
                  </a:lnTo>
                  <a:lnTo>
                    <a:pt x="4009429" y="1430742"/>
                  </a:lnTo>
                  <a:lnTo>
                    <a:pt x="4008769" y="1430742"/>
                  </a:lnTo>
                  <a:lnTo>
                    <a:pt x="4008108" y="1430742"/>
                  </a:lnTo>
                  <a:lnTo>
                    <a:pt x="4007448" y="1430742"/>
                  </a:lnTo>
                  <a:lnTo>
                    <a:pt x="4006787" y="1430742"/>
                  </a:lnTo>
                  <a:lnTo>
                    <a:pt x="4006127" y="1430742"/>
                  </a:lnTo>
                  <a:lnTo>
                    <a:pt x="4005466" y="1430742"/>
                  </a:lnTo>
                  <a:lnTo>
                    <a:pt x="4004806" y="1430742"/>
                  </a:lnTo>
                  <a:lnTo>
                    <a:pt x="4004145" y="1430742"/>
                  </a:lnTo>
                  <a:lnTo>
                    <a:pt x="4003485" y="1430742"/>
                  </a:lnTo>
                  <a:lnTo>
                    <a:pt x="4002824" y="1430742"/>
                  </a:lnTo>
                  <a:lnTo>
                    <a:pt x="4002164" y="1430742"/>
                  </a:lnTo>
                  <a:lnTo>
                    <a:pt x="4001503" y="1430742"/>
                  </a:lnTo>
                  <a:lnTo>
                    <a:pt x="4000842" y="1430742"/>
                  </a:lnTo>
                  <a:lnTo>
                    <a:pt x="4000182" y="1430742"/>
                  </a:lnTo>
                  <a:lnTo>
                    <a:pt x="3999521" y="1430742"/>
                  </a:lnTo>
                  <a:lnTo>
                    <a:pt x="3998861" y="1430742"/>
                  </a:lnTo>
                  <a:lnTo>
                    <a:pt x="3998200" y="1430742"/>
                  </a:lnTo>
                  <a:lnTo>
                    <a:pt x="3997540" y="1430742"/>
                  </a:lnTo>
                  <a:lnTo>
                    <a:pt x="3996879" y="1430742"/>
                  </a:lnTo>
                  <a:lnTo>
                    <a:pt x="3996219" y="1430742"/>
                  </a:lnTo>
                  <a:lnTo>
                    <a:pt x="3995558" y="1430742"/>
                  </a:lnTo>
                  <a:lnTo>
                    <a:pt x="3994898" y="1430742"/>
                  </a:lnTo>
                  <a:lnTo>
                    <a:pt x="3994237" y="1430742"/>
                  </a:lnTo>
                  <a:lnTo>
                    <a:pt x="3993577" y="1430742"/>
                  </a:lnTo>
                  <a:lnTo>
                    <a:pt x="3992916" y="1430742"/>
                  </a:lnTo>
                  <a:lnTo>
                    <a:pt x="3992256" y="1430742"/>
                  </a:lnTo>
                  <a:lnTo>
                    <a:pt x="3991595" y="1430742"/>
                  </a:lnTo>
                  <a:lnTo>
                    <a:pt x="3990934" y="1430742"/>
                  </a:lnTo>
                  <a:lnTo>
                    <a:pt x="3990274" y="1430742"/>
                  </a:lnTo>
                  <a:lnTo>
                    <a:pt x="3989613" y="1430742"/>
                  </a:lnTo>
                  <a:lnTo>
                    <a:pt x="3988953" y="1430742"/>
                  </a:lnTo>
                  <a:lnTo>
                    <a:pt x="3988292" y="1430742"/>
                  </a:lnTo>
                  <a:lnTo>
                    <a:pt x="3987632" y="1430742"/>
                  </a:lnTo>
                  <a:lnTo>
                    <a:pt x="3986971" y="1430742"/>
                  </a:lnTo>
                  <a:lnTo>
                    <a:pt x="3986311" y="1430742"/>
                  </a:lnTo>
                  <a:lnTo>
                    <a:pt x="3985650" y="1430742"/>
                  </a:lnTo>
                  <a:lnTo>
                    <a:pt x="3984990" y="1430742"/>
                  </a:lnTo>
                  <a:lnTo>
                    <a:pt x="3984329" y="1430742"/>
                  </a:lnTo>
                  <a:lnTo>
                    <a:pt x="3983669" y="1430742"/>
                  </a:lnTo>
                  <a:lnTo>
                    <a:pt x="3983008" y="1430742"/>
                  </a:lnTo>
                  <a:lnTo>
                    <a:pt x="3982348" y="1430742"/>
                  </a:lnTo>
                  <a:lnTo>
                    <a:pt x="3981687" y="1430742"/>
                  </a:lnTo>
                  <a:lnTo>
                    <a:pt x="3981027" y="1430742"/>
                  </a:lnTo>
                  <a:lnTo>
                    <a:pt x="3980366" y="1430742"/>
                  </a:lnTo>
                  <a:lnTo>
                    <a:pt x="3979705" y="1430742"/>
                  </a:lnTo>
                  <a:lnTo>
                    <a:pt x="3979045" y="1430742"/>
                  </a:lnTo>
                  <a:lnTo>
                    <a:pt x="3978384" y="1430742"/>
                  </a:lnTo>
                  <a:lnTo>
                    <a:pt x="3977724" y="1430742"/>
                  </a:lnTo>
                  <a:lnTo>
                    <a:pt x="3977063" y="1430742"/>
                  </a:lnTo>
                  <a:lnTo>
                    <a:pt x="3976403" y="1430742"/>
                  </a:lnTo>
                  <a:lnTo>
                    <a:pt x="3975742" y="1430742"/>
                  </a:lnTo>
                  <a:lnTo>
                    <a:pt x="3975082" y="1430742"/>
                  </a:lnTo>
                  <a:lnTo>
                    <a:pt x="3974421" y="1430742"/>
                  </a:lnTo>
                  <a:lnTo>
                    <a:pt x="3973761" y="1430742"/>
                  </a:lnTo>
                  <a:lnTo>
                    <a:pt x="3973100" y="1430742"/>
                  </a:lnTo>
                  <a:lnTo>
                    <a:pt x="3972440" y="1430742"/>
                  </a:lnTo>
                  <a:lnTo>
                    <a:pt x="3971779" y="1430742"/>
                  </a:lnTo>
                  <a:lnTo>
                    <a:pt x="3971119" y="1430742"/>
                  </a:lnTo>
                  <a:lnTo>
                    <a:pt x="3970458" y="1430742"/>
                  </a:lnTo>
                  <a:lnTo>
                    <a:pt x="3969797" y="1430742"/>
                  </a:lnTo>
                  <a:lnTo>
                    <a:pt x="3969137" y="1430742"/>
                  </a:lnTo>
                  <a:lnTo>
                    <a:pt x="3968476" y="1430742"/>
                  </a:lnTo>
                  <a:lnTo>
                    <a:pt x="3967816" y="1430742"/>
                  </a:lnTo>
                  <a:lnTo>
                    <a:pt x="3967155" y="1430742"/>
                  </a:lnTo>
                  <a:lnTo>
                    <a:pt x="3966495" y="1430742"/>
                  </a:lnTo>
                  <a:lnTo>
                    <a:pt x="3965834" y="1430742"/>
                  </a:lnTo>
                  <a:lnTo>
                    <a:pt x="3965174" y="1430742"/>
                  </a:lnTo>
                  <a:lnTo>
                    <a:pt x="3964513" y="1430742"/>
                  </a:lnTo>
                  <a:lnTo>
                    <a:pt x="3963853" y="1430742"/>
                  </a:lnTo>
                  <a:lnTo>
                    <a:pt x="3963192" y="1430742"/>
                  </a:lnTo>
                  <a:lnTo>
                    <a:pt x="3962532" y="1430742"/>
                  </a:lnTo>
                  <a:lnTo>
                    <a:pt x="3961871" y="1430742"/>
                  </a:lnTo>
                  <a:lnTo>
                    <a:pt x="3961211" y="1430742"/>
                  </a:lnTo>
                  <a:lnTo>
                    <a:pt x="3960550" y="1430742"/>
                  </a:lnTo>
                  <a:lnTo>
                    <a:pt x="3959889" y="1430742"/>
                  </a:lnTo>
                  <a:lnTo>
                    <a:pt x="3959229" y="1430742"/>
                  </a:lnTo>
                  <a:lnTo>
                    <a:pt x="3958568" y="1430742"/>
                  </a:lnTo>
                  <a:lnTo>
                    <a:pt x="3957908" y="1430742"/>
                  </a:lnTo>
                  <a:lnTo>
                    <a:pt x="3957247" y="1430742"/>
                  </a:lnTo>
                  <a:lnTo>
                    <a:pt x="3956587" y="1430742"/>
                  </a:lnTo>
                  <a:lnTo>
                    <a:pt x="3955926" y="1430742"/>
                  </a:lnTo>
                  <a:lnTo>
                    <a:pt x="3955266" y="1430742"/>
                  </a:lnTo>
                  <a:lnTo>
                    <a:pt x="3954605" y="1430742"/>
                  </a:lnTo>
                  <a:lnTo>
                    <a:pt x="3953945" y="1430742"/>
                  </a:lnTo>
                  <a:lnTo>
                    <a:pt x="3953284" y="1430742"/>
                  </a:lnTo>
                  <a:lnTo>
                    <a:pt x="3952624" y="1430742"/>
                  </a:lnTo>
                  <a:lnTo>
                    <a:pt x="3951963" y="1430742"/>
                  </a:lnTo>
                  <a:lnTo>
                    <a:pt x="3951303" y="1430742"/>
                  </a:lnTo>
                  <a:lnTo>
                    <a:pt x="3950642" y="1430742"/>
                  </a:lnTo>
                  <a:lnTo>
                    <a:pt x="3949981" y="1430742"/>
                  </a:lnTo>
                  <a:lnTo>
                    <a:pt x="3949321" y="1430742"/>
                  </a:lnTo>
                  <a:lnTo>
                    <a:pt x="3948660" y="1430742"/>
                  </a:lnTo>
                  <a:lnTo>
                    <a:pt x="3948000" y="1430742"/>
                  </a:lnTo>
                  <a:lnTo>
                    <a:pt x="3947339" y="1430742"/>
                  </a:lnTo>
                  <a:lnTo>
                    <a:pt x="3946679" y="1430742"/>
                  </a:lnTo>
                  <a:lnTo>
                    <a:pt x="3946018" y="1430742"/>
                  </a:lnTo>
                  <a:lnTo>
                    <a:pt x="3945358" y="1430742"/>
                  </a:lnTo>
                  <a:lnTo>
                    <a:pt x="3944697" y="1430742"/>
                  </a:lnTo>
                  <a:lnTo>
                    <a:pt x="3944037" y="1430742"/>
                  </a:lnTo>
                  <a:lnTo>
                    <a:pt x="3943376" y="1430742"/>
                  </a:lnTo>
                  <a:lnTo>
                    <a:pt x="3942716" y="1430742"/>
                  </a:lnTo>
                  <a:lnTo>
                    <a:pt x="3942055" y="1430742"/>
                  </a:lnTo>
                  <a:lnTo>
                    <a:pt x="3941395" y="1430742"/>
                  </a:lnTo>
                  <a:lnTo>
                    <a:pt x="3940734" y="1430742"/>
                  </a:lnTo>
                  <a:lnTo>
                    <a:pt x="3940074" y="1430742"/>
                  </a:lnTo>
                  <a:lnTo>
                    <a:pt x="3939413" y="1430742"/>
                  </a:lnTo>
                  <a:lnTo>
                    <a:pt x="3938752" y="1430742"/>
                  </a:lnTo>
                  <a:lnTo>
                    <a:pt x="3938092" y="1430742"/>
                  </a:lnTo>
                  <a:lnTo>
                    <a:pt x="3937431" y="1430742"/>
                  </a:lnTo>
                  <a:lnTo>
                    <a:pt x="3936771" y="1430742"/>
                  </a:lnTo>
                  <a:lnTo>
                    <a:pt x="3936110" y="1430742"/>
                  </a:lnTo>
                  <a:lnTo>
                    <a:pt x="3935450" y="1430742"/>
                  </a:lnTo>
                  <a:lnTo>
                    <a:pt x="3934789" y="1430742"/>
                  </a:lnTo>
                  <a:lnTo>
                    <a:pt x="3934129" y="1430742"/>
                  </a:lnTo>
                  <a:lnTo>
                    <a:pt x="3933468" y="1430742"/>
                  </a:lnTo>
                  <a:lnTo>
                    <a:pt x="3932808" y="1430742"/>
                  </a:lnTo>
                  <a:lnTo>
                    <a:pt x="3932147" y="1430742"/>
                  </a:lnTo>
                  <a:lnTo>
                    <a:pt x="3931487" y="1430742"/>
                  </a:lnTo>
                  <a:lnTo>
                    <a:pt x="3930826" y="1430742"/>
                  </a:lnTo>
                  <a:lnTo>
                    <a:pt x="3930166" y="1430742"/>
                  </a:lnTo>
                  <a:lnTo>
                    <a:pt x="3929505" y="1430742"/>
                  </a:lnTo>
                  <a:lnTo>
                    <a:pt x="3928844" y="1430742"/>
                  </a:lnTo>
                  <a:lnTo>
                    <a:pt x="3928184" y="1430742"/>
                  </a:lnTo>
                  <a:lnTo>
                    <a:pt x="3927523" y="1430742"/>
                  </a:lnTo>
                  <a:lnTo>
                    <a:pt x="3926863" y="1430742"/>
                  </a:lnTo>
                  <a:lnTo>
                    <a:pt x="3926202" y="1430742"/>
                  </a:lnTo>
                  <a:lnTo>
                    <a:pt x="3925542" y="1430742"/>
                  </a:lnTo>
                  <a:lnTo>
                    <a:pt x="3924881" y="1430742"/>
                  </a:lnTo>
                  <a:lnTo>
                    <a:pt x="3924221" y="1430742"/>
                  </a:lnTo>
                  <a:lnTo>
                    <a:pt x="3923560" y="1430742"/>
                  </a:lnTo>
                  <a:lnTo>
                    <a:pt x="3922900" y="1430742"/>
                  </a:lnTo>
                  <a:lnTo>
                    <a:pt x="3922239" y="1430742"/>
                  </a:lnTo>
                  <a:lnTo>
                    <a:pt x="3921579" y="1430742"/>
                  </a:lnTo>
                  <a:lnTo>
                    <a:pt x="3920918" y="1430742"/>
                  </a:lnTo>
                  <a:lnTo>
                    <a:pt x="3920258" y="1430742"/>
                  </a:lnTo>
                  <a:lnTo>
                    <a:pt x="3919597" y="1430742"/>
                  </a:lnTo>
                  <a:lnTo>
                    <a:pt x="3918936" y="1430742"/>
                  </a:lnTo>
                  <a:lnTo>
                    <a:pt x="3918276" y="1430742"/>
                  </a:lnTo>
                  <a:lnTo>
                    <a:pt x="3917615" y="1430742"/>
                  </a:lnTo>
                  <a:lnTo>
                    <a:pt x="3916955" y="1430742"/>
                  </a:lnTo>
                  <a:lnTo>
                    <a:pt x="3916294" y="1430742"/>
                  </a:lnTo>
                  <a:lnTo>
                    <a:pt x="3915634" y="1430742"/>
                  </a:lnTo>
                  <a:lnTo>
                    <a:pt x="3914973" y="1430742"/>
                  </a:lnTo>
                  <a:lnTo>
                    <a:pt x="3914313" y="1430742"/>
                  </a:lnTo>
                  <a:lnTo>
                    <a:pt x="3913652" y="1430742"/>
                  </a:lnTo>
                  <a:lnTo>
                    <a:pt x="3912992" y="1430742"/>
                  </a:lnTo>
                  <a:lnTo>
                    <a:pt x="3912331" y="1430742"/>
                  </a:lnTo>
                  <a:lnTo>
                    <a:pt x="3911671" y="1430742"/>
                  </a:lnTo>
                  <a:lnTo>
                    <a:pt x="3911010" y="1430742"/>
                  </a:lnTo>
                  <a:lnTo>
                    <a:pt x="3910350" y="1430742"/>
                  </a:lnTo>
                  <a:lnTo>
                    <a:pt x="3909689" y="1430742"/>
                  </a:lnTo>
                  <a:lnTo>
                    <a:pt x="3909029" y="1430742"/>
                  </a:lnTo>
                  <a:lnTo>
                    <a:pt x="3908368" y="1430742"/>
                  </a:lnTo>
                  <a:lnTo>
                    <a:pt x="3907707" y="1430742"/>
                  </a:lnTo>
                  <a:lnTo>
                    <a:pt x="3907047" y="1430742"/>
                  </a:lnTo>
                  <a:lnTo>
                    <a:pt x="3906386" y="1430742"/>
                  </a:lnTo>
                  <a:lnTo>
                    <a:pt x="3905726" y="1430742"/>
                  </a:lnTo>
                  <a:lnTo>
                    <a:pt x="3905065" y="1430742"/>
                  </a:lnTo>
                  <a:lnTo>
                    <a:pt x="3904405" y="1430742"/>
                  </a:lnTo>
                  <a:lnTo>
                    <a:pt x="3903744" y="1430742"/>
                  </a:lnTo>
                  <a:lnTo>
                    <a:pt x="3903084" y="1430742"/>
                  </a:lnTo>
                  <a:lnTo>
                    <a:pt x="3902423" y="1430742"/>
                  </a:lnTo>
                  <a:lnTo>
                    <a:pt x="3901763" y="1430742"/>
                  </a:lnTo>
                  <a:lnTo>
                    <a:pt x="3901102" y="1430742"/>
                  </a:lnTo>
                  <a:lnTo>
                    <a:pt x="3900442" y="1430742"/>
                  </a:lnTo>
                  <a:lnTo>
                    <a:pt x="3899781" y="1430742"/>
                  </a:lnTo>
                  <a:lnTo>
                    <a:pt x="3899121" y="1430742"/>
                  </a:lnTo>
                  <a:lnTo>
                    <a:pt x="3898460" y="1430742"/>
                  </a:lnTo>
                  <a:lnTo>
                    <a:pt x="3897799" y="1430742"/>
                  </a:lnTo>
                  <a:lnTo>
                    <a:pt x="3897139" y="1430742"/>
                  </a:lnTo>
                  <a:lnTo>
                    <a:pt x="3896478" y="1430742"/>
                  </a:lnTo>
                  <a:lnTo>
                    <a:pt x="3895818" y="1430742"/>
                  </a:lnTo>
                  <a:lnTo>
                    <a:pt x="3895157" y="1430742"/>
                  </a:lnTo>
                  <a:lnTo>
                    <a:pt x="3894497" y="1430742"/>
                  </a:lnTo>
                  <a:lnTo>
                    <a:pt x="3893836" y="1430742"/>
                  </a:lnTo>
                  <a:lnTo>
                    <a:pt x="3893176" y="1430742"/>
                  </a:lnTo>
                  <a:lnTo>
                    <a:pt x="3892515" y="1430742"/>
                  </a:lnTo>
                  <a:lnTo>
                    <a:pt x="3891855" y="1430742"/>
                  </a:lnTo>
                  <a:lnTo>
                    <a:pt x="3891194" y="1430742"/>
                  </a:lnTo>
                  <a:lnTo>
                    <a:pt x="3890534" y="1430742"/>
                  </a:lnTo>
                  <a:lnTo>
                    <a:pt x="3889873" y="1430742"/>
                  </a:lnTo>
                  <a:lnTo>
                    <a:pt x="3889213" y="1430742"/>
                  </a:lnTo>
                  <a:lnTo>
                    <a:pt x="3888552" y="1430742"/>
                  </a:lnTo>
                  <a:lnTo>
                    <a:pt x="3887891" y="1430742"/>
                  </a:lnTo>
                  <a:lnTo>
                    <a:pt x="3887231" y="1430742"/>
                  </a:lnTo>
                  <a:lnTo>
                    <a:pt x="3886570" y="1430742"/>
                  </a:lnTo>
                  <a:lnTo>
                    <a:pt x="3885910" y="1430742"/>
                  </a:lnTo>
                  <a:lnTo>
                    <a:pt x="3885249" y="1430742"/>
                  </a:lnTo>
                  <a:lnTo>
                    <a:pt x="3884589" y="1430742"/>
                  </a:lnTo>
                  <a:lnTo>
                    <a:pt x="3883928" y="1430742"/>
                  </a:lnTo>
                  <a:lnTo>
                    <a:pt x="3883268" y="1430742"/>
                  </a:lnTo>
                  <a:lnTo>
                    <a:pt x="3882607" y="1430742"/>
                  </a:lnTo>
                  <a:lnTo>
                    <a:pt x="3881947" y="1430742"/>
                  </a:lnTo>
                  <a:lnTo>
                    <a:pt x="3881286" y="1430742"/>
                  </a:lnTo>
                  <a:lnTo>
                    <a:pt x="3880626" y="1430742"/>
                  </a:lnTo>
                  <a:lnTo>
                    <a:pt x="3879965" y="1430742"/>
                  </a:lnTo>
                  <a:lnTo>
                    <a:pt x="3879305" y="1430742"/>
                  </a:lnTo>
                  <a:lnTo>
                    <a:pt x="3878644" y="1430742"/>
                  </a:lnTo>
                  <a:lnTo>
                    <a:pt x="3877983" y="1430742"/>
                  </a:lnTo>
                  <a:lnTo>
                    <a:pt x="3877323" y="1430742"/>
                  </a:lnTo>
                  <a:lnTo>
                    <a:pt x="3876662" y="1430742"/>
                  </a:lnTo>
                  <a:lnTo>
                    <a:pt x="3876002" y="1430742"/>
                  </a:lnTo>
                  <a:lnTo>
                    <a:pt x="3875341" y="1430742"/>
                  </a:lnTo>
                  <a:lnTo>
                    <a:pt x="3874681" y="1430742"/>
                  </a:lnTo>
                  <a:lnTo>
                    <a:pt x="3874020" y="1430742"/>
                  </a:lnTo>
                  <a:lnTo>
                    <a:pt x="3873360" y="1430742"/>
                  </a:lnTo>
                  <a:lnTo>
                    <a:pt x="3872699" y="1430742"/>
                  </a:lnTo>
                  <a:lnTo>
                    <a:pt x="3872039" y="1430742"/>
                  </a:lnTo>
                  <a:lnTo>
                    <a:pt x="3871378" y="1430742"/>
                  </a:lnTo>
                  <a:lnTo>
                    <a:pt x="3870718" y="1430742"/>
                  </a:lnTo>
                  <a:lnTo>
                    <a:pt x="3870057" y="1430742"/>
                  </a:lnTo>
                  <a:lnTo>
                    <a:pt x="3869397" y="1430742"/>
                  </a:lnTo>
                  <a:lnTo>
                    <a:pt x="3868736" y="1430742"/>
                  </a:lnTo>
                  <a:lnTo>
                    <a:pt x="3868076" y="1430742"/>
                  </a:lnTo>
                  <a:lnTo>
                    <a:pt x="3867415" y="1430742"/>
                  </a:lnTo>
                  <a:lnTo>
                    <a:pt x="3866754" y="1430742"/>
                  </a:lnTo>
                  <a:lnTo>
                    <a:pt x="3866094" y="1430742"/>
                  </a:lnTo>
                  <a:lnTo>
                    <a:pt x="3865433" y="1430742"/>
                  </a:lnTo>
                  <a:lnTo>
                    <a:pt x="3864773" y="1430742"/>
                  </a:lnTo>
                  <a:lnTo>
                    <a:pt x="3864112" y="1430742"/>
                  </a:lnTo>
                  <a:lnTo>
                    <a:pt x="3863452" y="1430742"/>
                  </a:lnTo>
                  <a:lnTo>
                    <a:pt x="3862791" y="1430742"/>
                  </a:lnTo>
                  <a:lnTo>
                    <a:pt x="3862131" y="1430742"/>
                  </a:lnTo>
                  <a:lnTo>
                    <a:pt x="3861470" y="1430742"/>
                  </a:lnTo>
                  <a:lnTo>
                    <a:pt x="3860810" y="1430742"/>
                  </a:lnTo>
                  <a:lnTo>
                    <a:pt x="3860149" y="1430742"/>
                  </a:lnTo>
                  <a:lnTo>
                    <a:pt x="3859489" y="1430742"/>
                  </a:lnTo>
                  <a:lnTo>
                    <a:pt x="3858828" y="1430742"/>
                  </a:lnTo>
                  <a:lnTo>
                    <a:pt x="3858168" y="1430742"/>
                  </a:lnTo>
                  <a:lnTo>
                    <a:pt x="3857507" y="1430742"/>
                  </a:lnTo>
                  <a:lnTo>
                    <a:pt x="3856846" y="1430742"/>
                  </a:lnTo>
                  <a:lnTo>
                    <a:pt x="3856186" y="1430742"/>
                  </a:lnTo>
                  <a:lnTo>
                    <a:pt x="3855525" y="1430742"/>
                  </a:lnTo>
                  <a:lnTo>
                    <a:pt x="3854865" y="1430742"/>
                  </a:lnTo>
                  <a:lnTo>
                    <a:pt x="3854204" y="1430742"/>
                  </a:lnTo>
                  <a:lnTo>
                    <a:pt x="3853544" y="1430742"/>
                  </a:lnTo>
                  <a:lnTo>
                    <a:pt x="3852883" y="1430742"/>
                  </a:lnTo>
                  <a:lnTo>
                    <a:pt x="3852223" y="1430742"/>
                  </a:lnTo>
                  <a:lnTo>
                    <a:pt x="3851562" y="1430742"/>
                  </a:lnTo>
                  <a:lnTo>
                    <a:pt x="3850902" y="1430742"/>
                  </a:lnTo>
                  <a:lnTo>
                    <a:pt x="3850241" y="1430742"/>
                  </a:lnTo>
                  <a:lnTo>
                    <a:pt x="3849581" y="1430742"/>
                  </a:lnTo>
                  <a:lnTo>
                    <a:pt x="3848920" y="1430742"/>
                  </a:lnTo>
                  <a:lnTo>
                    <a:pt x="3848260" y="1430742"/>
                  </a:lnTo>
                  <a:lnTo>
                    <a:pt x="3847599" y="1430742"/>
                  </a:lnTo>
                  <a:lnTo>
                    <a:pt x="3846938" y="1430742"/>
                  </a:lnTo>
                  <a:lnTo>
                    <a:pt x="3846278" y="1430742"/>
                  </a:lnTo>
                  <a:lnTo>
                    <a:pt x="3845617" y="1430742"/>
                  </a:lnTo>
                  <a:lnTo>
                    <a:pt x="3844957" y="1430742"/>
                  </a:lnTo>
                  <a:lnTo>
                    <a:pt x="3844296" y="1430742"/>
                  </a:lnTo>
                  <a:lnTo>
                    <a:pt x="3843636" y="1430742"/>
                  </a:lnTo>
                  <a:lnTo>
                    <a:pt x="3842975" y="1430742"/>
                  </a:lnTo>
                  <a:lnTo>
                    <a:pt x="3842315" y="1430742"/>
                  </a:lnTo>
                  <a:lnTo>
                    <a:pt x="3841654" y="1430742"/>
                  </a:lnTo>
                  <a:lnTo>
                    <a:pt x="3840994" y="1430742"/>
                  </a:lnTo>
                  <a:lnTo>
                    <a:pt x="3840333" y="1430742"/>
                  </a:lnTo>
                  <a:lnTo>
                    <a:pt x="3839673" y="1430742"/>
                  </a:lnTo>
                  <a:lnTo>
                    <a:pt x="3839012" y="1430742"/>
                  </a:lnTo>
                  <a:lnTo>
                    <a:pt x="3838352" y="1430742"/>
                  </a:lnTo>
                  <a:lnTo>
                    <a:pt x="3837691" y="1430742"/>
                  </a:lnTo>
                  <a:lnTo>
                    <a:pt x="3837031" y="1430742"/>
                  </a:lnTo>
                  <a:lnTo>
                    <a:pt x="3836370" y="1430742"/>
                  </a:lnTo>
                  <a:lnTo>
                    <a:pt x="3835709" y="1430742"/>
                  </a:lnTo>
                  <a:lnTo>
                    <a:pt x="3835049" y="1430742"/>
                  </a:lnTo>
                  <a:lnTo>
                    <a:pt x="3834388" y="1430742"/>
                  </a:lnTo>
                  <a:lnTo>
                    <a:pt x="3833728" y="1430742"/>
                  </a:lnTo>
                  <a:lnTo>
                    <a:pt x="3833067" y="1430742"/>
                  </a:lnTo>
                  <a:lnTo>
                    <a:pt x="3832407" y="1430742"/>
                  </a:lnTo>
                  <a:lnTo>
                    <a:pt x="3831746" y="1430742"/>
                  </a:lnTo>
                  <a:lnTo>
                    <a:pt x="3831086" y="1430742"/>
                  </a:lnTo>
                  <a:lnTo>
                    <a:pt x="3830425" y="1430742"/>
                  </a:lnTo>
                  <a:lnTo>
                    <a:pt x="3829765" y="1430742"/>
                  </a:lnTo>
                  <a:lnTo>
                    <a:pt x="3829104" y="1430742"/>
                  </a:lnTo>
                  <a:lnTo>
                    <a:pt x="3828444" y="1430742"/>
                  </a:lnTo>
                  <a:lnTo>
                    <a:pt x="3827783" y="1430742"/>
                  </a:lnTo>
                  <a:lnTo>
                    <a:pt x="3827123" y="1430742"/>
                  </a:lnTo>
                  <a:lnTo>
                    <a:pt x="3826462" y="1430742"/>
                  </a:lnTo>
                  <a:lnTo>
                    <a:pt x="3825801" y="1430742"/>
                  </a:lnTo>
                  <a:lnTo>
                    <a:pt x="3825141" y="1430742"/>
                  </a:lnTo>
                  <a:lnTo>
                    <a:pt x="3824480" y="1430742"/>
                  </a:lnTo>
                  <a:lnTo>
                    <a:pt x="3823820" y="1430742"/>
                  </a:lnTo>
                  <a:lnTo>
                    <a:pt x="3823159" y="1430742"/>
                  </a:lnTo>
                  <a:lnTo>
                    <a:pt x="3822499" y="1430742"/>
                  </a:lnTo>
                  <a:lnTo>
                    <a:pt x="3821838" y="1430742"/>
                  </a:lnTo>
                  <a:lnTo>
                    <a:pt x="3821178" y="1430742"/>
                  </a:lnTo>
                  <a:lnTo>
                    <a:pt x="3820517" y="1430742"/>
                  </a:lnTo>
                  <a:lnTo>
                    <a:pt x="3819857" y="1430742"/>
                  </a:lnTo>
                  <a:lnTo>
                    <a:pt x="3819196" y="1430742"/>
                  </a:lnTo>
                  <a:lnTo>
                    <a:pt x="3818536" y="1430742"/>
                  </a:lnTo>
                  <a:lnTo>
                    <a:pt x="3817875" y="1430742"/>
                  </a:lnTo>
                  <a:lnTo>
                    <a:pt x="3817215" y="1430742"/>
                  </a:lnTo>
                  <a:lnTo>
                    <a:pt x="3816554" y="1430742"/>
                  </a:lnTo>
                  <a:lnTo>
                    <a:pt x="3815893" y="1430742"/>
                  </a:lnTo>
                  <a:lnTo>
                    <a:pt x="3815233" y="1430742"/>
                  </a:lnTo>
                  <a:lnTo>
                    <a:pt x="3814572" y="1430742"/>
                  </a:lnTo>
                  <a:lnTo>
                    <a:pt x="3813912" y="1430742"/>
                  </a:lnTo>
                  <a:lnTo>
                    <a:pt x="3813251" y="1430742"/>
                  </a:lnTo>
                  <a:lnTo>
                    <a:pt x="3812591" y="1430742"/>
                  </a:lnTo>
                  <a:lnTo>
                    <a:pt x="3811930" y="1430742"/>
                  </a:lnTo>
                  <a:lnTo>
                    <a:pt x="3811270" y="1430742"/>
                  </a:lnTo>
                  <a:lnTo>
                    <a:pt x="3810609" y="1430742"/>
                  </a:lnTo>
                  <a:lnTo>
                    <a:pt x="3809949" y="1430742"/>
                  </a:lnTo>
                  <a:lnTo>
                    <a:pt x="3809288" y="1430742"/>
                  </a:lnTo>
                  <a:lnTo>
                    <a:pt x="3808628" y="1430742"/>
                  </a:lnTo>
                  <a:lnTo>
                    <a:pt x="3807967" y="1430742"/>
                  </a:lnTo>
                  <a:lnTo>
                    <a:pt x="3807307" y="1430742"/>
                  </a:lnTo>
                  <a:lnTo>
                    <a:pt x="3806646" y="1430742"/>
                  </a:lnTo>
                  <a:lnTo>
                    <a:pt x="3805985" y="1430742"/>
                  </a:lnTo>
                  <a:lnTo>
                    <a:pt x="3805325" y="1430742"/>
                  </a:lnTo>
                  <a:lnTo>
                    <a:pt x="3804664" y="1430742"/>
                  </a:lnTo>
                  <a:lnTo>
                    <a:pt x="3804004" y="1430742"/>
                  </a:lnTo>
                  <a:lnTo>
                    <a:pt x="3803343" y="1430742"/>
                  </a:lnTo>
                  <a:lnTo>
                    <a:pt x="3802683" y="1430742"/>
                  </a:lnTo>
                  <a:lnTo>
                    <a:pt x="3802022" y="1430742"/>
                  </a:lnTo>
                  <a:lnTo>
                    <a:pt x="3801362" y="1430742"/>
                  </a:lnTo>
                  <a:lnTo>
                    <a:pt x="3800701" y="1430742"/>
                  </a:lnTo>
                  <a:lnTo>
                    <a:pt x="3800041" y="1430742"/>
                  </a:lnTo>
                  <a:lnTo>
                    <a:pt x="3799380" y="1430742"/>
                  </a:lnTo>
                  <a:lnTo>
                    <a:pt x="3798720" y="1430742"/>
                  </a:lnTo>
                  <a:lnTo>
                    <a:pt x="3798059" y="1430742"/>
                  </a:lnTo>
                  <a:lnTo>
                    <a:pt x="3797399" y="1430742"/>
                  </a:lnTo>
                  <a:lnTo>
                    <a:pt x="3796738" y="1430742"/>
                  </a:lnTo>
                  <a:lnTo>
                    <a:pt x="3796078" y="1430742"/>
                  </a:lnTo>
                  <a:lnTo>
                    <a:pt x="3795417" y="1430742"/>
                  </a:lnTo>
                  <a:lnTo>
                    <a:pt x="3794756" y="1430742"/>
                  </a:lnTo>
                  <a:lnTo>
                    <a:pt x="3794096" y="1430742"/>
                  </a:lnTo>
                  <a:lnTo>
                    <a:pt x="3793435" y="1430742"/>
                  </a:lnTo>
                  <a:lnTo>
                    <a:pt x="3792775" y="1430742"/>
                  </a:lnTo>
                  <a:lnTo>
                    <a:pt x="3792114" y="1430742"/>
                  </a:lnTo>
                  <a:lnTo>
                    <a:pt x="3791454" y="1430742"/>
                  </a:lnTo>
                  <a:lnTo>
                    <a:pt x="3790793" y="1430742"/>
                  </a:lnTo>
                  <a:lnTo>
                    <a:pt x="3790133" y="1430742"/>
                  </a:lnTo>
                  <a:lnTo>
                    <a:pt x="3789472" y="1430742"/>
                  </a:lnTo>
                  <a:lnTo>
                    <a:pt x="3788812" y="1430742"/>
                  </a:lnTo>
                  <a:lnTo>
                    <a:pt x="3788151" y="1430742"/>
                  </a:lnTo>
                  <a:lnTo>
                    <a:pt x="3787491" y="1430742"/>
                  </a:lnTo>
                  <a:lnTo>
                    <a:pt x="3786830" y="1430742"/>
                  </a:lnTo>
                  <a:lnTo>
                    <a:pt x="3786170" y="1430742"/>
                  </a:lnTo>
                  <a:lnTo>
                    <a:pt x="3785509" y="1430742"/>
                  </a:lnTo>
                  <a:lnTo>
                    <a:pt x="3784848" y="1430742"/>
                  </a:lnTo>
                  <a:lnTo>
                    <a:pt x="3784188" y="1430742"/>
                  </a:lnTo>
                  <a:lnTo>
                    <a:pt x="3783527" y="1430742"/>
                  </a:lnTo>
                  <a:lnTo>
                    <a:pt x="3782867" y="1430742"/>
                  </a:lnTo>
                  <a:lnTo>
                    <a:pt x="3782206" y="1430742"/>
                  </a:lnTo>
                  <a:lnTo>
                    <a:pt x="3781546" y="1430742"/>
                  </a:lnTo>
                  <a:lnTo>
                    <a:pt x="3780885" y="1430742"/>
                  </a:lnTo>
                  <a:lnTo>
                    <a:pt x="3780225" y="1430742"/>
                  </a:lnTo>
                  <a:lnTo>
                    <a:pt x="3779564" y="1430742"/>
                  </a:lnTo>
                  <a:lnTo>
                    <a:pt x="3778904" y="1430742"/>
                  </a:lnTo>
                  <a:lnTo>
                    <a:pt x="3778243" y="1430742"/>
                  </a:lnTo>
                  <a:lnTo>
                    <a:pt x="3777583" y="1430742"/>
                  </a:lnTo>
                  <a:lnTo>
                    <a:pt x="3776922" y="1430742"/>
                  </a:lnTo>
                  <a:lnTo>
                    <a:pt x="3776262" y="1430742"/>
                  </a:lnTo>
                  <a:lnTo>
                    <a:pt x="3775601" y="1430742"/>
                  </a:lnTo>
                  <a:lnTo>
                    <a:pt x="3774940" y="1430742"/>
                  </a:lnTo>
                  <a:lnTo>
                    <a:pt x="3774280" y="1430742"/>
                  </a:lnTo>
                  <a:lnTo>
                    <a:pt x="3773619" y="1430742"/>
                  </a:lnTo>
                  <a:lnTo>
                    <a:pt x="3772959" y="1430742"/>
                  </a:lnTo>
                  <a:lnTo>
                    <a:pt x="3772298" y="1430742"/>
                  </a:lnTo>
                  <a:lnTo>
                    <a:pt x="3771638" y="1430742"/>
                  </a:lnTo>
                  <a:lnTo>
                    <a:pt x="3770977" y="1430742"/>
                  </a:lnTo>
                  <a:lnTo>
                    <a:pt x="3770317" y="1430742"/>
                  </a:lnTo>
                  <a:lnTo>
                    <a:pt x="3769656" y="1430742"/>
                  </a:lnTo>
                  <a:lnTo>
                    <a:pt x="3768996" y="1430742"/>
                  </a:lnTo>
                  <a:lnTo>
                    <a:pt x="3768335" y="1430742"/>
                  </a:lnTo>
                  <a:lnTo>
                    <a:pt x="3767675" y="1430742"/>
                  </a:lnTo>
                  <a:lnTo>
                    <a:pt x="3767014" y="1430742"/>
                  </a:lnTo>
                  <a:lnTo>
                    <a:pt x="3766354" y="1430742"/>
                  </a:lnTo>
                  <a:lnTo>
                    <a:pt x="3765693" y="1430742"/>
                  </a:lnTo>
                  <a:lnTo>
                    <a:pt x="3765033" y="1430742"/>
                  </a:lnTo>
                  <a:lnTo>
                    <a:pt x="3764372" y="1430742"/>
                  </a:lnTo>
                  <a:lnTo>
                    <a:pt x="3763711" y="1430742"/>
                  </a:lnTo>
                  <a:lnTo>
                    <a:pt x="3763051" y="1430742"/>
                  </a:lnTo>
                  <a:lnTo>
                    <a:pt x="3762390" y="1430742"/>
                  </a:lnTo>
                  <a:lnTo>
                    <a:pt x="3761730" y="1430742"/>
                  </a:lnTo>
                  <a:lnTo>
                    <a:pt x="3761069" y="1430742"/>
                  </a:lnTo>
                  <a:lnTo>
                    <a:pt x="3760409" y="1430742"/>
                  </a:lnTo>
                  <a:lnTo>
                    <a:pt x="3759748" y="1430742"/>
                  </a:lnTo>
                  <a:lnTo>
                    <a:pt x="3759088" y="1430742"/>
                  </a:lnTo>
                  <a:lnTo>
                    <a:pt x="3758427" y="1430742"/>
                  </a:lnTo>
                  <a:lnTo>
                    <a:pt x="3757767" y="1430742"/>
                  </a:lnTo>
                  <a:lnTo>
                    <a:pt x="3757106" y="1430742"/>
                  </a:lnTo>
                  <a:lnTo>
                    <a:pt x="3756446" y="1430742"/>
                  </a:lnTo>
                  <a:lnTo>
                    <a:pt x="3755785" y="1430742"/>
                  </a:lnTo>
                  <a:lnTo>
                    <a:pt x="3755125" y="1430742"/>
                  </a:lnTo>
                  <a:lnTo>
                    <a:pt x="3754464" y="1430742"/>
                  </a:lnTo>
                  <a:lnTo>
                    <a:pt x="3753803" y="1430742"/>
                  </a:lnTo>
                  <a:lnTo>
                    <a:pt x="3753143" y="1430742"/>
                  </a:lnTo>
                  <a:lnTo>
                    <a:pt x="3752482" y="1430742"/>
                  </a:lnTo>
                  <a:lnTo>
                    <a:pt x="3751822" y="1430742"/>
                  </a:lnTo>
                  <a:lnTo>
                    <a:pt x="3751161" y="1430742"/>
                  </a:lnTo>
                  <a:lnTo>
                    <a:pt x="3750501" y="1430742"/>
                  </a:lnTo>
                  <a:lnTo>
                    <a:pt x="3749840" y="1430742"/>
                  </a:lnTo>
                  <a:lnTo>
                    <a:pt x="3749180" y="1430742"/>
                  </a:lnTo>
                  <a:lnTo>
                    <a:pt x="3748519" y="1430742"/>
                  </a:lnTo>
                  <a:lnTo>
                    <a:pt x="3747859" y="1430742"/>
                  </a:lnTo>
                  <a:lnTo>
                    <a:pt x="3747198" y="1430742"/>
                  </a:lnTo>
                  <a:lnTo>
                    <a:pt x="3746538" y="1430742"/>
                  </a:lnTo>
                  <a:lnTo>
                    <a:pt x="3745877" y="1430742"/>
                  </a:lnTo>
                  <a:lnTo>
                    <a:pt x="3745217" y="1430742"/>
                  </a:lnTo>
                  <a:lnTo>
                    <a:pt x="3744556" y="1430742"/>
                  </a:lnTo>
                  <a:lnTo>
                    <a:pt x="3743895" y="1430742"/>
                  </a:lnTo>
                  <a:lnTo>
                    <a:pt x="3743235" y="1430742"/>
                  </a:lnTo>
                  <a:lnTo>
                    <a:pt x="3742574" y="1430742"/>
                  </a:lnTo>
                  <a:lnTo>
                    <a:pt x="3741914" y="1430742"/>
                  </a:lnTo>
                  <a:lnTo>
                    <a:pt x="3741253" y="1430742"/>
                  </a:lnTo>
                  <a:lnTo>
                    <a:pt x="3740593" y="1430742"/>
                  </a:lnTo>
                  <a:lnTo>
                    <a:pt x="3739932" y="1430742"/>
                  </a:lnTo>
                  <a:lnTo>
                    <a:pt x="3739272" y="1430742"/>
                  </a:lnTo>
                  <a:lnTo>
                    <a:pt x="3738611" y="1430742"/>
                  </a:lnTo>
                  <a:lnTo>
                    <a:pt x="3737951" y="1430742"/>
                  </a:lnTo>
                  <a:lnTo>
                    <a:pt x="3737290" y="1430742"/>
                  </a:lnTo>
                  <a:lnTo>
                    <a:pt x="3736630" y="1430742"/>
                  </a:lnTo>
                  <a:lnTo>
                    <a:pt x="3735969" y="1430742"/>
                  </a:lnTo>
                  <a:lnTo>
                    <a:pt x="3735309" y="1430742"/>
                  </a:lnTo>
                  <a:lnTo>
                    <a:pt x="3734648" y="1430742"/>
                  </a:lnTo>
                  <a:lnTo>
                    <a:pt x="3733987" y="1430742"/>
                  </a:lnTo>
                  <a:lnTo>
                    <a:pt x="3733327" y="1430742"/>
                  </a:lnTo>
                  <a:lnTo>
                    <a:pt x="3732666" y="1430742"/>
                  </a:lnTo>
                  <a:lnTo>
                    <a:pt x="3732006" y="1430742"/>
                  </a:lnTo>
                  <a:lnTo>
                    <a:pt x="3731345" y="1430742"/>
                  </a:lnTo>
                  <a:lnTo>
                    <a:pt x="3730685" y="1430742"/>
                  </a:lnTo>
                  <a:lnTo>
                    <a:pt x="3730024" y="1430742"/>
                  </a:lnTo>
                  <a:lnTo>
                    <a:pt x="3729364" y="1430742"/>
                  </a:lnTo>
                  <a:lnTo>
                    <a:pt x="3728703" y="1430742"/>
                  </a:lnTo>
                  <a:lnTo>
                    <a:pt x="3728043" y="1430742"/>
                  </a:lnTo>
                  <a:lnTo>
                    <a:pt x="3727382" y="1430742"/>
                  </a:lnTo>
                  <a:lnTo>
                    <a:pt x="3726722" y="1430742"/>
                  </a:lnTo>
                  <a:lnTo>
                    <a:pt x="3726061" y="1430742"/>
                  </a:lnTo>
                  <a:lnTo>
                    <a:pt x="3725401" y="1430742"/>
                  </a:lnTo>
                  <a:lnTo>
                    <a:pt x="3724740" y="1430742"/>
                  </a:lnTo>
                  <a:lnTo>
                    <a:pt x="3724080" y="1430742"/>
                  </a:lnTo>
                  <a:lnTo>
                    <a:pt x="3723419" y="1430742"/>
                  </a:lnTo>
                  <a:lnTo>
                    <a:pt x="3722758" y="1430742"/>
                  </a:lnTo>
                  <a:lnTo>
                    <a:pt x="3722098" y="1430742"/>
                  </a:lnTo>
                  <a:lnTo>
                    <a:pt x="3721437" y="1430742"/>
                  </a:lnTo>
                  <a:lnTo>
                    <a:pt x="3720777" y="1430742"/>
                  </a:lnTo>
                  <a:lnTo>
                    <a:pt x="3720116" y="1430742"/>
                  </a:lnTo>
                  <a:lnTo>
                    <a:pt x="3719456" y="1430742"/>
                  </a:lnTo>
                  <a:lnTo>
                    <a:pt x="3718795" y="1430742"/>
                  </a:lnTo>
                  <a:lnTo>
                    <a:pt x="3718135" y="1430742"/>
                  </a:lnTo>
                  <a:lnTo>
                    <a:pt x="3717474" y="1430742"/>
                  </a:lnTo>
                  <a:lnTo>
                    <a:pt x="3716814" y="1430742"/>
                  </a:lnTo>
                  <a:lnTo>
                    <a:pt x="3716153" y="1430742"/>
                  </a:lnTo>
                  <a:lnTo>
                    <a:pt x="3715493" y="1430742"/>
                  </a:lnTo>
                  <a:lnTo>
                    <a:pt x="3714832" y="1430742"/>
                  </a:lnTo>
                  <a:lnTo>
                    <a:pt x="3714172" y="1430742"/>
                  </a:lnTo>
                  <a:lnTo>
                    <a:pt x="3713511" y="1430742"/>
                  </a:lnTo>
                  <a:lnTo>
                    <a:pt x="3712850" y="1430742"/>
                  </a:lnTo>
                  <a:lnTo>
                    <a:pt x="3712190" y="1430742"/>
                  </a:lnTo>
                  <a:lnTo>
                    <a:pt x="3711529" y="1430742"/>
                  </a:lnTo>
                  <a:lnTo>
                    <a:pt x="3710869" y="1430742"/>
                  </a:lnTo>
                  <a:lnTo>
                    <a:pt x="3710208" y="1430742"/>
                  </a:lnTo>
                  <a:lnTo>
                    <a:pt x="3709548" y="1430742"/>
                  </a:lnTo>
                  <a:lnTo>
                    <a:pt x="3708887" y="1430742"/>
                  </a:lnTo>
                  <a:lnTo>
                    <a:pt x="3708227" y="1430742"/>
                  </a:lnTo>
                  <a:lnTo>
                    <a:pt x="3707566" y="1430742"/>
                  </a:lnTo>
                  <a:lnTo>
                    <a:pt x="3706906" y="1430742"/>
                  </a:lnTo>
                  <a:lnTo>
                    <a:pt x="3706245" y="1430742"/>
                  </a:lnTo>
                  <a:lnTo>
                    <a:pt x="3705585" y="1430742"/>
                  </a:lnTo>
                  <a:lnTo>
                    <a:pt x="3704924" y="1430742"/>
                  </a:lnTo>
                  <a:lnTo>
                    <a:pt x="3704264" y="1430742"/>
                  </a:lnTo>
                  <a:lnTo>
                    <a:pt x="3703603" y="1430742"/>
                  </a:lnTo>
                  <a:lnTo>
                    <a:pt x="3702942" y="1430742"/>
                  </a:lnTo>
                  <a:lnTo>
                    <a:pt x="3702282" y="1430742"/>
                  </a:lnTo>
                  <a:lnTo>
                    <a:pt x="3701621" y="1430742"/>
                  </a:lnTo>
                  <a:lnTo>
                    <a:pt x="3700961" y="1430742"/>
                  </a:lnTo>
                  <a:lnTo>
                    <a:pt x="3700300" y="1430742"/>
                  </a:lnTo>
                  <a:lnTo>
                    <a:pt x="3699640" y="1430742"/>
                  </a:lnTo>
                  <a:lnTo>
                    <a:pt x="3698979" y="1430742"/>
                  </a:lnTo>
                  <a:lnTo>
                    <a:pt x="3698319" y="1430742"/>
                  </a:lnTo>
                  <a:lnTo>
                    <a:pt x="3697658" y="1430742"/>
                  </a:lnTo>
                  <a:lnTo>
                    <a:pt x="3696998" y="1430742"/>
                  </a:lnTo>
                  <a:lnTo>
                    <a:pt x="3696337" y="1430742"/>
                  </a:lnTo>
                  <a:lnTo>
                    <a:pt x="3695677" y="1430742"/>
                  </a:lnTo>
                  <a:lnTo>
                    <a:pt x="3695016" y="1430742"/>
                  </a:lnTo>
                  <a:lnTo>
                    <a:pt x="3694356" y="1430742"/>
                  </a:lnTo>
                  <a:lnTo>
                    <a:pt x="3693695" y="1430742"/>
                  </a:lnTo>
                  <a:lnTo>
                    <a:pt x="3693035" y="1430742"/>
                  </a:lnTo>
                  <a:lnTo>
                    <a:pt x="3692374" y="1430742"/>
                  </a:lnTo>
                  <a:lnTo>
                    <a:pt x="3691713" y="1430742"/>
                  </a:lnTo>
                  <a:lnTo>
                    <a:pt x="3691053" y="1430742"/>
                  </a:lnTo>
                  <a:lnTo>
                    <a:pt x="3690392" y="1430742"/>
                  </a:lnTo>
                  <a:lnTo>
                    <a:pt x="3689732" y="1430742"/>
                  </a:lnTo>
                  <a:lnTo>
                    <a:pt x="3689071" y="1430742"/>
                  </a:lnTo>
                  <a:lnTo>
                    <a:pt x="3688411" y="1430742"/>
                  </a:lnTo>
                  <a:lnTo>
                    <a:pt x="3687750" y="1430742"/>
                  </a:lnTo>
                  <a:lnTo>
                    <a:pt x="3687090" y="1430742"/>
                  </a:lnTo>
                  <a:lnTo>
                    <a:pt x="3686429" y="1430742"/>
                  </a:lnTo>
                  <a:lnTo>
                    <a:pt x="3685769" y="1430742"/>
                  </a:lnTo>
                  <a:lnTo>
                    <a:pt x="3685108" y="1430742"/>
                  </a:lnTo>
                  <a:lnTo>
                    <a:pt x="3684448" y="1430742"/>
                  </a:lnTo>
                  <a:lnTo>
                    <a:pt x="3683787" y="1430742"/>
                  </a:lnTo>
                  <a:lnTo>
                    <a:pt x="3683127" y="1430742"/>
                  </a:lnTo>
                  <a:lnTo>
                    <a:pt x="3682466" y="1430742"/>
                  </a:lnTo>
                  <a:lnTo>
                    <a:pt x="3681805" y="1430742"/>
                  </a:lnTo>
                  <a:lnTo>
                    <a:pt x="3681145" y="1430742"/>
                  </a:lnTo>
                  <a:lnTo>
                    <a:pt x="3680484" y="1430742"/>
                  </a:lnTo>
                  <a:lnTo>
                    <a:pt x="3679824" y="1430742"/>
                  </a:lnTo>
                  <a:lnTo>
                    <a:pt x="3679163" y="1430742"/>
                  </a:lnTo>
                  <a:lnTo>
                    <a:pt x="3678503" y="1430742"/>
                  </a:lnTo>
                  <a:lnTo>
                    <a:pt x="3677842" y="1430742"/>
                  </a:lnTo>
                  <a:lnTo>
                    <a:pt x="3677182" y="1430742"/>
                  </a:lnTo>
                  <a:lnTo>
                    <a:pt x="3676521" y="1430742"/>
                  </a:lnTo>
                  <a:lnTo>
                    <a:pt x="3675861" y="1430742"/>
                  </a:lnTo>
                  <a:lnTo>
                    <a:pt x="3675200" y="1430742"/>
                  </a:lnTo>
                  <a:lnTo>
                    <a:pt x="3674540" y="1430742"/>
                  </a:lnTo>
                  <a:lnTo>
                    <a:pt x="3673879" y="1430742"/>
                  </a:lnTo>
                  <a:lnTo>
                    <a:pt x="3673219" y="1430742"/>
                  </a:lnTo>
                  <a:lnTo>
                    <a:pt x="3672558" y="1430742"/>
                  </a:lnTo>
                  <a:lnTo>
                    <a:pt x="3671897" y="1430742"/>
                  </a:lnTo>
                  <a:lnTo>
                    <a:pt x="3671237" y="1430742"/>
                  </a:lnTo>
                  <a:lnTo>
                    <a:pt x="3670576" y="1430742"/>
                  </a:lnTo>
                  <a:lnTo>
                    <a:pt x="3669916" y="1430742"/>
                  </a:lnTo>
                  <a:lnTo>
                    <a:pt x="3669255" y="1430742"/>
                  </a:lnTo>
                  <a:lnTo>
                    <a:pt x="3668595" y="1430742"/>
                  </a:lnTo>
                  <a:lnTo>
                    <a:pt x="3667934" y="1430742"/>
                  </a:lnTo>
                  <a:lnTo>
                    <a:pt x="3667274" y="1430742"/>
                  </a:lnTo>
                  <a:lnTo>
                    <a:pt x="3666613" y="1430742"/>
                  </a:lnTo>
                  <a:lnTo>
                    <a:pt x="3665953" y="1430742"/>
                  </a:lnTo>
                  <a:lnTo>
                    <a:pt x="3665292" y="1430742"/>
                  </a:lnTo>
                  <a:lnTo>
                    <a:pt x="3664632" y="1430742"/>
                  </a:lnTo>
                  <a:lnTo>
                    <a:pt x="3663971" y="1430742"/>
                  </a:lnTo>
                  <a:lnTo>
                    <a:pt x="3663311" y="1430742"/>
                  </a:lnTo>
                  <a:lnTo>
                    <a:pt x="3662650" y="1430742"/>
                  </a:lnTo>
                  <a:lnTo>
                    <a:pt x="3661989" y="1430742"/>
                  </a:lnTo>
                  <a:lnTo>
                    <a:pt x="3661329" y="1430742"/>
                  </a:lnTo>
                  <a:lnTo>
                    <a:pt x="3660668" y="1430742"/>
                  </a:lnTo>
                  <a:lnTo>
                    <a:pt x="3660008" y="1430742"/>
                  </a:lnTo>
                  <a:lnTo>
                    <a:pt x="3659347" y="1430742"/>
                  </a:lnTo>
                  <a:lnTo>
                    <a:pt x="3658687" y="1430742"/>
                  </a:lnTo>
                  <a:lnTo>
                    <a:pt x="3658026" y="1430742"/>
                  </a:lnTo>
                  <a:lnTo>
                    <a:pt x="3657366" y="1430742"/>
                  </a:lnTo>
                  <a:lnTo>
                    <a:pt x="3656705" y="1430742"/>
                  </a:lnTo>
                  <a:lnTo>
                    <a:pt x="3656045" y="1430742"/>
                  </a:lnTo>
                  <a:lnTo>
                    <a:pt x="3655384" y="1430742"/>
                  </a:lnTo>
                  <a:lnTo>
                    <a:pt x="3654724" y="1430742"/>
                  </a:lnTo>
                  <a:lnTo>
                    <a:pt x="3654063" y="1430742"/>
                  </a:lnTo>
                  <a:lnTo>
                    <a:pt x="3653403" y="1430742"/>
                  </a:lnTo>
                  <a:lnTo>
                    <a:pt x="3652742" y="1430742"/>
                  </a:lnTo>
                  <a:lnTo>
                    <a:pt x="3652082" y="1430742"/>
                  </a:lnTo>
                  <a:lnTo>
                    <a:pt x="3651421" y="1430742"/>
                  </a:lnTo>
                  <a:lnTo>
                    <a:pt x="3650760" y="1430742"/>
                  </a:lnTo>
                  <a:lnTo>
                    <a:pt x="3650100" y="1430742"/>
                  </a:lnTo>
                  <a:lnTo>
                    <a:pt x="3649439" y="1430742"/>
                  </a:lnTo>
                  <a:lnTo>
                    <a:pt x="3648779" y="1430742"/>
                  </a:lnTo>
                  <a:lnTo>
                    <a:pt x="3648118" y="1430742"/>
                  </a:lnTo>
                  <a:lnTo>
                    <a:pt x="3647458" y="1430742"/>
                  </a:lnTo>
                  <a:lnTo>
                    <a:pt x="3646797" y="1430742"/>
                  </a:lnTo>
                  <a:lnTo>
                    <a:pt x="3646137" y="1430742"/>
                  </a:lnTo>
                  <a:lnTo>
                    <a:pt x="3645476" y="1430742"/>
                  </a:lnTo>
                  <a:lnTo>
                    <a:pt x="3644816" y="1430742"/>
                  </a:lnTo>
                  <a:lnTo>
                    <a:pt x="3644155" y="1430742"/>
                  </a:lnTo>
                  <a:lnTo>
                    <a:pt x="3643495" y="1430742"/>
                  </a:lnTo>
                  <a:lnTo>
                    <a:pt x="3642834" y="1430742"/>
                  </a:lnTo>
                  <a:lnTo>
                    <a:pt x="3642174" y="1430742"/>
                  </a:lnTo>
                  <a:lnTo>
                    <a:pt x="3641513" y="1430742"/>
                  </a:lnTo>
                  <a:lnTo>
                    <a:pt x="3640852" y="1430742"/>
                  </a:lnTo>
                  <a:lnTo>
                    <a:pt x="3640192" y="1430742"/>
                  </a:lnTo>
                  <a:lnTo>
                    <a:pt x="3639531" y="1430742"/>
                  </a:lnTo>
                  <a:lnTo>
                    <a:pt x="3638871" y="1430742"/>
                  </a:lnTo>
                  <a:lnTo>
                    <a:pt x="3638210" y="1430742"/>
                  </a:lnTo>
                  <a:lnTo>
                    <a:pt x="3637550" y="1430742"/>
                  </a:lnTo>
                  <a:lnTo>
                    <a:pt x="3636889" y="1430742"/>
                  </a:lnTo>
                  <a:lnTo>
                    <a:pt x="3636229" y="1430742"/>
                  </a:lnTo>
                  <a:lnTo>
                    <a:pt x="3635568" y="1430742"/>
                  </a:lnTo>
                  <a:lnTo>
                    <a:pt x="3634908" y="1430742"/>
                  </a:lnTo>
                  <a:lnTo>
                    <a:pt x="3634247" y="1430742"/>
                  </a:lnTo>
                  <a:lnTo>
                    <a:pt x="3633587" y="1430742"/>
                  </a:lnTo>
                  <a:lnTo>
                    <a:pt x="3632926" y="1430742"/>
                  </a:lnTo>
                  <a:lnTo>
                    <a:pt x="3632266" y="1430742"/>
                  </a:lnTo>
                  <a:lnTo>
                    <a:pt x="3631605" y="1430742"/>
                  </a:lnTo>
                  <a:lnTo>
                    <a:pt x="3630944" y="1430742"/>
                  </a:lnTo>
                  <a:lnTo>
                    <a:pt x="3630284" y="1430742"/>
                  </a:lnTo>
                  <a:lnTo>
                    <a:pt x="3629623" y="1430742"/>
                  </a:lnTo>
                  <a:lnTo>
                    <a:pt x="3628963" y="1430742"/>
                  </a:lnTo>
                  <a:lnTo>
                    <a:pt x="3628302" y="1430742"/>
                  </a:lnTo>
                  <a:lnTo>
                    <a:pt x="3627642" y="1430742"/>
                  </a:lnTo>
                  <a:lnTo>
                    <a:pt x="3626981" y="1430742"/>
                  </a:lnTo>
                  <a:lnTo>
                    <a:pt x="3626321" y="1430742"/>
                  </a:lnTo>
                  <a:lnTo>
                    <a:pt x="3625660" y="1430742"/>
                  </a:lnTo>
                  <a:lnTo>
                    <a:pt x="3625000" y="1430742"/>
                  </a:lnTo>
                  <a:lnTo>
                    <a:pt x="3624339" y="1430742"/>
                  </a:lnTo>
                  <a:lnTo>
                    <a:pt x="3623679" y="1430742"/>
                  </a:lnTo>
                  <a:lnTo>
                    <a:pt x="3623018" y="1430742"/>
                  </a:lnTo>
                  <a:lnTo>
                    <a:pt x="3622358" y="1430742"/>
                  </a:lnTo>
                  <a:lnTo>
                    <a:pt x="3621697" y="1430742"/>
                  </a:lnTo>
                  <a:lnTo>
                    <a:pt x="3621037" y="1430742"/>
                  </a:lnTo>
                  <a:lnTo>
                    <a:pt x="3620376" y="1430742"/>
                  </a:lnTo>
                  <a:lnTo>
                    <a:pt x="3619715" y="1430742"/>
                  </a:lnTo>
                  <a:lnTo>
                    <a:pt x="3619055" y="1430742"/>
                  </a:lnTo>
                  <a:lnTo>
                    <a:pt x="3618394" y="1430742"/>
                  </a:lnTo>
                  <a:lnTo>
                    <a:pt x="3617734" y="1430742"/>
                  </a:lnTo>
                  <a:lnTo>
                    <a:pt x="3617073" y="1430742"/>
                  </a:lnTo>
                  <a:lnTo>
                    <a:pt x="3616413" y="1430742"/>
                  </a:lnTo>
                  <a:lnTo>
                    <a:pt x="3615752" y="1430742"/>
                  </a:lnTo>
                  <a:lnTo>
                    <a:pt x="3615092" y="1430742"/>
                  </a:lnTo>
                  <a:lnTo>
                    <a:pt x="3614431" y="1430742"/>
                  </a:lnTo>
                  <a:lnTo>
                    <a:pt x="3613771" y="1430742"/>
                  </a:lnTo>
                  <a:lnTo>
                    <a:pt x="3613110" y="1430742"/>
                  </a:lnTo>
                  <a:lnTo>
                    <a:pt x="3612450" y="1430742"/>
                  </a:lnTo>
                  <a:lnTo>
                    <a:pt x="3611789" y="1430742"/>
                  </a:lnTo>
                  <a:lnTo>
                    <a:pt x="3611129" y="1430742"/>
                  </a:lnTo>
                  <a:lnTo>
                    <a:pt x="3610468" y="1430742"/>
                  </a:lnTo>
                  <a:lnTo>
                    <a:pt x="3609807" y="1430742"/>
                  </a:lnTo>
                  <a:lnTo>
                    <a:pt x="3609147" y="1430742"/>
                  </a:lnTo>
                  <a:lnTo>
                    <a:pt x="3608486" y="1430742"/>
                  </a:lnTo>
                  <a:lnTo>
                    <a:pt x="3607826" y="1430742"/>
                  </a:lnTo>
                  <a:lnTo>
                    <a:pt x="3607165" y="1430742"/>
                  </a:lnTo>
                  <a:lnTo>
                    <a:pt x="3606505" y="1430742"/>
                  </a:lnTo>
                  <a:lnTo>
                    <a:pt x="3605844" y="1430742"/>
                  </a:lnTo>
                  <a:lnTo>
                    <a:pt x="3605184" y="1430742"/>
                  </a:lnTo>
                  <a:lnTo>
                    <a:pt x="3604523" y="1430742"/>
                  </a:lnTo>
                  <a:lnTo>
                    <a:pt x="3603863" y="1430742"/>
                  </a:lnTo>
                  <a:lnTo>
                    <a:pt x="3603202" y="1430742"/>
                  </a:lnTo>
                  <a:lnTo>
                    <a:pt x="3602542" y="1430742"/>
                  </a:lnTo>
                  <a:lnTo>
                    <a:pt x="3601881" y="1430742"/>
                  </a:lnTo>
                  <a:lnTo>
                    <a:pt x="3601221" y="1430742"/>
                  </a:lnTo>
                  <a:lnTo>
                    <a:pt x="3600560" y="1430742"/>
                  </a:lnTo>
                  <a:lnTo>
                    <a:pt x="3599899" y="1430742"/>
                  </a:lnTo>
                  <a:lnTo>
                    <a:pt x="3599239" y="1430742"/>
                  </a:lnTo>
                  <a:lnTo>
                    <a:pt x="3598578" y="1430742"/>
                  </a:lnTo>
                  <a:lnTo>
                    <a:pt x="3597918" y="1430742"/>
                  </a:lnTo>
                  <a:lnTo>
                    <a:pt x="3597257" y="1430742"/>
                  </a:lnTo>
                  <a:lnTo>
                    <a:pt x="3596597" y="1430742"/>
                  </a:lnTo>
                  <a:lnTo>
                    <a:pt x="3595936" y="1430742"/>
                  </a:lnTo>
                  <a:lnTo>
                    <a:pt x="3595276" y="1430742"/>
                  </a:lnTo>
                  <a:lnTo>
                    <a:pt x="3594615" y="1430742"/>
                  </a:lnTo>
                  <a:lnTo>
                    <a:pt x="3593955" y="1430742"/>
                  </a:lnTo>
                  <a:lnTo>
                    <a:pt x="3593294" y="1430742"/>
                  </a:lnTo>
                  <a:lnTo>
                    <a:pt x="3592634" y="1430742"/>
                  </a:lnTo>
                  <a:lnTo>
                    <a:pt x="3591973" y="1430742"/>
                  </a:lnTo>
                  <a:lnTo>
                    <a:pt x="3591313" y="1430742"/>
                  </a:lnTo>
                  <a:lnTo>
                    <a:pt x="3590652" y="1430742"/>
                  </a:lnTo>
                  <a:lnTo>
                    <a:pt x="3589991" y="1430742"/>
                  </a:lnTo>
                  <a:lnTo>
                    <a:pt x="3589331" y="1430742"/>
                  </a:lnTo>
                  <a:lnTo>
                    <a:pt x="3588670" y="1430742"/>
                  </a:lnTo>
                  <a:lnTo>
                    <a:pt x="3588010" y="1430742"/>
                  </a:lnTo>
                  <a:lnTo>
                    <a:pt x="3587349" y="1430742"/>
                  </a:lnTo>
                  <a:lnTo>
                    <a:pt x="3586689" y="1430742"/>
                  </a:lnTo>
                  <a:lnTo>
                    <a:pt x="3586028" y="1430742"/>
                  </a:lnTo>
                  <a:lnTo>
                    <a:pt x="3585368" y="1430742"/>
                  </a:lnTo>
                  <a:lnTo>
                    <a:pt x="3584707" y="1430742"/>
                  </a:lnTo>
                  <a:lnTo>
                    <a:pt x="3584047" y="1430742"/>
                  </a:lnTo>
                  <a:lnTo>
                    <a:pt x="3583386" y="1430742"/>
                  </a:lnTo>
                  <a:lnTo>
                    <a:pt x="3582726" y="1430742"/>
                  </a:lnTo>
                  <a:lnTo>
                    <a:pt x="3582065" y="1430742"/>
                  </a:lnTo>
                  <a:lnTo>
                    <a:pt x="3581405" y="1430742"/>
                  </a:lnTo>
                  <a:lnTo>
                    <a:pt x="3580744" y="1430742"/>
                  </a:lnTo>
                  <a:lnTo>
                    <a:pt x="3580084" y="1430742"/>
                  </a:lnTo>
                  <a:lnTo>
                    <a:pt x="3579423" y="1430742"/>
                  </a:lnTo>
                  <a:lnTo>
                    <a:pt x="3578762" y="1430742"/>
                  </a:lnTo>
                  <a:lnTo>
                    <a:pt x="3578102" y="1430742"/>
                  </a:lnTo>
                  <a:lnTo>
                    <a:pt x="3577441" y="1430742"/>
                  </a:lnTo>
                  <a:lnTo>
                    <a:pt x="3576781" y="1430742"/>
                  </a:lnTo>
                  <a:lnTo>
                    <a:pt x="3576120" y="1430742"/>
                  </a:lnTo>
                  <a:lnTo>
                    <a:pt x="3575460" y="1430742"/>
                  </a:lnTo>
                  <a:lnTo>
                    <a:pt x="3574799" y="1430742"/>
                  </a:lnTo>
                  <a:lnTo>
                    <a:pt x="3574139" y="1430742"/>
                  </a:lnTo>
                  <a:lnTo>
                    <a:pt x="3573478" y="1430742"/>
                  </a:lnTo>
                  <a:lnTo>
                    <a:pt x="3572818" y="1430742"/>
                  </a:lnTo>
                  <a:lnTo>
                    <a:pt x="3572157" y="1430742"/>
                  </a:lnTo>
                  <a:lnTo>
                    <a:pt x="3571497" y="1430742"/>
                  </a:lnTo>
                  <a:lnTo>
                    <a:pt x="3570836" y="1430742"/>
                  </a:lnTo>
                  <a:lnTo>
                    <a:pt x="3570176" y="1430742"/>
                  </a:lnTo>
                  <a:lnTo>
                    <a:pt x="3569515" y="1430742"/>
                  </a:lnTo>
                  <a:lnTo>
                    <a:pt x="3568854" y="1430742"/>
                  </a:lnTo>
                  <a:lnTo>
                    <a:pt x="3568194" y="1430742"/>
                  </a:lnTo>
                  <a:lnTo>
                    <a:pt x="3567533" y="1430742"/>
                  </a:lnTo>
                  <a:lnTo>
                    <a:pt x="3566873" y="1430742"/>
                  </a:lnTo>
                  <a:lnTo>
                    <a:pt x="3566212" y="1430742"/>
                  </a:lnTo>
                  <a:lnTo>
                    <a:pt x="3565552" y="1430742"/>
                  </a:lnTo>
                  <a:lnTo>
                    <a:pt x="3564891" y="1430742"/>
                  </a:lnTo>
                  <a:lnTo>
                    <a:pt x="3564231" y="1430742"/>
                  </a:lnTo>
                  <a:lnTo>
                    <a:pt x="3563570" y="1430742"/>
                  </a:lnTo>
                  <a:lnTo>
                    <a:pt x="3562910" y="1430742"/>
                  </a:lnTo>
                  <a:lnTo>
                    <a:pt x="3562249" y="1430742"/>
                  </a:lnTo>
                  <a:lnTo>
                    <a:pt x="3561589" y="1430742"/>
                  </a:lnTo>
                  <a:lnTo>
                    <a:pt x="3560928" y="1430742"/>
                  </a:lnTo>
                  <a:lnTo>
                    <a:pt x="3560268" y="1430742"/>
                  </a:lnTo>
                  <a:lnTo>
                    <a:pt x="3559607" y="1430742"/>
                  </a:lnTo>
                  <a:lnTo>
                    <a:pt x="3558946" y="1430742"/>
                  </a:lnTo>
                  <a:lnTo>
                    <a:pt x="3558286" y="1430742"/>
                  </a:lnTo>
                  <a:lnTo>
                    <a:pt x="3557625" y="1430742"/>
                  </a:lnTo>
                  <a:lnTo>
                    <a:pt x="3556965" y="1430742"/>
                  </a:lnTo>
                  <a:lnTo>
                    <a:pt x="3556304" y="1430742"/>
                  </a:lnTo>
                  <a:lnTo>
                    <a:pt x="3555644" y="1430742"/>
                  </a:lnTo>
                  <a:lnTo>
                    <a:pt x="3554983" y="1430742"/>
                  </a:lnTo>
                  <a:lnTo>
                    <a:pt x="3554323" y="1430742"/>
                  </a:lnTo>
                  <a:lnTo>
                    <a:pt x="3553662" y="1430742"/>
                  </a:lnTo>
                  <a:lnTo>
                    <a:pt x="3553002" y="1430742"/>
                  </a:lnTo>
                  <a:lnTo>
                    <a:pt x="3552341" y="1430742"/>
                  </a:lnTo>
                  <a:lnTo>
                    <a:pt x="3551681" y="1430742"/>
                  </a:lnTo>
                  <a:lnTo>
                    <a:pt x="3551020" y="1430742"/>
                  </a:lnTo>
                  <a:lnTo>
                    <a:pt x="3550360" y="1430742"/>
                  </a:lnTo>
                  <a:lnTo>
                    <a:pt x="3549699" y="1430742"/>
                  </a:lnTo>
                  <a:lnTo>
                    <a:pt x="3549039" y="1430742"/>
                  </a:lnTo>
                  <a:lnTo>
                    <a:pt x="3548378" y="1430742"/>
                  </a:lnTo>
                  <a:lnTo>
                    <a:pt x="3547717" y="1430742"/>
                  </a:lnTo>
                  <a:lnTo>
                    <a:pt x="3547057" y="1430742"/>
                  </a:lnTo>
                  <a:lnTo>
                    <a:pt x="3546396" y="1430742"/>
                  </a:lnTo>
                  <a:lnTo>
                    <a:pt x="3545736" y="1430742"/>
                  </a:lnTo>
                  <a:lnTo>
                    <a:pt x="3545075" y="1430742"/>
                  </a:lnTo>
                  <a:lnTo>
                    <a:pt x="3544415" y="1430742"/>
                  </a:lnTo>
                  <a:lnTo>
                    <a:pt x="3543754" y="1430742"/>
                  </a:lnTo>
                  <a:lnTo>
                    <a:pt x="3543094" y="1430742"/>
                  </a:lnTo>
                  <a:lnTo>
                    <a:pt x="3542433" y="1430742"/>
                  </a:lnTo>
                  <a:lnTo>
                    <a:pt x="3541773" y="1430742"/>
                  </a:lnTo>
                  <a:lnTo>
                    <a:pt x="3541112" y="1430742"/>
                  </a:lnTo>
                  <a:lnTo>
                    <a:pt x="3540452" y="1430742"/>
                  </a:lnTo>
                  <a:lnTo>
                    <a:pt x="3539791" y="1430742"/>
                  </a:lnTo>
                  <a:lnTo>
                    <a:pt x="3539131" y="1430742"/>
                  </a:lnTo>
                  <a:lnTo>
                    <a:pt x="3538470" y="1430742"/>
                  </a:lnTo>
                  <a:lnTo>
                    <a:pt x="3537809" y="1430742"/>
                  </a:lnTo>
                  <a:lnTo>
                    <a:pt x="3537149" y="1430742"/>
                  </a:lnTo>
                  <a:lnTo>
                    <a:pt x="3536488" y="1430742"/>
                  </a:lnTo>
                  <a:lnTo>
                    <a:pt x="3535828" y="1430742"/>
                  </a:lnTo>
                  <a:lnTo>
                    <a:pt x="3535167" y="1430742"/>
                  </a:lnTo>
                  <a:lnTo>
                    <a:pt x="3534507" y="1430742"/>
                  </a:lnTo>
                  <a:lnTo>
                    <a:pt x="3533846" y="1430742"/>
                  </a:lnTo>
                  <a:lnTo>
                    <a:pt x="3533186" y="1430742"/>
                  </a:lnTo>
                  <a:lnTo>
                    <a:pt x="3532525" y="1430742"/>
                  </a:lnTo>
                  <a:lnTo>
                    <a:pt x="3531865" y="1430742"/>
                  </a:lnTo>
                  <a:lnTo>
                    <a:pt x="3531204" y="1430742"/>
                  </a:lnTo>
                  <a:lnTo>
                    <a:pt x="3530544" y="1430742"/>
                  </a:lnTo>
                  <a:lnTo>
                    <a:pt x="3529883" y="1430742"/>
                  </a:lnTo>
                  <a:lnTo>
                    <a:pt x="3529223" y="1430742"/>
                  </a:lnTo>
                  <a:lnTo>
                    <a:pt x="3528562" y="1430742"/>
                  </a:lnTo>
                  <a:lnTo>
                    <a:pt x="3527901" y="1430742"/>
                  </a:lnTo>
                  <a:lnTo>
                    <a:pt x="3527241" y="1430742"/>
                  </a:lnTo>
                  <a:lnTo>
                    <a:pt x="3526580" y="1430742"/>
                  </a:lnTo>
                  <a:lnTo>
                    <a:pt x="3525920" y="1430742"/>
                  </a:lnTo>
                  <a:lnTo>
                    <a:pt x="3525259" y="1430742"/>
                  </a:lnTo>
                  <a:lnTo>
                    <a:pt x="3524599" y="1430742"/>
                  </a:lnTo>
                  <a:lnTo>
                    <a:pt x="3523938" y="1430742"/>
                  </a:lnTo>
                  <a:lnTo>
                    <a:pt x="3523278" y="1430742"/>
                  </a:lnTo>
                  <a:lnTo>
                    <a:pt x="3522617" y="1430742"/>
                  </a:lnTo>
                  <a:lnTo>
                    <a:pt x="3521957" y="1430742"/>
                  </a:lnTo>
                  <a:lnTo>
                    <a:pt x="3521296" y="1430742"/>
                  </a:lnTo>
                  <a:lnTo>
                    <a:pt x="3520636" y="1430742"/>
                  </a:lnTo>
                  <a:lnTo>
                    <a:pt x="3519975" y="1430742"/>
                  </a:lnTo>
                  <a:lnTo>
                    <a:pt x="3519315" y="1430742"/>
                  </a:lnTo>
                  <a:lnTo>
                    <a:pt x="3518654" y="1430742"/>
                  </a:lnTo>
                  <a:lnTo>
                    <a:pt x="3517993" y="1430742"/>
                  </a:lnTo>
                  <a:lnTo>
                    <a:pt x="3517333" y="1430742"/>
                  </a:lnTo>
                  <a:lnTo>
                    <a:pt x="3516672" y="1430742"/>
                  </a:lnTo>
                  <a:lnTo>
                    <a:pt x="3516012" y="1430742"/>
                  </a:lnTo>
                  <a:lnTo>
                    <a:pt x="3515351" y="1430742"/>
                  </a:lnTo>
                  <a:lnTo>
                    <a:pt x="3514691" y="1430742"/>
                  </a:lnTo>
                  <a:lnTo>
                    <a:pt x="3514030" y="1430742"/>
                  </a:lnTo>
                  <a:lnTo>
                    <a:pt x="3513370" y="1430742"/>
                  </a:lnTo>
                  <a:lnTo>
                    <a:pt x="3512709" y="1430742"/>
                  </a:lnTo>
                  <a:lnTo>
                    <a:pt x="3512049" y="1430742"/>
                  </a:lnTo>
                  <a:lnTo>
                    <a:pt x="3511388" y="1430742"/>
                  </a:lnTo>
                  <a:lnTo>
                    <a:pt x="3510728" y="1430742"/>
                  </a:lnTo>
                  <a:lnTo>
                    <a:pt x="3510067" y="1430742"/>
                  </a:lnTo>
                  <a:lnTo>
                    <a:pt x="3509407" y="1430742"/>
                  </a:lnTo>
                  <a:lnTo>
                    <a:pt x="3508746" y="1430742"/>
                  </a:lnTo>
                  <a:lnTo>
                    <a:pt x="3508086" y="1430742"/>
                  </a:lnTo>
                  <a:lnTo>
                    <a:pt x="3507425" y="1430742"/>
                  </a:lnTo>
                  <a:lnTo>
                    <a:pt x="3506764" y="1430742"/>
                  </a:lnTo>
                  <a:lnTo>
                    <a:pt x="3506104" y="1430742"/>
                  </a:lnTo>
                  <a:lnTo>
                    <a:pt x="3505443" y="1430742"/>
                  </a:lnTo>
                  <a:lnTo>
                    <a:pt x="3504783" y="1430742"/>
                  </a:lnTo>
                  <a:lnTo>
                    <a:pt x="3504122" y="1430742"/>
                  </a:lnTo>
                  <a:lnTo>
                    <a:pt x="3503462" y="1430742"/>
                  </a:lnTo>
                  <a:lnTo>
                    <a:pt x="3502801" y="1430742"/>
                  </a:lnTo>
                  <a:lnTo>
                    <a:pt x="3502141" y="1430742"/>
                  </a:lnTo>
                  <a:lnTo>
                    <a:pt x="3501480" y="1430742"/>
                  </a:lnTo>
                  <a:lnTo>
                    <a:pt x="3500820" y="1430742"/>
                  </a:lnTo>
                  <a:lnTo>
                    <a:pt x="3500159" y="1430742"/>
                  </a:lnTo>
                  <a:lnTo>
                    <a:pt x="3499499" y="1430742"/>
                  </a:lnTo>
                  <a:lnTo>
                    <a:pt x="3498838" y="1430742"/>
                  </a:lnTo>
                  <a:lnTo>
                    <a:pt x="3498178" y="1430742"/>
                  </a:lnTo>
                  <a:lnTo>
                    <a:pt x="3497517" y="1430742"/>
                  </a:lnTo>
                  <a:lnTo>
                    <a:pt x="3496856" y="1430742"/>
                  </a:lnTo>
                  <a:lnTo>
                    <a:pt x="3496196" y="1430742"/>
                  </a:lnTo>
                  <a:lnTo>
                    <a:pt x="3495535" y="1430742"/>
                  </a:lnTo>
                  <a:lnTo>
                    <a:pt x="3494875" y="1430742"/>
                  </a:lnTo>
                  <a:lnTo>
                    <a:pt x="3494214" y="1430742"/>
                  </a:lnTo>
                  <a:lnTo>
                    <a:pt x="3493554" y="1430742"/>
                  </a:lnTo>
                  <a:lnTo>
                    <a:pt x="3492893" y="1430742"/>
                  </a:lnTo>
                  <a:lnTo>
                    <a:pt x="3492233" y="1430742"/>
                  </a:lnTo>
                  <a:lnTo>
                    <a:pt x="3491572" y="1430742"/>
                  </a:lnTo>
                  <a:lnTo>
                    <a:pt x="3490912" y="1430742"/>
                  </a:lnTo>
                  <a:lnTo>
                    <a:pt x="3490251" y="1430742"/>
                  </a:lnTo>
                  <a:lnTo>
                    <a:pt x="3489591" y="1430742"/>
                  </a:lnTo>
                  <a:lnTo>
                    <a:pt x="3488930" y="1430742"/>
                  </a:lnTo>
                  <a:lnTo>
                    <a:pt x="3488270" y="1430742"/>
                  </a:lnTo>
                  <a:lnTo>
                    <a:pt x="3487609" y="1430742"/>
                  </a:lnTo>
                  <a:lnTo>
                    <a:pt x="3486948" y="1430742"/>
                  </a:lnTo>
                  <a:lnTo>
                    <a:pt x="3486288" y="1430742"/>
                  </a:lnTo>
                  <a:lnTo>
                    <a:pt x="3485627" y="1430742"/>
                  </a:lnTo>
                  <a:lnTo>
                    <a:pt x="3484967" y="1430742"/>
                  </a:lnTo>
                  <a:lnTo>
                    <a:pt x="3484306" y="1430742"/>
                  </a:lnTo>
                  <a:lnTo>
                    <a:pt x="3483646" y="1430742"/>
                  </a:lnTo>
                  <a:lnTo>
                    <a:pt x="3482985" y="1430742"/>
                  </a:lnTo>
                  <a:lnTo>
                    <a:pt x="3482325" y="1430742"/>
                  </a:lnTo>
                  <a:lnTo>
                    <a:pt x="3481664" y="1430742"/>
                  </a:lnTo>
                  <a:lnTo>
                    <a:pt x="3481004" y="1430742"/>
                  </a:lnTo>
                  <a:lnTo>
                    <a:pt x="3480343" y="1430742"/>
                  </a:lnTo>
                  <a:lnTo>
                    <a:pt x="3479683" y="1430742"/>
                  </a:lnTo>
                  <a:lnTo>
                    <a:pt x="3479022" y="1430742"/>
                  </a:lnTo>
                  <a:lnTo>
                    <a:pt x="3478362" y="1430742"/>
                  </a:lnTo>
                  <a:lnTo>
                    <a:pt x="3477701" y="1430742"/>
                  </a:lnTo>
                  <a:lnTo>
                    <a:pt x="3477041" y="1430742"/>
                  </a:lnTo>
                  <a:lnTo>
                    <a:pt x="3476380" y="1430742"/>
                  </a:lnTo>
                  <a:lnTo>
                    <a:pt x="3475719" y="1430742"/>
                  </a:lnTo>
                  <a:lnTo>
                    <a:pt x="3475059" y="1430742"/>
                  </a:lnTo>
                  <a:lnTo>
                    <a:pt x="3474398" y="1430742"/>
                  </a:lnTo>
                  <a:lnTo>
                    <a:pt x="3473738" y="1430742"/>
                  </a:lnTo>
                  <a:lnTo>
                    <a:pt x="3473077" y="1430742"/>
                  </a:lnTo>
                  <a:lnTo>
                    <a:pt x="3472417" y="1430742"/>
                  </a:lnTo>
                  <a:lnTo>
                    <a:pt x="3471756" y="1430742"/>
                  </a:lnTo>
                  <a:lnTo>
                    <a:pt x="3471096" y="1430742"/>
                  </a:lnTo>
                  <a:lnTo>
                    <a:pt x="3470435" y="1430742"/>
                  </a:lnTo>
                  <a:lnTo>
                    <a:pt x="3469775" y="1430742"/>
                  </a:lnTo>
                  <a:lnTo>
                    <a:pt x="3469114" y="1430742"/>
                  </a:lnTo>
                  <a:lnTo>
                    <a:pt x="3468454" y="1430742"/>
                  </a:lnTo>
                  <a:lnTo>
                    <a:pt x="3467793" y="1430742"/>
                  </a:lnTo>
                  <a:lnTo>
                    <a:pt x="3467133" y="1430742"/>
                  </a:lnTo>
                  <a:lnTo>
                    <a:pt x="3466472" y="1430742"/>
                  </a:lnTo>
                  <a:lnTo>
                    <a:pt x="3465811" y="1430742"/>
                  </a:lnTo>
                  <a:lnTo>
                    <a:pt x="3465151" y="1430742"/>
                  </a:lnTo>
                  <a:lnTo>
                    <a:pt x="3464490" y="1430742"/>
                  </a:lnTo>
                  <a:lnTo>
                    <a:pt x="3463830" y="1430742"/>
                  </a:lnTo>
                  <a:lnTo>
                    <a:pt x="3463169" y="1430742"/>
                  </a:lnTo>
                  <a:lnTo>
                    <a:pt x="3462509" y="1430742"/>
                  </a:lnTo>
                  <a:lnTo>
                    <a:pt x="3461848" y="1430742"/>
                  </a:lnTo>
                  <a:lnTo>
                    <a:pt x="3461188" y="1430742"/>
                  </a:lnTo>
                  <a:lnTo>
                    <a:pt x="3460527" y="1430742"/>
                  </a:lnTo>
                  <a:lnTo>
                    <a:pt x="3459867" y="1430742"/>
                  </a:lnTo>
                  <a:lnTo>
                    <a:pt x="3459206" y="1430742"/>
                  </a:lnTo>
                  <a:lnTo>
                    <a:pt x="3458546" y="1430742"/>
                  </a:lnTo>
                  <a:lnTo>
                    <a:pt x="3457885" y="1430742"/>
                  </a:lnTo>
                  <a:lnTo>
                    <a:pt x="3457225" y="1430742"/>
                  </a:lnTo>
                  <a:lnTo>
                    <a:pt x="3456564" y="1430742"/>
                  </a:lnTo>
                  <a:lnTo>
                    <a:pt x="3455903" y="1430742"/>
                  </a:lnTo>
                  <a:lnTo>
                    <a:pt x="3455243" y="1430742"/>
                  </a:lnTo>
                  <a:lnTo>
                    <a:pt x="3454582" y="1430742"/>
                  </a:lnTo>
                  <a:lnTo>
                    <a:pt x="3453922" y="1430742"/>
                  </a:lnTo>
                  <a:lnTo>
                    <a:pt x="3453261" y="1430742"/>
                  </a:lnTo>
                  <a:lnTo>
                    <a:pt x="3452601" y="1430742"/>
                  </a:lnTo>
                  <a:lnTo>
                    <a:pt x="3451940" y="1430742"/>
                  </a:lnTo>
                  <a:lnTo>
                    <a:pt x="3451280" y="1430742"/>
                  </a:lnTo>
                  <a:lnTo>
                    <a:pt x="3450619" y="1430742"/>
                  </a:lnTo>
                  <a:lnTo>
                    <a:pt x="3449959" y="1430742"/>
                  </a:lnTo>
                  <a:lnTo>
                    <a:pt x="3449298" y="1430742"/>
                  </a:lnTo>
                  <a:lnTo>
                    <a:pt x="3448638" y="1430742"/>
                  </a:lnTo>
                  <a:lnTo>
                    <a:pt x="3447977" y="1430742"/>
                  </a:lnTo>
                  <a:lnTo>
                    <a:pt x="3447317" y="1430742"/>
                  </a:lnTo>
                  <a:lnTo>
                    <a:pt x="3446656" y="1430742"/>
                  </a:lnTo>
                  <a:lnTo>
                    <a:pt x="3445995" y="1430742"/>
                  </a:lnTo>
                  <a:lnTo>
                    <a:pt x="3445335" y="1430742"/>
                  </a:lnTo>
                  <a:lnTo>
                    <a:pt x="3444674" y="1430742"/>
                  </a:lnTo>
                  <a:lnTo>
                    <a:pt x="3444014" y="1430742"/>
                  </a:lnTo>
                  <a:lnTo>
                    <a:pt x="3443353" y="1430742"/>
                  </a:lnTo>
                  <a:lnTo>
                    <a:pt x="3442693" y="1430742"/>
                  </a:lnTo>
                  <a:lnTo>
                    <a:pt x="3442032" y="1430742"/>
                  </a:lnTo>
                  <a:lnTo>
                    <a:pt x="3441372" y="1430742"/>
                  </a:lnTo>
                  <a:lnTo>
                    <a:pt x="3440711" y="1430742"/>
                  </a:lnTo>
                  <a:lnTo>
                    <a:pt x="3440051" y="1430742"/>
                  </a:lnTo>
                  <a:lnTo>
                    <a:pt x="3439390" y="1430742"/>
                  </a:lnTo>
                  <a:lnTo>
                    <a:pt x="3438730" y="1430742"/>
                  </a:lnTo>
                  <a:lnTo>
                    <a:pt x="3438069" y="1430742"/>
                  </a:lnTo>
                  <a:lnTo>
                    <a:pt x="3437409" y="1430742"/>
                  </a:lnTo>
                  <a:lnTo>
                    <a:pt x="3436748" y="1430742"/>
                  </a:lnTo>
                  <a:lnTo>
                    <a:pt x="3436088" y="1430742"/>
                  </a:lnTo>
                  <a:lnTo>
                    <a:pt x="3435427" y="1430742"/>
                  </a:lnTo>
                  <a:lnTo>
                    <a:pt x="3434766" y="1430742"/>
                  </a:lnTo>
                  <a:lnTo>
                    <a:pt x="3434106" y="1430742"/>
                  </a:lnTo>
                  <a:lnTo>
                    <a:pt x="3433445" y="1430742"/>
                  </a:lnTo>
                  <a:lnTo>
                    <a:pt x="3432785" y="1430742"/>
                  </a:lnTo>
                  <a:lnTo>
                    <a:pt x="3432124" y="1430742"/>
                  </a:lnTo>
                  <a:lnTo>
                    <a:pt x="3431464" y="1430742"/>
                  </a:lnTo>
                  <a:lnTo>
                    <a:pt x="3430803" y="1430742"/>
                  </a:lnTo>
                  <a:lnTo>
                    <a:pt x="3430143" y="1430742"/>
                  </a:lnTo>
                  <a:lnTo>
                    <a:pt x="3429482" y="1430742"/>
                  </a:lnTo>
                  <a:lnTo>
                    <a:pt x="3428822" y="1430742"/>
                  </a:lnTo>
                  <a:lnTo>
                    <a:pt x="3428161" y="1430742"/>
                  </a:lnTo>
                  <a:lnTo>
                    <a:pt x="3427501" y="1430742"/>
                  </a:lnTo>
                  <a:lnTo>
                    <a:pt x="3426840" y="1430742"/>
                  </a:lnTo>
                  <a:lnTo>
                    <a:pt x="3426180" y="1430742"/>
                  </a:lnTo>
                  <a:lnTo>
                    <a:pt x="3425519" y="1430742"/>
                  </a:lnTo>
                  <a:lnTo>
                    <a:pt x="3424858" y="1430742"/>
                  </a:lnTo>
                  <a:lnTo>
                    <a:pt x="3424198" y="1430742"/>
                  </a:lnTo>
                  <a:lnTo>
                    <a:pt x="3423537" y="1430742"/>
                  </a:lnTo>
                  <a:lnTo>
                    <a:pt x="3422877" y="1430742"/>
                  </a:lnTo>
                  <a:lnTo>
                    <a:pt x="3422216" y="1430742"/>
                  </a:lnTo>
                  <a:lnTo>
                    <a:pt x="3421556" y="1430742"/>
                  </a:lnTo>
                  <a:lnTo>
                    <a:pt x="3420895" y="1430742"/>
                  </a:lnTo>
                  <a:lnTo>
                    <a:pt x="3420235" y="1430742"/>
                  </a:lnTo>
                  <a:lnTo>
                    <a:pt x="3419574" y="1430742"/>
                  </a:lnTo>
                  <a:lnTo>
                    <a:pt x="3418914" y="1430742"/>
                  </a:lnTo>
                  <a:lnTo>
                    <a:pt x="3418253" y="1430742"/>
                  </a:lnTo>
                  <a:lnTo>
                    <a:pt x="3417593" y="1430742"/>
                  </a:lnTo>
                  <a:lnTo>
                    <a:pt x="3416932" y="1430742"/>
                  </a:lnTo>
                  <a:lnTo>
                    <a:pt x="3416272" y="1430742"/>
                  </a:lnTo>
                  <a:lnTo>
                    <a:pt x="3415611" y="1430742"/>
                  </a:lnTo>
                  <a:lnTo>
                    <a:pt x="3414950" y="1430742"/>
                  </a:lnTo>
                  <a:lnTo>
                    <a:pt x="3414290" y="1430742"/>
                  </a:lnTo>
                  <a:lnTo>
                    <a:pt x="3413629" y="1430742"/>
                  </a:lnTo>
                  <a:lnTo>
                    <a:pt x="3412969" y="1430742"/>
                  </a:lnTo>
                  <a:lnTo>
                    <a:pt x="3412308" y="1430742"/>
                  </a:lnTo>
                  <a:lnTo>
                    <a:pt x="3411648" y="1430742"/>
                  </a:lnTo>
                  <a:lnTo>
                    <a:pt x="3410987" y="1430742"/>
                  </a:lnTo>
                  <a:lnTo>
                    <a:pt x="3410327" y="1430742"/>
                  </a:lnTo>
                  <a:lnTo>
                    <a:pt x="3409666" y="1430742"/>
                  </a:lnTo>
                  <a:lnTo>
                    <a:pt x="3409006" y="1430742"/>
                  </a:lnTo>
                  <a:lnTo>
                    <a:pt x="3408345" y="1430742"/>
                  </a:lnTo>
                  <a:lnTo>
                    <a:pt x="3407685" y="1430742"/>
                  </a:lnTo>
                  <a:lnTo>
                    <a:pt x="3407024" y="1430742"/>
                  </a:lnTo>
                  <a:lnTo>
                    <a:pt x="3406364" y="1430742"/>
                  </a:lnTo>
                  <a:lnTo>
                    <a:pt x="3405703" y="1430742"/>
                  </a:lnTo>
                  <a:lnTo>
                    <a:pt x="3405043" y="1430742"/>
                  </a:lnTo>
                  <a:lnTo>
                    <a:pt x="3404382" y="1430742"/>
                  </a:lnTo>
                  <a:lnTo>
                    <a:pt x="3403721" y="1430742"/>
                  </a:lnTo>
                  <a:lnTo>
                    <a:pt x="3403061" y="1430742"/>
                  </a:lnTo>
                  <a:lnTo>
                    <a:pt x="3402400" y="1430742"/>
                  </a:lnTo>
                  <a:lnTo>
                    <a:pt x="3401740" y="1430742"/>
                  </a:lnTo>
                  <a:lnTo>
                    <a:pt x="3401079" y="1430742"/>
                  </a:lnTo>
                  <a:lnTo>
                    <a:pt x="3400419" y="1430742"/>
                  </a:lnTo>
                  <a:lnTo>
                    <a:pt x="3399758" y="1430742"/>
                  </a:lnTo>
                  <a:lnTo>
                    <a:pt x="3399098" y="1430742"/>
                  </a:lnTo>
                  <a:lnTo>
                    <a:pt x="3398437" y="1430742"/>
                  </a:lnTo>
                  <a:lnTo>
                    <a:pt x="3397777" y="1430742"/>
                  </a:lnTo>
                  <a:lnTo>
                    <a:pt x="3397116" y="1430742"/>
                  </a:lnTo>
                  <a:lnTo>
                    <a:pt x="3396456" y="1430742"/>
                  </a:lnTo>
                  <a:lnTo>
                    <a:pt x="3395795" y="1430742"/>
                  </a:lnTo>
                  <a:lnTo>
                    <a:pt x="3395135" y="1430742"/>
                  </a:lnTo>
                  <a:lnTo>
                    <a:pt x="3394474" y="1430742"/>
                  </a:lnTo>
                  <a:lnTo>
                    <a:pt x="3393813" y="1430742"/>
                  </a:lnTo>
                  <a:lnTo>
                    <a:pt x="3393153" y="1430742"/>
                  </a:lnTo>
                  <a:lnTo>
                    <a:pt x="3392492" y="1430742"/>
                  </a:lnTo>
                  <a:lnTo>
                    <a:pt x="3391832" y="1430742"/>
                  </a:lnTo>
                  <a:lnTo>
                    <a:pt x="3391171" y="1430742"/>
                  </a:lnTo>
                  <a:lnTo>
                    <a:pt x="3390511" y="1430742"/>
                  </a:lnTo>
                  <a:lnTo>
                    <a:pt x="3389850" y="1430742"/>
                  </a:lnTo>
                  <a:lnTo>
                    <a:pt x="3389190" y="1430742"/>
                  </a:lnTo>
                  <a:lnTo>
                    <a:pt x="3388529" y="1430742"/>
                  </a:lnTo>
                  <a:lnTo>
                    <a:pt x="3387869" y="1430742"/>
                  </a:lnTo>
                  <a:lnTo>
                    <a:pt x="3387208" y="1430742"/>
                  </a:lnTo>
                  <a:lnTo>
                    <a:pt x="3386548" y="1430742"/>
                  </a:lnTo>
                  <a:lnTo>
                    <a:pt x="3385887" y="1430742"/>
                  </a:lnTo>
                  <a:lnTo>
                    <a:pt x="3385227" y="1430742"/>
                  </a:lnTo>
                  <a:lnTo>
                    <a:pt x="3384566" y="1430742"/>
                  </a:lnTo>
                  <a:lnTo>
                    <a:pt x="3383905" y="1430742"/>
                  </a:lnTo>
                  <a:lnTo>
                    <a:pt x="3383245" y="1430742"/>
                  </a:lnTo>
                  <a:lnTo>
                    <a:pt x="3382584" y="1430742"/>
                  </a:lnTo>
                  <a:lnTo>
                    <a:pt x="3381924" y="1430742"/>
                  </a:lnTo>
                  <a:lnTo>
                    <a:pt x="3381263" y="1430742"/>
                  </a:lnTo>
                  <a:lnTo>
                    <a:pt x="3380603" y="1430742"/>
                  </a:lnTo>
                  <a:lnTo>
                    <a:pt x="3379942" y="1430742"/>
                  </a:lnTo>
                  <a:lnTo>
                    <a:pt x="3379282" y="1430742"/>
                  </a:lnTo>
                  <a:lnTo>
                    <a:pt x="3378621" y="1430742"/>
                  </a:lnTo>
                  <a:lnTo>
                    <a:pt x="3377961" y="1430742"/>
                  </a:lnTo>
                  <a:lnTo>
                    <a:pt x="3377300" y="1430742"/>
                  </a:lnTo>
                  <a:lnTo>
                    <a:pt x="3376640" y="1430742"/>
                  </a:lnTo>
                  <a:lnTo>
                    <a:pt x="3375979" y="1430742"/>
                  </a:lnTo>
                  <a:lnTo>
                    <a:pt x="3375319" y="1430742"/>
                  </a:lnTo>
                  <a:lnTo>
                    <a:pt x="3374658" y="1430742"/>
                  </a:lnTo>
                  <a:lnTo>
                    <a:pt x="3373997" y="1430742"/>
                  </a:lnTo>
                  <a:lnTo>
                    <a:pt x="3373337" y="1430742"/>
                  </a:lnTo>
                  <a:lnTo>
                    <a:pt x="3372676" y="1430742"/>
                  </a:lnTo>
                  <a:lnTo>
                    <a:pt x="3372016" y="1430742"/>
                  </a:lnTo>
                  <a:lnTo>
                    <a:pt x="3371355" y="1430742"/>
                  </a:lnTo>
                  <a:lnTo>
                    <a:pt x="3370695" y="1430742"/>
                  </a:lnTo>
                  <a:lnTo>
                    <a:pt x="3370034" y="1430742"/>
                  </a:lnTo>
                  <a:lnTo>
                    <a:pt x="3369374" y="1430742"/>
                  </a:lnTo>
                  <a:lnTo>
                    <a:pt x="3368713" y="1430742"/>
                  </a:lnTo>
                  <a:lnTo>
                    <a:pt x="3368053" y="1430742"/>
                  </a:lnTo>
                  <a:lnTo>
                    <a:pt x="3367392" y="1430742"/>
                  </a:lnTo>
                  <a:lnTo>
                    <a:pt x="3366732" y="1430742"/>
                  </a:lnTo>
                  <a:lnTo>
                    <a:pt x="3366071" y="1430742"/>
                  </a:lnTo>
                  <a:lnTo>
                    <a:pt x="3365411" y="1430742"/>
                  </a:lnTo>
                  <a:lnTo>
                    <a:pt x="3364750" y="1430742"/>
                  </a:lnTo>
                  <a:lnTo>
                    <a:pt x="3364090" y="1430742"/>
                  </a:lnTo>
                  <a:lnTo>
                    <a:pt x="3363429" y="1430742"/>
                  </a:lnTo>
                  <a:lnTo>
                    <a:pt x="3362768" y="1430742"/>
                  </a:lnTo>
                  <a:lnTo>
                    <a:pt x="3362108" y="1430742"/>
                  </a:lnTo>
                  <a:lnTo>
                    <a:pt x="3361447" y="1430742"/>
                  </a:lnTo>
                  <a:lnTo>
                    <a:pt x="3360787" y="1430742"/>
                  </a:lnTo>
                  <a:lnTo>
                    <a:pt x="3360126" y="1430742"/>
                  </a:lnTo>
                  <a:lnTo>
                    <a:pt x="3359466" y="1430742"/>
                  </a:lnTo>
                  <a:lnTo>
                    <a:pt x="3358805" y="1430742"/>
                  </a:lnTo>
                  <a:lnTo>
                    <a:pt x="3358145" y="1430742"/>
                  </a:lnTo>
                  <a:lnTo>
                    <a:pt x="3357484" y="1430742"/>
                  </a:lnTo>
                  <a:lnTo>
                    <a:pt x="3356824" y="1430742"/>
                  </a:lnTo>
                  <a:lnTo>
                    <a:pt x="3356163" y="1430742"/>
                  </a:lnTo>
                  <a:lnTo>
                    <a:pt x="3355503" y="1430742"/>
                  </a:lnTo>
                  <a:lnTo>
                    <a:pt x="3354842" y="1430742"/>
                  </a:lnTo>
                  <a:lnTo>
                    <a:pt x="3354182" y="1430742"/>
                  </a:lnTo>
                  <a:lnTo>
                    <a:pt x="3353521" y="1430742"/>
                  </a:lnTo>
                  <a:lnTo>
                    <a:pt x="3352860" y="1430742"/>
                  </a:lnTo>
                  <a:lnTo>
                    <a:pt x="3352200" y="1430742"/>
                  </a:lnTo>
                  <a:lnTo>
                    <a:pt x="3351539" y="1430742"/>
                  </a:lnTo>
                  <a:lnTo>
                    <a:pt x="3350879" y="1430742"/>
                  </a:lnTo>
                  <a:lnTo>
                    <a:pt x="3350218" y="1430742"/>
                  </a:lnTo>
                  <a:lnTo>
                    <a:pt x="3349558" y="1430742"/>
                  </a:lnTo>
                  <a:lnTo>
                    <a:pt x="3348897" y="1430742"/>
                  </a:lnTo>
                  <a:lnTo>
                    <a:pt x="3348237" y="1430742"/>
                  </a:lnTo>
                  <a:lnTo>
                    <a:pt x="3347576" y="1430742"/>
                  </a:lnTo>
                  <a:lnTo>
                    <a:pt x="3346916" y="1430742"/>
                  </a:lnTo>
                  <a:lnTo>
                    <a:pt x="3346255" y="1430742"/>
                  </a:lnTo>
                  <a:lnTo>
                    <a:pt x="3345595" y="1430742"/>
                  </a:lnTo>
                  <a:lnTo>
                    <a:pt x="3344934" y="1430742"/>
                  </a:lnTo>
                  <a:lnTo>
                    <a:pt x="3344274" y="1430742"/>
                  </a:lnTo>
                  <a:lnTo>
                    <a:pt x="3343613" y="1430742"/>
                  </a:lnTo>
                  <a:lnTo>
                    <a:pt x="3342952" y="1430742"/>
                  </a:lnTo>
                  <a:lnTo>
                    <a:pt x="3342292" y="1430742"/>
                  </a:lnTo>
                  <a:lnTo>
                    <a:pt x="3341631" y="1430742"/>
                  </a:lnTo>
                  <a:lnTo>
                    <a:pt x="3340971" y="1430742"/>
                  </a:lnTo>
                  <a:lnTo>
                    <a:pt x="3340310" y="1430742"/>
                  </a:lnTo>
                  <a:lnTo>
                    <a:pt x="3339650" y="1430742"/>
                  </a:lnTo>
                  <a:lnTo>
                    <a:pt x="3338989" y="1430742"/>
                  </a:lnTo>
                  <a:lnTo>
                    <a:pt x="3338329" y="1430742"/>
                  </a:lnTo>
                  <a:lnTo>
                    <a:pt x="3337668" y="1430742"/>
                  </a:lnTo>
                  <a:lnTo>
                    <a:pt x="3337008" y="1430742"/>
                  </a:lnTo>
                  <a:lnTo>
                    <a:pt x="3336347" y="1430742"/>
                  </a:lnTo>
                  <a:lnTo>
                    <a:pt x="3335687" y="1430742"/>
                  </a:lnTo>
                  <a:lnTo>
                    <a:pt x="3335026" y="1430742"/>
                  </a:lnTo>
                  <a:lnTo>
                    <a:pt x="3334366" y="1430742"/>
                  </a:lnTo>
                  <a:lnTo>
                    <a:pt x="3333705" y="1430742"/>
                  </a:lnTo>
                  <a:lnTo>
                    <a:pt x="3333045" y="1430742"/>
                  </a:lnTo>
                  <a:lnTo>
                    <a:pt x="3332384" y="1430742"/>
                  </a:lnTo>
                  <a:lnTo>
                    <a:pt x="3331723" y="1430742"/>
                  </a:lnTo>
                  <a:lnTo>
                    <a:pt x="3331063" y="1430742"/>
                  </a:lnTo>
                  <a:lnTo>
                    <a:pt x="3330402" y="1430742"/>
                  </a:lnTo>
                  <a:lnTo>
                    <a:pt x="3329742" y="1430742"/>
                  </a:lnTo>
                  <a:lnTo>
                    <a:pt x="3329081" y="1430742"/>
                  </a:lnTo>
                  <a:lnTo>
                    <a:pt x="3328421" y="1430742"/>
                  </a:lnTo>
                  <a:lnTo>
                    <a:pt x="3327760" y="1430742"/>
                  </a:lnTo>
                  <a:lnTo>
                    <a:pt x="3327100" y="1430742"/>
                  </a:lnTo>
                  <a:lnTo>
                    <a:pt x="3326439" y="1430742"/>
                  </a:lnTo>
                  <a:lnTo>
                    <a:pt x="3325779" y="1430742"/>
                  </a:lnTo>
                  <a:lnTo>
                    <a:pt x="3325118" y="1430742"/>
                  </a:lnTo>
                  <a:lnTo>
                    <a:pt x="3324458" y="1430742"/>
                  </a:lnTo>
                  <a:lnTo>
                    <a:pt x="3323797" y="1430742"/>
                  </a:lnTo>
                  <a:lnTo>
                    <a:pt x="3323137" y="1430742"/>
                  </a:lnTo>
                  <a:lnTo>
                    <a:pt x="3322476" y="1430742"/>
                  </a:lnTo>
                  <a:lnTo>
                    <a:pt x="3321815" y="1430742"/>
                  </a:lnTo>
                  <a:lnTo>
                    <a:pt x="3321155" y="1430742"/>
                  </a:lnTo>
                  <a:lnTo>
                    <a:pt x="3320494" y="1430742"/>
                  </a:lnTo>
                  <a:lnTo>
                    <a:pt x="3319834" y="1430742"/>
                  </a:lnTo>
                  <a:lnTo>
                    <a:pt x="3319173" y="1430742"/>
                  </a:lnTo>
                  <a:lnTo>
                    <a:pt x="3318513" y="1430742"/>
                  </a:lnTo>
                  <a:lnTo>
                    <a:pt x="3317852" y="1430742"/>
                  </a:lnTo>
                  <a:lnTo>
                    <a:pt x="3317192" y="1430742"/>
                  </a:lnTo>
                  <a:lnTo>
                    <a:pt x="3316531" y="1430742"/>
                  </a:lnTo>
                  <a:lnTo>
                    <a:pt x="3315871" y="1430742"/>
                  </a:lnTo>
                  <a:lnTo>
                    <a:pt x="3315210" y="1430742"/>
                  </a:lnTo>
                  <a:lnTo>
                    <a:pt x="3314550" y="1430742"/>
                  </a:lnTo>
                  <a:lnTo>
                    <a:pt x="3313889" y="1430742"/>
                  </a:lnTo>
                  <a:lnTo>
                    <a:pt x="3313229" y="1430742"/>
                  </a:lnTo>
                  <a:lnTo>
                    <a:pt x="3312568" y="1430742"/>
                  </a:lnTo>
                  <a:lnTo>
                    <a:pt x="3311907" y="1430742"/>
                  </a:lnTo>
                  <a:lnTo>
                    <a:pt x="3311247" y="1430742"/>
                  </a:lnTo>
                  <a:lnTo>
                    <a:pt x="3310586" y="1430742"/>
                  </a:lnTo>
                  <a:lnTo>
                    <a:pt x="3309926" y="1430742"/>
                  </a:lnTo>
                  <a:lnTo>
                    <a:pt x="3309265" y="1430742"/>
                  </a:lnTo>
                  <a:lnTo>
                    <a:pt x="3308605" y="1430742"/>
                  </a:lnTo>
                  <a:lnTo>
                    <a:pt x="3307944" y="1430742"/>
                  </a:lnTo>
                  <a:lnTo>
                    <a:pt x="3307284" y="1430742"/>
                  </a:lnTo>
                  <a:lnTo>
                    <a:pt x="3306623" y="1430742"/>
                  </a:lnTo>
                  <a:lnTo>
                    <a:pt x="3305963" y="1430742"/>
                  </a:lnTo>
                  <a:lnTo>
                    <a:pt x="3305302" y="1430742"/>
                  </a:lnTo>
                  <a:lnTo>
                    <a:pt x="3304642" y="1430742"/>
                  </a:lnTo>
                  <a:lnTo>
                    <a:pt x="3303981" y="1430742"/>
                  </a:lnTo>
                  <a:lnTo>
                    <a:pt x="3303321" y="1430742"/>
                  </a:lnTo>
                  <a:lnTo>
                    <a:pt x="3302660" y="1430742"/>
                  </a:lnTo>
                  <a:lnTo>
                    <a:pt x="3302000" y="1430742"/>
                  </a:lnTo>
                  <a:lnTo>
                    <a:pt x="3301339" y="1430742"/>
                  </a:lnTo>
                  <a:lnTo>
                    <a:pt x="3300678" y="1430742"/>
                  </a:lnTo>
                  <a:lnTo>
                    <a:pt x="3300018" y="1430742"/>
                  </a:lnTo>
                  <a:lnTo>
                    <a:pt x="3299357" y="1430742"/>
                  </a:lnTo>
                  <a:lnTo>
                    <a:pt x="3298697" y="1430742"/>
                  </a:lnTo>
                  <a:lnTo>
                    <a:pt x="3298036" y="1430742"/>
                  </a:lnTo>
                  <a:lnTo>
                    <a:pt x="3297376" y="1430742"/>
                  </a:lnTo>
                  <a:lnTo>
                    <a:pt x="3296715" y="1430742"/>
                  </a:lnTo>
                  <a:lnTo>
                    <a:pt x="3296055" y="1430742"/>
                  </a:lnTo>
                  <a:lnTo>
                    <a:pt x="3295394" y="1430742"/>
                  </a:lnTo>
                  <a:lnTo>
                    <a:pt x="3294734" y="1430742"/>
                  </a:lnTo>
                  <a:lnTo>
                    <a:pt x="3294073" y="1430742"/>
                  </a:lnTo>
                  <a:lnTo>
                    <a:pt x="3293413" y="1430742"/>
                  </a:lnTo>
                  <a:lnTo>
                    <a:pt x="3292752" y="1430742"/>
                  </a:lnTo>
                  <a:lnTo>
                    <a:pt x="3292092" y="1430742"/>
                  </a:lnTo>
                  <a:lnTo>
                    <a:pt x="3291431" y="1430742"/>
                  </a:lnTo>
                  <a:lnTo>
                    <a:pt x="3290770" y="1430742"/>
                  </a:lnTo>
                  <a:lnTo>
                    <a:pt x="3290110" y="1430742"/>
                  </a:lnTo>
                  <a:lnTo>
                    <a:pt x="3289449" y="1430742"/>
                  </a:lnTo>
                  <a:lnTo>
                    <a:pt x="3288789" y="1430742"/>
                  </a:lnTo>
                  <a:lnTo>
                    <a:pt x="3288128" y="1430742"/>
                  </a:lnTo>
                  <a:lnTo>
                    <a:pt x="3287468" y="1430742"/>
                  </a:lnTo>
                  <a:lnTo>
                    <a:pt x="3286807" y="1430742"/>
                  </a:lnTo>
                  <a:lnTo>
                    <a:pt x="3286147" y="1430742"/>
                  </a:lnTo>
                  <a:lnTo>
                    <a:pt x="3285486" y="1430742"/>
                  </a:lnTo>
                  <a:lnTo>
                    <a:pt x="3284826" y="1430742"/>
                  </a:lnTo>
                  <a:lnTo>
                    <a:pt x="3284165" y="1430742"/>
                  </a:lnTo>
                  <a:lnTo>
                    <a:pt x="3283505" y="1430742"/>
                  </a:lnTo>
                  <a:lnTo>
                    <a:pt x="3282844" y="1430742"/>
                  </a:lnTo>
                  <a:lnTo>
                    <a:pt x="3282184" y="1430742"/>
                  </a:lnTo>
                  <a:lnTo>
                    <a:pt x="3281523" y="1430742"/>
                  </a:lnTo>
                  <a:lnTo>
                    <a:pt x="3280862" y="1430742"/>
                  </a:lnTo>
                  <a:lnTo>
                    <a:pt x="3280202" y="1430742"/>
                  </a:lnTo>
                  <a:lnTo>
                    <a:pt x="3279541" y="1430742"/>
                  </a:lnTo>
                  <a:lnTo>
                    <a:pt x="3278881" y="1430742"/>
                  </a:lnTo>
                  <a:lnTo>
                    <a:pt x="3278220" y="1430742"/>
                  </a:lnTo>
                  <a:lnTo>
                    <a:pt x="3277560" y="1430742"/>
                  </a:lnTo>
                  <a:lnTo>
                    <a:pt x="3276899" y="1430742"/>
                  </a:lnTo>
                  <a:lnTo>
                    <a:pt x="3276239" y="1430742"/>
                  </a:lnTo>
                  <a:lnTo>
                    <a:pt x="3275578" y="1430742"/>
                  </a:lnTo>
                  <a:lnTo>
                    <a:pt x="3274918" y="1430742"/>
                  </a:lnTo>
                  <a:lnTo>
                    <a:pt x="3274257" y="1430742"/>
                  </a:lnTo>
                  <a:lnTo>
                    <a:pt x="3273597" y="1430742"/>
                  </a:lnTo>
                  <a:lnTo>
                    <a:pt x="3272936" y="1430742"/>
                  </a:lnTo>
                  <a:lnTo>
                    <a:pt x="3272276" y="1430742"/>
                  </a:lnTo>
                  <a:lnTo>
                    <a:pt x="3271615" y="1430742"/>
                  </a:lnTo>
                  <a:lnTo>
                    <a:pt x="3270954" y="1430742"/>
                  </a:lnTo>
                  <a:lnTo>
                    <a:pt x="3270294" y="1430742"/>
                  </a:lnTo>
                  <a:lnTo>
                    <a:pt x="3269633" y="1430742"/>
                  </a:lnTo>
                  <a:lnTo>
                    <a:pt x="3268973" y="1430742"/>
                  </a:lnTo>
                  <a:lnTo>
                    <a:pt x="3268312" y="1430742"/>
                  </a:lnTo>
                  <a:lnTo>
                    <a:pt x="3267652" y="1430742"/>
                  </a:lnTo>
                  <a:lnTo>
                    <a:pt x="3266991" y="1430742"/>
                  </a:lnTo>
                  <a:lnTo>
                    <a:pt x="3266331" y="1430742"/>
                  </a:lnTo>
                  <a:lnTo>
                    <a:pt x="3265670" y="1430742"/>
                  </a:lnTo>
                  <a:lnTo>
                    <a:pt x="3265010" y="1430742"/>
                  </a:lnTo>
                  <a:lnTo>
                    <a:pt x="3264349" y="1430742"/>
                  </a:lnTo>
                  <a:lnTo>
                    <a:pt x="3263689" y="1430742"/>
                  </a:lnTo>
                  <a:lnTo>
                    <a:pt x="3263028" y="1430742"/>
                  </a:lnTo>
                  <a:lnTo>
                    <a:pt x="3262368" y="1430742"/>
                  </a:lnTo>
                  <a:lnTo>
                    <a:pt x="3261707" y="1430742"/>
                  </a:lnTo>
                  <a:lnTo>
                    <a:pt x="3261047" y="1430742"/>
                  </a:lnTo>
                  <a:lnTo>
                    <a:pt x="3260386" y="1430742"/>
                  </a:lnTo>
                  <a:lnTo>
                    <a:pt x="3259725" y="1430742"/>
                  </a:lnTo>
                  <a:lnTo>
                    <a:pt x="3259065" y="1430742"/>
                  </a:lnTo>
                  <a:lnTo>
                    <a:pt x="3258404" y="1430742"/>
                  </a:lnTo>
                  <a:lnTo>
                    <a:pt x="3257744" y="1430742"/>
                  </a:lnTo>
                  <a:lnTo>
                    <a:pt x="3257083" y="1430742"/>
                  </a:lnTo>
                  <a:lnTo>
                    <a:pt x="3256423" y="1430742"/>
                  </a:lnTo>
                  <a:lnTo>
                    <a:pt x="3255762" y="1430742"/>
                  </a:lnTo>
                  <a:lnTo>
                    <a:pt x="3255102" y="1430742"/>
                  </a:lnTo>
                  <a:lnTo>
                    <a:pt x="3254441" y="1430742"/>
                  </a:lnTo>
                  <a:lnTo>
                    <a:pt x="3253781" y="1430742"/>
                  </a:lnTo>
                  <a:lnTo>
                    <a:pt x="3253120" y="1430742"/>
                  </a:lnTo>
                  <a:lnTo>
                    <a:pt x="3252460" y="1430742"/>
                  </a:lnTo>
                  <a:lnTo>
                    <a:pt x="3251799" y="1430742"/>
                  </a:lnTo>
                  <a:lnTo>
                    <a:pt x="3251139" y="1430742"/>
                  </a:lnTo>
                  <a:lnTo>
                    <a:pt x="3250478" y="1430742"/>
                  </a:lnTo>
                  <a:lnTo>
                    <a:pt x="3249817" y="1430742"/>
                  </a:lnTo>
                  <a:lnTo>
                    <a:pt x="3249157" y="1430742"/>
                  </a:lnTo>
                  <a:lnTo>
                    <a:pt x="3248496" y="1430742"/>
                  </a:lnTo>
                  <a:lnTo>
                    <a:pt x="3247836" y="1430742"/>
                  </a:lnTo>
                  <a:lnTo>
                    <a:pt x="3247175" y="1430742"/>
                  </a:lnTo>
                  <a:lnTo>
                    <a:pt x="3246515" y="1430742"/>
                  </a:lnTo>
                  <a:lnTo>
                    <a:pt x="3245854" y="1430742"/>
                  </a:lnTo>
                  <a:lnTo>
                    <a:pt x="3245194" y="1430742"/>
                  </a:lnTo>
                  <a:lnTo>
                    <a:pt x="3244533" y="1430742"/>
                  </a:lnTo>
                  <a:lnTo>
                    <a:pt x="3243873" y="1430742"/>
                  </a:lnTo>
                  <a:lnTo>
                    <a:pt x="3243212" y="1430742"/>
                  </a:lnTo>
                  <a:lnTo>
                    <a:pt x="3242552" y="1430742"/>
                  </a:lnTo>
                  <a:lnTo>
                    <a:pt x="3241891" y="1430742"/>
                  </a:lnTo>
                  <a:lnTo>
                    <a:pt x="3241231" y="1430742"/>
                  </a:lnTo>
                  <a:lnTo>
                    <a:pt x="3240570" y="1430742"/>
                  </a:lnTo>
                  <a:lnTo>
                    <a:pt x="3239909" y="1430742"/>
                  </a:lnTo>
                  <a:lnTo>
                    <a:pt x="3239249" y="1430742"/>
                  </a:lnTo>
                  <a:lnTo>
                    <a:pt x="3238588" y="1430742"/>
                  </a:lnTo>
                  <a:lnTo>
                    <a:pt x="3237928" y="1430742"/>
                  </a:lnTo>
                  <a:lnTo>
                    <a:pt x="3237267" y="1430742"/>
                  </a:lnTo>
                  <a:lnTo>
                    <a:pt x="3236607" y="1430742"/>
                  </a:lnTo>
                  <a:lnTo>
                    <a:pt x="3235946" y="1430742"/>
                  </a:lnTo>
                  <a:lnTo>
                    <a:pt x="3235286" y="1430742"/>
                  </a:lnTo>
                  <a:lnTo>
                    <a:pt x="3234625" y="1430742"/>
                  </a:lnTo>
                  <a:lnTo>
                    <a:pt x="3233965" y="1430742"/>
                  </a:lnTo>
                  <a:lnTo>
                    <a:pt x="3233304" y="1430742"/>
                  </a:lnTo>
                  <a:lnTo>
                    <a:pt x="3232644" y="1430742"/>
                  </a:lnTo>
                  <a:lnTo>
                    <a:pt x="3231983" y="1430742"/>
                  </a:lnTo>
                  <a:lnTo>
                    <a:pt x="3231323" y="1430742"/>
                  </a:lnTo>
                  <a:lnTo>
                    <a:pt x="3230662" y="1430742"/>
                  </a:lnTo>
                  <a:lnTo>
                    <a:pt x="3230002" y="1430742"/>
                  </a:lnTo>
                  <a:lnTo>
                    <a:pt x="3229341" y="1430742"/>
                  </a:lnTo>
                  <a:lnTo>
                    <a:pt x="3228680" y="1430742"/>
                  </a:lnTo>
                  <a:lnTo>
                    <a:pt x="3228020" y="1430742"/>
                  </a:lnTo>
                  <a:lnTo>
                    <a:pt x="3227359" y="1430742"/>
                  </a:lnTo>
                  <a:lnTo>
                    <a:pt x="3226699" y="1430742"/>
                  </a:lnTo>
                  <a:lnTo>
                    <a:pt x="3226038" y="1430742"/>
                  </a:lnTo>
                  <a:lnTo>
                    <a:pt x="3225378" y="1430742"/>
                  </a:lnTo>
                  <a:lnTo>
                    <a:pt x="3224717" y="1430742"/>
                  </a:lnTo>
                  <a:lnTo>
                    <a:pt x="3224057" y="1430742"/>
                  </a:lnTo>
                  <a:lnTo>
                    <a:pt x="3223396" y="1430742"/>
                  </a:lnTo>
                  <a:lnTo>
                    <a:pt x="3222736" y="1430742"/>
                  </a:lnTo>
                  <a:lnTo>
                    <a:pt x="3222075" y="1430742"/>
                  </a:lnTo>
                  <a:lnTo>
                    <a:pt x="3221415" y="1430742"/>
                  </a:lnTo>
                  <a:lnTo>
                    <a:pt x="3220754" y="1430742"/>
                  </a:lnTo>
                  <a:lnTo>
                    <a:pt x="3220094" y="1430742"/>
                  </a:lnTo>
                  <a:lnTo>
                    <a:pt x="3219433" y="1430742"/>
                  </a:lnTo>
                  <a:lnTo>
                    <a:pt x="3218772" y="1430742"/>
                  </a:lnTo>
                  <a:lnTo>
                    <a:pt x="3218112" y="1430742"/>
                  </a:lnTo>
                  <a:lnTo>
                    <a:pt x="3217451" y="1430742"/>
                  </a:lnTo>
                  <a:lnTo>
                    <a:pt x="3216791" y="1430742"/>
                  </a:lnTo>
                  <a:lnTo>
                    <a:pt x="3216130" y="1430742"/>
                  </a:lnTo>
                  <a:lnTo>
                    <a:pt x="3215470" y="1430742"/>
                  </a:lnTo>
                  <a:lnTo>
                    <a:pt x="3214809" y="1430742"/>
                  </a:lnTo>
                  <a:lnTo>
                    <a:pt x="3214149" y="1430742"/>
                  </a:lnTo>
                  <a:lnTo>
                    <a:pt x="3213488" y="1430742"/>
                  </a:lnTo>
                  <a:lnTo>
                    <a:pt x="3212828" y="1430742"/>
                  </a:lnTo>
                  <a:lnTo>
                    <a:pt x="3212167" y="1430742"/>
                  </a:lnTo>
                  <a:lnTo>
                    <a:pt x="3211507" y="1430742"/>
                  </a:lnTo>
                  <a:lnTo>
                    <a:pt x="3210846" y="1430742"/>
                  </a:lnTo>
                  <a:lnTo>
                    <a:pt x="3210186" y="1430742"/>
                  </a:lnTo>
                  <a:lnTo>
                    <a:pt x="3209525" y="1430742"/>
                  </a:lnTo>
                  <a:lnTo>
                    <a:pt x="3208864" y="1430742"/>
                  </a:lnTo>
                  <a:lnTo>
                    <a:pt x="3208204" y="1430742"/>
                  </a:lnTo>
                  <a:lnTo>
                    <a:pt x="3207543" y="1430742"/>
                  </a:lnTo>
                  <a:lnTo>
                    <a:pt x="3206883" y="1430742"/>
                  </a:lnTo>
                  <a:lnTo>
                    <a:pt x="3206222" y="1430742"/>
                  </a:lnTo>
                  <a:lnTo>
                    <a:pt x="3205562" y="1430742"/>
                  </a:lnTo>
                  <a:lnTo>
                    <a:pt x="3204901" y="1430742"/>
                  </a:lnTo>
                  <a:lnTo>
                    <a:pt x="3204241" y="1430742"/>
                  </a:lnTo>
                  <a:lnTo>
                    <a:pt x="3203580" y="1430742"/>
                  </a:lnTo>
                  <a:lnTo>
                    <a:pt x="3202920" y="1430742"/>
                  </a:lnTo>
                  <a:lnTo>
                    <a:pt x="3202259" y="1430742"/>
                  </a:lnTo>
                  <a:lnTo>
                    <a:pt x="3201599" y="1430742"/>
                  </a:lnTo>
                  <a:lnTo>
                    <a:pt x="3200938" y="1430742"/>
                  </a:lnTo>
                  <a:lnTo>
                    <a:pt x="3200278" y="1430742"/>
                  </a:lnTo>
                  <a:lnTo>
                    <a:pt x="3199617" y="1430742"/>
                  </a:lnTo>
                  <a:lnTo>
                    <a:pt x="3198956" y="1430742"/>
                  </a:lnTo>
                  <a:lnTo>
                    <a:pt x="3198296" y="1430742"/>
                  </a:lnTo>
                  <a:lnTo>
                    <a:pt x="3197635" y="1430742"/>
                  </a:lnTo>
                  <a:lnTo>
                    <a:pt x="3196975" y="1430742"/>
                  </a:lnTo>
                  <a:lnTo>
                    <a:pt x="3196314" y="1430742"/>
                  </a:lnTo>
                  <a:lnTo>
                    <a:pt x="3195654" y="1430742"/>
                  </a:lnTo>
                  <a:lnTo>
                    <a:pt x="3194993" y="1430742"/>
                  </a:lnTo>
                  <a:lnTo>
                    <a:pt x="3194333" y="1430742"/>
                  </a:lnTo>
                  <a:lnTo>
                    <a:pt x="3193672" y="1430742"/>
                  </a:lnTo>
                  <a:lnTo>
                    <a:pt x="3193012" y="1430742"/>
                  </a:lnTo>
                  <a:lnTo>
                    <a:pt x="3192351" y="1430742"/>
                  </a:lnTo>
                  <a:lnTo>
                    <a:pt x="3191691" y="1430742"/>
                  </a:lnTo>
                  <a:lnTo>
                    <a:pt x="3191030" y="1430742"/>
                  </a:lnTo>
                  <a:lnTo>
                    <a:pt x="3190370" y="1430742"/>
                  </a:lnTo>
                  <a:lnTo>
                    <a:pt x="3189709" y="1430742"/>
                  </a:lnTo>
                  <a:lnTo>
                    <a:pt x="3189049" y="1430742"/>
                  </a:lnTo>
                  <a:lnTo>
                    <a:pt x="3188388" y="1430742"/>
                  </a:lnTo>
                  <a:lnTo>
                    <a:pt x="3187727" y="1430742"/>
                  </a:lnTo>
                  <a:lnTo>
                    <a:pt x="3187067" y="1430742"/>
                  </a:lnTo>
                  <a:lnTo>
                    <a:pt x="3186406" y="1430742"/>
                  </a:lnTo>
                  <a:lnTo>
                    <a:pt x="3185746" y="1430742"/>
                  </a:lnTo>
                  <a:lnTo>
                    <a:pt x="3185085" y="1430742"/>
                  </a:lnTo>
                  <a:lnTo>
                    <a:pt x="3184425" y="1430742"/>
                  </a:lnTo>
                  <a:lnTo>
                    <a:pt x="3183764" y="1430742"/>
                  </a:lnTo>
                  <a:lnTo>
                    <a:pt x="3183104" y="1430742"/>
                  </a:lnTo>
                  <a:lnTo>
                    <a:pt x="3182443" y="1430742"/>
                  </a:lnTo>
                  <a:lnTo>
                    <a:pt x="3181783" y="1430742"/>
                  </a:lnTo>
                  <a:lnTo>
                    <a:pt x="3181122" y="1430742"/>
                  </a:lnTo>
                  <a:lnTo>
                    <a:pt x="3180462" y="1430742"/>
                  </a:lnTo>
                  <a:lnTo>
                    <a:pt x="3179801" y="1430742"/>
                  </a:lnTo>
                  <a:lnTo>
                    <a:pt x="3179141" y="1430742"/>
                  </a:lnTo>
                  <a:lnTo>
                    <a:pt x="3178480" y="1430742"/>
                  </a:lnTo>
                  <a:lnTo>
                    <a:pt x="3177819" y="1430742"/>
                  </a:lnTo>
                  <a:lnTo>
                    <a:pt x="3177159" y="1430742"/>
                  </a:lnTo>
                  <a:lnTo>
                    <a:pt x="3176498" y="1430742"/>
                  </a:lnTo>
                  <a:lnTo>
                    <a:pt x="3175838" y="1430742"/>
                  </a:lnTo>
                  <a:lnTo>
                    <a:pt x="3175177" y="1430742"/>
                  </a:lnTo>
                  <a:lnTo>
                    <a:pt x="3174517" y="1430742"/>
                  </a:lnTo>
                  <a:lnTo>
                    <a:pt x="3173856" y="1430742"/>
                  </a:lnTo>
                  <a:lnTo>
                    <a:pt x="3173196" y="1430742"/>
                  </a:lnTo>
                  <a:lnTo>
                    <a:pt x="3172535" y="1430742"/>
                  </a:lnTo>
                  <a:lnTo>
                    <a:pt x="3171875" y="1430742"/>
                  </a:lnTo>
                  <a:lnTo>
                    <a:pt x="3171214" y="1430742"/>
                  </a:lnTo>
                  <a:lnTo>
                    <a:pt x="3170554" y="1430742"/>
                  </a:lnTo>
                  <a:lnTo>
                    <a:pt x="3169893" y="1430742"/>
                  </a:lnTo>
                  <a:lnTo>
                    <a:pt x="3169233" y="1430742"/>
                  </a:lnTo>
                  <a:lnTo>
                    <a:pt x="3168572" y="1430742"/>
                  </a:lnTo>
                  <a:lnTo>
                    <a:pt x="3167911" y="1430742"/>
                  </a:lnTo>
                  <a:lnTo>
                    <a:pt x="3167251" y="1430742"/>
                  </a:lnTo>
                  <a:lnTo>
                    <a:pt x="3166590" y="1430742"/>
                  </a:lnTo>
                  <a:lnTo>
                    <a:pt x="3165930" y="1430742"/>
                  </a:lnTo>
                  <a:lnTo>
                    <a:pt x="3165269" y="1430742"/>
                  </a:lnTo>
                  <a:lnTo>
                    <a:pt x="3164609" y="1430742"/>
                  </a:lnTo>
                  <a:lnTo>
                    <a:pt x="3163948" y="1430742"/>
                  </a:lnTo>
                  <a:lnTo>
                    <a:pt x="3163288" y="1430742"/>
                  </a:lnTo>
                  <a:lnTo>
                    <a:pt x="3162627" y="1430742"/>
                  </a:lnTo>
                  <a:lnTo>
                    <a:pt x="3161967" y="1430742"/>
                  </a:lnTo>
                  <a:lnTo>
                    <a:pt x="3161306" y="1430742"/>
                  </a:lnTo>
                  <a:lnTo>
                    <a:pt x="3160646" y="1430742"/>
                  </a:lnTo>
                  <a:lnTo>
                    <a:pt x="3159985" y="1430742"/>
                  </a:lnTo>
                  <a:lnTo>
                    <a:pt x="3159325" y="1430742"/>
                  </a:lnTo>
                  <a:lnTo>
                    <a:pt x="3158664" y="1430742"/>
                  </a:lnTo>
                  <a:lnTo>
                    <a:pt x="3158004" y="1430742"/>
                  </a:lnTo>
                  <a:lnTo>
                    <a:pt x="3157343" y="1430742"/>
                  </a:lnTo>
                  <a:lnTo>
                    <a:pt x="3156682" y="1430742"/>
                  </a:lnTo>
                  <a:lnTo>
                    <a:pt x="3156022" y="1430742"/>
                  </a:lnTo>
                  <a:lnTo>
                    <a:pt x="3155361" y="1430742"/>
                  </a:lnTo>
                  <a:lnTo>
                    <a:pt x="3154701" y="1430742"/>
                  </a:lnTo>
                  <a:lnTo>
                    <a:pt x="3154040" y="1430742"/>
                  </a:lnTo>
                  <a:lnTo>
                    <a:pt x="3153380" y="1430742"/>
                  </a:lnTo>
                  <a:lnTo>
                    <a:pt x="3152719" y="1430742"/>
                  </a:lnTo>
                  <a:lnTo>
                    <a:pt x="3152059" y="1430742"/>
                  </a:lnTo>
                  <a:lnTo>
                    <a:pt x="3151398" y="1430742"/>
                  </a:lnTo>
                  <a:lnTo>
                    <a:pt x="3150738" y="1430742"/>
                  </a:lnTo>
                  <a:lnTo>
                    <a:pt x="3150077" y="1430742"/>
                  </a:lnTo>
                  <a:lnTo>
                    <a:pt x="3149417" y="1430742"/>
                  </a:lnTo>
                  <a:lnTo>
                    <a:pt x="3148756" y="1430742"/>
                  </a:lnTo>
                  <a:lnTo>
                    <a:pt x="3148096" y="1430742"/>
                  </a:lnTo>
                  <a:lnTo>
                    <a:pt x="3147435" y="1430742"/>
                  </a:lnTo>
                  <a:lnTo>
                    <a:pt x="3146774" y="1430742"/>
                  </a:lnTo>
                  <a:lnTo>
                    <a:pt x="3146114" y="1430742"/>
                  </a:lnTo>
                  <a:lnTo>
                    <a:pt x="3145453" y="1430742"/>
                  </a:lnTo>
                  <a:lnTo>
                    <a:pt x="3144793" y="1430742"/>
                  </a:lnTo>
                  <a:lnTo>
                    <a:pt x="3144132" y="1430742"/>
                  </a:lnTo>
                  <a:lnTo>
                    <a:pt x="3143472" y="1430742"/>
                  </a:lnTo>
                  <a:lnTo>
                    <a:pt x="3142811" y="1430742"/>
                  </a:lnTo>
                  <a:lnTo>
                    <a:pt x="3142151" y="1430742"/>
                  </a:lnTo>
                  <a:lnTo>
                    <a:pt x="3141490" y="1430742"/>
                  </a:lnTo>
                  <a:lnTo>
                    <a:pt x="3140830" y="1430742"/>
                  </a:lnTo>
                  <a:lnTo>
                    <a:pt x="3140169" y="1430742"/>
                  </a:lnTo>
                  <a:lnTo>
                    <a:pt x="3139509" y="1430742"/>
                  </a:lnTo>
                  <a:lnTo>
                    <a:pt x="3138848" y="1430742"/>
                  </a:lnTo>
                  <a:lnTo>
                    <a:pt x="3138188" y="1430742"/>
                  </a:lnTo>
                  <a:lnTo>
                    <a:pt x="3137527" y="1430742"/>
                  </a:lnTo>
                  <a:lnTo>
                    <a:pt x="3136866" y="1430742"/>
                  </a:lnTo>
                  <a:lnTo>
                    <a:pt x="3136206" y="1430742"/>
                  </a:lnTo>
                  <a:lnTo>
                    <a:pt x="3135545" y="1430742"/>
                  </a:lnTo>
                  <a:lnTo>
                    <a:pt x="3134885" y="1430742"/>
                  </a:lnTo>
                  <a:lnTo>
                    <a:pt x="3134224" y="1430742"/>
                  </a:lnTo>
                  <a:lnTo>
                    <a:pt x="3133564" y="1430742"/>
                  </a:lnTo>
                  <a:lnTo>
                    <a:pt x="3132903" y="1430742"/>
                  </a:lnTo>
                  <a:lnTo>
                    <a:pt x="3132243" y="1430742"/>
                  </a:lnTo>
                  <a:lnTo>
                    <a:pt x="3131582" y="1430742"/>
                  </a:lnTo>
                  <a:lnTo>
                    <a:pt x="3130922" y="1430742"/>
                  </a:lnTo>
                  <a:lnTo>
                    <a:pt x="3130261" y="1430742"/>
                  </a:lnTo>
                  <a:lnTo>
                    <a:pt x="3129601" y="1430742"/>
                  </a:lnTo>
                  <a:lnTo>
                    <a:pt x="3128940" y="1430742"/>
                  </a:lnTo>
                  <a:lnTo>
                    <a:pt x="3128280" y="1430742"/>
                  </a:lnTo>
                  <a:lnTo>
                    <a:pt x="3127619" y="1430742"/>
                  </a:lnTo>
                  <a:lnTo>
                    <a:pt x="3126958" y="1430742"/>
                  </a:lnTo>
                  <a:lnTo>
                    <a:pt x="3126298" y="1430742"/>
                  </a:lnTo>
                  <a:lnTo>
                    <a:pt x="3125637" y="1430742"/>
                  </a:lnTo>
                  <a:lnTo>
                    <a:pt x="3124977" y="1430742"/>
                  </a:lnTo>
                  <a:lnTo>
                    <a:pt x="3124316" y="1430742"/>
                  </a:lnTo>
                  <a:lnTo>
                    <a:pt x="3123656" y="1430742"/>
                  </a:lnTo>
                  <a:lnTo>
                    <a:pt x="3122995" y="1430742"/>
                  </a:lnTo>
                  <a:lnTo>
                    <a:pt x="3122335" y="1430742"/>
                  </a:lnTo>
                  <a:lnTo>
                    <a:pt x="3121674" y="1430742"/>
                  </a:lnTo>
                  <a:lnTo>
                    <a:pt x="3121014" y="1430742"/>
                  </a:lnTo>
                  <a:lnTo>
                    <a:pt x="3120353" y="1430742"/>
                  </a:lnTo>
                  <a:lnTo>
                    <a:pt x="3119693" y="1430742"/>
                  </a:lnTo>
                  <a:lnTo>
                    <a:pt x="3119032" y="1430742"/>
                  </a:lnTo>
                  <a:lnTo>
                    <a:pt x="3118372" y="1430742"/>
                  </a:lnTo>
                  <a:lnTo>
                    <a:pt x="3117711" y="1430742"/>
                  </a:lnTo>
                  <a:lnTo>
                    <a:pt x="3117051" y="1430742"/>
                  </a:lnTo>
                  <a:lnTo>
                    <a:pt x="3116390" y="1430742"/>
                  </a:lnTo>
                  <a:lnTo>
                    <a:pt x="3115729" y="1430742"/>
                  </a:lnTo>
                  <a:lnTo>
                    <a:pt x="3115069" y="1430742"/>
                  </a:lnTo>
                  <a:lnTo>
                    <a:pt x="3114408" y="1430742"/>
                  </a:lnTo>
                  <a:lnTo>
                    <a:pt x="3113748" y="1430742"/>
                  </a:lnTo>
                  <a:lnTo>
                    <a:pt x="3113087" y="1430742"/>
                  </a:lnTo>
                  <a:lnTo>
                    <a:pt x="3112427" y="1430742"/>
                  </a:lnTo>
                  <a:lnTo>
                    <a:pt x="3111766" y="1430742"/>
                  </a:lnTo>
                  <a:lnTo>
                    <a:pt x="3111106" y="1430742"/>
                  </a:lnTo>
                  <a:lnTo>
                    <a:pt x="3110445" y="1430742"/>
                  </a:lnTo>
                  <a:lnTo>
                    <a:pt x="3109785" y="1430742"/>
                  </a:lnTo>
                  <a:lnTo>
                    <a:pt x="3109124" y="1430742"/>
                  </a:lnTo>
                  <a:lnTo>
                    <a:pt x="3108464" y="1430742"/>
                  </a:lnTo>
                  <a:lnTo>
                    <a:pt x="3107803" y="1430742"/>
                  </a:lnTo>
                  <a:lnTo>
                    <a:pt x="3107143" y="1430742"/>
                  </a:lnTo>
                  <a:lnTo>
                    <a:pt x="3106482" y="1430742"/>
                  </a:lnTo>
                  <a:lnTo>
                    <a:pt x="3105821" y="1430742"/>
                  </a:lnTo>
                  <a:lnTo>
                    <a:pt x="3105161" y="1430742"/>
                  </a:lnTo>
                  <a:lnTo>
                    <a:pt x="3104500" y="1430742"/>
                  </a:lnTo>
                  <a:lnTo>
                    <a:pt x="3103840" y="1430742"/>
                  </a:lnTo>
                  <a:lnTo>
                    <a:pt x="3103179" y="1430742"/>
                  </a:lnTo>
                  <a:lnTo>
                    <a:pt x="3102519" y="1430742"/>
                  </a:lnTo>
                  <a:lnTo>
                    <a:pt x="3101858" y="1430742"/>
                  </a:lnTo>
                  <a:lnTo>
                    <a:pt x="3101198" y="1430742"/>
                  </a:lnTo>
                  <a:lnTo>
                    <a:pt x="3100537" y="1430742"/>
                  </a:lnTo>
                  <a:lnTo>
                    <a:pt x="3099877" y="1430742"/>
                  </a:lnTo>
                  <a:lnTo>
                    <a:pt x="3099216" y="1430742"/>
                  </a:lnTo>
                  <a:lnTo>
                    <a:pt x="3098556" y="1430742"/>
                  </a:lnTo>
                  <a:lnTo>
                    <a:pt x="3097895" y="1430742"/>
                  </a:lnTo>
                  <a:lnTo>
                    <a:pt x="3097235" y="1430742"/>
                  </a:lnTo>
                  <a:lnTo>
                    <a:pt x="3096574" y="1430742"/>
                  </a:lnTo>
                  <a:lnTo>
                    <a:pt x="3095913" y="1430742"/>
                  </a:lnTo>
                  <a:lnTo>
                    <a:pt x="3095253" y="1430742"/>
                  </a:lnTo>
                  <a:lnTo>
                    <a:pt x="3094592" y="1430742"/>
                  </a:lnTo>
                  <a:lnTo>
                    <a:pt x="3093932" y="1430742"/>
                  </a:lnTo>
                  <a:lnTo>
                    <a:pt x="3093271" y="1430742"/>
                  </a:lnTo>
                  <a:lnTo>
                    <a:pt x="3092611" y="1430742"/>
                  </a:lnTo>
                  <a:lnTo>
                    <a:pt x="3091950" y="1430742"/>
                  </a:lnTo>
                  <a:lnTo>
                    <a:pt x="3091290" y="1430742"/>
                  </a:lnTo>
                  <a:lnTo>
                    <a:pt x="3090629" y="1430742"/>
                  </a:lnTo>
                  <a:lnTo>
                    <a:pt x="3089969" y="1430742"/>
                  </a:lnTo>
                  <a:lnTo>
                    <a:pt x="3089308" y="1430742"/>
                  </a:lnTo>
                  <a:lnTo>
                    <a:pt x="3088648" y="1430742"/>
                  </a:lnTo>
                  <a:lnTo>
                    <a:pt x="3087987" y="1430742"/>
                  </a:lnTo>
                  <a:lnTo>
                    <a:pt x="3087327" y="1430742"/>
                  </a:lnTo>
                  <a:lnTo>
                    <a:pt x="3086666" y="1430742"/>
                  </a:lnTo>
                  <a:lnTo>
                    <a:pt x="3086006" y="1430742"/>
                  </a:lnTo>
                  <a:lnTo>
                    <a:pt x="3085345" y="1430742"/>
                  </a:lnTo>
                  <a:lnTo>
                    <a:pt x="3084684" y="1430742"/>
                  </a:lnTo>
                  <a:lnTo>
                    <a:pt x="3084024" y="1430742"/>
                  </a:lnTo>
                  <a:lnTo>
                    <a:pt x="3083363" y="1430742"/>
                  </a:lnTo>
                  <a:lnTo>
                    <a:pt x="3082703" y="1430742"/>
                  </a:lnTo>
                  <a:lnTo>
                    <a:pt x="3082042" y="1430742"/>
                  </a:lnTo>
                  <a:lnTo>
                    <a:pt x="3081382" y="1430742"/>
                  </a:lnTo>
                  <a:lnTo>
                    <a:pt x="3080721" y="1430742"/>
                  </a:lnTo>
                  <a:lnTo>
                    <a:pt x="3080061" y="1430742"/>
                  </a:lnTo>
                  <a:lnTo>
                    <a:pt x="3079400" y="1430742"/>
                  </a:lnTo>
                  <a:lnTo>
                    <a:pt x="3078740" y="1430742"/>
                  </a:lnTo>
                  <a:lnTo>
                    <a:pt x="3078079" y="1430742"/>
                  </a:lnTo>
                  <a:lnTo>
                    <a:pt x="3077419" y="1430742"/>
                  </a:lnTo>
                  <a:lnTo>
                    <a:pt x="3076758" y="1430742"/>
                  </a:lnTo>
                  <a:lnTo>
                    <a:pt x="3076098" y="1430742"/>
                  </a:lnTo>
                  <a:lnTo>
                    <a:pt x="3075437" y="1430742"/>
                  </a:lnTo>
                  <a:lnTo>
                    <a:pt x="3074776" y="1430742"/>
                  </a:lnTo>
                  <a:lnTo>
                    <a:pt x="3074116" y="1430742"/>
                  </a:lnTo>
                  <a:lnTo>
                    <a:pt x="3073455" y="1430742"/>
                  </a:lnTo>
                  <a:lnTo>
                    <a:pt x="3072795" y="1430742"/>
                  </a:lnTo>
                  <a:lnTo>
                    <a:pt x="3072134" y="1430742"/>
                  </a:lnTo>
                  <a:lnTo>
                    <a:pt x="3071474" y="1430742"/>
                  </a:lnTo>
                  <a:lnTo>
                    <a:pt x="3070813" y="1430742"/>
                  </a:lnTo>
                  <a:lnTo>
                    <a:pt x="3070153" y="1430742"/>
                  </a:lnTo>
                  <a:lnTo>
                    <a:pt x="3069492" y="1430742"/>
                  </a:lnTo>
                  <a:lnTo>
                    <a:pt x="3068832" y="1430742"/>
                  </a:lnTo>
                  <a:lnTo>
                    <a:pt x="3068171" y="1430742"/>
                  </a:lnTo>
                  <a:lnTo>
                    <a:pt x="3067511" y="1430742"/>
                  </a:lnTo>
                  <a:lnTo>
                    <a:pt x="3066850" y="1430742"/>
                  </a:lnTo>
                  <a:lnTo>
                    <a:pt x="3066190" y="1430742"/>
                  </a:lnTo>
                  <a:lnTo>
                    <a:pt x="3065529" y="1430742"/>
                  </a:lnTo>
                  <a:lnTo>
                    <a:pt x="3064868" y="1430742"/>
                  </a:lnTo>
                  <a:lnTo>
                    <a:pt x="3064208" y="1430742"/>
                  </a:lnTo>
                  <a:lnTo>
                    <a:pt x="3063547" y="1430742"/>
                  </a:lnTo>
                  <a:lnTo>
                    <a:pt x="3062887" y="1430742"/>
                  </a:lnTo>
                  <a:lnTo>
                    <a:pt x="3062226" y="1430742"/>
                  </a:lnTo>
                  <a:lnTo>
                    <a:pt x="3061566" y="1430742"/>
                  </a:lnTo>
                  <a:lnTo>
                    <a:pt x="3060905" y="1430742"/>
                  </a:lnTo>
                  <a:lnTo>
                    <a:pt x="3060245" y="1430742"/>
                  </a:lnTo>
                  <a:lnTo>
                    <a:pt x="3059584" y="1430742"/>
                  </a:lnTo>
                  <a:lnTo>
                    <a:pt x="3058924" y="1430742"/>
                  </a:lnTo>
                  <a:lnTo>
                    <a:pt x="3058263" y="1430742"/>
                  </a:lnTo>
                  <a:lnTo>
                    <a:pt x="3057603" y="1430742"/>
                  </a:lnTo>
                  <a:lnTo>
                    <a:pt x="3056942" y="1430742"/>
                  </a:lnTo>
                  <a:lnTo>
                    <a:pt x="3056282" y="1430742"/>
                  </a:lnTo>
                  <a:lnTo>
                    <a:pt x="3055621" y="1430742"/>
                  </a:lnTo>
                  <a:lnTo>
                    <a:pt x="3054960" y="1430742"/>
                  </a:lnTo>
                  <a:lnTo>
                    <a:pt x="3054300" y="1430742"/>
                  </a:lnTo>
                  <a:lnTo>
                    <a:pt x="3053639" y="1430742"/>
                  </a:lnTo>
                  <a:lnTo>
                    <a:pt x="3052979" y="1430742"/>
                  </a:lnTo>
                  <a:lnTo>
                    <a:pt x="3052318" y="1430742"/>
                  </a:lnTo>
                  <a:lnTo>
                    <a:pt x="3051658" y="1430742"/>
                  </a:lnTo>
                  <a:lnTo>
                    <a:pt x="3050997" y="1430742"/>
                  </a:lnTo>
                  <a:lnTo>
                    <a:pt x="3050337" y="1430742"/>
                  </a:lnTo>
                  <a:lnTo>
                    <a:pt x="3049676" y="1430742"/>
                  </a:lnTo>
                  <a:lnTo>
                    <a:pt x="3049016" y="1430742"/>
                  </a:lnTo>
                  <a:lnTo>
                    <a:pt x="3048355" y="1430742"/>
                  </a:lnTo>
                  <a:lnTo>
                    <a:pt x="3047695" y="1430742"/>
                  </a:lnTo>
                  <a:lnTo>
                    <a:pt x="3047034" y="1430742"/>
                  </a:lnTo>
                  <a:lnTo>
                    <a:pt x="3046374" y="1430742"/>
                  </a:lnTo>
                  <a:lnTo>
                    <a:pt x="3045713" y="1430742"/>
                  </a:lnTo>
                  <a:lnTo>
                    <a:pt x="3045053" y="1430742"/>
                  </a:lnTo>
                  <a:lnTo>
                    <a:pt x="3044392" y="1430742"/>
                  </a:lnTo>
                  <a:lnTo>
                    <a:pt x="3043731" y="1430742"/>
                  </a:lnTo>
                  <a:lnTo>
                    <a:pt x="3043071" y="1430742"/>
                  </a:lnTo>
                  <a:lnTo>
                    <a:pt x="3042410" y="1430742"/>
                  </a:lnTo>
                  <a:lnTo>
                    <a:pt x="3041750" y="1430742"/>
                  </a:lnTo>
                  <a:lnTo>
                    <a:pt x="3041089" y="1430742"/>
                  </a:lnTo>
                  <a:lnTo>
                    <a:pt x="3040429" y="1430742"/>
                  </a:lnTo>
                  <a:lnTo>
                    <a:pt x="3039768" y="1430742"/>
                  </a:lnTo>
                  <a:lnTo>
                    <a:pt x="3039108" y="1430742"/>
                  </a:lnTo>
                  <a:lnTo>
                    <a:pt x="3038447" y="1430742"/>
                  </a:lnTo>
                  <a:lnTo>
                    <a:pt x="3037787" y="1430742"/>
                  </a:lnTo>
                  <a:lnTo>
                    <a:pt x="3037126" y="1430742"/>
                  </a:lnTo>
                  <a:lnTo>
                    <a:pt x="3036466" y="1430742"/>
                  </a:lnTo>
                  <a:lnTo>
                    <a:pt x="3035805" y="1430742"/>
                  </a:lnTo>
                  <a:lnTo>
                    <a:pt x="3035145" y="1430742"/>
                  </a:lnTo>
                  <a:lnTo>
                    <a:pt x="3034484" y="1430742"/>
                  </a:lnTo>
                  <a:lnTo>
                    <a:pt x="3033823" y="1430742"/>
                  </a:lnTo>
                  <a:lnTo>
                    <a:pt x="3033163" y="1430742"/>
                  </a:lnTo>
                  <a:lnTo>
                    <a:pt x="3032502" y="1430742"/>
                  </a:lnTo>
                  <a:lnTo>
                    <a:pt x="3031842" y="1430742"/>
                  </a:lnTo>
                  <a:lnTo>
                    <a:pt x="3031181" y="1430742"/>
                  </a:lnTo>
                  <a:lnTo>
                    <a:pt x="3030521" y="1430742"/>
                  </a:lnTo>
                  <a:lnTo>
                    <a:pt x="3029860" y="1430742"/>
                  </a:lnTo>
                  <a:lnTo>
                    <a:pt x="3029200" y="1430742"/>
                  </a:lnTo>
                  <a:lnTo>
                    <a:pt x="3028539" y="1430742"/>
                  </a:lnTo>
                  <a:lnTo>
                    <a:pt x="3027879" y="1430742"/>
                  </a:lnTo>
                  <a:lnTo>
                    <a:pt x="3027218" y="1430742"/>
                  </a:lnTo>
                  <a:lnTo>
                    <a:pt x="3026558" y="1430742"/>
                  </a:lnTo>
                  <a:lnTo>
                    <a:pt x="3025897" y="1430742"/>
                  </a:lnTo>
                  <a:lnTo>
                    <a:pt x="3025237" y="1430742"/>
                  </a:lnTo>
                  <a:lnTo>
                    <a:pt x="3024576" y="1430742"/>
                  </a:lnTo>
                  <a:lnTo>
                    <a:pt x="3023915" y="1430742"/>
                  </a:lnTo>
                  <a:lnTo>
                    <a:pt x="3023255" y="1430742"/>
                  </a:lnTo>
                  <a:lnTo>
                    <a:pt x="3022594" y="1430742"/>
                  </a:lnTo>
                  <a:lnTo>
                    <a:pt x="3021934" y="1430742"/>
                  </a:lnTo>
                  <a:lnTo>
                    <a:pt x="3021273" y="1430742"/>
                  </a:lnTo>
                  <a:lnTo>
                    <a:pt x="3020613" y="1430742"/>
                  </a:lnTo>
                  <a:lnTo>
                    <a:pt x="3019952" y="1430742"/>
                  </a:lnTo>
                  <a:lnTo>
                    <a:pt x="3019292" y="1430742"/>
                  </a:lnTo>
                  <a:lnTo>
                    <a:pt x="3018631" y="1430742"/>
                  </a:lnTo>
                  <a:lnTo>
                    <a:pt x="3017971" y="1430742"/>
                  </a:lnTo>
                  <a:lnTo>
                    <a:pt x="3017310" y="1430742"/>
                  </a:lnTo>
                  <a:lnTo>
                    <a:pt x="3016650" y="1430742"/>
                  </a:lnTo>
                  <a:lnTo>
                    <a:pt x="3015989" y="1430742"/>
                  </a:lnTo>
                  <a:lnTo>
                    <a:pt x="3015329" y="1430742"/>
                  </a:lnTo>
                  <a:lnTo>
                    <a:pt x="3014668" y="1430742"/>
                  </a:lnTo>
                  <a:lnTo>
                    <a:pt x="3014008" y="1430742"/>
                  </a:lnTo>
                  <a:lnTo>
                    <a:pt x="3013347" y="1430742"/>
                  </a:lnTo>
                  <a:lnTo>
                    <a:pt x="3012686" y="1430742"/>
                  </a:lnTo>
                  <a:lnTo>
                    <a:pt x="3012026" y="1430742"/>
                  </a:lnTo>
                  <a:lnTo>
                    <a:pt x="3011365" y="1430742"/>
                  </a:lnTo>
                  <a:lnTo>
                    <a:pt x="3010705" y="1430742"/>
                  </a:lnTo>
                  <a:lnTo>
                    <a:pt x="3010044" y="1430742"/>
                  </a:lnTo>
                  <a:lnTo>
                    <a:pt x="3009384" y="1430742"/>
                  </a:lnTo>
                  <a:lnTo>
                    <a:pt x="3008723" y="1430742"/>
                  </a:lnTo>
                  <a:lnTo>
                    <a:pt x="3008063" y="1430742"/>
                  </a:lnTo>
                  <a:lnTo>
                    <a:pt x="3007402" y="1430742"/>
                  </a:lnTo>
                  <a:lnTo>
                    <a:pt x="3006742" y="1430742"/>
                  </a:lnTo>
                  <a:lnTo>
                    <a:pt x="3006081" y="1430742"/>
                  </a:lnTo>
                  <a:lnTo>
                    <a:pt x="3005421" y="1430742"/>
                  </a:lnTo>
                  <a:lnTo>
                    <a:pt x="3004760" y="1430742"/>
                  </a:lnTo>
                  <a:lnTo>
                    <a:pt x="3004100" y="1430742"/>
                  </a:lnTo>
                  <a:lnTo>
                    <a:pt x="3003439" y="1430742"/>
                  </a:lnTo>
                  <a:lnTo>
                    <a:pt x="3002778" y="1430742"/>
                  </a:lnTo>
                  <a:lnTo>
                    <a:pt x="3002118" y="1430742"/>
                  </a:lnTo>
                  <a:lnTo>
                    <a:pt x="3001457" y="1430742"/>
                  </a:lnTo>
                  <a:lnTo>
                    <a:pt x="3000797" y="1430742"/>
                  </a:lnTo>
                  <a:lnTo>
                    <a:pt x="3000136" y="1430742"/>
                  </a:lnTo>
                  <a:lnTo>
                    <a:pt x="2999476" y="1430742"/>
                  </a:lnTo>
                  <a:lnTo>
                    <a:pt x="2998815" y="1430742"/>
                  </a:lnTo>
                  <a:lnTo>
                    <a:pt x="2998155" y="1430742"/>
                  </a:lnTo>
                  <a:lnTo>
                    <a:pt x="2997494" y="1430742"/>
                  </a:lnTo>
                  <a:lnTo>
                    <a:pt x="2996834" y="1430742"/>
                  </a:lnTo>
                  <a:lnTo>
                    <a:pt x="2996173" y="1430742"/>
                  </a:lnTo>
                  <a:lnTo>
                    <a:pt x="2995513" y="1430742"/>
                  </a:lnTo>
                  <a:lnTo>
                    <a:pt x="2994852" y="1430742"/>
                  </a:lnTo>
                  <a:lnTo>
                    <a:pt x="2994192" y="1430742"/>
                  </a:lnTo>
                  <a:lnTo>
                    <a:pt x="2993531" y="1430742"/>
                  </a:lnTo>
                  <a:lnTo>
                    <a:pt x="2992870" y="1430742"/>
                  </a:lnTo>
                  <a:lnTo>
                    <a:pt x="2992210" y="1430742"/>
                  </a:lnTo>
                  <a:lnTo>
                    <a:pt x="2991549" y="1430742"/>
                  </a:lnTo>
                  <a:lnTo>
                    <a:pt x="2990889" y="1430742"/>
                  </a:lnTo>
                  <a:lnTo>
                    <a:pt x="2990228" y="1430742"/>
                  </a:lnTo>
                  <a:lnTo>
                    <a:pt x="2989568" y="1430742"/>
                  </a:lnTo>
                  <a:lnTo>
                    <a:pt x="2988907" y="1430742"/>
                  </a:lnTo>
                  <a:lnTo>
                    <a:pt x="2988247" y="1430742"/>
                  </a:lnTo>
                  <a:lnTo>
                    <a:pt x="2987586" y="1430742"/>
                  </a:lnTo>
                  <a:lnTo>
                    <a:pt x="2986926" y="1430742"/>
                  </a:lnTo>
                  <a:lnTo>
                    <a:pt x="2986265" y="1430742"/>
                  </a:lnTo>
                  <a:lnTo>
                    <a:pt x="2985605" y="1430742"/>
                  </a:lnTo>
                  <a:lnTo>
                    <a:pt x="2984944" y="1430742"/>
                  </a:lnTo>
                  <a:lnTo>
                    <a:pt x="2984284" y="1430742"/>
                  </a:lnTo>
                  <a:lnTo>
                    <a:pt x="2983623" y="1430742"/>
                  </a:lnTo>
                  <a:lnTo>
                    <a:pt x="2982962" y="1430742"/>
                  </a:lnTo>
                  <a:lnTo>
                    <a:pt x="2982302" y="1430742"/>
                  </a:lnTo>
                  <a:lnTo>
                    <a:pt x="2981641" y="1430742"/>
                  </a:lnTo>
                  <a:lnTo>
                    <a:pt x="2980981" y="1430742"/>
                  </a:lnTo>
                  <a:lnTo>
                    <a:pt x="2980320" y="1430742"/>
                  </a:lnTo>
                  <a:lnTo>
                    <a:pt x="2979660" y="1430742"/>
                  </a:lnTo>
                  <a:lnTo>
                    <a:pt x="2978999" y="1430742"/>
                  </a:lnTo>
                  <a:lnTo>
                    <a:pt x="2978339" y="1430742"/>
                  </a:lnTo>
                  <a:lnTo>
                    <a:pt x="2977678" y="1430742"/>
                  </a:lnTo>
                  <a:lnTo>
                    <a:pt x="2977018" y="1430742"/>
                  </a:lnTo>
                  <a:lnTo>
                    <a:pt x="2976357" y="1430742"/>
                  </a:lnTo>
                  <a:lnTo>
                    <a:pt x="2975697" y="1430742"/>
                  </a:lnTo>
                  <a:lnTo>
                    <a:pt x="2975036" y="1430742"/>
                  </a:lnTo>
                  <a:lnTo>
                    <a:pt x="2974376" y="1430742"/>
                  </a:lnTo>
                  <a:lnTo>
                    <a:pt x="2973715" y="1430742"/>
                  </a:lnTo>
                  <a:lnTo>
                    <a:pt x="2973055" y="1430742"/>
                  </a:lnTo>
                  <a:lnTo>
                    <a:pt x="2972394" y="1430742"/>
                  </a:lnTo>
                  <a:lnTo>
                    <a:pt x="2971733" y="1430742"/>
                  </a:lnTo>
                  <a:lnTo>
                    <a:pt x="2971073" y="1430742"/>
                  </a:lnTo>
                  <a:lnTo>
                    <a:pt x="2970412" y="1430742"/>
                  </a:lnTo>
                  <a:lnTo>
                    <a:pt x="2969752" y="1430742"/>
                  </a:lnTo>
                  <a:lnTo>
                    <a:pt x="2969091" y="1430742"/>
                  </a:lnTo>
                  <a:lnTo>
                    <a:pt x="2968431" y="1430742"/>
                  </a:lnTo>
                  <a:lnTo>
                    <a:pt x="2967770" y="1430742"/>
                  </a:lnTo>
                  <a:lnTo>
                    <a:pt x="2967110" y="1430742"/>
                  </a:lnTo>
                  <a:lnTo>
                    <a:pt x="2966449" y="1430742"/>
                  </a:lnTo>
                  <a:lnTo>
                    <a:pt x="2965789" y="1430742"/>
                  </a:lnTo>
                  <a:lnTo>
                    <a:pt x="2965128" y="1430742"/>
                  </a:lnTo>
                  <a:lnTo>
                    <a:pt x="2964468" y="1430742"/>
                  </a:lnTo>
                  <a:lnTo>
                    <a:pt x="2963807" y="1430742"/>
                  </a:lnTo>
                  <a:lnTo>
                    <a:pt x="2963147" y="1430742"/>
                  </a:lnTo>
                  <a:lnTo>
                    <a:pt x="2962486" y="1430742"/>
                  </a:lnTo>
                  <a:lnTo>
                    <a:pt x="2961825" y="1430742"/>
                  </a:lnTo>
                  <a:lnTo>
                    <a:pt x="2961165" y="1430742"/>
                  </a:lnTo>
                  <a:lnTo>
                    <a:pt x="2960504" y="1430742"/>
                  </a:lnTo>
                  <a:lnTo>
                    <a:pt x="2959844" y="1430742"/>
                  </a:lnTo>
                  <a:lnTo>
                    <a:pt x="2959183" y="1430742"/>
                  </a:lnTo>
                  <a:lnTo>
                    <a:pt x="2958523" y="1430742"/>
                  </a:lnTo>
                  <a:lnTo>
                    <a:pt x="2957862" y="1430742"/>
                  </a:lnTo>
                  <a:lnTo>
                    <a:pt x="2957202" y="1430742"/>
                  </a:lnTo>
                  <a:lnTo>
                    <a:pt x="2956541" y="1430742"/>
                  </a:lnTo>
                  <a:lnTo>
                    <a:pt x="2955881" y="1430742"/>
                  </a:lnTo>
                  <a:lnTo>
                    <a:pt x="2955220" y="1430742"/>
                  </a:lnTo>
                  <a:lnTo>
                    <a:pt x="2954560" y="1430742"/>
                  </a:lnTo>
                  <a:lnTo>
                    <a:pt x="2953899" y="1430742"/>
                  </a:lnTo>
                  <a:lnTo>
                    <a:pt x="2953239" y="1430742"/>
                  </a:lnTo>
                  <a:lnTo>
                    <a:pt x="2952578" y="1430742"/>
                  </a:lnTo>
                  <a:lnTo>
                    <a:pt x="2951917" y="1430742"/>
                  </a:lnTo>
                  <a:lnTo>
                    <a:pt x="2951257" y="1430742"/>
                  </a:lnTo>
                  <a:lnTo>
                    <a:pt x="2950596" y="1430742"/>
                  </a:lnTo>
                  <a:lnTo>
                    <a:pt x="2949936" y="1430742"/>
                  </a:lnTo>
                  <a:lnTo>
                    <a:pt x="2949275" y="1430742"/>
                  </a:lnTo>
                  <a:lnTo>
                    <a:pt x="2948615" y="1430742"/>
                  </a:lnTo>
                  <a:lnTo>
                    <a:pt x="2947954" y="1430742"/>
                  </a:lnTo>
                  <a:lnTo>
                    <a:pt x="2947294" y="1430742"/>
                  </a:lnTo>
                  <a:lnTo>
                    <a:pt x="2946633" y="1430742"/>
                  </a:lnTo>
                  <a:lnTo>
                    <a:pt x="2945973" y="1430742"/>
                  </a:lnTo>
                  <a:lnTo>
                    <a:pt x="2945312" y="1430742"/>
                  </a:lnTo>
                  <a:lnTo>
                    <a:pt x="2944652" y="1430742"/>
                  </a:lnTo>
                  <a:lnTo>
                    <a:pt x="2943991" y="1430742"/>
                  </a:lnTo>
                  <a:lnTo>
                    <a:pt x="2943331" y="1430742"/>
                  </a:lnTo>
                  <a:lnTo>
                    <a:pt x="2942670" y="1430742"/>
                  </a:lnTo>
                  <a:lnTo>
                    <a:pt x="2942010" y="1430742"/>
                  </a:lnTo>
                  <a:lnTo>
                    <a:pt x="2941349" y="1430742"/>
                  </a:lnTo>
                  <a:lnTo>
                    <a:pt x="2940688" y="1430742"/>
                  </a:lnTo>
                  <a:lnTo>
                    <a:pt x="2940028" y="1430742"/>
                  </a:lnTo>
                  <a:lnTo>
                    <a:pt x="2939367" y="1430742"/>
                  </a:lnTo>
                  <a:lnTo>
                    <a:pt x="2938707" y="1430742"/>
                  </a:lnTo>
                  <a:lnTo>
                    <a:pt x="2938046" y="1430742"/>
                  </a:lnTo>
                  <a:lnTo>
                    <a:pt x="2937386" y="1430742"/>
                  </a:lnTo>
                  <a:lnTo>
                    <a:pt x="2936725" y="1430742"/>
                  </a:lnTo>
                  <a:lnTo>
                    <a:pt x="2936065" y="1430742"/>
                  </a:lnTo>
                  <a:lnTo>
                    <a:pt x="2935404" y="1430742"/>
                  </a:lnTo>
                  <a:lnTo>
                    <a:pt x="2934744" y="1430742"/>
                  </a:lnTo>
                  <a:lnTo>
                    <a:pt x="2934083" y="1430742"/>
                  </a:lnTo>
                  <a:lnTo>
                    <a:pt x="2933423" y="1430742"/>
                  </a:lnTo>
                  <a:lnTo>
                    <a:pt x="2932762" y="1430742"/>
                  </a:lnTo>
                  <a:lnTo>
                    <a:pt x="2932102" y="1430742"/>
                  </a:lnTo>
                  <a:lnTo>
                    <a:pt x="2931441" y="1430742"/>
                  </a:lnTo>
                  <a:lnTo>
                    <a:pt x="2930780" y="1430742"/>
                  </a:lnTo>
                  <a:lnTo>
                    <a:pt x="2930120" y="1430742"/>
                  </a:lnTo>
                  <a:lnTo>
                    <a:pt x="2929459" y="1430742"/>
                  </a:lnTo>
                  <a:lnTo>
                    <a:pt x="2928799" y="1430742"/>
                  </a:lnTo>
                  <a:lnTo>
                    <a:pt x="2928138" y="1430742"/>
                  </a:lnTo>
                  <a:lnTo>
                    <a:pt x="2927478" y="1430742"/>
                  </a:lnTo>
                  <a:lnTo>
                    <a:pt x="2926817" y="1430742"/>
                  </a:lnTo>
                  <a:lnTo>
                    <a:pt x="2926157" y="1430742"/>
                  </a:lnTo>
                  <a:lnTo>
                    <a:pt x="2925496" y="1430742"/>
                  </a:lnTo>
                  <a:lnTo>
                    <a:pt x="2924836" y="1430742"/>
                  </a:lnTo>
                  <a:lnTo>
                    <a:pt x="2924175" y="1430742"/>
                  </a:lnTo>
                  <a:lnTo>
                    <a:pt x="2923515" y="1430742"/>
                  </a:lnTo>
                  <a:lnTo>
                    <a:pt x="2922854" y="1430742"/>
                  </a:lnTo>
                  <a:lnTo>
                    <a:pt x="2922194" y="1430742"/>
                  </a:lnTo>
                  <a:lnTo>
                    <a:pt x="2921533" y="1430742"/>
                  </a:lnTo>
                  <a:lnTo>
                    <a:pt x="2920872" y="1430742"/>
                  </a:lnTo>
                  <a:lnTo>
                    <a:pt x="2920212" y="1430742"/>
                  </a:lnTo>
                  <a:lnTo>
                    <a:pt x="2919551" y="1430742"/>
                  </a:lnTo>
                  <a:lnTo>
                    <a:pt x="2918891" y="1430742"/>
                  </a:lnTo>
                  <a:lnTo>
                    <a:pt x="2918230" y="1430742"/>
                  </a:lnTo>
                  <a:lnTo>
                    <a:pt x="2917570" y="1430742"/>
                  </a:lnTo>
                  <a:lnTo>
                    <a:pt x="2916909" y="1430742"/>
                  </a:lnTo>
                  <a:lnTo>
                    <a:pt x="2916249" y="1430742"/>
                  </a:lnTo>
                  <a:lnTo>
                    <a:pt x="2915588" y="1430742"/>
                  </a:lnTo>
                  <a:lnTo>
                    <a:pt x="2914928" y="1430742"/>
                  </a:lnTo>
                  <a:lnTo>
                    <a:pt x="2914267" y="1430742"/>
                  </a:lnTo>
                  <a:lnTo>
                    <a:pt x="2913607" y="1430742"/>
                  </a:lnTo>
                  <a:lnTo>
                    <a:pt x="2912946" y="1430742"/>
                  </a:lnTo>
                  <a:lnTo>
                    <a:pt x="2912286" y="1430742"/>
                  </a:lnTo>
                  <a:lnTo>
                    <a:pt x="2911625" y="1430742"/>
                  </a:lnTo>
                  <a:lnTo>
                    <a:pt x="2910964" y="1430742"/>
                  </a:lnTo>
                  <a:lnTo>
                    <a:pt x="2910304" y="1430742"/>
                  </a:lnTo>
                  <a:lnTo>
                    <a:pt x="2909643" y="1430742"/>
                  </a:lnTo>
                  <a:lnTo>
                    <a:pt x="2908983" y="1430742"/>
                  </a:lnTo>
                  <a:lnTo>
                    <a:pt x="2908322" y="1430742"/>
                  </a:lnTo>
                  <a:lnTo>
                    <a:pt x="2907662" y="1430742"/>
                  </a:lnTo>
                  <a:lnTo>
                    <a:pt x="2907001" y="1430742"/>
                  </a:lnTo>
                  <a:lnTo>
                    <a:pt x="2906341" y="1430742"/>
                  </a:lnTo>
                  <a:lnTo>
                    <a:pt x="2905680" y="1430742"/>
                  </a:lnTo>
                  <a:lnTo>
                    <a:pt x="2905020" y="1430742"/>
                  </a:lnTo>
                  <a:lnTo>
                    <a:pt x="2904359" y="1430742"/>
                  </a:lnTo>
                  <a:lnTo>
                    <a:pt x="2903699" y="1430742"/>
                  </a:lnTo>
                  <a:lnTo>
                    <a:pt x="2903038" y="1430742"/>
                  </a:lnTo>
                  <a:lnTo>
                    <a:pt x="2902378" y="1430742"/>
                  </a:lnTo>
                  <a:lnTo>
                    <a:pt x="2901717" y="1430742"/>
                  </a:lnTo>
                  <a:lnTo>
                    <a:pt x="2901057" y="1430742"/>
                  </a:lnTo>
                  <a:lnTo>
                    <a:pt x="2900396" y="1430742"/>
                  </a:lnTo>
                  <a:lnTo>
                    <a:pt x="2899735" y="1430742"/>
                  </a:lnTo>
                  <a:lnTo>
                    <a:pt x="2899075" y="1430742"/>
                  </a:lnTo>
                  <a:lnTo>
                    <a:pt x="2898414" y="1430742"/>
                  </a:lnTo>
                  <a:lnTo>
                    <a:pt x="2897754" y="1430742"/>
                  </a:lnTo>
                  <a:lnTo>
                    <a:pt x="2897093" y="1430742"/>
                  </a:lnTo>
                  <a:lnTo>
                    <a:pt x="2896433" y="1430742"/>
                  </a:lnTo>
                  <a:lnTo>
                    <a:pt x="2895772" y="1430742"/>
                  </a:lnTo>
                  <a:lnTo>
                    <a:pt x="2895112" y="1430742"/>
                  </a:lnTo>
                  <a:lnTo>
                    <a:pt x="2894451" y="1430742"/>
                  </a:lnTo>
                  <a:lnTo>
                    <a:pt x="2893791" y="1430742"/>
                  </a:lnTo>
                  <a:lnTo>
                    <a:pt x="2893130" y="1430742"/>
                  </a:lnTo>
                  <a:lnTo>
                    <a:pt x="2892470" y="1430742"/>
                  </a:lnTo>
                  <a:lnTo>
                    <a:pt x="2891809" y="1430742"/>
                  </a:lnTo>
                  <a:lnTo>
                    <a:pt x="2891149" y="1430742"/>
                  </a:lnTo>
                  <a:lnTo>
                    <a:pt x="2890488" y="1430742"/>
                  </a:lnTo>
                  <a:lnTo>
                    <a:pt x="2889827" y="1430742"/>
                  </a:lnTo>
                  <a:lnTo>
                    <a:pt x="2889167" y="1430742"/>
                  </a:lnTo>
                  <a:lnTo>
                    <a:pt x="2888506" y="1430742"/>
                  </a:lnTo>
                  <a:lnTo>
                    <a:pt x="2887846" y="1430742"/>
                  </a:lnTo>
                  <a:lnTo>
                    <a:pt x="2887185" y="1430742"/>
                  </a:lnTo>
                  <a:lnTo>
                    <a:pt x="2886525" y="1430742"/>
                  </a:lnTo>
                  <a:lnTo>
                    <a:pt x="2885864" y="1430742"/>
                  </a:lnTo>
                  <a:lnTo>
                    <a:pt x="2885204" y="1430742"/>
                  </a:lnTo>
                  <a:lnTo>
                    <a:pt x="2884543" y="1430742"/>
                  </a:lnTo>
                  <a:lnTo>
                    <a:pt x="2883883" y="1430742"/>
                  </a:lnTo>
                  <a:lnTo>
                    <a:pt x="2883222" y="1430742"/>
                  </a:lnTo>
                  <a:lnTo>
                    <a:pt x="2882562" y="1430742"/>
                  </a:lnTo>
                  <a:lnTo>
                    <a:pt x="2881901" y="1430742"/>
                  </a:lnTo>
                  <a:lnTo>
                    <a:pt x="2881241" y="1430742"/>
                  </a:lnTo>
                  <a:lnTo>
                    <a:pt x="2880580" y="1430742"/>
                  </a:lnTo>
                  <a:lnTo>
                    <a:pt x="2879919" y="1430742"/>
                  </a:lnTo>
                  <a:lnTo>
                    <a:pt x="2879259" y="1430742"/>
                  </a:lnTo>
                  <a:lnTo>
                    <a:pt x="2878598" y="1430742"/>
                  </a:lnTo>
                  <a:lnTo>
                    <a:pt x="2877938" y="1430742"/>
                  </a:lnTo>
                  <a:lnTo>
                    <a:pt x="2877277" y="1430742"/>
                  </a:lnTo>
                  <a:lnTo>
                    <a:pt x="2876617" y="1430742"/>
                  </a:lnTo>
                  <a:lnTo>
                    <a:pt x="2875956" y="1430742"/>
                  </a:lnTo>
                  <a:lnTo>
                    <a:pt x="2875296" y="1430742"/>
                  </a:lnTo>
                  <a:lnTo>
                    <a:pt x="2874635" y="1430742"/>
                  </a:lnTo>
                  <a:lnTo>
                    <a:pt x="2873975" y="1430742"/>
                  </a:lnTo>
                  <a:lnTo>
                    <a:pt x="2873314" y="1430742"/>
                  </a:lnTo>
                  <a:lnTo>
                    <a:pt x="2872654" y="1430742"/>
                  </a:lnTo>
                  <a:lnTo>
                    <a:pt x="2871993" y="1430742"/>
                  </a:lnTo>
                  <a:lnTo>
                    <a:pt x="2871333" y="1430742"/>
                  </a:lnTo>
                  <a:lnTo>
                    <a:pt x="2870672" y="1430742"/>
                  </a:lnTo>
                  <a:lnTo>
                    <a:pt x="2870012" y="1430742"/>
                  </a:lnTo>
                  <a:lnTo>
                    <a:pt x="2869351" y="1430742"/>
                  </a:lnTo>
                  <a:lnTo>
                    <a:pt x="2868690" y="1430742"/>
                  </a:lnTo>
                  <a:lnTo>
                    <a:pt x="2868030" y="1430742"/>
                  </a:lnTo>
                  <a:lnTo>
                    <a:pt x="2867369" y="1430742"/>
                  </a:lnTo>
                  <a:lnTo>
                    <a:pt x="2866709" y="1430742"/>
                  </a:lnTo>
                  <a:lnTo>
                    <a:pt x="2866048" y="1430742"/>
                  </a:lnTo>
                  <a:lnTo>
                    <a:pt x="2865388" y="1430742"/>
                  </a:lnTo>
                  <a:lnTo>
                    <a:pt x="2864727" y="1430742"/>
                  </a:lnTo>
                  <a:lnTo>
                    <a:pt x="2864067" y="1430742"/>
                  </a:lnTo>
                  <a:lnTo>
                    <a:pt x="2863406" y="1430742"/>
                  </a:lnTo>
                  <a:lnTo>
                    <a:pt x="2862746" y="1430742"/>
                  </a:lnTo>
                  <a:lnTo>
                    <a:pt x="2862085" y="1430742"/>
                  </a:lnTo>
                  <a:lnTo>
                    <a:pt x="2861425" y="1430742"/>
                  </a:lnTo>
                  <a:lnTo>
                    <a:pt x="2860764" y="1430742"/>
                  </a:lnTo>
                  <a:lnTo>
                    <a:pt x="2860104" y="1430742"/>
                  </a:lnTo>
                  <a:lnTo>
                    <a:pt x="2859443" y="1430742"/>
                  </a:lnTo>
                  <a:lnTo>
                    <a:pt x="2858782" y="1430742"/>
                  </a:lnTo>
                  <a:lnTo>
                    <a:pt x="2858122" y="1430742"/>
                  </a:lnTo>
                  <a:lnTo>
                    <a:pt x="2857461" y="1430742"/>
                  </a:lnTo>
                  <a:lnTo>
                    <a:pt x="2856801" y="1430742"/>
                  </a:lnTo>
                  <a:lnTo>
                    <a:pt x="2856140" y="1430742"/>
                  </a:lnTo>
                  <a:lnTo>
                    <a:pt x="2855480" y="1430742"/>
                  </a:lnTo>
                  <a:lnTo>
                    <a:pt x="2854819" y="1430742"/>
                  </a:lnTo>
                  <a:lnTo>
                    <a:pt x="2854159" y="1430742"/>
                  </a:lnTo>
                  <a:lnTo>
                    <a:pt x="2853498" y="1430742"/>
                  </a:lnTo>
                  <a:lnTo>
                    <a:pt x="2852838" y="1430742"/>
                  </a:lnTo>
                  <a:lnTo>
                    <a:pt x="2852177" y="1430742"/>
                  </a:lnTo>
                  <a:lnTo>
                    <a:pt x="2851517" y="1430742"/>
                  </a:lnTo>
                  <a:lnTo>
                    <a:pt x="2850856" y="1430742"/>
                  </a:lnTo>
                  <a:lnTo>
                    <a:pt x="2850196" y="1430742"/>
                  </a:lnTo>
                  <a:lnTo>
                    <a:pt x="2849535" y="1430742"/>
                  </a:lnTo>
                  <a:lnTo>
                    <a:pt x="2848874" y="1430742"/>
                  </a:lnTo>
                  <a:lnTo>
                    <a:pt x="2848214" y="1430742"/>
                  </a:lnTo>
                  <a:lnTo>
                    <a:pt x="2847553" y="1430742"/>
                  </a:lnTo>
                  <a:lnTo>
                    <a:pt x="2846893" y="1430742"/>
                  </a:lnTo>
                  <a:lnTo>
                    <a:pt x="2846232" y="1430742"/>
                  </a:lnTo>
                  <a:lnTo>
                    <a:pt x="2845572" y="1430742"/>
                  </a:lnTo>
                  <a:lnTo>
                    <a:pt x="2844911" y="1430742"/>
                  </a:lnTo>
                  <a:lnTo>
                    <a:pt x="2844251" y="1430742"/>
                  </a:lnTo>
                  <a:lnTo>
                    <a:pt x="2843590" y="1430742"/>
                  </a:lnTo>
                  <a:lnTo>
                    <a:pt x="2842930" y="1430742"/>
                  </a:lnTo>
                  <a:lnTo>
                    <a:pt x="2842269" y="1430742"/>
                  </a:lnTo>
                  <a:lnTo>
                    <a:pt x="2841609" y="1430742"/>
                  </a:lnTo>
                  <a:lnTo>
                    <a:pt x="2840948" y="1430742"/>
                  </a:lnTo>
                  <a:lnTo>
                    <a:pt x="2840288" y="1430742"/>
                  </a:lnTo>
                  <a:lnTo>
                    <a:pt x="2839627" y="1430742"/>
                  </a:lnTo>
                  <a:lnTo>
                    <a:pt x="2838966" y="1430742"/>
                  </a:lnTo>
                  <a:lnTo>
                    <a:pt x="2838306" y="1430742"/>
                  </a:lnTo>
                  <a:lnTo>
                    <a:pt x="2837645" y="1430742"/>
                  </a:lnTo>
                  <a:lnTo>
                    <a:pt x="2836985" y="1430742"/>
                  </a:lnTo>
                  <a:lnTo>
                    <a:pt x="2836324" y="1430742"/>
                  </a:lnTo>
                  <a:lnTo>
                    <a:pt x="2835664" y="1430742"/>
                  </a:lnTo>
                  <a:lnTo>
                    <a:pt x="2835003" y="1430742"/>
                  </a:lnTo>
                  <a:lnTo>
                    <a:pt x="2834343" y="1430742"/>
                  </a:lnTo>
                  <a:lnTo>
                    <a:pt x="2833682" y="1430742"/>
                  </a:lnTo>
                  <a:lnTo>
                    <a:pt x="2833022" y="1430742"/>
                  </a:lnTo>
                  <a:lnTo>
                    <a:pt x="2832361" y="1430742"/>
                  </a:lnTo>
                  <a:lnTo>
                    <a:pt x="2831701" y="1430742"/>
                  </a:lnTo>
                  <a:lnTo>
                    <a:pt x="2831040" y="1430742"/>
                  </a:lnTo>
                  <a:lnTo>
                    <a:pt x="2830380" y="1430742"/>
                  </a:lnTo>
                  <a:lnTo>
                    <a:pt x="2829719" y="1430742"/>
                  </a:lnTo>
                  <a:lnTo>
                    <a:pt x="2829059" y="1430742"/>
                  </a:lnTo>
                  <a:lnTo>
                    <a:pt x="2828398" y="1430742"/>
                  </a:lnTo>
                  <a:lnTo>
                    <a:pt x="2827737" y="1430742"/>
                  </a:lnTo>
                  <a:lnTo>
                    <a:pt x="2827077" y="1430742"/>
                  </a:lnTo>
                  <a:lnTo>
                    <a:pt x="2826416" y="1430742"/>
                  </a:lnTo>
                  <a:lnTo>
                    <a:pt x="2825756" y="1430742"/>
                  </a:lnTo>
                  <a:lnTo>
                    <a:pt x="2825095" y="1430742"/>
                  </a:lnTo>
                  <a:lnTo>
                    <a:pt x="2824435" y="1430742"/>
                  </a:lnTo>
                  <a:lnTo>
                    <a:pt x="2823774" y="1430742"/>
                  </a:lnTo>
                  <a:lnTo>
                    <a:pt x="2823114" y="1430742"/>
                  </a:lnTo>
                  <a:lnTo>
                    <a:pt x="2822453" y="1430742"/>
                  </a:lnTo>
                  <a:lnTo>
                    <a:pt x="2821793" y="1430742"/>
                  </a:lnTo>
                  <a:lnTo>
                    <a:pt x="2821132" y="1430742"/>
                  </a:lnTo>
                  <a:lnTo>
                    <a:pt x="2820472" y="1430742"/>
                  </a:lnTo>
                  <a:lnTo>
                    <a:pt x="2819811" y="1430742"/>
                  </a:lnTo>
                  <a:lnTo>
                    <a:pt x="2819151" y="1430742"/>
                  </a:lnTo>
                  <a:lnTo>
                    <a:pt x="2818490" y="1430742"/>
                  </a:lnTo>
                  <a:lnTo>
                    <a:pt x="2817829" y="1430742"/>
                  </a:lnTo>
                  <a:lnTo>
                    <a:pt x="2817169" y="1430742"/>
                  </a:lnTo>
                  <a:lnTo>
                    <a:pt x="2816508" y="1430742"/>
                  </a:lnTo>
                  <a:lnTo>
                    <a:pt x="2815848" y="1430742"/>
                  </a:lnTo>
                  <a:lnTo>
                    <a:pt x="2815187" y="1430742"/>
                  </a:lnTo>
                  <a:lnTo>
                    <a:pt x="2814527" y="1430742"/>
                  </a:lnTo>
                  <a:lnTo>
                    <a:pt x="2813866" y="1430742"/>
                  </a:lnTo>
                  <a:lnTo>
                    <a:pt x="2813206" y="1430742"/>
                  </a:lnTo>
                  <a:lnTo>
                    <a:pt x="2812545" y="1430742"/>
                  </a:lnTo>
                  <a:lnTo>
                    <a:pt x="2811885" y="1430742"/>
                  </a:lnTo>
                  <a:lnTo>
                    <a:pt x="2811224" y="1430742"/>
                  </a:lnTo>
                  <a:lnTo>
                    <a:pt x="2810564" y="1430742"/>
                  </a:lnTo>
                  <a:lnTo>
                    <a:pt x="2809903" y="1430742"/>
                  </a:lnTo>
                  <a:lnTo>
                    <a:pt x="2809243" y="1430742"/>
                  </a:lnTo>
                  <a:lnTo>
                    <a:pt x="2808582" y="1430742"/>
                  </a:lnTo>
                  <a:lnTo>
                    <a:pt x="2807921" y="1430742"/>
                  </a:lnTo>
                  <a:lnTo>
                    <a:pt x="2807261" y="1430742"/>
                  </a:lnTo>
                  <a:lnTo>
                    <a:pt x="2806600" y="1430742"/>
                  </a:lnTo>
                  <a:lnTo>
                    <a:pt x="2805940" y="1430742"/>
                  </a:lnTo>
                  <a:lnTo>
                    <a:pt x="2805279" y="1430742"/>
                  </a:lnTo>
                  <a:lnTo>
                    <a:pt x="2804619" y="1430742"/>
                  </a:lnTo>
                  <a:lnTo>
                    <a:pt x="2803958" y="1430742"/>
                  </a:lnTo>
                  <a:lnTo>
                    <a:pt x="2803298" y="1430742"/>
                  </a:lnTo>
                  <a:lnTo>
                    <a:pt x="2802637" y="1430742"/>
                  </a:lnTo>
                  <a:lnTo>
                    <a:pt x="2801977" y="1430742"/>
                  </a:lnTo>
                  <a:lnTo>
                    <a:pt x="2801316" y="1430742"/>
                  </a:lnTo>
                  <a:lnTo>
                    <a:pt x="2800656" y="1430742"/>
                  </a:lnTo>
                  <a:lnTo>
                    <a:pt x="2799995" y="1430742"/>
                  </a:lnTo>
                  <a:lnTo>
                    <a:pt x="2799335" y="1430742"/>
                  </a:lnTo>
                  <a:lnTo>
                    <a:pt x="2798674" y="1430742"/>
                  </a:lnTo>
                  <a:lnTo>
                    <a:pt x="2798014" y="1430742"/>
                  </a:lnTo>
                  <a:lnTo>
                    <a:pt x="2797353" y="1430742"/>
                  </a:lnTo>
                  <a:lnTo>
                    <a:pt x="2796692" y="1430742"/>
                  </a:lnTo>
                  <a:lnTo>
                    <a:pt x="2796032" y="1430742"/>
                  </a:lnTo>
                  <a:lnTo>
                    <a:pt x="2795371" y="1430742"/>
                  </a:lnTo>
                  <a:lnTo>
                    <a:pt x="2794711" y="1430742"/>
                  </a:lnTo>
                  <a:lnTo>
                    <a:pt x="2794050" y="1430742"/>
                  </a:lnTo>
                  <a:lnTo>
                    <a:pt x="2793390" y="1430742"/>
                  </a:lnTo>
                  <a:lnTo>
                    <a:pt x="2792729" y="1430742"/>
                  </a:lnTo>
                  <a:lnTo>
                    <a:pt x="2792069" y="1430742"/>
                  </a:lnTo>
                  <a:lnTo>
                    <a:pt x="2791408" y="1430742"/>
                  </a:lnTo>
                  <a:lnTo>
                    <a:pt x="2790748" y="1430742"/>
                  </a:lnTo>
                  <a:lnTo>
                    <a:pt x="2790087" y="1430742"/>
                  </a:lnTo>
                  <a:lnTo>
                    <a:pt x="2789427" y="1430742"/>
                  </a:lnTo>
                  <a:lnTo>
                    <a:pt x="2788766" y="1430742"/>
                  </a:lnTo>
                  <a:lnTo>
                    <a:pt x="2788106" y="1430742"/>
                  </a:lnTo>
                  <a:lnTo>
                    <a:pt x="2787445" y="1430742"/>
                  </a:lnTo>
                  <a:lnTo>
                    <a:pt x="2786784" y="1430742"/>
                  </a:lnTo>
                  <a:lnTo>
                    <a:pt x="2786124" y="1430742"/>
                  </a:lnTo>
                  <a:lnTo>
                    <a:pt x="2785463" y="1430742"/>
                  </a:lnTo>
                  <a:lnTo>
                    <a:pt x="2784803" y="1430742"/>
                  </a:lnTo>
                  <a:lnTo>
                    <a:pt x="2784142" y="1430742"/>
                  </a:lnTo>
                  <a:lnTo>
                    <a:pt x="2783482" y="1430742"/>
                  </a:lnTo>
                  <a:lnTo>
                    <a:pt x="2782821" y="1430742"/>
                  </a:lnTo>
                  <a:lnTo>
                    <a:pt x="2782161" y="1430742"/>
                  </a:lnTo>
                  <a:lnTo>
                    <a:pt x="2781500" y="1430742"/>
                  </a:lnTo>
                  <a:lnTo>
                    <a:pt x="2780840" y="1430742"/>
                  </a:lnTo>
                  <a:lnTo>
                    <a:pt x="2780179" y="1430742"/>
                  </a:lnTo>
                  <a:lnTo>
                    <a:pt x="2779519" y="1430742"/>
                  </a:lnTo>
                  <a:lnTo>
                    <a:pt x="2778858" y="1430742"/>
                  </a:lnTo>
                  <a:lnTo>
                    <a:pt x="2778198" y="1430742"/>
                  </a:lnTo>
                  <a:lnTo>
                    <a:pt x="2777537" y="1430742"/>
                  </a:lnTo>
                  <a:lnTo>
                    <a:pt x="2776876" y="1430742"/>
                  </a:lnTo>
                  <a:lnTo>
                    <a:pt x="2776216" y="1430742"/>
                  </a:lnTo>
                  <a:lnTo>
                    <a:pt x="2775555" y="1430742"/>
                  </a:lnTo>
                  <a:lnTo>
                    <a:pt x="2774895" y="1430742"/>
                  </a:lnTo>
                  <a:lnTo>
                    <a:pt x="2774234" y="1430742"/>
                  </a:lnTo>
                  <a:lnTo>
                    <a:pt x="2773574" y="1430742"/>
                  </a:lnTo>
                  <a:lnTo>
                    <a:pt x="2772913" y="1430742"/>
                  </a:lnTo>
                  <a:lnTo>
                    <a:pt x="2772253" y="1430742"/>
                  </a:lnTo>
                  <a:lnTo>
                    <a:pt x="2771592" y="1430742"/>
                  </a:lnTo>
                  <a:lnTo>
                    <a:pt x="2770932" y="1430742"/>
                  </a:lnTo>
                  <a:lnTo>
                    <a:pt x="2770271" y="1430742"/>
                  </a:lnTo>
                  <a:lnTo>
                    <a:pt x="2769611" y="1430742"/>
                  </a:lnTo>
                  <a:lnTo>
                    <a:pt x="2768950" y="1430742"/>
                  </a:lnTo>
                  <a:lnTo>
                    <a:pt x="2768290" y="1430742"/>
                  </a:lnTo>
                  <a:lnTo>
                    <a:pt x="2767629" y="1430742"/>
                  </a:lnTo>
                  <a:lnTo>
                    <a:pt x="2766968" y="1430742"/>
                  </a:lnTo>
                  <a:lnTo>
                    <a:pt x="2766308" y="1430742"/>
                  </a:lnTo>
                  <a:lnTo>
                    <a:pt x="2765647" y="1430742"/>
                  </a:lnTo>
                  <a:lnTo>
                    <a:pt x="2764987" y="1430742"/>
                  </a:lnTo>
                  <a:lnTo>
                    <a:pt x="2764326" y="1430742"/>
                  </a:lnTo>
                  <a:lnTo>
                    <a:pt x="2763666" y="1430742"/>
                  </a:lnTo>
                  <a:lnTo>
                    <a:pt x="2763005" y="1430742"/>
                  </a:lnTo>
                  <a:lnTo>
                    <a:pt x="2762345" y="1430742"/>
                  </a:lnTo>
                  <a:lnTo>
                    <a:pt x="2761684" y="1430742"/>
                  </a:lnTo>
                  <a:lnTo>
                    <a:pt x="2761024" y="1430742"/>
                  </a:lnTo>
                  <a:lnTo>
                    <a:pt x="2760363" y="1430742"/>
                  </a:lnTo>
                  <a:lnTo>
                    <a:pt x="2759703" y="1430742"/>
                  </a:lnTo>
                  <a:lnTo>
                    <a:pt x="2759042" y="1430742"/>
                  </a:lnTo>
                  <a:lnTo>
                    <a:pt x="2758382" y="1430742"/>
                  </a:lnTo>
                  <a:lnTo>
                    <a:pt x="2757721" y="1430742"/>
                  </a:lnTo>
                  <a:lnTo>
                    <a:pt x="2757061" y="1430742"/>
                  </a:lnTo>
                  <a:lnTo>
                    <a:pt x="2756400" y="1430742"/>
                  </a:lnTo>
                  <a:lnTo>
                    <a:pt x="2755739" y="1430742"/>
                  </a:lnTo>
                  <a:lnTo>
                    <a:pt x="2755079" y="1430742"/>
                  </a:lnTo>
                  <a:lnTo>
                    <a:pt x="2754418" y="1430742"/>
                  </a:lnTo>
                  <a:lnTo>
                    <a:pt x="2753758" y="1430742"/>
                  </a:lnTo>
                  <a:lnTo>
                    <a:pt x="2753097" y="1430742"/>
                  </a:lnTo>
                  <a:lnTo>
                    <a:pt x="2752437" y="1430742"/>
                  </a:lnTo>
                  <a:lnTo>
                    <a:pt x="2751776" y="1430742"/>
                  </a:lnTo>
                  <a:lnTo>
                    <a:pt x="2751116" y="1430742"/>
                  </a:lnTo>
                  <a:lnTo>
                    <a:pt x="2750455" y="1430742"/>
                  </a:lnTo>
                  <a:lnTo>
                    <a:pt x="2749795" y="1430742"/>
                  </a:lnTo>
                  <a:lnTo>
                    <a:pt x="2749134" y="1430742"/>
                  </a:lnTo>
                  <a:lnTo>
                    <a:pt x="2748474" y="1430742"/>
                  </a:lnTo>
                  <a:lnTo>
                    <a:pt x="2747813" y="1430742"/>
                  </a:lnTo>
                  <a:lnTo>
                    <a:pt x="2747153" y="1430742"/>
                  </a:lnTo>
                  <a:lnTo>
                    <a:pt x="2746492" y="1430742"/>
                  </a:lnTo>
                  <a:lnTo>
                    <a:pt x="2745831" y="1430742"/>
                  </a:lnTo>
                  <a:lnTo>
                    <a:pt x="2745171" y="1430742"/>
                  </a:lnTo>
                  <a:lnTo>
                    <a:pt x="2744510" y="1430742"/>
                  </a:lnTo>
                  <a:lnTo>
                    <a:pt x="2743850" y="1430742"/>
                  </a:lnTo>
                  <a:lnTo>
                    <a:pt x="2743189" y="1430742"/>
                  </a:lnTo>
                  <a:lnTo>
                    <a:pt x="2742529" y="1430742"/>
                  </a:lnTo>
                  <a:lnTo>
                    <a:pt x="2741868" y="1430742"/>
                  </a:lnTo>
                  <a:lnTo>
                    <a:pt x="2741208" y="1430742"/>
                  </a:lnTo>
                  <a:lnTo>
                    <a:pt x="2740547" y="1430742"/>
                  </a:lnTo>
                  <a:lnTo>
                    <a:pt x="2739887" y="1430742"/>
                  </a:lnTo>
                  <a:lnTo>
                    <a:pt x="2739226" y="1430742"/>
                  </a:lnTo>
                  <a:lnTo>
                    <a:pt x="2738566" y="1430742"/>
                  </a:lnTo>
                  <a:lnTo>
                    <a:pt x="2737905" y="1430742"/>
                  </a:lnTo>
                  <a:lnTo>
                    <a:pt x="2737245" y="1430742"/>
                  </a:lnTo>
                  <a:lnTo>
                    <a:pt x="2736584" y="1430742"/>
                  </a:lnTo>
                  <a:lnTo>
                    <a:pt x="2735923" y="1430742"/>
                  </a:lnTo>
                  <a:lnTo>
                    <a:pt x="2735263" y="1430742"/>
                  </a:lnTo>
                  <a:lnTo>
                    <a:pt x="2734602" y="1430742"/>
                  </a:lnTo>
                  <a:lnTo>
                    <a:pt x="2733942" y="1430742"/>
                  </a:lnTo>
                  <a:lnTo>
                    <a:pt x="2733281" y="1430742"/>
                  </a:lnTo>
                  <a:lnTo>
                    <a:pt x="2732621" y="1430742"/>
                  </a:lnTo>
                  <a:lnTo>
                    <a:pt x="2731960" y="1430742"/>
                  </a:lnTo>
                  <a:lnTo>
                    <a:pt x="2731300" y="1430742"/>
                  </a:lnTo>
                  <a:lnTo>
                    <a:pt x="2730639" y="1430742"/>
                  </a:lnTo>
                  <a:lnTo>
                    <a:pt x="2729979" y="1430742"/>
                  </a:lnTo>
                  <a:lnTo>
                    <a:pt x="2729318" y="1430742"/>
                  </a:lnTo>
                  <a:lnTo>
                    <a:pt x="2728658" y="1430742"/>
                  </a:lnTo>
                  <a:lnTo>
                    <a:pt x="2727997" y="1430742"/>
                  </a:lnTo>
                  <a:lnTo>
                    <a:pt x="2727337" y="1430742"/>
                  </a:lnTo>
                  <a:lnTo>
                    <a:pt x="2726676" y="1430742"/>
                  </a:lnTo>
                  <a:lnTo>
                    <a:pt x="2726016" y="1430742"/>
                  </a:lnTo>
                  <a:lnTo>
                    <a:pt x="2725355" y="1430742"/>
                  </a:lnTo>
                  <a:lnTo>
                    <a:pt x="2724694" y="1430742"/>
                  </a:lnTo>
                  <a:lnTo>
                    <a:pt x="2724034" y="1430742"/>
                  </a:lnTo>
                  <a:lnTo>
                    <a:pt x="2723373" y="1430742"/>
                  </a:lnTo>
                  <a:lnTo>
                    <a:pt x="2722713" y="1430742"/>
                  </a:lnTo>
                  <a:lnTo>
                    <a:pt x="2722052" y="1430742"/>
                  </a:lnTo>
                  <a:lnTo>
                    <a:pt x="2721392" y="1430742"/>
                  </a:lnTo>
                  <a:lnTo>
                    <a:pt x="2720731" y="1430742"/>
                  </a:lnTo>
                  <a:lnTo>
                    <a:pt x="2720071" y="1430742"/>
                  </a:lnTo>
                  <a:lnTo>
                    <a:pt x="2719410" y="1430742"/>
                  </a:lnTo>
                  <a:lnTo>
                    <a:pt x="2718750" y="1430742"/>
                  </a:lnTo>
                  <a:lnTo>
                    <a:pt x="2718089" y="1430742"/>
                  </a:lnTo>
                  <a:lnTo>
                    <a:pt x="2717429" y="1430742"/>
                  </a:lnTo>
                  <a:lnTo>
                    <a:pt x="2716768" y="1430742"/>
                  </a:lnTo>
                  <a:lnTo>
                    <a:pt x="2716108" y="1430742"/>
                  </a:lnTo>
                  <a:lnTo>
                    <a:pt x="2715447" y="1430742"/>
                  </a:lnTo>
                  <a:lnTo>
                    <a:pt x="2714786" y="1430742"/>
                  </a:lnTo>
                  <a:lnTo>
                    <a:pt x="2714126" y="1430742"/>
                  </a:lnTo>
                  <a:lnTo>
                    <a:pt x="2713465" y="1430742"/>
                  </a:lnTo>
                  <a:lnTo>
                    <a:pt x="2712805" y="1430742"/>
                  </a:lnTo>
                  <a:lnTo>
                    <a:pt x="2712144" y="1430742"/>
                  </a:lnTo>
                  <a:lnTo>
                    <a:pt x="2711484" y="1430742"/>
                  </a:lnTo>
                  <a:lnTo>
                    <a:pt x="2710823" y="1430742"/>
                  </a:lnTo>
                  <a:lnTo>
                    <a:pt x="2710163" y="1430742"/>
                  </a:lnTo>
                  <a:lnTo>
                    <a:pt x="2709502" y="1430742"/>
                  </a:lnTo>
                  <a:lnTo>
                    <a:pt x="2708842" y="1430742"/>
                  </a:lnTo>
                  <a:lnTo>
                    <a:pt x="2708181" y="1430742"/>
                  </a:lnTo>
                  <a:lnTo>
                    <a:pt x="2707521" y="1430742"/>
                  </a:lnTo>
                  <a:lnTo>
                    <a:pt x="2706860" y="1430742"/>
                  </a:lnTo>
                  <a:lnTo>
                    <a:pt x="2706200" y="1430742"/>
                  </a:lnTo>
                  <a:lnTo>
                    <a:pt x="2705539" y="1430742"/>
                  </a:lnTo>
                  <a:lnTo>
                    <a:pt x="2704878" y="1430742"/>
                  </a:lnTo>
                  <a:lnTo>
                    <a:pt x="2704218" y="1430742"/>
                  </a:lnTo>
                  <a:lnTo>
                    <a:pt x="2703557" y="1430742"/>
                  </a:lnTo>
                  <a:lnTo>
                    <a:pt x="2702897" y="1430742"/>
                  </a:lnTo>
                  <a:lnTo>
                    <a:pt x="2702236" y="1430742"/>
                  </a:lnTo>
                  <a:lnTo>
                    <a:pt x="2701576" y="1430742"/>
                  </a:lnTo>
                  <a:lnTo>
                    <a:pt x="2700915" y="1430742"/>
                  </a:lnTo>
                  <a:lnTo>
                    <a:pt x="2700255" y="1430742"/>
                  </a:lnTo>
                  <a:lnTo>
                    <a:pt x="2699594" y="1430742"/>
                  </a:lnTo>
                  <a:lnTo>
                    <a:pt x="2698934" y="1430742"/>
                  </a:lnTo>
                  <a:lnTo>
                    <a:pt x="2698273" y="1430742"/>
                  </a:lnTo>
                  <a:lnTo>
                    <a:pt x="2697613" y="1430742"/>
                  </a:lnTo>
                  <a:lnTo>
                    <a:pt x="2696952" y="1430742"/>
                  </a:lnTo>
                  <a:lnTo>
                    <a:pt x="2696292" y="1430742"/>
                  </a:lnTo>
                  <a:lnTo>
                    <a:pt x="2695631" y="1430742"/>
                  </a:lnTo>
                  <a:lnTo>
                    <a:pt x="2694970" y="1430742"/>
                  </a:lnTo>
                  <a:lnTo>
                    <a:pt x="2694310" y="1430742"/>
                  </a:lnTo>
                  <a:lnTo>
                    <a:pt x="2693649" y="1430742"/>
                  </a:lnTo>
                  <a:lnTo>
                    <a:pt x="2692989" y="1430742"/>
                  </a:lnTo>
                  <a:lnTo>
                    <a:pt x="2692328" y="1430742"/>
                  </a:lnTo>
                  <a:lnTo>
                    <a:pt x="2691668" y="1430742"/>
                  </a:lnTo>
                  <a:lnTo>
                    <a:pt x="2691007" y="1430742"/>
                  </a:lnTo>
                  <a:lnTo>
                    <a:pt x="2690347" y="1430742"/>
                  </a:lnTo>
                  <a:lnTo>
                    <a:pt x="2689686" y="1430742"/>
                  </a:lnTo>
                  <a:lnTo>
                    <a:pt x="2689026" y="1430742"/>
                  </a:lnTo>
                  <a:lnTo>
                    <a:pt x="2688365" y="1430742"/>
                  </a:lnTo>
                  <a:lnTo>
                    <a:pt x="2687705" y="1430742"/>
                  </a:lnTo>
                  <a:lnTo>
                    <a:pt x="2687044" y="1430742"/>
                  </a:lnTo>
                  <a:lnTo>
                    <a:pt x="2686384" y="1430742"/>
                  </a:lnTo>
                  <a:lnTo>
                    <a:pt x="2685723" y="1430742"/>
                  </a:lnTo>
                  <a:lnTo>
                    <a:pt x="2685063" y="1430742"/>
                  </a:lnTo>
                  <a:lnTo>
                    <a:pt x="2684402" y="1430742"/>
                  </a:lnTo>
                  <a:lnTo>
                    <a:pt x="2683741" y="1430742"/>
                  </a:lnTo>
                  <a:lnTo>
                    <a:pt x="2683081" y="1430742"/>
                  </a:lnTo>
                  <a:lnTo>
                    <a:pt x="2682420" y="1430742"/>
                  </a:lnTo>
                  <a:lnTo>
                    <a:pt x="2681760" y="1430742"/>
                  </a:lnTo>
                  <a:lnTo>
                    <a:pt x="2681099" y="1430742"/>
                  </a:lnTo>
                  <a:lnTo>
                    <a:pt x="2680439" y="1430742"/>
                  </a:lnTo>
                  <a:lnTo>
                    <a:pt x="2679778" y="1430742"/>
                  </a:lnTo>
                  <a:lnTo>
                    <a:pt x="2679118" y="1430742"/>
                  </a:lnTo>
                  <a:lnTo>
                    <a:pt x="2678457" y="1430742"/>
                  </a:lnTo>
                  <a:lnTo>
                    <a:pt x="2677797" y="1430742"/>
                  </a:lnTo>
                  <a:lnTo>
                    <a:pt x="2677136" y="1430742"/>
                  </a:lnTo>
                  <a:lnTo>
                    <a:pt x="2676476" y="1430742"/>
                  </a:lnTo>
                  <a:lnTo>
                    <a:pt x="2675815" y="1430742"/>
                  </a:lnTo>
                  <a:lnTo>
                    <a:pt x="2675155" y="1430742"/>
                  </a:lnTo>
                  <a:lnTo>
                    <a:pt x="2674494" y="1430742"/>
                  </a:lnTo>
                  <a:lnTo>
                    <a:pt x="2673833" y="1430742"/>
                  </a:lnTo>
                  <a:lnTo>
                    <a:pt x="2673173" y="1430742"/>
                  </a:lnTo>
                  <a:lnTo>
                    <a:pt x="2672512" y="1430742"/>
                  </a:lnTo>
                  <a:lnTo>
                    <a:pt x="2671852" y="1430742"/>
                  </a:lnTo>
                  <a:lnTo>
                    <a:pt x="2671191" y="1430742"/>
                  </a:lnTo>
                  <a:lnTo>
                    <a:pt x="2670531" y="1430742"/>
                  </a:lnTo>
                  <a:lnTo>
                    <a:pt x="2669870" y="1430742"/>
                  </a:lnTo>
                  <a:lnTo>
                    <a:pt x="2669210" y="1430742"/>
                  </a:lnTo>
                  <a:lnTo>
                    <a:pt x="2668549" y="1430742"/>
                  </a:lnTo>
                  <a:lnTo>
                    <a:pt x="2667889" y="1430742"/>
                  </a:lnTo>
                  <a:lnTo>
                    <a:pt x="2667228" y="1430742"/>
                  </a:lnTo>
                  <a:lnTo>
                    <a:pt x="2666568" y="1430742"/>
                  </a:lnTo>
                  <a:lnTo>
                    <a:pt x="2665907" y="1430742"/>
                  </a:lnTo>
                  <a:lnTo>
                    <a:pt x="2665247" y="1430742"/>
                  </a:lnTo>
                  <a:lnTo>
                    <a:pt x="2664586" y="1430742"/>
                  </a:lnTo>
                  <a:lnTo>
                    <a:pt x="2663925" y="1430742"/>
                  </a:lnTo>
                  <a:lnTo>
                    <a:pt x="2663265" y="1430742"/>
                  </a:lnTo>
                  <a:lnTo>
                    <a:pt x="2662604" y="1430742"/>
                  </a:lnTo>
                  <a:lnTo>
                    <a:pt x="2661944" y="1430742"/>
                  </a:lnTo>
                  <a:lnTo>
                    <a:pt x="2661283" y="1430742"/>
                  </a:lnTo>
                  <a:lnTo>
                    <a:pt x="2660623" y="1430742"/>
                  </a:lnTo>
                  <a:lnTo>
                    <a:pt x="2659962" y="1430742"/>
                  </a:lnTo>
                  <a:lnTo>
                    <a:pt x="2659302" y="1430742"/>
                  </a:lnTo>
                  <a:lnTo>
                    <a:pt x="2658641" y="1430742"/>
                  </a:lnTo>
                  <a:lnTo>
                    <a:pt x="2657981" y="1430742"/>
                  </a:lnTo>
                  <a:lnTo>
                    <a:pt x="2657320" y="1430742"/>
                  </a:lnTo>
                  <a:lnTo>
                    <a:pt x="2656660" y="1430742"/>
                  </a:lnTo>
                  <a:lnTo>
                    <a:pt x="2655999" y="1430742"/>
                  </a:lnTo>
                  <a:lnTo>
                    <a:pt x="2655339" y="1430742"/>
                  </a:lnTo>
                  <a:lnTo>
                    <a:pt x="2654678" y="1430742"/>
                  </a:lnTo>
                  <a:lnTo>
                    <a:pt x="2654018" y="1430742"/>
                  </a:lnTo>
                  <a:lnTo>
                    <a:pt x="2653357" y="1430742"/>
                  </a:lnTo>
                  <a:lnTo>
                    <a:pt x="2652696" y="1430742"/>
                  </a:lnTo>
                  <a:lnTo>
                    <a:pt x="2652036" y="1430742"/>
                  </a:lnTo>
                  <a:lnTo>
                    <a:pt x="2651375" y="1430742"/>
                  </a:lnTo>
                  <a:lnTo>
                    <a:pt x="2650715" y="1430742"/>
                  </a:lnTo>
                  <a:lnTo>
                    <a:pt x="2650054" y="1430742"/>
                  </a:lnTo>
                  <a:lnTo>
                    <a:pt x="2649394" y="1430742"/>
                  </a:lnTo>
                  <a:lnTo>
                    <a:pt x="2648733" y="1430742"/>
                  </a:lnTo>
                  <a:lnTo>
                    <a:pt x="2648073" y="1430742"/>
                  </a:lnTo>
                  <a:lnTo>
                    <a:pt x="2647412" y="1430742"/>
                  </a:lnTo>
                  <a:lnTo>
                    <a:pt x="2646752" y="1430742"/>
                  </a:lnTo>
                  <a:lnTo>
                    <a:pt x="2646091" y="1430742"/>
                  </a:lnTo>
                  <a:lnTo>
                    <a:pt x="2645431" y="1430742"/>
                  </a:lnTo>
                  <a:lnTo>
                    <a:pt x="2644770" y="1430742"/>
                  </a:lnTo>
                  <a:lnTo>
                    <a:pt x="2644110" y="1430742"/>
                  </a:lnTo>
                  <a:lnTo>
                    <a:pt x="2643449" y="1430742"/>
                  </a:lnTo>
                  <a:lnTo>
                    <a:pt x="2642788" y="1430742"/>
                  </a:lnTo>
                  <a:lnTo>
                    <a:pt x="2642128" y="1430742"/>
                  </a:lnTo>
                  <a:lnTo>
                    <a:pt x="2641467" y="1430742"/>
                  </a:lnTo>
                  <a:lnTo>
                    <a:pt x="2640807" y="1430742"/>
                  </a:lnTo>
                  <a:lnTo>
                    <a:pt x="2640146" y="1430742"/>
                  </a:lnTo>
                  <a:lnTo>
                    <a:pt x="2639486" y="1430742"/>
                  </a:lnTo>
                  <a:lnTo>
                    <a:pt x="2638825" y="1430742"/>
                  </a:lnTo>
                  <a:lnTo>
                    <a:pt x="2638165" y="1430742"/>
                  </a:lnTo>
                  <a:lnTo>
                    <a:pt x="2637504" y="1430742"/>
                  </a:lnTo>
                  <a:lnTo>
                    <a:pt x="2636844" y="1430742"/>
                  </a:lnTo>
                  <a:lnTo>
                    <a:pt x="2636183" y="1430742"/>
                  </a:lnTo>
                  <a:lnTo>
                    <a:pt x="2635523" y="1430742"/>
                  </a:lnTo>
                  <a:lnTo>
                    <a:pt x="2634862" y="1430742"/>
                  </a:lnTo>
                  <a:lnTo>
                    <a:pt x="2634202" y="1430742"/>
                  </a:lnTo>
                  <a:lnTo>
                    <a:pt x="2633541" y="1430742"/>
                  </a:lnTo>
                  <a:lnTo>
                    <a:pt x="2632880" y="1430742"/>
                  </a:lnTo>
                  <a:lnTo>
                    <a:pt x="2632220" y="1430742"/>
                  </a:lnTo>
                  <a:lnTo>
                    <a:pt x="2631559" y="1430742"/>
                  </a:lnTo>
                  <a:lnTo>
                    <a:pt x="2630899" y="1430742"/>
                  </a:lnTo>
                  <a:lnTo>
                    <a:pt x="2630238" y="1430742"/>
                  </a:lnTo>
                  <a:lnTo>
                    <a:pt x="2629578" y="1430742"/>
                  </a:lnTo>
                  <a:lnTo>
                    <a:pt x="2628917" y="1430742"/>
                  </a:lnTo>
                  <a:lnTo>
                    <a:pt x="2628257" y="1430742"/>
                  </a:lnTo>
                  <a:lnTo>
                    <a:pt x="2627596" y="1430742"/>
                  </a:lnTo>
                  <a:lnTo>
                    <a:pt x="2626936" y="1430742"/>
                  </a:lnTo>
                  <a:lnTo>
                    <a:pt x="2626275" y="1430742"/>
                  </a:lnTo>
                  <a:lnTo>
                    <a:pt x="2625615" y="1430742"/>
                  </a:lnTo>
                  <a:lnTo>
                    <a:pt x="2624954" y="1430742"/>
                  </a:lnTo>
                  <a:lnTo>
                    <a:pt x="2624294" y="1430742"/>
                  </a:lnTo>
                  <a:lnTo>
                    <a:pt x="2623633" y="1430742"/>
                  </a:lnTo>
                  <a:lnTo>
                    <a:pt x="2622972" y="1430742"/>
                  </a:lnTo>
                  <a:lnTo>
                    <a:pt x="2622312" y="1430742"/>
                  </a:lnTo>
                  <a:lnTo>
                    <a:pt x="2621651" y="1430742"/>
                  </a:lnTo>
                  <a:lnTo>
                    <a:pt x="2620991" y="1430742"/>
                  </a:lnTo>
                  <a:lnTo>
                    <a:pt x="2620330" y="1430742"/>
                  </a:lnTo>
                  <a:lnTo>
                    <a:pt x="2619670" y="1430742"/>
                  </a:lnTo>
                  <a:lnTo>
                    <a:pt x="2619009" y="1430742"/>
                  </a:lnTo>
                  <a:lnTo>
                    <a:pt x="2618349" y="1430742"/>
                  </a:lnTo>
                  <a:lnTo>
                    <a:pt x="2617688" y="1430742"/>
                  </a:lnTo>
                  <a:lnTo>
                    <a:pt x="2617028" y="1430742"/>
                  </a:lnTo>
                  <a:lnTo>
                    <a:pt x="2616367" y="1430742"/>
                  </a:lnTo>
                  <a:lnTo>
                    <a:pt x="2615707" y="1430742"/>
                  </a:lnTo>
                  <a:lnTo>
                    <a:pt x="2615046" y="1430742"/>
                  </a:lnTo>
                  <a:lnTo>
                    <a:pt x="2614386" y="1430742"/>
                  </a:lnTo>
                  <a:lnTo>
                    <a:pt x="2613725" y="1430742"/>
                  </a:lnTo>
                  <a:lnTo>
                    <a:pt x="2613065" y="1430742"/>
                  </a:lnTo>
                  <a:lnTo>
                    <a:pt x="2612404" y="1430742"/>
                  </a:lnTo>
                  <a:lnTo>
                    <a:pt x="2611743" y="1430742"/>
                  </a:lnTo>
                  <a:lnTo>
                    <a:pt x="2611083" y="1430742"/>
                  </a:lnTo>
                  <a:lnTo>
                    <a:pt x="2610422" y="1430742"/>
                  </a:lnTo>
                  <a:lnTo>
                    <a:pt x="2609762" y="1430742"/>
                  </a:lnTo>
                  <a:lnTo>
                    <a:pt x="2609101" y="1430742"/>
                  </a:lnTo>
                  <a:lnTo>
                    <a:pt x="2608441" y="1430742"/>
                  </a:lnTo>
                  <a:lnTo>
                    <a:pt x="2607780" y="1430742"/>
                  </a:lnTo>
                  <a:lnTo>
                    <a:pt x="2607120" y="1430742"/>
                  </a:lnTo>
                  <a:lnTo>
                    <a:pt x="2606459" y="1430742"/>
                  </a:lnTo>
                  <a:lnTo>
                    <a:pt x="2605799" y="1430742"/>
                  </a:lnTo>
                  <a:lnTo>
                    <a:pt x="2605138" y="1430742"/>
                  </a:lnTo>
                  <a:lnTo>
                    <a:pt x="2604478" y="1430742"/>
                  </a:lnTo>
                  <a:lnTo>
                    <a:pt x="2603817" y="1430742"/>
                  </a:lnTo>
                  <a:lnTo>
                    <a:pt x="2603157" y="1430742"/>
                  </a:lnTo>
                  <a:lnTo>
                    <a:pt x="2602496" y="1430742"/>
                  </a:lnTo>
                  <a:lnTo>
                    <a:pt x="2601835" y="1430742"/>
                  </a:lnTo>
                  <a:lnTo>
                    <a:pt x="2601175" y="1430742"/>
                  </a:lnTo>
                  <a:lnTo>
                    <a:pt x="2600514" y="1430742"/>
                  </a:lnTo>
                  <a:lnTo>
                    <a:pt x="2599854" y="1430742"/>
                  </a:lnTo>
                  <a:lnTo>
                    <a:pt x="2599193" y="1430742"/>
                  </a:lnTo>
                  <a:lnTo>
                    <a:pt x="2598533" y="1430742"/>
                  </a:lnTo>
                  <a:lnTo>
                    <a:pt x="2597872" y="1430742"/>
                  </a:lnTo>
                  <a:lnTo>
                    <a:pt x="2597212" y="1430742"/>
                  </a:lnTo>
                  <a:lnTo>
                    <a:pt x="2596551" y="1430742"/>
                  </a:lnTo>
                  <a:lnTo>
                    <a:pt x="2595891" y="1430742"/>
                  </a:lnTo>
                  <a:lnTo>
                    <a:pt x="2595230" y="1430742"/>
                  </a:lnTo>
                  <a:lnTo>
                    <a:pt x="2594570" y="1430742"/>
                  </a:lnTo>
                  <a:lnTo>
                    <a:pt x="2593909" y="1430742"/>
                  </a:lnTo>
                  <a:lnTo>
                    <a:pt x="2593249" y="1430742"/>
                  </a:lnTo>
                  <a:lnTo>
                    <a:pt x="2592588" y="1430742"/>
                  </a:lnTo>
                  <a:lnTo>
                    <a:pt x="2591927" y="1430742"/>
                  </a:lnTo>
                  <a:lnTo>
                    <a:pt x="2591267" y="1430742"/>
                  </a:lnTo>
                  <a:lnTo>
                    <a:pt x="2590606" y="1430742"/>
                  </a:lnTo>
                  <a:lnTo>
                    <a:pt x="2589946" y="1430742"/>
                  </a:lnTo>
                  <a:lnTo>
                    <a:pt x="2589285" y="1430742"/>
                  </a:lnTo>
                  <a:lnTo>
                    <a:pt x="2588625" y="1430742"/>
                  </a:lnTo>
                  <a:lnTo>
                    <a:pt x="2587964" y="1430742"/>
                  </a:lnTo>
                  <a:lnTo>
                    <a:pt x="2587304" y="1430742"/>
                  </a:lnTo>
                  <a:lnTo>
                    <a:pt x="2586643" y="1430742"/>
                  </a:lnTo>
                  <a:lnTo>
                    <a:pt x="2585983" y="1430742"/>
                  </a:lnTo>
                  <a:lnTo>
                    <a:pt x="2585322" y="1430742"/>
                  </a:lnTo>
                  <a:lnTo>
                    <a:pt x="2584662" y="1430742"/>
                  </a:lnTo>
                  <a:lnTo>
                    <a:pt x="2584001" y="1430742"/>
                  </a:lnTo>
                  <a:lnTo>
                    <a:pt x="2583341" y="1430742"/>
                  </a:lnTo>
                  <a:lnTo>
                    <a:pt x="2582680" y="1430742"/>
                  </a:lnTo>
                  <a:lnTo>
                    <a:pt x="2582020" y="1430742"/>
                  </a:lnTo>
                  <a:lnTo>
                    <a:pt x="2581359" y="1430742"/>
                  </a:lnTo>
                  <a:lnTo>
                    <a:pt x="2580698" y="1430742"/>
                  </a:lnTo>
                  <a:lnTo>
                    <a:pt x="2580038" y="1430742"/>
                  </a:lnTo>
                  <a:lnTo>
                    <a:pt x="2579377" y="1430742"/>
                  </a:lnTo>
                  <a:lnTo>
                    <a:pt x="2578717" y="1430742"/>
                  </a:lnTo>
                  <a:lnTo>
                    <a:pt x="2578056" y="1430742"/>
                  </a:lnTo>
                  <a:lnTo>
                    <a:pt x="2577396" y="1430742"/>
                  </a:lnTo>
                  <a:lnTo>
                    <a:pt x="2576735" y="1430742"/>
                  </a:lnTo>
                  <a:lnTo>
                    <a:pt x="2576075" y="1430742"/>
                  </a:lnTo>
                  <a:lnTo>
                    <a:pt x="2575414" y="1430742"/>
                  </a:lnTo>
                  <a:lnTo>
                    <a:pt x="2574754" y="1430742"/>
                  </a:lnTo>
                  <a:lnTo>
                    <a:pt x="2574093" y="1430742"/>
                  </a:lnTo>
                  <a:lnTo>
                    <a:pt x="2573433" y="1430742"/>
                  </a:lnTo>
                  <a:lnTo>
                    <a:pt x="2572772" y="1430742"/>
                  </a:lnTo>
                  <a:lnTo>
                    <a:pt x="2572112" y="1430742"/>
                  </a:lnTo>
                  <a:lnTo>
                    <a:pt x="2571451" y="1430742"/>
                  </a:lnTo>
                  <a:lnTo>
                    <a:pt x="2570790" y="1430742"/>
                  </a:lnTo>
                  <a:lnTo>
                    <a:pt x="2570130" y="1430742"/>
                  </a:lnTo>
                  <a:lnTo>
                    <a:pt x="2569469" y="1430742"/>
                  </a:lnTo>
                  <a:lnTo>
                    <a:pt x="2568809" y="1430742"/>
                  </a:lnTo>
                  <a:lnTo>
                    <a:pt x="2568148" y="1430742"/>
                  </a:lnTo>
                  <a:lnTo>
                    <a:pt x="2567488" y="1430742"/>
                  </a:lnTo>
                  <a:lnTo>
                    <a:pt x="2566827" y="1430742"/>
                  </a:lnTo>
                  <a:lnTo>
                    <a:pt x="2566167" y="1430742"/>
                  </a:lnTo>
                  <a:lnTo>
                    <a:pt x="2565506" y="1430742"/>
                  </a:lnTo>
                  <a:lnTo>
                    <a:pt x="2564846" y="1430742"/>
                  </a:lnTo>
                  <a:lnTo>
                    <a:pt x="2564185" y="1430742"/>
                  </a:lnTo>
                  <a:lnTo>
                    <a:pt x="2563525" y="1430742"/>
                  </a:lnTo>
                  <a:lnTo>
                    <a:pt x="2562864" y="1430742"/>
                  </a:lnTo>
                  <a:lnTo>
                    <a:pt x="2562204" y="1430742"/>
                  </a:lnTo>
                  <a:lnTo>
                    <a:pt x="2561543" y="1430742"/>
                  </a:lnTo>
                  <a:lnTo>
                    <a:pt x="2560882" y="1430742"/>
                  </a:lnTo>
                  <a:lnTo>
                    <a:pt x="2560222" y="1430742"/>
                  </a:lnTo>
                  <a:lnTo>
                    <a:pt x="2559561" y="1430742"/>
                  </a:lnTo>
                  <a:lnTo>
                    <a:pt x="2558901" y="1430742"/>
                  </a:lnTo>
                  <a:lnTo>
                    <a:pt x="2558240" y="1430742"/>
                  </a:lnTo>
                  <a:lnTo>
                    <a:pt x="2557580" y="1430742"/>
                  </a:lnTo>
                  <a:lnTo>
                    <a:pt x="2556919" y="1430742"/>
                  </a:lnTo>
                  <a:lnTo>
                    <a:pt x="2556259" y="1430742"/>
                  </a:lnTo>
                  <a:lnTo>
                    <a:pt x="2555598" y="1430742"/>
                  </a:lnTo>
                  <a:lnTo>
                    <a:pt x="2554938" y="1430742"/>
                  </a:lnTo>
                  <a:lnTo>
                    <a:pt x="2554277" y="1430742"/>
                  </a:lnTo>
                  <a:lnTo>
                    <a:pt x="2553617" y="1430742"/>
                  </a:lnTo>
                  <a:lnTo>
                    <a:pt x="2552956" y="1430742"/>
                  </a:lnTo>
                  <a:lnTo>
                    <a:pt x="2552296" y="1430742"/>
                  </a:lnTo>
                  <a:lnTo>
                    <a:pt x="2551635" y="1430742"/>
                  </a:lnTo>
                  <a:lnTo>
                    <a:pt x="2550974" y="1430742"/>
                  </a:lnTo>
                  <a:lnTo>
                    <a:pt x="2550314" y="1430742"/>
                  </a:lnTo>
                  <a:lnTo>
                    <a:pt x="2549653" y="1430742"/>
                  </a:lnTo>
                  <a:lnTo>
                    <a:pt x="2548993" y="1430742"/>
                  </a:lnTo>
                  <a:lnTo>
                    <a:pt x="2548332" y="1430742"/>
                  </a:lnTo>
                  <a:lnTo>
                    <a:pt x="2547672" y="1430742"/>
                  </a:lnTo>
                  <a:lnTo>
                    <a:pt x="2547011" y="1430742"/>
                  </a:lnTo>
                  <a:lnTo>
                    <a:pt x="2546351" y="1430742"/>
                  </a:lnTo>
                  <a:lnTo>
                    <a:pt x="2545690" y="1430742"/>
                  </a:lnTo>
                  <a:lnTo>
                    <a:pt x="2545030" y="1430742"/>
                  </a:lnTo>
                  <a:lnTo>
                    <a:pt x="2544369" y="1430742"/>
                  </a:lnTo>
                  <a:lnTo>
                    <a:pt x="2543709" y="1430742"/>
                  </a:lnTo>
                  <a:lnTo>
                    <a:pt x="2543048" y="1430742"/>
                  </a:lnTo>
                  <a:lnTo>
                    <a:pt x="2542388" y="1430742"/>
                  </a:lnTo>
                  <a:lnTo>
                    <a:pt x="2541727" y="1430742"/>
                  </a:lnTo>
                  <a:lnTo>
                    <a:pt x="2541067" y="1430742"/>
                  </a:lnTo>
                  <a:lnTo>
                    <a:pt x="2540406" y="1430742"/>
                  </a:lnTo>
                  <a:lnTo>
                    <a:pt x="2539745" y="1430742"/>
                  </a:lnTo>
                  <a:lnTo>
                    <a:pt x="2539085" y="1430742"/>
                  </a:lnTo>
                  <a:lnTo>
                    <a:pt x="2538424" y="1430742"/>
                  </a:lnTo>
                  <a:lnTo>
                    <a:pt x="2537764" y="1430742"/>
                  </a:lnTo>
                  <a:lnTo>
                    <a:pt x="2537103" y="1430742"/>
                  </a:lnTo>
                  <a:lnTo>
                    <a:pt x="2536443" y="1430742"/>
                  </a:lnTo>
                  <a:lnTo>
                    <a:pt x="2535782" y="1430742"/>
                  </a:lnTo>
                  <a:lnTo>
                    <a:pt x="2535122" y="1430742"/>
                  </a:lnTo>
                  <a:lnTo>
                    <a:pt x="2534461" y="1430742"/>
                  </a:lnTo>
                  <a:lnTo>
                    <a:pt x="2533801" y="1430742"/>
                  </a:lnTo>
                  <a:lnTo>
                    <a:pt x="2533140" y="1430742"/>
                  </a:lnTo>
                  <a:lnTo>
                    <a:pt x="2532480" y="1430742"/>
                  </a:lnTo>
                  <a:lnTo>
                    <a:pt x="2531819" y="1430742"/>
                  </a:lnTo>
                  <a:lnTo>
                    <a:pt x="2531159" y="1430742"/>
                  </a:lnTo>
                  <a:lnTo>
                    <a:pt x="2530498" y="1430742"/>
                  </a:lnTo>
                  <a:lnTo>
                    <a:pt x="2529837" y="1430742"/>
                  </a:lnTo>
                  <a:lnTo>
                    <a:pt x="2529177" y="1430742"/>
                  </a:lnTo>
                  <a:lnTo>
                    <a:pt x="2528516" y="1430742"/>
                  </a:lnTo>
                  <a:lnTo>
                    <a:pt x="2527856" y="1430742"/>
                  </a:lnTo>
                  <a:lnTo>
                    <a:pt x="2527195" y="1430742"/>
                  </a:lnTo>
                  <a:lnTo>
                    <a:pt x="2526535" y="1430742"/>
                  </a:lnTo>
                  <a:lnTo>
                    <a:pt x="2525874" y="1430742"/>
                  </a:lnTo>
                  <a:lnTo>
                    <a:pt x="2525214" y="1430742"/>
                  </a:lnTo>
                  <a:lnTo>
                    <a:pt x="2524553" y="1430742"/>
                  </a:lnTo>
                  <a:lnTo>
                    <a:pt x="2523893" y="1430742"/>
                  </a:lnTo>
                  <a:lnTo>
                    <a:pt x="2523232" y="1430742"/>
                  </a:lnTo>
                  <a:lnTo>
                    <a:pt x="2522572" y="1430742"/>
                  </a:lnTo>
                  <a:lnTo>
                    <a:pt x="2521911" y="1430742"/>
                  </a:lnTo>
                  <a:lnTo>
                    <a:pt x="2521251" y="1430742"/>
                  </a:lnTo>
                  <a:lnTo>
                    <a:pt x="2520590" y="1430742"/>
                  </a:lnTo>
                  <a:lnTo>
                    <a:pt x="2519929" y="1430742"/>
                  </a:lnTo>
                  <a:lnTo>
                    <a:pt x="2519269" y="1430742"/>
                  </a:lnTo>
                  <a:lnTo>
                    <a:pt x="2518608" y="1430742"/>
                  </a:lnTo>
                  <a:lnTo>
                    <a:pt x="2517948" y="1430742"/>
                  </a:lnTo>
                  <a:lnTo>
                    <a:pt x="2517287" y="1430742"/>
                  </a:lnTo>
                  <a:lnTo>
                    <a:pt x="2516627" y="1430742"/>
                  </a:lnTo>
                  <a:lnTo>
                    <a:pt x="2515966" y="1430742"/>
                  </a:lnTo>
                  <a:lnTo>
                    <a:pt x="2515306" y="1430742"/>
                  </a:lnTo>
                  <a:lnTo>
                    <a:pt x="2514645" y="1430742"/>
                  </a:lnTo>
                  <a:lnTo>
                    <a:pt x="2513985" y="1430742"/>
                  </a:lnTo>
                  <a:lnTo>
                    <a:pt x="2513324" y="1430742"/>
                  </a:lnTo>
                  <a:lnTo>
                    <a:pt x="2512664" y="1430742"/>
                  </a:lnTo>
                  <a:lnTo>
                    <a:pt x="2512003" y="1430742"/>
                  </a:lnTo>
                  <a:lnTo>
                    <a:pt x="2511343" y="1430742"/>
                  </a:lnTo>
                  <a:lnTo>
                    <a:pt x="2510682" y="1430742"/>
                  </a:lnTo>
                  <a:lnTo>
                    <a:pt x="2510022" y="1430742"/>
                  </a:lnTo>
                  <a:lnTo>
                    <a:pt x="2509361" y="1430742"/>
                  </a:lnTo>
                  <a:lnTo>
                    <a:pt x="2508700" y="1430742"/>
                  </a:lnTo>
                  <a:lnTo>
                    <a:pt x="2508040" y="1430742"/>
                  </a:lnTo>
                  <a:lnTo>
                    <a:pt x="2507379" y="1430742"/>
                  </a:lnTo>
                  <a:lnTo>
                    <a:pt x="2506719" y="1430742"/>
                  </a:lnTo>
                  <a:lnTo>
                    <a:pt x="2506058" y="1430742"/>
                  </a:lnTo>
                  <a:lnTo>
                    <a:pt x="2505398" y="1430742"/>
                  </a:lnTo>
                  <a:lnTo>
                    <a:pt x="2504737" y="1430742"/>
                  </a:lnTo>
                  <a:lnTo>
                    <a:pt x="2504077" y="1430742"/>
                  </a:lnTo>
                  <a:lnTo>
                    <a:pt x="2503416" y="1430742"/>
                  </a:lnTo>
                  <a:lnTo>
                    <a:pt x="2502756" y="1430742"/>
                  </a:lnTo>
                  <a:lnTo>
                    <a:pt x="2502095" y="1430742"/>
                  </a:lnTo>
                  <a:lnTo>
                    <a:pt x="2501435" y="1430742"/>
                  </a:lnTo>
                  <a:lnTo>
                    <a:pt x="2500774" y="1430742"/>
                  </a:lnTo>
                  <a:lnTo>
                    <a:pt x="2500114" y="1430742"/>
                  </a:lnTo>
                  <a:lnTo>
                    <a:pt x="2499453" y="1430742"/>
                  </a:lnTo>
                  <a:lnTo>
                    <a:pt x="2498792" y="1430742"/>
                  </a:lnTo>
                  <a:lnTo>
                    <a:pt x="2498132" y="1430742"/>
                  </a:lnTo>
                  <a:lnTo>
                    <a:pt x="2497471" y="1430742"/>
                  </a:lnTo>
                  <a:lnTo>
                    <a:pt x="2496811" y="1430742"/>
                  </a:lnTo>
                  <a:lnTo>
                    <a:pt x="2496150" y="1430742"/>
                  </a:lnTo>
                  <a:lnTo>
                    <a:pt x="2495490" y="1430742"/>
                  </a:lnTo>
                  <a:lnTo>
                    <a:pt x="2494829" y="1430742"/>
                  </a:lnTo>
                  <a:lnTo>
                    <a:pt x="2494169" y="1430742"/>
                  </a:lnTo>
                  <a:lnTo>
                    <a:pt x="2493508" y="1430742"/>
                  </a:lnTo>
                  <a:lnTo>
                    <a:pt x="2492848" y="1430742"/>
                  </a:lnTo>
                  <a:lnTo>
                    <a:pt x="2492187" y="1430742"/>
                  </a:lnTo>
                  <a:lnTo>
                    <a:pt x="2491527" y="1430742"/>
                  </a:lnTo>
                  <a:lnTo>
                    <a:pt x="2490866" y="1430742"/>
                  </a:lnTo>
                  <a:lnTo>
                    <a:pt x="2490206" y="1430742"/>
                  </a:lnTo>
                  <a:lnTo>
                    <a:pt x="2489545" y="1430742"/>
                  </a:lnTo>
                  <a:lnTo>
                    <a:pt x="2488884" y="1430742"/>
                  </a:lnTo>
                  <a:lnTo>
                    <a:pt x="2488224" y="1430742"/>
                  </a:lnTo>
                  <a:lnTo>
                    <a:pt x="2487563" y="1430742"/>
                  </a:lnTo>
                  <a:lnTo>
                    <a:pt x="2486903" y="1430742"/>
                  </a:lnTo>
                  <a:lnTo>
                    <a:pt x="2486242" y="1430742"/>
                  </a:lnTo>
                  <a:lnTo>
                    <a:pt x="2485582" y="1430742"/>
                  </a:lnTo>
                  <a:lnTo>
                    <a:pt x="2484921" y="1430742"/>
                  </a:lnTo>
                  <a:lnTo>
                    <a:pt x="2484261" y="1430742"/>
                  </a:lnTo>
                  <a:lnTo>
                    <a:pt x="2483600" y="1430742"/>
                  </a:lnTo>
                  <a:lnTo>
                    <a:pt x="2482940" y="1430742"/>
                  </a:lnTo>
                  <a:lnTo>
                    <a:pt x="2482279" y="1430742"/>
                  </a:lnTo>
                  <a:lnTo>
                    <a:pt x="2481619" y="1430742"/>
                  </a:lnTo>
                  <a:lnTo>
                    <a:pt x="2480958" y="1430742"/>
                  </a:lnTo>
                  <a:lnTo>
                    <a:pt x="2480298" y="1430742"/>
                  </a:lnTo>
                  <a:lnTo>
                    <a:pt x="2479637" y="1430742"/>
                  </a:lnTo>
                  <a:lnTo>
                    <a:pt x="2478976" y="1430742"/>
                  </a:lnTo>
                  <a:lnTo>
                    <a:pt x="2478316" y="1430742"/>
                  </a:lnTo>
                  <a:lnTo>
                    <a:pt x="2477655" y="1430742"/>
                  </a:lnTo>
                  <a:lnTo>
                    <a:pt x="2476995" y="1430742"/>
                  </a:lnTo>
                  <a:lnTo>
                    <a:pt x="2476334" y="1430742"/>
                  </a:lnTo>
                  <a:lnTo>
                    <a:pt x="2475674" y="1430742"/>
                  </a:lnTo>
                  <a:lnTo>
                    <a:pt x="2475013" y="1430742"/>
                  </a:lnTo>
                  <a:lnTo>
                    <a:pt x="2474353" y="1430742"/>
                  </a:lnTo>
                  <a:lnTo>
                    <a:pt x="2473692" y="1430742"/>
                  </a:lnTo>
                  <a:lnTo>
                    <a:pt x="2473032" y="1430742"/>
                  </a:lnTo>
                  <a:lnTo>
                    <a:pt x="2472371" y="1430742"/>
                  </a:lnTo>
                  <a:lnTo>
                    <a:pt x="2471711" y="1430742"/>
                  </a:lnTo>
                  <a:lnTo>
                    <a:pt x="2471050" y="1430742"/>
                  </a:lnTo>
                  <a:lnTo>
                    <a:pt x="2470390" y="1430742"/>
                  </a:lnTo>
                  <a:lnTo>
                    <a:pt x="2469729" y="1430742"/>
                  </a:lnTo>
                  <a:lnTo>
                    <a:pt x="2469069" y="1430742"/>
                  </a:lnTo>
                  <a:lnTo>
                    <a:pt x="2468408" y="1430742"/>
                  </a:lnTo>
                  <a:lnTo>
                    <a:pt x="2467747" y="1430742"/>
                  </a:lnTo>
                  <a:lnTo>
                    <a:pt x="2467087" y="1430742"/>
                  </a:lnTo>
                  <a:lnTo>
                    <a:pt x="2466426" y="1430742"/>
                  </a:lnTo>
                  <a:lnTo>
                    <a:pt x="2465766" y="1430742"/>
                  </a:lnTo>
                  <a:lnTo>
                    <a:pt x="2465105" y="1430742"/>
                  </a:lnTo>
                  <a:lnTo>
                    <a:pt x="2464445" y="1430742"/>
                  </a:lnTo>
                  <a:lnTo>
                    <a:pt x="2463784" y="1430742"/>
                  </a:lnTo>
                  <a:lnTo>
                    <a:pt x="2463124" y="1430742"/>
                  </a:lnTo>
                  <a:lnTo>
                    <a:pt x="2462463" y="1430742"/>
                  </a:lnTo>
                  <a:lnTo>
                    <a:pt x="2461803" y="1430742"/>
                  </a:lnTo>
                  <a:lnTo>
                    <a:pt x="2461142" y="1430742"/>
                  </a:lnTo>
                  <a:lnTo>
                    <a:pt x="2460482" y="1430742"/>
                  </a:lnTo>
                  <a:lnTo>
                    <a:pt x="2459821" y="1430742"/>
                  </a:lnTo>
                  <a:lnTo>
                    <a:pt x="2459161" y="1430742"/>
                  </a:lnTo>
                  <a:lnTo>
                    <a:pt x="2458500" y="1430742"/>
                  </a:lnTo>
                  <a:lnTo>
                    <a:pt x="2457839" y="1430742"/>
                  </a:lnTo>
                  <a:lnTo>
                    <a:pt x="2457179" y="1430742"/>
                  </a:lnTo>
                  <a:lnTo>
                    <a:pt x="2456518" y="1430742"/>
                  </a:lnTo>
                  <a:lnTo>
                    <a:pt x="2455858" y="1430742"/>
                  </a:lnTo>
                  <a:lnTo>
                    <a:pt x="2455197" y="1430742"/>
                  </a:lnTo>
                  <a:lnTo>
                    <a:pt x="2454537" y="1430742"/>
                  </a:lnTo>
                  <a:lnTo>
                    <a:pt x="2453876" y="1430742"/>
                  </a:lnTo>
                  <a:lnTo>
                    <a:pt x="2453216" y="1430742"/>
                  </a:lnTo>
                  <a:lnTo>
                    <a:pt x="2452555" y="1430742"/>
                  </a:lnTo>
                  <a:lnTo>
                    <a:pt x="2451895" y="1430742"/>
                  </a:lnTo>
                  <a:lnTo>
                    <a:pt x="2451234" y="1430742"/>
                  </a:lnTo>
                  <a:lnTo>
                    <a:pt x="2450574" y="1430742"/>
                  </a:lnTo>
                  <a:lnTo>
                    <a:pt x="2449913" y="1430742"/>
                  </a:lnTo>
                  <a:lnTo>
                    <a:pt x="2449253" y="1430742"/>
                  </a:lnTo>
                  <a:lnTo>
                    <a:pt x="2448592" y="1430742"/>
                  </a:lnTo>
                  <a:lnTo>
                    <a:pt x="2447931" y="1430742"/>
                  </a:lnTo>
                  <a:lnTo>
                    <a:pt x="2447271" y="1430742"/>
                  </a:lnTo>
                  <a:lnTo>
                    <a:pt x="2446610" y="1430742"/>
                  </a:lnTo>
                  <a:lnTo>
                    <a:pt x="2445950" y="1430742"/>
                  </a:lnTo>
                  <a:lnTo>
                    <a:pt x="2445289" y="1430742"/>
                  </a:lnTo>
                  <a:lnTo>
                    <a:pt x="2444629" y="1430742"/>
                  </a:lnTo>
                  <a:lnTo>
                    <a:pt x="2443968" y="1430742"/>
                  </a:lnTo>
                  <a:lnTo>
                    <a:pt x="2443308" y="1430742"/>
                  </a:lnTo>
                  <a:lnTo>
                    <a:pt x="2442647" y="1430742"/>
                  </a:lnTo>
                  <a:lnTo>
                    <a:pt x="2441987" y="1430742"/>
                  </a:lnTo>
                  <a:lnTo>
                    <a:pt x="2441326" y="1430742"/>
                  </a:lnTo>
                  <a:lnTo>
                    <a:pt x="2440666" y="1430742"/>
                  </a:lnTo>
                  <a:lnTo>
                    <a:pt x="2440005" y="1430742"/>
                  </a:lnTo>
                  <a:lnTo>
                    <a:pt x="2439345" y="1430742"/>
                  </a:lnTo>
                  <a:lnTo>
                    <a:pt x="2438684" y="1430742"/>
                  </a:lnTo>
                  <a:lnTo>
                    <a:pt x="2438024" y="1430742"/>
                  </a:lnTo>
                  <a:lnTo>
                    <a:pt x="2437363" y="1430742"/>
                  </a:lnTo>
                  <a:lnTo>
                    <a:pt x="2436702" y="1430742"/>
                  </a:lnTo>
                  <a:lnTo>
                    <a:pt x="2436042" y="1430742"/>
                  </a:lnTo>
                  <a:lnTo>
                    <a:pt x="2435381" y="1430742"/>
                  </a:lnTo>
                  <a:lnTo>
                    <a:pt x="2434721" y="1430742"/>
                  </a:lnTo>
                  <a:lnTo>
                    <a:pt x="2434060" y="1430742"/>
                  </a:lnTo>
                  <a:lnTo>
                    <a:pt x="2433400" y="1430742"/>
                  </a:lnTo>
                  <a:lnTo>
                    <a:pt x="2432739" y="1430742"/>
                  </a:lnTo>
                  <a:lnTo>
                    <a:pt x="2432079" y="1430742"/>
                  </a:lnTo>
                  <a:lnTo>
                    <a:pt x="2431418" y="1430742"/>
                  </a:lnTo>
                  <a:lnTo>
                    <a:pt x="2430758" y="1430742"/>
                  </a:lnTo>
                  <a:lnTo>
                    <a:pt x="2430097" y="1430742"/>
                  </a:lnTo>
                  <a:lnTo>
                    <a:pt x="2429437" y="1430742"/>
                  </a:lnTo>
                  <a:lnTo>
                    <a:pt x="2428776" y="1430742"/>
                  </a:lnTo>
                  <a:lnTo>
                    <a:pt x="2428116" y="1430742"/>
                  </a:lnTo>
                  <a:lnTo>
                    <a:pt x="2427455" y="1430742"/>
                  </a:lnTo>
                  <a:lnTo>
                    <a:pt x="2426794" y="1430742"/>
                  </a:lnTo>
                  <a:lnTo>
                    <a:pt x="2426134" y="1430742"/>
                  </a:lnTo>
                  <a:lnTo>
                    <a:pt x="2425473" y="1430742"/>
                  </a:lnTo>
                  <a:lnTo>
                    <a:pt x="2424813" y="1430742"/>
                  </a:lnTo>
                  <a:lnTo>
                    <a:pt x="2424152" y="1430742"/>
                  </a:lnTo>
                  <a:lnTo>
                    <a:pt x="2423492" y="1430742"/>
                  </a:lnTo>
                  <a:lnTo>
                    <a:pt x="2422831" y="1430742"/>
                  </a:lnTo>
                  <a:lnTo>
                    <a:pt x="2422171" y="1430742"/>
                  </a:lnTo>
                  <a:lnTo>
                    <a:pt x="2421510" y="1430742"/>
                  </a:lnTo>
                  <a:lnTo>
                    <a:pt x="2420850" y="1430742"/>
                  </a:lnTo>
                  <a:lnTo>
                    <a:pt x="2420189" y="1430742"/>
                  </a:lnTo>
                  <a:lnTo>
                    <a:pt x="2419529" y="1430742"/>
                  </a:lnTo>
                  <a:lnTo>
                    <a:pt x="2418868" y="1430742"/>
                  </a:lnTo>
                  <a:lnTo>
                    <a:pt x="2418208" y="1430742"/>
                  </a:lnTo>
                  <a:lnTo>
                    <a:pt x="2417547" y="1430742"/>
                  </a:lnTo>
                  <a:lnTo>
                    <a:pt x="2416886" y="1430742"/>
                  </a:lnTo>
                  <a:lnTo>
                    <a:pt x="2416226" y="1430742"/>
                  </a:lnTo>
                  <a:lnTo>
                    <a:pt x="2415565" y="1430742"/>
                  </a:lnTo>
                  <a:lnTo>
                    <a:pt x="2414905" y="1430742"/>
                  </a:lnTo>
                  <a:lnTo>
                    <a:pt x="2414244" y="1430742"/>
                  </a:lnTo>
                  <a:lnTo>
                    <a:pt x="2413584" y="1430742"/>
                  </a:lnTo>
                  <a:lnTo>
                    <a:pt x="2412923" y="1430742"/>
                  </a:lnTo>
                  <a:lnTo>
                    <a:pt x="2412263" y="1430742"/>
                  </a:lnTo>
                  <a:lnTo>
                    <a:pt x="2411602" y="1430742"/>
                  </a:lnTo>
                  <a:lnTo>
                    <a:pt x="2410942" y="1430742"/>
                  </a:lnTo>
                  <a:lnTo>
                    <a:pt x="2410281" y="1430742"/>
                  </a:lnTo>
                  <a:lnTo>
                    <a:pt x="2409621" y="1430742"/>
                  </a:lnTo>
                  <a:lnTo>
                    <a:pt x="2408960" y="1430742"/>
                  </a:lnTo>
                  <a:lnTo>
                    <a:pt x="2408300" y="1430742"/>
                  </a:lnTo>
                  <a:lnTo>
                    <a:pt x="2407639" y="1430742"/>
                  </a:lnTo>
                  <a:lnTo>
                    <a:pt x="2406978" y="1430742"/>
                  </a:lnTo>
                  <a:lnTo>
                    <a:pt x="2406318" y="1430742"/>
                  </a:lnTo>
                  <a:lnTo>
                    <a:pt x="2405657" y="1430742"/>
                  </a:lnTo>
                  <a:lnTo>
                    <a:pt x="2404997" y="1430742"/>
                  </a:lnTo>
                  <a:lnTo>
                    <a:pt x="2404336" y="1430742"/>
                  </a:lnTo>
                  <a:lnTo>
                    <a:pt x="2403676" y="1430742"/>
                  </a:lnTo>
                  <a:lnTo>
                    <a:pt x="2403015" y="1430742"/>
                  </a:lnTo>
                  <a:lnTo>
                    <a:pt x="2402355" y="1430742"/>
                  </a:lnTo>
                  <a:lnTo>
                    <a:pt x="2401694" y="1430742"/>
                  </a:lnTo>
                  <a:lnTo>
                    <a:pt x="2401034" y="1430742"/>
                  </a:lnTo>
                  <a:lnTo>
                    <a:pt x="2400373" y="1430742"/>
                  </a:lnTo>
                  <a:lnTo>
                    <a:pt x="2399713" y="1430742"/>
                  </a:lnTo>
                  <a:lnTo>
                    <a:pt x="2399052" y="1430742"/>
                  </a:lnTo>
                  <a:lnTo>
                    <a:pt x="2398392" y="1430742"/>
                  </a:lnTo>
                  <a:lnTo>
                    <a:pt x="2397731" y="1430742"/>
                  </a:lnTo>
                  <a:lnTo>
                    <a:pt x="2397071" y="1430742"/>
                  </a:lnTo>
                  <a:lnTo>
                    <a:pt x="2396410" y="1430742"/>
                  </a:lnTo>
                  <a:lnTo>
                    <a:pt x="2395749" y="1430742"/>
                  </a:lnTo>
                  <a:lnTo>
                    <a:pt x="2395089" y="1430742"/>
                  </a:lnTo>
                  <a:lnTo>
                    <a:pt x="2394428" y="1430742"/>
                  </a:lnTo>
                  <a:lnTo>
                    <a:pt x="2393768" y="1430742"/>
                  </a:lnTo>
                  <a:lnTo>
                    <a:pt x="2393107" y="1430742"/>
                  </a:lnTo>
                  <a:lnTo>
                    <a:pt x="2392447" y="1430742"/>
                  </a:lnTo>
                  <a:lnTo>
                    <a:pt x="2391786" y="1430742"/>
                  </a:lnTo>
                  <a:lnTo>
                    <a:pt x="2391126" y="1430742"/>
                  </a:lnTo>
                  <a:lnTo>
                    <a:pt x="2390465" y="1430742"/>
                  </a:lnTo>
                  <a:lnTo>
                    <a:pt x="2389805" y="1430742"/>
                  </a:lnTo>
                  <a:lnTo>
                    <a:pt x="2389144" y="1430742"/>
                  </a:lnTo>
                  <a:lnTo>
                    <a:pt x="2388484" y="1430742"/>
                  </a:lnTo>
                  <a:lnTo>
                    <a:pt x="2387823" y="1430742"/>
                  </a:lnTo>
                  <a:lnTo>
                    <a:pt x="2387163" y="1430742"/>
                  </a:lnTo>
                  <a:lnTo>
                    <a:pt x="2386502" y="1430742"/>
                  </a:lnTo>
                  <a:lnTo>
                    <a:pt x="2385841" y="1430742"/>
                  </a:lnTo>
                  <a:lnTo>
                    <a:pt x="2385181" y="1430742"/>
                  </a:lnTo>
                  <a:lnTo>
                    <a:pt x="2384520" y="1430742"/>
                  </a:lnTo>
                  <a:lnTo>
                    <a:pt x="2383860" y="1430742"/>
                  </a:lnTo>
                  <a:lnTo>
                    <a:pt x="2383199" y="1430742"/>
                  </a:lnTo>
                  <a:lnTo>
                    <a:pt x="2382539" y="1430742"/>
                  </a:lnTo>
                  <a:lnTo>
                    <a:pt x="2381878" y="1430742"/>
                  </a:lnTo>
                  <a:lnTo>
                    <a:pt x="2381218" y="1430742"/>
                  </a:lnTo>
                  <a:lnTo>
                    <a:pt x="2380557" y="1430742"/>
                  </a:lnTo>
                  <a:lnTo>
                    <a:pt x="2379897" y="1430742"/>
                  </a:lnTo>
                  <a:lnTo>
                    <a:pt x="2379236" y="1430742"/>
                  </a:lnTo>
                  <a:lnTo>
                    <a:pt x="2378576" y="1430742"/>
                  </a:lnTo>
                  <a:lnTo>
                    <a:pt x="2377915" y="1430742"/>
                  </a:lnTo>
                  <a:lnTo>
                    <a:pt x="2377255" y="1430742"/>
                  </a:lnTo>
                  <a:lnTo>
                    <a:pt x="2376594" y="1430742"/>
                  </a:lnTo>
                  <a:lnTo>
                    <a:pt x="2375933" y="1430742"/>
                  </a:lnTo>
                  <a:lnTo>
                    <a:pt x="2375273" y="1430742"/>
                  </a:lnTo>
                  <a:lnTo>
                    <a:pt x="2374612" y="1430742"/>
                  </a:lnTo>
                  <a:lnTo>
                    <a:pt x="2373952" y="1430742"/>
                  </a:lnTo>
                  <a:lnTo>
                    <a:pt x="2373291" y="1430742"/>
                  </a:lnTo>
                  <a:lnTo>
                    <a:pt x="2372631" y="1430742"/>
                  </a:lnTo>
                  <a:lnTo>
                    <a:pt x="2371970" y="1430742"/>
                  </a:lnTo>
                  <a:lnTo>
                    <a:pt x="2371310" y="1430742"/>
                  </a:lnTo>
                  <a:lnTo>
                    <a:pt x="2370649" y="1430742"/>
                  </a:lnTo>
                  <a:lnTo>
                    <a:pt x="2369989" y="1430742"/>
                  </a:lnTo>
                  <a:lnTo>
                    <a:pt x="2369328" y="1430742"/>
                  </a:lnTo>
                  <a:lnTo>
                    <a:pt x="2368668" y="1430742"/>
                  </a:lnTo>
                  <a:lnTo>
                    <a:pt x="2368007" y="1430742"/>
                  </a:lnTo>
                  <a:lnTo>
                    <a:pt x="2367347" y="1430742"/>
                  </a:lnTo>
                  <a:lnTo>
                    <a:pt x="2366686" y="1430742"/>
                  </a:lnTo>
                  <a:lnTo>
                    <a:pt x="2366026" y="1430742"/>
                  </a:lnTo>
                  <a:lnTo>
                    <a:pt x="2365365" y="1430742"/>
                  </a:lnTo>
                  <a:lnTo>
                    <a:pt x="2364704" y="1430742"/>
                  </a:lnTo>
                  <a:lnTo>
                    <a:pt x="2364044" y="1430742"/>
                  </a:lnTo>
                  <a:lnTo>
                    <a:pt x="2363383" y="1430742"/>
                  </a:lnTo>
                  <a:lnTo>
                    <a:pt x="2362723" y="1430742"/>
                  </a:lnTo>
                  <a:lnTo>
                    <a:pt x="2362062" y="1430742"/>
                  </a:lnTo>
                  <a:lnTo>
                    <a:pt x="2361402" y="1430742"/>
                  </a:lnTo>
                  <a:lnTo>
                    <a:pt x="2360741" y="1430742"/>
                  </a:lnTo>
                  <a:lnTo>
                    <a:pt x="2360081" y="1430742"/>
                  </a:lnTo>
                  <a:lnTo>
                    <a:pt x="2359420" y="1430742"/>
                  </a:lnTo>
                  <a:lnTo>
                    <a:pt x="2358760" y="1430742"/>
                  </a:lnTo>
                  <a:lnTo>
                    <a:pt x="2358099" y="1430742"/>
                  </a:lnTo>
                  <a:lnTo>
                    <a:pt x="2357439" y="1430742"/>
                  </a:lnTo>
                  <a:lnTo>
                    <a:pt x="2356778" y="1430742"/>
                  </a:lnTo>
                  <a:lnTo>
                    <a:pt x="2356118" y="1430742"/>
                  </a:lnTo>
                  <a:lnTo>
                    <a:pt x="2355457" y="1430742"/>
                  </a:lnTo>
                  <a:lnTo>
                    <a:pt x="2354796" y="1430742"/>
                  </a:lnTo>
                  <a:lnTo>
                    <a:pt x="2354136" y="1430742"/>
                  </a:lnTo>
                  <a:lnTo>
                    <a:pt x="2353475" y="1430742"/>
                  </a:lnTo>
                  <a:lnTo>
                    <a:pt x="2352815" y="1430742"/>
                  </a:lnTo>
                  <a:lnTo>
                    <a:pt x="2352154" y="1430742"/>
                  </a:lnTo>
                  <a:lnTo>
                    <a:pt x="2351494" y="1430742"/>
                  </a:lnTo>
                  <a:lnTo>
                    <a:pt x="2350833" y="1430742"/>
                  </a:lnTo>
                  <a:lnTo>
                    <a:pt x="2350173" y="1430742"/>
                  </a:lnTo>
                  <a:lnTo>
                    <a:pt x="2349512" y="1430742"/>
                  </a:lnTo>
                  <a:lnTo>
                    <a:pt x="2348852" y="1430742"/>
                  </a:lnTo>
                  <a:lnTo>
                    <a:pt x="2348191" y="1430742"/>
                  </a:lnTo>
                  <a:lnTo>
                    <a:pt x="2347531" y="1430742"/>
                  </a:lnTo>
                  <a:lnTo>
                    <a:pt x="2346870" y="1430742"/>
                  </a:lnTo>
                  <a:lnTo>
                    <a:pt x="2346210" y="1430742"/>
                  </a:lnTo>
                  <a:lnTo>
                    <a:pt x="2345549" y="1430742"/>
                  </a:lnTo>
                  <a:lnTo>
                    <a:pt x="2344888" y="1430742"/>
                  </a:lnTo>
                  <a:lnTo>
                    <a:pt x="2344228" y="1430742"/>
                  </a:lnTo>
                  <a:lnTo>
                    <a:pt x="2343567" y="1430742"/>
                  </a:lnTo>
                  <a:lnTo>
                    <a:pt x="2342907" y="1430742"/>
                  </a:lnTo>
                  <a:lnTo>
                    <a:pt x="2342246" y="1430742"/>
                  </a:lnTo>
                  <a:lnTo>
                    <a:pt x="2341586" y="1430742"/>
                  </a:lnTo>
                  <a:lnTo>
                    <a:pt x="2340925" y="1430742"/>
                  </a:lnTo>
                  <a:lnTo>
                    <a:pt x="2340265" y="1430742"/>
                  </a:lnTo>
                  <a:lnTo>
                    <a:pt x="2339604" y="1430742"/>
                  </a:lnTo>
                  <a:lnTo>
                    <a:pt x="2338944" y="1430742"/>
                  </a:lnTo>
                  <a:lnTo>
                    <a:pt x="2338283" y="1430742"/>
                  </a:lnTo>
                  <a:lnTo>
                    <a:pt x="2337623" y="1430742"/>
                  </a:lnTo>
                  <a:lnTo>
                    <a:pt x="2336962" y="1430742"/>
                  </a:lnTo>
                  <a:lnTo>
                    <a:pt x="2336302" y="1430742"/>
                  </a:lnTo>
                  <a:lnTo>
                    <a:pt x="2335641" y="1430742"/>
                  </a:lnTo>
                  <a:lnTo>
                    <a:pt x="2334980" y="1430742"/>
                  </a:lnTo>
                  <a:lnTo>
                    <a:pt x="2334320" y="1430742"/>
                  </a:lnTo>
                  <a:lnTo>
                    <a:pt x="2333659" y="1430742"/>
                  </a:lnTo>
                  <a:lnTo>
                    <a:pt x="2332999" y="1430742"/>
                  </a:lnTo>
                  <a:lnTo>
                    <a:pt x="2332338" y="1430742"/>
                  </a:lnTo>
                  <a:lnTo>
                    <a:pt x="2331678" y="1430742"/>
                  </a:lnTo>
                  <a:lnTo>
                    <a:pt x="2331017" y="1430742"/>
                  </a:lnTo>
                  <a:lnTo>
                    <a:pt x="2330357" y="1430742"/>
                  </a:lnTo>
                  <a:lnTo>
                    <a:pt x="2329696" y="1430742"/>
                  </a:lnTo>
                  <a:lnTo>
                    <a:pt x="2329036" y="1430742"/>
                  </a:lnTo>
                  <a:lnTo>
                    <a:pt x="2328375" y="1430742"/>
                  </a:lnTo>
                  <a:lnTo>
                    <a:pt x="2327715" y="1430742"/>
                  </a:lnTo>
                  <a:lnTo>
                    <a:pt x="2327054" y="1430742"/>
                  </a:lnTo>
                  <a:lnTo>
                    <a:pt x="2326394" y="1430742"/>
                  </a:lnTo>
                  <a:lnTo>
                    <a:pt x="2325733" y="1430742"/>
                  </a:lnTo>
                  <a:lnTo>
                    <a:pt x="2325073" y="1430742"/>
                  </a:lnTo>
                  <a:lnTo>
                    <a:pt x="2324412" y="1430742"/>
                  </a:lnTo>
                  <a:lnTo>
                    <a:pt x="2323751" y="1430742"/>
                  </a:lnTo>
                  <a:lnTo>
                    <a:pt x="2323091" y="1430742"/>
                  </a:lnTo>
                  <a:lnTo>
                    <a:pt x="2322430" y="1430742"/>
                  </a:lnTo>
                  <a:lnTo>
                    <a:pt x="2321770" y="1430742"/>
                  </a:lnTo>
                  <a:lnTo>
                    <a:pt x="2321109" y="1430742"/>
                  </a:lnTo>
                  <a:lnTo>
                    <a:pt x="2320449" y="1430742"/>
                  </a:lnTo>
                  <a:lnTo>
                    <a:pt x="2319788" y="1430742"/>
                  </a:lnTo>
                  <a:lnTo>
                    <a:pt x="2319128" y="1430742"/>
                  </a:lnTo>
                  <a:lnTo>
                    <a:pt x="2318467" y="1430742"/>
                  </a:lnTo>
                  <a:lnTo>
                    <a:pt x="2317807" y="1430742"/>
                  </a:lnTo>
                  <a:lnTo>
                    <a:pt x="2317146" y="1430742"/>
                  </a:lnTo>
                  <a:lnTo>
                    <a:pt x="2316486" y="1430742"/>
                  </a:lnTo>
                  <a:lnTo>
                    <a:pt x="2315825" y="1430742"/>
                  </a:lnTo>
                  <a:lnTo>
                    <a:pt x="2315165" y="1430742"/>
                  </a:lnTo>
                  <a:lnTo>
                    <a:pt x="2314504" y="1430742"/>
                  </a:lnTo>
                  <a:lnTo>
                    <a:pt x="2313843" y="1430742"/>
                  </a:lnTo>
                  <a:lnTo>
                    <a:pt x="2313183" y="1430742"/>
                  </a:lnTo>
                  <a:lnTo>
                    <a:pt x="2312522" y="1430742"/>
                  </a:lnTo>
                  <a:lnTo>
                    <a:pt x="2311862" y="1430742"/>
                  </a:lnTo>
                  <a:lnTo>
                    <a:pt x="2311201" y="1430742"/>
                  </a:lnTo>
                  <a:lnTo>
                    <a:pt x="2310541" y="1430742"/>
                  </a:lnTo>
                  <a:lnTo>
                    <a:pt x="2309880" y="1430742"/>
                  </a:lnTo>
                  <a:lnTo>
                    <a:pt x="2309220" y="1430742"/>
                  </a:lnTo>
                  <a:lnTo>
                    <a:pt x="2308559" y="1430742"/>
                  </a:lnTo>
                  <a:lnTo>
                    <a:pt x="2307899" y="1430742"/>
                  </a:lnTo>
                  <a:lnTo>
                    <a:pt x="2307238" y="1430742"/>
                  </a:lnTo>
                  <a:lnTo>
                    <a:pt x="2306578" y="1430742"/>
                  </a:lnTo>
                  <a:lnTo>
                    <a:pt x="2305917" y="1430742"/>
                  </a:lnTo>
                  <a:lnTo>
                    <a:pt x="2305257" y="1430742"/>
                  </a:lnTo>
                  <a:lnTo>
                    <a:pt x="2304596" y="1430742"/>
                  </a:lnTo>
                  <a:lnTo>
                    <a:pt x="2303935" y="1430742"/>
                  </a:lnTo>
                  <a:lnTo>
                    <a:pt x="2303275" y="1430742"/>
                  </a:lnTo>
                  <a:lnTo>
                    <a:pt x="2302614" y="1430742"/>
                  </a:lnTo>
                  <a:lnTo>
                    <a:pt x="2301954" y="1430742"/>
                  </a:lnTo>
                  <a:lnTo>
                    <a:pt x="2301293" y="1430742"/>
                  </a:lnTo>
                  <a:lnTo>
                    <a:pt x="2300633" y="1430742"/>
                  </a:lnTo>
                  <a:lnTo>
                    <a:pt x="2299972" y="1430742"/>
                  </a:lnTo>
                  <a:lnTo>
                    <a:pt x="2299312" y="1430742"/>
                  </a:lnTo>
                  <a:lnTo>
                    <a:pt x="2298651" y="1430742"/>
                  </a:lnTo>
                  <a:lnTo>
                    <a:pt x="2297991" y="1430742"/>
                  </a:lnTo>
                  <a:lnTo>
                    <a:pt x="2297330" y="1430742"/>
                  </a:lnTo>
                  <a:lnTo>
                    <a:pt x="2296670" y="1430742"/>
                  </a:lnTo>
                  <a:lnTo>
                    <a:pt x="2296009" y="1430742"/>
                  </a:lnTo>
                  <a:lnTo>
                    <a:pt x="2295349" y="1430742"/>
                  </a:lnTo>
                  <a:lnTo>
                    <a:pt x="2294688" y="1430742"/>
                  </a:lnTo>
                  <a:lnTo>
                    <a:pt x="2294028" y="1430742"/>
                  </a:lnTo>
                  <a:lnTo>
                    <a:pt x="2293367" y="1430742"/>
                  </a:lnTo>
                  <a:lnTo>
                    <a:pt x="2292706" y="1430742"/>
                  </a:lnTo>
                  <a:lnTo>
                    <a:pt x="2292046" y="1430742"/>
                  </a:lnTo>
                  <a:lnTo>
                    <a:pt x="2291385" y="1430742"/>
                  </a:lnTo>
                  <a:lnTo>
                    <a:pt x="2290725" y="1430742"/>
                  </a:lnTo>
                  <a:lnTo>
                    <a:pt x="2290064" y="1430742"/>
                  </a:lnTo>
                  <a:lnTo>
                    <a:pt x="2289404" y="1430742"/>
                  </a:lnTo>
                  <a:lnTo>
                    <a:pt x="2288743" y="1430742"/>
                  </a:lnTo>
                  <a:lnTo>
                    <a:pt x="2288083" y="1430742"/>
                  </a:lnTo>
                  <a:lnTo>
                    <a:pt x="2287422" y="1430742"/>
                  </a:lnTo>
                  <a:lnTo>
                    <a:pt x="2286762" y="1430742"/>
                  </a:lnTo>
                  <a:lnTo>
                    <a:pt x="2286101" y="1430742"/>
                  </a:lnTo>
                  <a:lnTo>
                    <a:pt x="2285441" y="1430742"/>
                  </a:lnTo>
                  <a:lnTo>
                    <a:pt x="2284780" y="1430742"/>
                  </a:lnTo>
                  <a:lnTo>
                    <a:pt x="2284120" y="1430742"/>
                  </a:lnTo>
                  <a:lnTo>
                    <a:pt x="2283459" y="1430742"/>
                  </a:lnTo>
                  <a:lnTo>
                    <a:pt x="2282798" y="1430742"/>
                  </a:lnTo>
                  <a:lnTo>
                    <a:pt x="2282138" y="1430742"/>
                  </a:lnTo>
                  <a:lnTo>
                    <a:pt x="2281477" y="1430742"/>
                  </a:lnTo>
                  <a:lnTo>
                    <a:pt x="2280817" y="1430742"/>
                  </a:lnTo>
                  <a:lnTo>
                    <a:pt x="2280156" y="1430742"/>
                  </a:lnTo>
                  <a:lnTo>
                    <a:pt x="2279496" y="1430742"/>
                  </a:lnTo>
                  <a:lnTo>
                    <a:pt x="2278835" y="1430742"/>
                  </a:lnTo>
                  <a:lnTo>
                    <a:pt x="2278175" y="1430742"/>
                  </a:lnTo>
                  <a:lnTo>
                    <a:pt x="2277514" y="1430742"/>
                  </a:lnTo>
                  <a:lnTo>
                    <a:pt x="2276854" y="1430742"/>
                  </a:lnTo>
                  <a:lnTo>
                    <a:pt x="2276193" y="1430742"/>
                  </a:lnTo>
                  <a:lnTo>
                    <a:pt x="2275533" y="1430742"/>
                  </a:lnTo>
                  <a:lnTo>
                    <a:pt x="2274872" y="1430742"/>
                  </a:lnTo>
                  <a:lnTo>
                    <a:pt x="2274212" y="1430742"/>
                  </a:lnTo>
                  <a:lnTo>
                    <a:pt x="2273551" y="1430742"/>
                  </a:lnTo>
                  <a:lnTo>
                    <a:pt x="2272890" y="1430742"/>
                  </a:lnTo>
                  <a:lnTo>
                    <a:pt x="2272230" y="1430742"/>
                  </a:lnTo>
                  <a:lnTo>
                    <a:pt x="2271569" y="1430742"/>
                  </a:lnTo>
                  <a:lnTo>
                    <a:pt x="2270909" y="1430742"/>
                  </a:lnTo>
                  <a:lnTo>
                    <a:pt x="2270248" y="1430742"/>
                  </a:lnTo>
                  <a:lnTo>
                    <a:pt x="2269588" y="1430742"/>
                  </a:lnTo>
                  <a:lnTo>
                    <a:pt x="2268927" y="1430742"/>
                  </a:lnTo>
                  <a:lnTo>
                    <a:pt x="2268267" y="1430742"/>
                  </a:lnTo>
                  <a:lnTo>
                    <a:pt x="2267606" y="1430742"/>
                  </a:lnTo>
                  <a:lnTo>
                    <a:pt x="2266946" y="1430742"/>
                  </a:lnTo>
                  <a:lnTo>
                    <a:pt x="2266285" y="1430742"/>
                  </a:lnTo>
                  <a:lnTo>
                    <a:pt x="2265625" y="1430742"/>
                  </a:lnTo>
                  <a:lnTo>
                    <a:pt x="2264964" y="1430742"/>
                  </a:lnTo>
                  <a:lnTo>
                    <a:pt x="2264304" y="1430742"/>
                  </a:lnTo>
                  <a:lnTo>
                    <a:pt x="2263643" y="1430742"/>
                  </a:lnTo>
                  <a:lnTo>
                    <a:pt x="2262982" y="1430742"/>
                  </a:lnTo>
                  <a:lnTo>
                    <a:pt x="2262322" y="1430742"/>
                  </a:lnTo>
                  <a:lnTo>
                    <a:pt x="2261661" y="1430742"/>
                  </a:lnTo>
                  <a:lnTo>
                    <a:pt x="2261001" y="1430742"/>
                  </a:lnTo>
                  <a:lnTo>
                    <a:pt x="2260340" y="1430742"/>
                  </a:lnTo>
                  <a:lnTo>
                    <a:pt x="2259680" y="1430742"/>
                  </a:lnTo>
                  <a:lnTo>
                    <a:pt x="2259019" y="1430742"/>
                  </a:lnTo>
                  <a:lnTo>
                    <a:pt x="2258359" y="1430742"/>
                  </a:lnTo>
                  <a:lnTo>
                    <a:pt x="2257698" y="1430742"/>
                  </a:lnTo>
                  <a:lnTo>
                    <a:pt x="2257038" y="1430742"/>
                  </a:lnTo>
                  <a:lnTo>
                    <a:pt x="2256377" y="1430742"/>
                  </a:lnTo>
                  <a:lnTo>
                    <a:pt x="2255717" y="1430742"/>
                  </a:lnTo>
                  <a:lnTo>
                    <a:pt x="2255056" y="1430742"/>
                  </a:lnTo>
                  <a:lnTo>
                    <a:pt x="2254396" y="1430742"/>
                  </a:lnTo>
                  <a:lnTo>
                    <a:pt x="2253735" y="1430742"/>
                  </a:lnTo>
                  <a:lnTo>
                    <a:pt x="2253075" y="1430742"/>
                  </a:lnTo>
                  <a:lnTo>
                    <a:pt x="2252414" y="1430742"/>
                  </a:lnTo>
                  <a:lnTo>
                    <a:pt x="2251753" y="1430742"/>
                  </a:lnTo>
                  <a:lnTo>
                    <a:pt x="2251093" y="1430742"/>
                  </a:lnTo>
                  <a:lnTo>
                    <a:pt x="2250432" y="1430742"/>
                  </a:lnTo>
                  <a:lnTo>
                    <a:pt x="2249772" y="1430742"/>
                  </a:lnTo>
                  <a:lnTo>
                    <a:pt x="2249111" y="1430742"/>
                  </a:lnTo>
                  <a:lnTo>
                    <a:pt x="2248451" y="1430742"/>
                  </a:lnTo>
                  <a:lnTo>
                    <a:pt x="2247790" y="1430742"/>
                  </a:lnTo>
                  <a:lnTo>
                    <a:pt x="2247130" y="1430742"/>
                  </a:lnTo>
                  <a:lnTo>
                    <a:pt x="2246469" y="1430742"/>
                  </a:lnTo>
                  <a:lnTo>
                    <a:pt x="2245809" y="1430742"/>
                  </a:lnTo>
                  <a:lnTo>
                    <a:pt x="2245148" y="1430742"/>
                  </a:lnTo>
                  <a:lnTo>
                    <a:pt x="2244488" y="1430742"/>
                  </a:lnTo>
                  <a:lnTo>
                    <a:pt x="2243827" y="1430742"/>
                  </a:lnTo>
                  <a:lnTo>
                    <a:pt x="2243167" y="1430742"/>
                  </a:lnTo>
                  <a:lnTo>
                    <a:pt x="2242506" y="1430742"/>
                  </a:lnTo>
                  <a:lnTo>
                    <a:pt x="2241845" y="1430742"/>
                  </a:lnTo>
                  <a:lnTo>
                    <a:pt x="2241185" y="1430742"/>
                  </a:lnTo>
                  <a:lnTo>
                    <a:pt x="2240524" y="1430742"/>
                  </a:lnTo>
                  <a:lnTo>
                    <a:pt x="2239864" y="1430742"/>
                  </a:lnTo>
                  <a:lnTo>
                    <a:pt x="2239203" y="1430742"/>
                  </a:lnTo>
                  <a:lnTo>
                    <a:pt x="2238543" y="1430742"/>
                  </a:lnTo>
                  <a:lnTo>
                    <a:pt x="2237882" y="1430742"/>
                  </a:lnTo>
                  <a:lnTo>
                    <a:pt x="2237222" y="1430742"/>
                  </a:lnTo>
                  <a:lnTo>
                    <a:pt x="2236561" y="1430742"/>
                  </a:lnTo>
                  <a:lnTo>
                    <a:pt x="2235901" y="1430742"/>
                  </a:lnTo>
                  <a:lnTo>
                    <a:pt x="2235240" y="1430742"/>
                  </a:lnTo>
                  <a:lnTo>
                    <a:pt x="2234580" y="1430742"/>
                  </a:lnTo>
                  <a:lnTo>
                    <a:pt x="2233919" y="1430742"/>
                  </a:lnTo>
                  <a:lnTo>
                    <a:pt x="2233259" y="1430742"/>
                  </a:lnTo>
                  <a:lnTo>
                    <a:pt x="2232598" y="1430742"/>
                  </a:lnTo>
                  <a:lnTo>
                    <a:pt x="2231937" y="1430742"/>
                  </a:lnTo>
                  <a:lnTo>
                    <a:pt x="2231277" y="1430742"/>
                  </a:lnTo>
                  <a:lnTo>
                    <a:pt x="2230616" y="1430742"/>
                  </a:lnTo>
                  <a:lnTo>
                    <a:pt x="2229956" y="1430742"/>
                  </a:lnTo>
                  <a:lnTo>
                    <a:pt x="2229295" y="1430742"/>
                  </a:lnTo>
                  <a:lnTo>
                    <a:pt x="2228635" y="1430742"/>
                  </a:lnTo>
                  <a:lnTo>
                    <a:pt x="2227974" y="1430742"/>
                  </a:lnTo>
                  <a:lnTo>
                    <a:pt x="2227314" y="1430742"/>
                  </a:lnTo>
                  <a:lnTo>
                    <a:pt x="2226653" y="1430742"/>
                  </a:lnTo>
                  <a:lnTo>
                    <a:pt x="2225993" y="1430742"/>
                  </a:lnTo>
                  <a:lnTo>
                    <a:pt x="2225332" y="1430742"/>
                  </a:lnTo>
                  <a:lnTo>
                    <a:pt x="2224672" y="1430742"/>
                  </a:lnTo>
                  <a:lnTo>
                    <a:pt x="2224011" y="1430742"/>
                  </a:lnTo>
                  <a:lnTo>
                    <a:pt x="2223351" y="1430742"/>
                  </a:lnTo>
                  <a:lnTo>
                    <a:pt x="2222690" y="1430742"/>
                  </a:lnTo>
                  <a:lnTo>
                    <a:pt x="2222030" y="1430742"/>
                  </a:lnTo>
                  <a:lnTo>
                    <a:pt x="2221369" y="1430742"/>
                  </a:lnTo>
                  <a:lnTo>
                    <a:pt x="2220708" y="1430742"/>
                  </a:lnTo>
                  <a:lnTo>
                    <a:pt x="2220048" y="1430742"/>
                  </a:lnTo>
                  <a:lnTo>
                    <a:pt x="2219387" y="1430742"/>
                  </a:lnTo>
                  <a:lnTo>
                    <a:pt x="2218727" y="1430742"/>
                  </a:lnTo>
                  <a:lnTo>
                    <a:pt x="2218066" y="1430742"/>
                  </a:lnTo>
                  <a:lnTo>
                    <a:pt x="2217406" y="1430742"/>
                  </a:lnTo>
                  <a:lnTo>
                    <a:pt x="2216745" y="1430742"/>
                  </a:lnTo>
                  <a:lnTo>
                    <a:pt x="2216085" y="1430742"/>
                  </a:lnTo>
                  <a:lnTo>
                    <a:pt x="2215424" y="1430742"/>
                  </a:lnTo>
                  <a:lnTo>
                    <a:pt x="2214764" y="1430742"/>
                  </a:lnTo>
                  <a:lnTo>
                    <a:pt x="2214103" y="1430742"/>
                  </a:lnTo>
                  <a:lnTo>
                    <a:pt x="2213443" y="1430742"/>
                  </a:lnTo>
                  <a:lnTo>
                    <a:pt x="2212782" y="1430742"/>
                  </a:lnTo>
                  <a:lnTo>
                    <a:pt x="2212122" y="1430742"/>
                  </a:lnTo>
                  <a:lnTo>
                    <a:pt x="2211461" y="1430742"/>
                  </a:lnTo>
                  <a:lnTo>
                    <a:pt x="2210800" y="1430742"/>
                  </a:lnTo>
                  <a:lnTo>
                    <a:pt x="2210140" y="1430742"/>
                  </a:lnTo>
                  <a:lnTo>
                    <a:pt x="2209479" y="1430742"/>
                  </a:lnTo>
                  <a:lnTo>
                    <a:pt x="2208819" y="1430742"/>
                  </a:lnTo>
                  <a:lnTo>
                    <a:pt x="2208158" y="1430742"/>
                  </a:lnTo>
                  <a:lnTo>
                    <a:pt x="2207498" y="1430742"/>
                  </a:lnTo>
                  <a:lnTo>
                    <a:pt x="2206837" y="1430742"/>
                  </a:lnTo>
                  <a:lnTo>
                    <a:pt x="2206177" y="1430742"/>
                  </a:lnTo>
                  <a:lnTo>
                    <a:pt x="2205516" y="1430742"/>
                  </a:lnTo>
                  <a:lnTo>
                    <a:pt x="2204856" y="1430742"/>
                  </a:lnTo>
                  <a:lnTo>
                    <a:pt x="2204195" y="1430742"/>
                  </a:lnTo>
                  <a:lnTo>
                    <a:pt x="2203535" y="1430742"/>
                  </a:lnTo>
                  <a:lnTo>
                    <a:pt x="2202874" y="1430742"/>
                  </a:lnTo>
                  <a:lnTo>
                    <a:pt x="2202214" y="1430742"/>
                  </a:lnTo>
                  <a:lnTo>
                    <a:pt x="2201553" y="1430742"/>
                  </a:lnTo>
                  <a:lnTo>
                    <a:pt x="2200892" y="1430742"/>
                  </a:lnTo>
                  <a:lnTo>
                    <a:pt x="2200232" y="1430742"/>
                  </a:lnTo>
                  <a:lnTo>
                    <a:pt x="2199571" y="1430742"/>
                  </a:lnTo>
                  <a:lnTo>
                    <a:pt x="2198911" y="1430742"/>
                  </a:lnTo>
                  <a:lnTo>
                    <a:pt x="2198250" y="1430742"/>
                  </a:lnTo>
                  <a:lnTo>
                    <a:pt x="2197590" y="1430742"/>
                  </a:lnTo>
                  <a:lnTo>
                    <a:pt x="2196929" y="1430742"/>
                  </a:lnTo>
                  <a:lnTo>
                    <a:pt x="2196269" y="1430742"/>
                  </a:lnTo>
                  <a:lnTo>
                    <a:pt x="2195608" y="1430742"/>
                  </a:lnTo>
                  <a:lnTo>
                    <a:pt x="2194948" y="1430742"/>
                  </a:lnTo>
                  <a:lnTo>
                    <a:pt x="2194287" y="1430742"/>
                  </a:lnTo>
                  <a:lnTo>
                    <a:pt x="2193627" y="1430742"/>
                  </a:lnTo>
                  <a:lnTo>
                    <a:pt x="2192966" y="1430742"/>
                  </a:lnTo>
                  <a:lnTo>
                    <a:pt x="2192306" y="1430742"/>
                  </a:lnTo>
                  <a:lnTo>
                    <a:pt x="2191645" y="1430742"/>
                  </a:lnTo>
                  <a:lnTo>
                    <a:pt x="2190984" y="1430742"/>
                  </a:lnTo>
                  <a:lnTo>
                    <a:pt x="2190324" y="1430742"/>
                  </a:lnTo>
                  <a:lnTo>
                    <a:pt x="2189663" y="1430742"/>
                  </a:lnTo>
                  <a:lnTo>
                    <a:pt x="2189003" y="1430742"/>
                  </a:lnTo>
                  <a:lnTo>
                    <a:pt x="2188342" y="1430742"/>
                  </a:lnTo>
                  <a:lnTo>
                    <a:pt x="2187682" y="1430742"/>
                  </a:lnTo>
                  <a:lnTo>
                    <a:pt x="2187021" y="1430742"/>
                  </a:lnTo>
                  <a:lnTo>
                    <a:pt x="2186361" y="1430742"/>
                  </a:lnTo>
                  <a:lnTo>
                    <a:pt x="2185700" y="1430742"/>
                  </a:lnTo>
                  <a:lnTo>
                    <a:pt x="2185040" y="1430742"/>
                  </a:lnTo>
                  <a:lnTo>
                    <a:pt x="2184379" y="1430742"/>
                  </a:lnTo>
                  <a:lnTo>
                    <a:pt x="2183719" y="1430742"/>
                  </a:lnTo>
                  <a:lnTo>
                    <a:pt x="2183058" y="1430742"/>
                  </a:lnTo>
                  <a:lnTo>
                    <a:pt x="2182398" y="1430742"/>
                  </a:lnTo>
                  <a:lnTo>
                    <a:pt x="2181737" y="1430742"/>
                  </a:lnTo>
                  <a:lnTo>
                    <a:pt x="2181077" y="1430742"/>
                  </a:lnTo>
                  <a:lnTo>
                    <a:pt x="2180416" y="1430742"/>
                  </a:lnTo>
                  <a:lnTo>
                    <a:pt x="2179755" y="1430742"/>
                  </a:lnTo>
                  <a:lnTo>
                    <a:pt x="2179095" y="1430742"/>
                  </a:lnTo>
                  <a:lnTo>
                    <a:pt x="2178434" y="1430742"/>
                  </a:lnTo>
                  <a:lnTo>
                    <a:pt x="2177774" y="1430742"/>
                  </a:lnTo>
                  <a:lnTo>
                    <a:pt x="2177113" y="1430742"/>
                  </a:lnTo>
                  <a:lnTo>
                    <a:pt x="2176453" y="1430742"/>
                  </a:lnTo>
                  <a:lnTo>
                    <a:pt x="2175792" y="1430742"/>
                  </a:lnTo>
                  <a:lnTo>
                    <a:pt x="2175132" y="1430742"/>
                  </a:lnTo>
                  <a:lnTo>
                    <a:pt x="2174471" y="1430742"/>
                  </a:lnTo>
                  <a:lnTo>
                    <a:pt x="2173811" y="1430742"/>
                  </a:lnTo>
                  <a:lnTo>
                    <a:pt x="2173150" y="1430742"/>
                  </a:lnTo>
                  <a:lnTo>
                    <a:pt x="2172490" y="1430742"/>
                  </a:lnTo>
                  <a:lnTo>
                    <a:pt x="2171829" y="1430742"/>
                  </a:lnTo>
                  <a:lnTo>
                    <a:pt x="2171169" y="1430742"/>
                  </a:lnTo>
                  <a:lnTo>
                    <a:pt x="2170508" y="1430742"/>
                  </a:lnTo>
                  <a:lnTo>
                    <a:pt x="2169847" y="1430742"/>
                  </a:lnTo>
                  <a:lnTo>
                    <a:pt x="2169187" y="1430742"/>
                  </a:lnTo>
                  <a:lnTo>
                    <a:pt x="2168526" y="1430742"/>
                  </a:lnTo>
                  <a:lnTo>
                    <a:pt x="2167866" y="1430742"/>
                  </a:lnTo>
                  <a:lnTo>
                    <a:pt x="2167205" y="1430742"/>
                  </a:lnTo>
                  <a:lnTo>
                    <a:pt x="2166545" y="1430742"/>
                  </a:lnTo>
                  <a:lnTo>
                    <a:pt x="2165884" y="1430742"/>
                  </a:lnTo>
                  <a:lnTo>
                    <a:pt x="2165224" y="1430742"/>
                  </a:lnTo>
                  <a:lnTo>
                    <a:pt x="2164563" y="1430742"/>
                  </a:lnTo>
                  <a:lnTo>
                    <a:pt x="2163903" y="1430742"/>
                  </a:lnTo>
                  <a:lnTo>
                    <a:pt x="2163242" y="1430742"/>
                  </a:lnTo>
                  <a:lnTo>
                    <a:pt x="2162582" y="1430742"/>
                  </a:lnTo>
                  <a:lnTo>
                    <a:pt x="2161921" y="1430742"/>
                  </a:lnTo>
                  <a:lnTo>
                    <a:pt x="2161261" y="1430742"/>
                  </a:lnTo>
                  <a:lnTo>
                    <a:pt x="2160600" y="1430742"/>
                  </a:lnTo>
                  <a:lnTo>
                    <a:pt x="2159939" y="1430742"/>
                  </a:lnTo>
                  <a:lnTo>
                    <a:pt x="2159279" y="1430742"/>
                  </a:lnTo>
                  <a:lnTo>
                    <a:pt x="2158618" y="1430742"/>
                  </a:lnTo>
                  <a:lnTo>
                    <a:pt x="2157958" y="1430742"/>
                  </a:lnTo>
                  <a:lnTo>
                    <a:pt x="2157297" y="1430742"/>
                  </a:lnTo>
                  <a:lnTo>
                    <a:pt x="2156637" y="1430742"/>
                  </a:lnTo>
                  <a:lnTo>
                    <a:pt x="2155976" y="1430742"/>
                  </a:lnTo>
                  <a:lnTo>
                    <a:pt x="2155316" y="1430742"/>
                  </a:lnTo>
                  <a:lnTo>
                    <a:pt x="2154655" y="1430742"/>
                  </a:lnTo>
                  <a:lnTo>
                    <a:pt x="2153995" y="1430742"/>
                  </a:lnTo>
                  <a:lnTo>
                    <a:pt x="2153334" y="1430742"/>
                  </a:lnTo>
                  <a:lnTo>
                    <a:pt x="2152674" y="1430742"/>
                  </a:lnTo>
                  <a:lnTo>
                    <a:pt x="2152013" y="1430742"/>
                  </a:lnTo>
                  <a:lnTo>
                    <a:pt x="2151353" y="1430742"/>
                  </a:lnTo>
                  <a:lnTo>
                    <a:pt x="2150692" y="1430742"/>
                  </a:lnTo>
                  <a:lnTo>
                    <a:pt x="2150032" y="1430742"/>
                  </a:lnTo>
                  <a:lnTo>
                    <a:pt x="2149371" y="1430742"/>
                  </a:lnTo>
                  <a:lnTo>
                    <a:pt x="2148710" y="1430742"/>
                  </a:lnTo>
                  <a:lnTo>
                    <a:pt x="2148050" y="1430742"/>
                  </a:lnTo>
                  <a:lnTo>
                    <a:pt x="2147389" y="1430742"/>
                  </a:lnTo>
                  <a:lnTo>
                    <a:pt x="2146729" y="1430742"/>
                  </a:lnTo>
                  <a:lnTo>
                    <a:pt x="2146068" y="1430742"/>
                  </a:lnTo>
                  <a:lnTo>
                    <a:pt x="2145408" y="1430742"/>
                  </a:lnTo>
                  <a:lnTo>
                    <a:pt x="2144747" y="1430742"/>
                  </a:lnTo>
                  <a:lnTo>
                    <a:pt x="2144087" y="1430742"/>
                  </a:lnTo>
                  <a:lnTo>
                    <a:pt x="2143426" y="1430742"/>
                  </a:lnTo>
                  <a:lnTo>
                    <a:pt x="2142766" y="1430742"/>
                  </a:lnTo>
                  <a:lnTo>
                    <a:pt x="2142105" y="1430742"/>
                  </a:lnTo>
                  <a:lnTo>
                    <a:pt x="2141445" y="1430742"/>
                  </a:lnTo>
                  <a:lnTo>
                    <a:pt x="2140784" y="1430742"/>
                  </a:lnTo>
                  <a:lnTo>
                    <a:pt x="2140124" y="1430742"/>
                  </a:lnTo>
                  <a:lnTo>
                    <a:pt x="2139463" y="1430742"/>
                  </a:lnTo>
                  <a:lnTo>
                    <a:pt x="2138802" y="1430742"/>
                  </a:lnTo>
                  <a:lnTo>
                    <a:pt x="2138142" y="1430742"/>
                  </a:lnTo>
                  <a:lnTo>
                    <a:pt x="2137481" y="1430742"/>
                  </a:lnTo>
                  <a:lnTo>
                    <a:pt x="2136821" y="1430742"/>
                  </a:lnTo>
                  <a:lnTo>
                    <a:pt x="2136160" y="1430742"/>
                  </a:lnTo>
                  <a:lnTo>
                    <a:pt x="2135500" y="1430742"/>
                  </a:lnTo>
                  <a:lnTo>
                    <a:pt x="2134839" y="1430742"/>
                  </a:lnTo>
                  <a:lnTo>
                    <a:pt x="2134179" y="1430742"/>
                  </a:lnTo>
                  <a:lnTo>
                    <a:pt x="2133518" y="1430742"/>
                  </a:lnTo>
                  <a:lnTo>
                    <a:pt x="2132858" y="1430742"/>
                  </a:lnTo>
                  <a:lnTo>
                    <a:pt x="2132197" y="1430742"/>
                  </a:lnTo>
                  <a:lnTo>
                    <a:pt x="2131537" y="1430742"/>
                  </a:lnTo>
                  <a:lnTo>
                    <a:pt x="2130876" y="1430742"/>
                  </a:lnTo>
                  <a:lnTo>
                    <a:pt x="2130216" y="1430742"/>
                  </a:lnTo>
                  <a:lnTo>
                    <a:pt x="2129555" y="1430742"/>
                  </a:lnTo>
                  <a:lnTo>
                    <a:pt x="2128894" y="1430742"/>
                  </a:lnTo>
                  <a:lnTo>
                    <a:pt x="2128234" y="1430742"/>
                  </a:lnTo>
                  <a:lnTo>
                    <a:pt x="2127573" y="1430742"/>
                  </a:lnTo>
                  <a:lnTo>
                    <a:pt x="2126913" y="1430742"/>
                  </a:lnTo>
                  <a:lnTo>
                    <a:pt x="2126252" y="1430742"/>
                  </a:lnTo>
                  <a:lnTo>
                    <a:pt x="2125592" y="1430742"/>
                  </a:lnTo>
                  <a:lnTo>
                    <a:pt x="2124931" y="1430742"/>
                  </a:lnTo>
                  <a:lnTo>
                    <a:pt x="2124271" y="1430742"/>
                  </a:lnTo>
                  <a:lnTo>
                    <a:pt x="2123610" y="1430742"/>
                  </a:lnTo>
                  <a:lnTo>
                    <a:pt x="2122950" y="1430742"/>
                  </a:lnTo>
                  <a:lnTo>
                    <a:pt x="2122289" y="1430742"/>
                  </a:lnTo>
                  <a:lnTo>
                    <a:pt x="2121629" y="1430742"/>
                  </a:lnTo>
                  <a:lnTo>
                    <a:pt x="2120968" y="1430742"/>
                  </a:lnTo>
                  <a:lnTo>
                    <a:pt x="2120308" y="1430742"/>
                  </a:lnTo>
                  <a:lnTo>
                    <a:pt x="2119647" y="1430742"/>
                  </a:lnTo>
                  <a:lnTo>
                    <a:pt x="2118986" y="1430742"/>
                  </a:lnTo>
                  <a:lnTo>
                    <a:pt x="2118326" y="1430742"/>
                  </a:lnTo>
                  <a:lnTo>
                    <a:pt x="2117665" y="1430742"/>
                  </a:lnTo>
                  <a:lnTo>
                    <a:pt x="2117005" y="1430742"/>
                  </a:lnTo>
                  <a:lnTo>
                    <a:pt x="2116344" y="1430742"/>
                  </a:lnTo>
                  <a:lnTo>
                    <a:pt x="2115684" y="1430742"/>
                  </a:lnTo>
                  <a:lnTo>
                    <a:pt x="2115023" y="1430742"/>
                  </a:lnTo>
                  <a:lnTo>
                    <a:pt x="2114363" y="1430742"/>
                  </a:lnTo>
                  <a:lnTo>
                    <a:pt x="2113702" y="1430742"/>
                  </a:lnTo>
                  <a:lnTo>
                    <a:pt x="2113042" y="1430742"/>
                  </a:lnTo>
                  <a:lnTo>
                    <a:pt x="2112381" y="1430742"/>
                  </a:lnTo>
                  <a:lnTo>
                    <a:pt x="2111721" y="1430742"/>
                  </a:lnTo>
                  <a:lnTo>
                    <a:pt x="2111060" y="1430742"/>
                  </a:lnTo>
                  <a:lnTo>
                    <a:pt x="2110400" y="1430742"/>
                  </a:lnTo>
                  <a:lnTo>
                    <a:pt x="2109739" y="1430742"/>
                  </a:lnTo>
                  <a:lnTo>
                    <a:pt x="2109079" y="1430742"/>
                  </a:lnTo>
                  <a:lnTo>
                    <a:pt x="2108418" y="1430742"/>
                  </a:lnTo>
                  <a:lnTo>
                    <a:pt x="2107757" y="1430742"/>
                  </a:lnTo>
                  <a:lnTo>
                    <a:pt x="2107097" y="1430742"/>
                  </a:lnTo>
                  <a:lnTo>
                    <a:pt x="2106436" y="1430742"/>
                  </a:lnTo>
                  <a:lnTo>
                    <a:pt x="2105776" y="1430742"/>
                  </a:lnTo>
                  <a:lnTo>
                    <a:pt x="2105115" y="1430742"/>
                  </a:lnTo>
                  <a:lnTo>
                    <a:pt x="2104455" y="1430742"/>
                  </a:lnTo>
                  <a:lnTo>
                    <a:pt x="2103794" y="1430742"/>
                  </a:lnTo>
                  <a:lnTo>
                    <a:pt x="2103134" y="1430742"/>
                  </a:lnTo>
                  <a:lnTo>
                    <a:pt x="2102473" y="1430742"/>
                  </a:lnTo>
                  <a:lnTo>
                    <a:pt x="2101813" y="1430742"/>
                  </a:lnTo>
                  <a:lnTo>
                    <a:pt x="2101152" y="1430742"/>
                  </a:lnTo>
                  <a:lnTo>
                    <a:pt x="2100492" y="1430742"/>
                  </a:lnTo>
                  <a:lnTo>
                    <a:pt x="2099831" y="1430742"/>
                  </a:lnTo>
                  <a:lnTo>
                    <a:pt x="2099171" y="1430742"/>
                  </a:lnTo>
                  <a:lnTo>
                    <a:pt x="2098510" y="1430742"/>
                  </a:lnTo>
                  <a:lnTo>
                    <a:pt x="2097849" y="1430742"/>
                  </a:lnTo>
                  <a:lnTo>
                    <a:pt x="2097189" y="1430742"/>
                  </a:lnTo>
                  <a:lnTo>
                    <a:pt x="2096528" y="1430742"/>
                  </a:lnTo>
                  <a:lnTo>
                    <a:pt x="2095868" y="1430742"/>
                  </a:lnTo>
                  <a:lnTo>
                    <a:pt x="2095207" y="1430742"/>
                  </a:lnTo>
                  <a:lnTo>
                    <a:pt x="2094547" y="1430742"/>
                  </a:lnTo>
                  <a:lnTo>
                    <a:pt x="2093886" y="1430742"/>
                  </a:lnTo>
                  <a:lnTo>
                    <a:pt x="2093226" y="1430742"/>
                  </a:lnTo>
                  <a:lnTo>
                    <a:pt x="2092565" y="1430742"/>
                  </a:lnTo>
                  <a:lnTo>
                    <a:pt x="2091905" y="1430742"/>
                  </a:lnTo>
                  <a:lnTo>
                    <a:pt x="2091244" y="1430742"/>
                  </a:lnTo>
                  <a:lnTo>
                    <a:pt x="2090584" y="1430742"/>
                  </a:lnTo>
                  <a:lnTo>
                    <a:pt x="2089923" y="1430742"/>
                  </a:lnTo>
                  <a:lnTo>
                    <a:pt x="2089263" y="1430742"/>
                  </a:lnTo>
                  <a:lnTo>
                    <a:pt x="2088602" y="1430742"/>
                  </a:lnTo>
                  <a:lnTo>
                    <a:pt x="2087941" y="1430742"/>
                  </a:lnTo>
                  <a:lnTo>
                    <a:pt x="2087281" y="1430742"/>
                  </a:lnTo>
                  <a:lnTo>
                    <a:pt x="2086620" y="1430742"/>
                  </a:lnTo>
                  <a:lnTo>
                    <a:pt x="2085960" y="1430742"/>
                  </a:lnTo>
                  <a:lnTo>
                    <a:pt x="2085299" y="1430742"/>
                  </a:lnTo>
                  <a:lnTo>
                    <a:pt x="2084639" y="1430742"/>
                  </a:lnTo>
                  <a:lnTo>
                    <a:pt x="2083978" y="1430742"/>
                  </a:lnTo>
                  <a:lnTo>
                    <a:pt x="2083318" y="1430742"/>
                  </a:lnTo>
                  <a:lnTo>
                    <a:pt x="2082657" y="1430742"/>
                  </a:lnTo>
                  <a:lnTo>
                    <a:pt x="2081997" y="1430742"/>
                  </a:lnTo>
                  <a:lnTo>
                    <a:pt x="2081336" y="1430742"/>
                  </a:lnTo>
                  <a:lnTo>
                    <a:pt x="2080676" y="1430742"/>
                  </a:lnTo>
                  <a:lnTo>
                    <a:pt x="2080015" y="1430742"/>
                  </a:lnTo>
                  <a:lnTo>
                    <a:pt x="2079355" y="1430742"/>
                  </a:lnTo>
                  <a:lnTo>
                    <a:pt x="2078694" y="1430742"/>
                  </a:lnTo>
                  <a:lnTo>
                    <a:pt x="2078034" y="1430742"/>
                  </a:lnTo>
                  <a:lnTo>
                    <a:pt x="2077373" y="1430742"/>
                  </a:lnTo>
                  <a:lnTo>
                    <a:pt x="2076712" y="1430742"/>
                  </a:lnTo>
                  <a:lnTo>
                    <a:pt x="2076052" y="1430742"/>
                  </a:lnTo>
                  <a:lnTo>
                    <a:pt x="2075391" y="1430742"/>
                  </a:lnTo>
                  <a:lnTo>
                    <a:pt x="2074731" y="1430742"/>
                  </a:lnTo>
                  <a:lnTo>
                    <a:pt x="2074070" y="1430742"/>
                  </a:lnTo>
                  <a:lnTo>
                    <a:pt x="2073410" y="1430742"/>
                  </a:lnTo>
                  <a:lnTo>
                    <a:pt x="2072749" y="1430742"/>
                  </a:lnTo>
                  <a:lnTo>
                    <a:pt x="2072089" y="1430742"/>
                  </a:lnTo>
                  <a:lnTo>
                    <a:pt x="2071428" y="1430742"/>
                  </a:lnTo>
                  <a:lnTo>
                    <a:pt x="2070768" y="1430742"/>
                  </a:lnTo>
                  <a:lnTo>
                    <a:pt x="2070107" y="1430742"/>
                  </a:lnTo>
                  <a:lnTo>
                    <a:pt x="2069447" y="1430742"/>
                  </a:lnTo>
                  <a:lnTo>
                    <a:pt x="2068786" y="1430742"/>
                  </a:lnTo>
                  <a:lnTo>
                    <a:pt x="2068126" y="1430742"/>
                  </a:lnTo>
                  <a:lnTo>
                    <a:pt x="2067465" y="1430742"/>
                  </a:lnTo>
                  <a:lnTo>
                    <a:pt x="2066804" y="1430742"/>
                  </a:lnTo>
                  <a:lnTo>
                    <a:pt x="2066144" y="1430742"/>
                  </a:lnTo>
                  <a:lnTo>
                    <a:pt x="2065483" y="1430742"/>
                  </a:lnTo>
                  <a:lnTo>
                    <a:pt x="2064823" y="1430742"/>
                  </a:lnTo>
                  <a:lnTo>
                    <a:pt x="2064162" y="1430742"/>
                  </a:lnTo>
                  <a:lnTo>
                    <a:pt x="2063502" y="1430742"/>
                  </a:lnTo>
                  <a:lnTo>
                    <a:pt x="2062841" y="1430742"/>
                  </a:lnTo>
                  <a:lnTo>
                    <a:pt x="2062181" y="1430742"/>
                  </a:lnTo>
                  <a:lnTo>
                    <a:pt x="2061520" y="1430742"/>
                  </a:lnTo>
                  <a:lnTo>
                    <a:pt x="2060860" y="1430742"/>
                  </a:lnTo>
                  <a:lnTo>
                    <a:pt x="2060199" y="1430742"/>
                  </a:lnTo>
                  <a:lnTo>
                    <a:pt x="2059539" y="1430742"/>
                  </a:lnTo>
                  <a:lnTo>
                    <a:pt x="2058878" y="1430742"/>
                  </a:lnTo>
                  <a:lnTo>
                    <a:pt x="2058218" y="1430742"/>
                  </a:lnTo>
                  <a:lnTo>
                    <a:pt x="2057557" y="1430742"/>
                  </a:lnTo>
                  <a:lnTo>
                    <a:pt x="2056896" y="1430742"/>
                  </a:lnTo>
                  <a:lnTo>
                    <a:pt x="2056236" y="1430742"/>
                  </a:lnTo>
                  <a:lnTo>
                    <a:pt x="2055575" y="1430742"/>
                  </a:lnTo>
                  <a:lnTo>
                    <a:pt x="2054915" y="1430742"/>
                  </a:lnTo>
                  <a:lnTo>
                    <a:pt x="2054254" y="1430742"/>
                  </a:lnTo>
                  <a:lnTo>
                    <a:pt x="2053594" y="1430742"/>
                  </a:lnTo>
                  <a:lnTo>
                    <a:pt x="2052933" y="1430742"/>
                  </a:lnTo>
                  <a:lnTo>
                    <a:pt x="2052273" y="1430742"/>
                  </a:lnTo>
                  <a:lnTo>
                    <a:pt x="2051612" y="1430742"/>
                  </a:lnTo>
                  <a:lnTo>
                    <a:pt x="2050952" y="1430742"/>
                  </a:lnTo>
                  <a:lnTo>
                    <a:pt x="2050291" y="1430742"/>
                  </a:lnTo>
                  <a:lnTo>
                    <a:pt x="2049631" y="1430742"/>
                  </a:lnTo>
                  <a:lnTo>
                    <a:pt x="2048970" y="1430742"/>
                  </a:lnTo>
                  <a:lnTo>
                    <a:pt x="2048310" y="1430742"/>
                  </a:lnTo>
                  <a:lnTo>
                    <a:pt x="2047649" y="1430742"/>
                  </a:lnTo>
                  <a:lnTo>
                    <a:pt x="2046988" y="1430742"/>
                  </a:lnTo>
                  <a:lnTo>
                    <a:pt x="2046328" y="1430742"/>
                  </a:lnTo>
                  <a:lnTo>
                    <a:pt x="2045667" y="1430742"/>
                  </a:lnTo>
                  <a:lnTo>
                    <a:pt x="2045007" y="1430742"/>
                  </a:lnTo>
                  <a:lnTo>
                    <a:pt x="2044346" y="1430742"/>
                  </a:lnTo>
                  <a:lnTo>
                    <a:pt x="2043686" y="1430742"/>
                  </a:lnTo>
                  <a:lnTo>
                    <a:pt x="2043025" y="1430742"/>
                  </a:lnTo>
                  <a:lnTo>
                    <a:pt x="2042365" y="1430742"/>
                  </a:lnTo>
                  <a:lnTo>
                    <a:pt x="2041704" y="1430742"/>
                  </a:lnTo>
                  <a:lnTo>
                    <a:pt x="2041044" y="1430742"/>
                  </a:lnTo>
                  <a:lnTo>
                    <a:pt x="2040383" y="1430742"/>
                  </a:lnTo>
                  <a:lnTo>
                    <a:pt x="2039723" y="1430742"/>
                  </a:lnTo>
                  <a:lnTo>
                    <a:pt x="2039062" y="1430742"/>
                  </a:lnTo>
                  <a:lnTo>
                    <a:pt x="2038402" y="1430742"/>
                  </a:lnTo>
                  <a:lnTo>
                    <a:pt x="2037741" y="1430742"/>
                  </a:lnTo>
                  <a:lnTo>
                    <a:pt x="2037081" y="1430742"/>
                  </a:lnTo>
                  <a:lnTo>
                    <a:pt x="2036420" y="1430742"/>
                  </a:lnTo>
                  <a:lnTo>
                    <a:pt x="2035759" y="1430742"/>
                  </a:lnTo>
                  <a:lnTo>
                    <a:pt x="2035099" y="1430742"/>
                  </a:lnTo>
                  <a:lnTo>
                    <a:pt x="2034438" y="1430742"/>
                  </a:lnTo>
                  <a:lnTo>
                    <a:pt x="2033778" y="1430742"/>
                  </a:lnTo>
                  <a:lnTo>
                    <a:pt x="2033117" y="1430742"/>
                  </a:lnTo>
                  <a:lnTo>
                    <a:pt x="2032457" y="1430742"/>
                  </a:lnTo>
                  <a:lnTo>
                    <a:pt x="2031796" y="1430742"/>
                  </a:lnTo>
                  <a:lnTo>
                    <a:pt x="2031136" y="1430742"/>
                  </a:lnTo>
                  <a:lnTo>
                    <a:pt x="2030475" y="1430742"/>
                  </a:lnTo>
                  <a:lnTo>
                    <a:pt x="2029815" y="1430742"/>
                  </a:lnTo>
                  <a:lnTo>
                    <a:pt x="2029154" y="1430742"/>
                  </a:lnTo>
                  <a:lnTo>
                    <a:pt x="2028494" y="1430742"/>
                  </a:lnTo>
                  <a:lnTo>
                    <a:pt x="2027833" y="1430742"/>
                  </a:lnTo>
                  <a:lnTo>
                    <a:pt x="2027173" y="1430742"/>
                  </a:lnTo>
                  <a:lnTo>
                    <a:pt x="2026512" y="1430742"/>
                  </a:lnTo>
                  <a:lnTo>
                    <a:pt x="2025851" y="1430742"/>
                  </a:lnTo>
                  <a:lnTo>
                    <a:pt x="2025191" y="1430742"/>
                  </a:lnTo>
                  <a:lnTo>
                    <a:pt x="2024530" y="1430742"/>
                  </a:lnTo>
                  <a:lnTo>
                    <a:pt x="2023870" y="1430742"/>
                  </a:lnTo>
                  <a:lnTo>
                    <a:pt x="2023209" y="1430742"/>
                  </a:lnTo>
                  <a:lnTo>
                    <a:pt x="2022549" y="1430742"/>
                  </a:lnTo>
                  <a:lnTo>
                    <a:pt x="2021888" y="1430742"/>
                  </a:lnTo>
                  <a:lnTo>
                    <a:pt x="2021228" y="1430742"/>
                  </a:lnTo>
                  <a:lnTo>
                    <a:pt x="2020567" y="1430742"/>
                  </a:lnTo>
                  <a:lnTo>
                    <a:pt x="2019907" y="1430742"/>
                  </a:lnTo>
                  <a:lnTo>
                    <a:pt x="2019246" y="1430742"/>
                  </a:lnTo>
                  <a:lnTo>
                    <a:pt x="2018586" y="1430742"/>
                  </a:lnTo>
                  <a:lnTo>
                    <a:pt x="2017925" y="1430742"/>
                  </a:lnTo>
                  <a:lnTo>
                    <a:pt x="2017265" y="1430742"/>
                  </a:lnTo>
                  <a:lnTo>
                    <a:pt x="2016604" y="1430742"/>
                  </a:lnTo>
                  <a:lnTo>
                    <a:pt x="2015943" y="1430742"/>
                  </a:lnTo>
                  <a:lnTo>
                    <a:pt x="2015283" y="1430742"/>
                  </a:lnTo>
                  <a:lnTo>
                    <a:pt x="2014622" y="1430742"/>
                  </a:lnTo>
                  <a:lnTo>
                    <a:pt x="2013962" y="1430742"/>
                  </a:lnTo>
                  <a:lnTo>
                    <a:pt x="2013301" y="1430742"/>
                  </a:lnTo>
                  <a:lnTo>
                    <a:pt x="2012641" y="1430742"/>
                  </a:lnTo>
                  <a:lnTo>
                    <a:pt x="2011980" y="1430742"/>
                  </a:lnTo>
                  <a:lnTo>
                    <a:pt x="2011320" y="1430742"/>
                  </a:lnTo>
                  <a:lnTo>
                    <a:pt x="2010659" y="1430742"/>
                  </a:lnTo>
                  <a:lnTo>
                    <a:pt x="2009999" y="1430742"/>
                  </a:lnTo>
                  <a:lnTo>
                    <a:pt x="2009338" y="1430742"/>
                  </a:lnTo>
                  <a:lnTo>
                    <a:pt x="2008678" y="1430742"/>
                  </a:lnTo>
                  <a:lnTo>
                    <a:pt x="2008017" y="1430742"/>
                  </a:lnTo>
                  <a:lnTo>
                    <a:pt x="2007357" y="1430742"/>
                  </a:lnTo>
                  <a:lnTo>
                    <a:pt x="2006696" y="1430742"/>
                  </a:lnTo>
                  <a:lnTo>
                    <a:pt x="2006036" y="1430742"/>
                  </a:lnTo>
                  <a:lnTo>
                    <a:pt x="2005375" y="1430742"/>
                  </a:lnTo>
                  <a:lnTo>
                    <a:pt x="2004714" y="1430742"/>
                  </a:lnTo>
                  <a:lnTo>
                    <a:pt x="2004054" y="1430742"/>
                  </a:lnTo>
                  <a:lnTo>
                    <a:pt x="2003393" y="1430742"/>
                  </a:lnTo>
                  <a:lnTo>
                    <a:pt x="2002733" y="1430742"/>
                  </a:lnTo>
                  <a:lnTo>
                    <a:pt x="2002072" y="1430742"/>
                  </a:lnTo>
                  <a:lnTo>
                    <a:pt x="2001412" y="1430742"/>
                  </a:lnTo>
                  <a:lnTo>
                    <a:pt x="2000751" y="1430742"/>
                  </a:lnTo>
                  <a:lnTo>
                    <a:pt x="2000091" y="1430742"/>
                  </a:lnTo>
                  <a:lnTo>
                    <a:pt x="1999430" y="1430742"/>
                  </a:lnTo>
                  <a:lnTo>
                    <a:pt x="1998770" y="1430742"/>
                  </a:lnTo>
                  <a:lnTo>
                    <a:pt x="1998109" y="1430742"/>
                  </a:lnTo>
                  <a:lnTo>
                    <a:pt x="1997449" y="1430742"/>
                  </a:lnTo>
                  <a:lnTo>
                    <a:pt x="1996788" y="1430742"/>
                  </a:lnTo>
                  <a:lnTo>
                    <a:pt x="1996128" y="1430742"/>
                  </a:lnTo>
                  <a:lnTo>
                    <a:pt x="1995467" y="1430742"/>
                  </a:lnTo>
                  <a:lnTo>
                    <a:pt x="1994806" y="1430742"/>
                  </a:lnTo>
                  <a:lnTo>
                    <a:pt x="1994146" y="1430742"/>
                  </a:lnTo>
                  <a:lnTo>
                    <a:pt x="1993485" y="1430742"/>
                  </a:lnTo>
                  <a:lnTo>
                    <a:pt x="1992825" y="1430742"/>
                  </a:lnTo>
                  <a:lnTo>
                    <a:pt x="1992164" y="1430742"/>
                  </a:lnTo>
                  <a:lnTo>
                    <a:pt x="1991504" y="1430742"/>
                  </a:lnTo>
                  <a:lnTo>
                    <a:pt x="1990843" y="1430742"/>
                  </a:lnTo>
                  <a:lnTo>
                    <a:pt x="1990183" y="1430742"/>
                  </a:lnTo>
                  <a:lnTo>
                    <a:pt x="1989522" y="1430742"/>
                  </a:lnTo>
                  <a:lnTo>
                    <a:pt x="1988862" y="1430742"/>
                  </a:lnTo>
                  <a:lnTo>
                    <a:pt x="1988201" y="1430742"/>
                  </a:lnTo>
                  <a:lnTo>
                    <a:pt x="1987541" y="1430742"/>
                  </a:lnTo>
                  <a:lnTo>
                    <a:pt x="1986880" y="1430742"/>
                  </a:lnTo>
                  <a:lnTo>
                    <a:pt x="1986220" y="1430742"/>
                  </a:lnTo>
                  <a:lnTo>
                    <a:pt x="1985559" y="1430742"/>
                  </a:lnTo>
                  <a:lnTo>
                    <a:pt x="1984898" y="1430742"/>
                  </a:lnTo>
                  <a:lnTo>
                    <a:pt x="1984238" y="1430742"/>
                  </a:lnTo>
                  <a:lnTo>
                    <a:pt x="1983577" y="1430742"/>
                  </a:lnTo>
                  <a:lnTo>
                    <a:pt x="1982917" y="1430742"/>
                  </a:lnTo>
                  <a:lnTo>
                    <a:pt x="1982256" y="1430742"/>
                  </a:lnTo>
                  <a:lnTo>
                    <a:pt x="1981596" y="1430742"/>
                  </a:lnTo>
                  <a:lnTo>
                    <a:pt x="1980935" y="1430742"/>
                  </a:lnTo>
                  <a:lnTo>
                    <a:pt x="1980275" y="1430742"/>
                  </a:lnTo>
                  <a:lnTo>
                    <a:pt x="1979614" y="1430742"/>
                  </a:lnTo>
                  <a:lnTo>
                    <a:pt x="1978954" y="1430742"/>
                  </a:lnTo>
                  <a:lnTo>
                    <a:pt x="1978293" y="1430742"/>
                  </a:lnTo>
                  <a:lnTo>
                    <a:pt x="1977633" y="1430742"/>
                  </a:lnTo>
                  <a:lnTo>
                    <a:pt x="1976972" y="1430742"/>
                  </a:lnTo>
                  <a:lnTo>
                    <a:pt x="1976312" y="1430742"/>
                  </a:lnTo>
                  <a:lnTo>
                    <a:pt x="1975651" y="1430742"/>
                  </a:lnTo>
                  <a:lnTo>
                    <a:pt x="1974990" y="1430742"/>
                  </a:lnTo>
                  <a:lnTo>
                    <a:pt x="1974330" y="1430742"/>
                  </a:lnTo>
                  <a:lnTo>
                    <a:pt x="1973669" y="1430742"/>
                  </a:lnTo>
                  <a:lnTo>
                    <a:pt x="1973009" y="1430742"/>
                  </a:lnTo>
                  <a:lnTo>
                    <a:pt x="1972348" y="1430742"/>
                  </a:lnTo>
                  <a:lnTo>
                    <a:pt x="1971688" y="1430742"/>
                  </a:lnTo>
                  <a:lnTo>
                    <a:pt x="1971027" y="1430742"/>
                  </a:lnTo>
                  <a:lnTo>
                    <a:pt x="1970367" y="1430742"/>
                  </a:lnTo>
                  <a:lnTo>
                    <a:pt x="1969706" y="1430742"/>
                  </a:lnTo>
                  <a:lnTo>
                    <a:pt x="1969046" y="1430742"/>
                  </a:lnTo>
                  <a:lnTo>
                    <a:pt x="1968385" y="1430742"/>
                  </a:lnTo>
                  <a:lnTo>
                    <a:pt x="1967725" y="1430742"/>
                  </a:lnTo>
                  <a:lnTo>
                    <a:pt x="1967064" y="1430742"/>
                  </a:lnTo>
                  <a:lnTo>
                    <a:pt x="1966404" y="1430742"/>
                  </a:lnTo>
                  <a:lnTo>
                    <a:pt x="1965743" y="1430742"/>
                  </a:lnTo>
                  <a:lnTo>
                    <a:pt x="1965083" y="1430742"/>
                  </a:lnTo>
                  <a:lnTo>
                    <a:pt x="1964422" y="1430742"/>
                  </a:lnTo>
                  <a:lnTo>
                    <a:pt x="1963761" y="1430742"/>
                  </a:lnTo>
                  <a:lnTo>
                    <a:pt x="1963101" y="1430742"/>
                  </a:lnTo>
                  <a:lnTo>
                    <a:pt x="1962440" y="1430742"/>
                  </a:lnTo>
                  <a:lnTo>
                    <a:pt x="1961780" y="1430742"/>
                  </a:lnTo>
                  <a:lnTo>
                    <a:pt x="1961119" y="1430742"/>
                  </a:lnTo>
                  <a:lnTo>
                    <a:pt x="1960459" y="1430742"/>
                  </a:lnTo>
                  <a:lnTo>
                    <a:pt x="1959798" y="1430742"/>
                  </a:lnTo>
                  <a:lnTo>
                    <a:pt x="1959138" y="1430742"/>
                  </a:lnTo>
                  <a:lnTo>
                    <a:pt x="1958477" y="1430742"/>
                  </a:lnTo>
                  <a:lnTo>
                    <a:pt x="1957817" y="1430742"/>
                  </a:lnTo>
                  <a:lnTo>
                    <a:pt x="1957156" y="1430742"/>
                  </a:lnTo>
                  <a:lnTo>
                    <a:pt x="1956496" y="1430742"/>
                  </a:lnTo>
                  <a:lnTo>
                    <a:pt x="1955835" y="1430742"/>
                  </a:lnTo>
                  <a:lnTo>
                    <a:pt x="1955175" y="1430742"/>
                  </a:lnTo>
                  <a:lnTo>
                    <a:pt x="1954514" y="1430742"/>
                  </a:lnTo>
                  <a:lnTo>
                    <a:pt x="1953853" y="1430742"/>
                  </a:lnTo>
                  <a:lnTo>
                    <a:pt x="1953193" y="1430742"/>
                  </a:lnTo>
                  <a:lnTo>
                    <a:pt x="1952532" y="1430742"/>
                  </a:lnTo>
                  <a:lnTo>
                    <a:pt x="1951872" y="1430742"/>
                  </a:lnTo>
                  <a:lnTo>
                    <a:pt x="1951211" y="1430742"/>
                  </a:lnTo>
                  <a:lnTo>
                    <a:pt x="1950551" y="1430742"/>
                  </a:lnTo>
                  <a:lnTo>
                    <a:pt x="1949890" y="1430742"/>
                  </a:lnTo>
                  <a:lnTo>
                    <a:pt x="1949230" y="1430742"/>
                  </a:lnTo>
                  <a:lnTo>
                    <a:pt x="1948569" y="1430742"/>
                  </a:lnTo>
                  <a:lnTo>
                    <a:pt x="1947909" y="1430742"/>
                  </a:lnTo>
                  <a:lnTo>
                    <a:pt x="1947248" y="1430742"/>
                  </a:lnTo>
                  <a:lnTo>
                    <a:pt x="1946588" y="1430742"/>
                  </a:lnTo>
                  <a:lnTo>
                    <a:pt x="1945927" y="1430742"/>
                  </a:lnTo>
                  <a:lnTo>
                    <a:pt x="1945267" y="1430742"/>
                  </a:lnTo>
                  <a:lnTo>
                    <a:pt x="1944606" y="1430742"/>
                  </a:lnTo>
                  <a:lnTo>
                    <a:pt x="1943945" y="1430742"/>
                  </a:lnTo>
                  <a:lnTo>
                    <a:pt x="1943285" y="1430742"/>
                  </a:lnTo>
                  <a:lnTo>
                    <a:pt x="1942624" y="1430742"/>
                  </a:lnTo>
                  <a:lnTo>
                    <a:pt x="1941964" y="1430742"/>
                  </a:lnTo>
                  <a:lnTo>
                    <a:pt x="1941303" y="1430742"/>
                  </a:lnTo>
                  <a:lnTo>
                    <a:pt x="1940643" y="1430742"/>
                  </a:lnTo>
                  <a:lnTo>
                    <a:pt x="1939982" y="1430742"/>
                  </a:lnTo>
                  <a:lnTo>
                    <a:pt x="1939322" y="1430742"/>
                  </a:lnTo>
                  <a:lnTo>
                    <a:pt x="1938661" y="1430742"/>
                  </a:lnTo>
                  <a:lnTo>
                    <a:pt x="1938001" y="1430742"/>
                  </a:lnTo>
                  <a:lnTo>
                    <a:pt x="1937340" y="1430742"/>
                  </a:lnTo>
                  <a:lnTo>
                    <a:pt x="1936680" y="1430742"/>
                  </a:lnTo>
                  <a:lnTo>
                    <a:pt x="1936019" y="1430742"/>
                  </a:lnTo>
                  <a:lnTo>
                    <a:pt x="1935359" y="1430742"/>
                  </a:lnTo>
                  <a:lnTo>
                    <a:pt x="1934698" y="1430742"/>
                  </a:lnTo>
                  <a:lnTo>
                    <a:pt x="1934038" y="1430742"/>
                  </a:lnTo>
                  <a:lnTo>
                    <a:pt x="1933377" y="1430742"/>
                  </a:lnTo>
                  <a:lnTo>
                    <a:pt x="1932716" y="1430742"/>
                  </a:lnTo>
                  <a:lnTo>
                    <a:pt x="1932056" y="1430742"/>
                  </a:lnTo>
                  <a:lnTo>
                    <a:pt x="1931395" y="1430742"/>
                  </a:lnTo>
                  <a:lnTo>
                    <a:pt x="1930735" y="1430742"/>
                  </a:lnTo>
                  <a:lnTo>
                    <a:pt x="1930074" y="1430742"/>
                  </a:lnTo>
                  <a:lnTo>
                    <a:pt x="1929414" y="1430742"/>
                  </a:lnTo>
                  <a:lnTo>
                    <a:pt x="1928753" y="1430742"/>
                  </a:lnTo>
                  <a:lnTo>
                    <a:pt x="1928093" y="1430742"/>
                  </a:lnTo>
                  <a:lnTo>
                    <a:pt x="1927432" y="1430742"/>
                  </a:lnTo>
                  <a:lnTo>
                    <a:pt x="1926772" y="1430742"/>
                  </a:lnTo>
                  <a:lnTo>
                    <a:pt x="1926111" y="1430742"/>
                  </a:lnTo>
                  <a:lnTo>
                    <a:pt x="1925451" y="1430742"/>
                  </a:lnTo>
                  <a:lnTo>
                    <a:pt x="1924790" y="1430742"/>
                  </a:lnTo>
                  <a:lnTo>
                    <a:pt x="1924130" y="1430742"/>
                  </a:lnTo>
                  <a:lnTo>
                    <a:pt x="1923469" y="1430742"/>
                  </a:lnTo>
                  <a:lnTo>
                    <a:pt x="1922808" y="1430742"/>
                  </a:lnTo>
                  <a:lnTo>
                    <a:pt x="1922148" y="1430742"/>
                  </a:lnTo>
                  <a:lnTo>
                    <a:pt x="1921487" y="1430742"/>
                  </a:lnTo>
                  <a:lnTo>
                    <a:pt x="1920827" y="1430742"/>
                  </a:lnTo>
                  <a:lnTo>
                    <a:pt x="1920166" y="1430742"/>
                  </a:lnTo>
                  <a:lnTo>
                    <a:pt x="1919506" y="1430742"/>
                  </a:lnTo>
                  <a:lnTo>
                    <a:pt x="1918845" y="1430742"/>
                  </a:lnTo>
                  <a:lnTo>
                    <a:pt x="1918185" y="1430742"/>
                  </a:lnTo>
                  <a:lnTo>
                    <a:pt x="1917524" y="1430742"/>
                  </a:lnTo>
                  <a:lnTo>
                    <a:pt x="1916864" y="1430742"/>
                  </a:lnTo>
                  <a:lnTo>
                    <a:pt x="1916203" y="1430742"/>
                  </a:lnTo>
                  <a:lnTo>
                    <a:pt x="1915543" y="1430742"/>
                  </a:lnTo>
                  <a:lnTo>
                    <a:pt x="1914882" y="1430742"/>
                  </a:lnTo>
                  <a:lnTo>
                    <a:pt x="1914222" y="1430742"/>
                  </a:lnTo>
                  <a:lnTo>
                    <a:pt x="1913561" y="1430742"/>
                  </a:lnTo>
                  <a:lnTo>
                    <a:pt x="1912900" y="1430742"/>
                  </a:lnTo>
                  <a:lnTo>
                    <a:pt x="1912240" y="1430742"/>
                  </a:lnTo>
                  <a:lnTo>
                    <a:pt x="1911579" y="1430742"/>
                  </a:lnTo>
                  <a:lnTo>
                    <a:pt x="1910919" y="1430742"/>
                  </a:lnTo>
                  <a:lnTo>
                    <a:pt x="1910258" y="1430742"/>
                  </a:lnTo>
                  <a:lnTo>
                    <a:pt x="1909598" y="1430742"/>
                  </a:lnTo>
                  <a:lnTo>
                    <a:pt x="1908937" y="1430742"/>
                  </a:lnTo>
                  <a:lnTo>
                    <a:pt x="1908277" y="1430742"/>
                  </a:lnTo>
                  <a:lnTo>
                    <a:pt x="1907616" y="1430742"/>
                  </a:lnTo>
                  <a:lnTo>
                    <a:pt x="1906956" y="1430742"/>
                  </a:lnTo>
                  <a:lnTo>
                    <a:pt x="1906295" y="1430742"/>
                  </a:lnTo>
                  <a:lnTo>
                    <a:pt x="1905635" y="1430742"/>
                  </a:lnTo>
                  <a:lnTo>
                    <a:pt x="1904974" y="1430742"/>
                  </a:lnTo>
                  <a:lnTo>
                    <a:pt x="1904314" y="1430742"/>
                  </a:lnTo>
                  <a:lnTo>
                    <a:pt x="1903653" y="1430742"/>
                  </a:lnTo>
                  <a:lnTo>
                    <a:pt x="1902992" y="1430742"/>
                  </a:lnTo>
                  <a:lnTo>
                    <a:pt x="1902332" y="1430742"/>
                  </a:lnTo>
                  <a:lnTo>
                    <a:pt x="1901671" y="1430742"/>
                  </a:lnTo>
                  <a:lnTo>
                    <a:pt x="1901011" y="1430742"/>
                  </a:lnTo>
                  <a:lnTo>
                    <a:pt x="1900350" y="1430742"/>
                  </a:lnTo>
                  <a:lnTo>
                    <a:pt x="1899690" y="1430742"/>
                  </a:lnTo>
                  <a:lnTo>
                    <a:pt x="1899029" y="1430742"/>
                  </a:lnTo>
                  <a:lnTo>
                    <a:pt x="1898369" y="1430742"/>
                  </a:lnTo>
                  <a:lnTo>
                    <a:pt x="1897708" y="1430742"/>
                  </a:lnTo>
                  <a:lnTo>
                    <a:pt x="1897048" y="1430742"/>
                  </a:lnTo>
                  <a:lnTo>
                    <a:pt x="1896387" y="1430742"/>
                  </a:lnTo>
                  <a:lnTo>
                    <a:pt x="1895727" y="1430742"/>
                  </a:lnTo>
                  <a:lnTo>
                    <a:pt x="1895066" y="1430742"/>
                  </a:lnTo>
                  <a:lnTo>
                    <a:pt x="1894406" y="1430742"/>
                  </a:lnTo>
                  <a:lnTo>
                    <a:pt x="1893745" y="1430742"/>
                  </a:lnTo>
                  <a:lnTo>
                    <a:pt x="1893085" y="1430742"/>
                  </a:lnTo>
                  <a:lnTo>
                    <a:pt x="1892424" y="1430742"/>
                  </a:lnTo>
                  <a:lnTo>
                    <a:pt x="1891763" y="1430742"/>
                  </a:lnTo>
                  <a:lnTo>
                    <a:pt x="1891103" y="1430742"/>
                  </a:lnTo>
                  <a:lnTo>
                    <a:pt x="1890442" y="1430742"/>
                  </a:lnTo>
                  <a:lnTo>
                    <a:pt x="1889782" y="1430742"/>
                  </a:lnTo>
                  <a:lnTo>
                    <a:pt x="1889121" y="1430742"/>
                  </a:lnTo>
                  <a:lnTo>
                    <a:pt x="1888461" y="1430742"/>
                  </a:lnTo>
                  <a:lnTo>
                    <a:pt x="1887800" y="1430742"/>
                  </a:lnTo>
                  <a:lnTo>
                    <a:pt x="1887140" y="1430742"/>
                  </a:lnTo>
                  <a:lnTo>
                    <a:pt x="1886479" y="1430742"/>
                  </a:lnTo>
                  <a:lnTo>
                    <a:pt x="1885819" y="1430742"/>
                  </a:lnTo>
                  <a:lnTo>
                    <a:pt x="1885158" y="1430742"/>
                  </a:lnTo>
                  <a:lnTo>
                    <a:pt x="1884498" y="1430742"/>
                  </a:lnTo>
                  <a:lnTo>
                    <a:pt x="1883837" y="1430742"/>
                  </a:lnTo>
                  <a:lnTo>
                    <a:pt x="1883177" y="1430742"/>
                  </a:lnTo>
                  <a:lnTo>
                    <a:pt x="1882516" y="1430742"/>
                  </a:lnTo>
                  <a:lnTo>
                    <a:pt x="1881855" y="1430742"/>
                  </a:lnTo>
                  <a:lnTo>
                    <a:pt x="1881195" y="1430742"/>
                  </a:lnTo>
                  <a:lnTo>
                    <a:pt x="1880534" y="1430742"/>
                  </a:lnTo>
                  <a:lnTo>
                    <a:pt x="1879874" y="1430742"/>
                  </a:lnTo>
                  <a:lnTo>
                    <a:pt x="1879213" y="1430742"/>
                  </a:lnTo>
                  <a:lnTo>
                    <a:pt x="1878553" y="1430742"/>
                  </a:lnTo>
                  <a:lnTo>
                    <a:pt x="1877892" y="1430742"/>
                  </a:lnTo>
                  <a:lnTo>
                    <a:pt x="1877232" y="1430742"/>
                  </a:lnTo>
                  <a:lnTo>
                    <a:pt x="1876571" y="1430742"/>
                  </a:lnTo>
                  <a:lnTo>
                    <a:pt x="1875911" y="1430742"/>
                  </a:lnTo>
                  <a:lnTo>
                    <a:pt x="1875250" y="1430742"/>
                  </a:lnTo>
                  <a:lnTo>
                    <a:pt x="1874590" y="1430742"/>
                  </a:lnTo>
                  <a:lnTo>
                    <a:pt x="1873929" y="1430742"/>
                  </a:lnTo>
                  <a:lnTo>
                    <a:pt x="1873269" y="1430742"/>
                  </a:lnTo>
                  <a:lnTo>
                    <a:pt x="1872608" y="1430742"/>
                  </a:lnTo>
                  <a:lnTo>
                    <a:pt x="1871947" y="1430742"/>
                  </a:lnTo>
                  <a:lnTo>
                    <a:pt x="1871287" y="1430742"/>
                  </a:lnTo>
                  <a:lnTo>
                    <a:pt x="1870626" y="1430742"/>
                  </a:lnTo>
                  <a:lnTo>
                    <a:pt x="1869966" y="1430742"/>
                  </a:lnTo>
                  <a:lnTo>
                    <a:pt x="1869305" y="1430742"/>
                  </a:lnTo>
                  <a:lnTo>
                    <a:pt x="1868645" y="1430742"/>
                  </a:lnTo>
                  <a:lnTo>
                    <a:pt x="1867984" y="1430742"/>
                  </a:lnTo>
                  <a:lnTo>
                    <a:pt x="1867324" y="1430742"/>
                  </a:lnTo>
                  <a:lnTo>
                    <a:pt x="1866663" y="1430742"/>
                  </a:lnTo>
                  <a:lnTo>
                    <a:pt x="1866003" y="1430742"/>
                  </a:lnTo>
                  <a:lnTo>
                    <a:pt x="1865342" y="1430742"/>
                  </a:lnTo>
                  <a:lnTo>
                    <a:pt x="1864682" y="1430742"/>
                  </a:lnTo>
                  <a:lnTo>
                    <a:pt x="1864021" y="1430742"/>
                  </a:lnTo>
                  <a:lnTo>
                    <a:pt x="1863361" y="1430742"/>
                  </a:lnTo>
                  <a:lnTo>
                    <a:pt x="1862700" y="1430742"/>
                  </a:lnTo>
                  <a:lnTo>
                    <a:pt x="1862040" y="1430742"/>
                  </a:lnTo>
                  <a:lnTo>
                    <a:pt x="1861379" y="1430742"/>
                  </a:lnTo>
                  <a:lnTo>
                    <a:pt x="1860718" y="1430742"/>
                  </a:lnTo>
                  <a:lnTo>
                    <a:pt x="1860058" y="1430742"/>
                  </a:lnTo>
                  <a:lnTo>
                    <a:pt x="1859397" y="1430742"/>
                  </a:lnTo>
                  <a:lnTo>
                    <a:pt x="1858737" y="1430742"/>
                  </a:lnTo>
                  <a:lnTo>
                    <a:pt x="1858076" y="1430742"/>
                  </a:lnTo>
                  <a:lnTo>
                    <a:pt x="1857416" y="1430742"/>
                  </a:lnTo>
                  <a:lnTo>
                    <a:pt x="1856755" y="1430742"/>
                  </a:lnTo>
                  <a:lnTo>
                    <a:pt x="1856095" y="1430742"/>
                  </a:lnTo>
                  <a:lnTo>
                    <a:pt x="1855434" y="1430742"/>
                  </a:lnTo>
                  <a:lnTo>
                    <a:pt x="1854774" y="1430742"/>
                  </a:lnTo>
                  <a:lnTo>
                    <a:pt x="1854113" y="1430742"/>
                  </a:lnTo>
                  <a:lnTo>
                    <a:pt x="1853453" y="1430742"/>
                  </a:lnTo>
                  <a:lnTo>
                    <a:pt x="1852792" y="1430742"/>
                  </a:lnTo>
                  <a:lnTo>
                    <a:pt x="1852132" y="1430742"/>
                  </a:lnTo>
                  <a:lnTo>
                    <a:pt x="1851471" y="1430742"/>
                  </a:lnTo>
                  <a:lnTo>
                    <a:pt x="1850810" y="1430742"/>
                  </a:lnTo>
                  <a:lnTo>
                    <a:pt x="1850150" y="1430742"/>
                  </a:lnTo>
                  <a:lnTo>
                    <a:pt x="1849489" y="1430742"/>
                  </a:lnTo>
                  <a:lnTo>
                    <a:pt x="1848829" y="1430742"/>
                  </a:lnTo>
                  <a:lnTo>
                    <a:pt x="1848168" y="1430742"/>
                  </a:lnTo>
                  <a:lnTo>
                    <a:pt x="1847508" y="1430742"/>
                  </a:lnTo>
                  <a:lnTo>
                    <a:pt x="1846847" y="1430742"/>
                  </a:lnTo>
                  <a:lnTo>
                    <a:pt x="1846187" y="1430742"/>
                  </a:lnTo>
                  <a:lnTo>
                    <a:pt x="1845526" y="1430742"/>
                  </a:lnTo>
                  <a:lnTo>
                    <a:pt x="1844866" y="1430742"/>
                  </a:lnTo>
                  <a:lnTo>
                    <a:pt x="1844205" y="1430742"/>
                  </a:lnTo>
                  <a:lnTo>
                    <a:pt x="1843545" y="1430742"/>
                  </a:lnTo>
                  <a:lnTo>
                    <a:pt x="1842884" y="1430742"/>
                  </a:lnTo>
                  <a:lnTo>
                    <a:pt x="1842224" y="1430742"/>
                  </a:lnTo>
                  <a:lnTo>
                    <a:pt x="1841563" y="1430742"/>
                  </a:lnTo>
                  <a:lnTo>
                    <a:pt x="1840902" y="1430742"/>
                  </a:lnTo>
                  <a:lnTo>
                    <a:pt x="1840242" y="1430742"/>
                  </a:lnTo>
                  <a:lnTo>
                    <a:pt x="1839581" y="1430742"/>
                  </a:lnTo>
                  <a:lnTo>
                    <a:pt x="1838921" y="1430742"/>
                  </a:lnTo>
                  <a:lnTo>
                    <a:pt x="1838260" y="1430742"/>
                  </a:lnTo>
                  <a:lnTo>
                    <a:pt x="1837600" y="1430742"/>
                  </a:lnTo>
                  <a:lnTo>
                    <a:pt x="1836939" y="1430742"/>
                  </a:lnTo>
                  <a:lnTo>
                    <a:pt x="1836279" y="1430742"/>
                  </a:lnTo>
                  <a:lnTo>
                    <a:pt x="1835618" y="1430742"/>
                  </a:lnTo>
                  <a:lnTo>
                    <a:pt x="1834958" y="1430742"/>
                  </a:lnTo>
                  <a:lnTo>
                    <a:pt x="1834297" y="1430742"/>
                  </a:lnTo>
                  <a:lnTo>
                    <a:pt x="1833637" y="1430742"/>
                  </a:lnTo>
                  <a:lnTo>
                    <a:pt x="1832976" y="1430742"/>
                  </a:lnTo>
                  <a:lnTo>
                    <a:pt x="1832316" y="1430742"/>
                  </a:lnTo>
                  <a:lnTo>
                    <a:pt x="1831655" y="1430742"/>
                  </a:lnTo>
                  <a:lnTo>
                    <a:pt x="1830994" y="1430742"/>
                  </a:lnTo>
                  <a:lnTo>
                    <a:pt x="1830334" y="1430742"/>
                  </a:lnTo>
                  <a:lnTo>
                    <a:pt x="1829673" y="1430742"/>
                  </a:lnTo>
                  <a:lnTo>
                    <a:pt x="1829013" y="1430742"/>
                  </a:lnTo>
                  <a:lnTo>
                    <a:pt x="1828352" y="1430742"/>
                  </a:lnTo>
                  <a:lnTo>
                    <a:pt x="1827692" y="1430742"/>
                  </a:lnTo>
                  <a:lnTo>
                    <a:pt x="1827031" y="1430742"/>
                  </a:lnTo>
                  <a:lnTo>
                    <a:pt x="1826371" y="1430742"/>
                  </a:lnTo>
                  <a:lnTo>
                    <a:pt x="1825710" y="1430742"/>
                  </a:lnTo>
                  <a:lnTo>
                    <a:pt x="1825050" y="1430742"/>
                  </a:lnTo>
                  <a:lnTo>
                    <a:pt x="1824389" y="1430742"/>
                  </a:lnTo>
                  <a:lnTo>
                    <a:pt x="1823729" y="1430742"/>
                  </a:lnTo>
                  <a:lnTo>
                    <a:pt x="1823068" y="1430742"/>
                  </a:lnTo>
                  <a:lnTo>
                    <a:pt x="1822408" y="1430742"/>
                  </a:lnTo>
                  <a:lnTo>
                    <a:pt x="1821747" y="1430742"/>
                  </a:lnTo>
                  <a:lnTo>
                    <a:pt x="1821087" y="1430742"/>
                  </a:lnTo>
                  <a:lnTo>
                    <a:pt x="1820426" y="1430742"/>
                  </a:lnTo>
                  <a:lnTo>
                    <a:pt x="1819765" y="1430742"/>
                  </a:lnTo>
                  <a:lnTo>
                    <a:pt x="1819105" y="1430742"/>
                  </a:lnTo>
                  <a:lnTo>
                    <a:pt x="1818444" y="1430742"/>
                  </a:lnTo>
                  <a:lnTo>
                    <a:pt x="1817784" y="1430742"/>
                  </a:lnTo>
                  <a:lnTo>
                    <a:pt x="1817123" y="1430742"/>
                  </a:lnTo>
                  <a:lnTo>
                    <a:pt x="1816463" y="1430742"/>
                  </a:lnTo>
                  <a:lnTo>
                    <a:pt x="1815802" y="1430742"/>
                  </a:lnTo>
                  <a:lnTo>
                    <a:pt x="1815142" y="1430742"/>
                  </a:lnTo>
                  <a:lnTo>
                    <a:pt x="1814481" y="1430742"/>
                  </a:lnTo>
                  <a:lnTo>
                    <a:pt x="1813821" y="1430742"/>
                  </a:lnTo>
                  <a:lnTo>
                    <a:pt x="1813160" y="1430742"/>
                  </a:lnTo>
                  <a:lnTo>
                    <a:pt x="1812500" y="1430742"/>
                  </a:lnTo>
                  <a:lnTo>
                    <a:pt x="1811839" y="1430742"/>
                  </a:lnTo>
                  <a:lnTo>
                    <a:pt x="1811179" y="1430742"/>
                  </a:lnTo>
                  <a:lnTo>
                    <a:pt x="1810518" y="1430742"/>
                  </a:lnTo>
                  <a:lnTo>
                    <a:pt x="1809857" y="1430742"/>
                  </a:lnTo>
                  <a:lnTo>
                    <a:pt x="1809197" y="1430742"/>
                  </a:lnTo>
                  <a:lnTo>
                    <a:pt x="1808536" y="1430742"/>
                  </a:lnTo>
                  <a:lnTo>
                    <a:pt x="1807876" y="1430742"/>
                  </a:lnTo>
                  <a:lnTo>
                    <a:pt x="1807215" y="1430742"/>
                  </a:lnTo>
                  <a:lnTo>
                    <a:pt x="1806555" y="1430742"/>
                  </a:lnTo>
                  <a:lnTo>
                    <a:pt x="1805894" y="1430742"/>
                  </a:lnTo>
                  <a:lnTo>
                    <a:pt x="1805234" y="1430742"/>
                  </a:lnTo>
                  <a:lnTo>
                    <a:pt x="1804573" y="1430742"/>
                  </a:lnTo>
                  <a:lnTo>
                    <a:pt x="1803913" y="1430742"/>
                  </a:lnTo>
                  <a:lnTo>
                    <a:pt x="1803252" y="1430742"/>
                  </a:lnTo>
                  <a:lnTo>
                    <a:pt x="1802592" y="1430742"/>
                  </a:lnTo>
                  <a:lnTo>
                    <a:pt x="1801931" y="1430742"/>
                  </a:lnTo>
                  <a:lnTo>
                    <a:pt x="1801271" y="1430742"/>
                  </a:lnTo>
                  <a:lnTo>
                    <a:pt x="1800610" y="1430742"/>
                  </a:lnTo>
                  <a:lnTo>
                    <a:pt x="1799949" y="1430742"/>
                  </a:lnTo>
                  <a:lnTo>
                    <a:pt x="1799289" y="1430742"/>
                  </a:lnTo>
                  <a:lnTo>
                    <a:pt x="1798628" y="1430742"/>
                  </a:lnTo>
                  <a:lnTo>
                    <a:pt x="1797968" y="1430742"/>
                  </a:lnTo>
                  <a:lnTo>
                    <a:pt x="1797307" y="1430742"/>
                  </a:lnTo>
                  <a:lnTo>
                    <a:pt x="1796647" y="1430742"/>
                  </a:lnTo>
                  <a:lnTo>
                    <a:pt x="1795986" y="1430742"/>
                  </a:lnTo>
                  <a:lnTo>
                    <a:pt x="1795326" y="1430742"/>
                  </a:lnTo>
                  <a:lnTo>
                    <a:pt x="1794665" y="1430742"/>
                  </a:lnTo>
                  <a:lnTo>
                    <a:pt x="1794005" y="1430742"/>
                  </a:lnTo>
                  <a:lnTo>
                    <a:pt x="1793344" y="1430742"/>
                  </a:lnTo>
                  <a:lnTo>
                    <a:pt x="1792684" y="1430742"/>
                  </a:lnTo>
                  <a:lnTo>
                    <a:pt x="1792023" y="1430742"/>
                  </a:lnTo>
                  <a:lnTo>
                    <a:pt x="1791363" y="1430742"/>
                  </a:lnTo>
                  <a:lnTo>
                    <a:pt x="1790702" y="1430742"/>
                  </a:lnTo>
                  <a:lnTo>
                    <a:pt x="1790042" y="1430742"/>
                  </a:lnTo>
                  <a:lnTo>
                    <a:pt x="1789381" y="1430742"/>
                  </a:lnTo>
                  <a:lnTo>
                    <a:pt x="1788720" y="1430742"/>
                  </a:lnTo>
                  <a:lnTo>
                    <a:pt x="1788060" y="1430742"/>
                  </a:lnTo>
                  <a:lnTo>
                    <a:pt x="1787399" y="1430742"/>
                  </a:lnTo>
                  <a:lnTo>
                    <a:pt x="1786739" y="1430742"/>
                  </a:lnTo>
                  <a:lnTo>
                    <a:pt x="1786078" y="1430742"/>
                  </a:lnTo>
                  <a:lnTo>
                    <a:pt x="1785418" y="1430742"/>
                  </a:lnTo>
                  <a:lnTo>
                    <a:pt x="1784757" y="1430742"/>
                  </a:lnTo>
                  <a:lnTo>
                    <a:pt x="1784097" y="1430742"/>
                  </a:lnTo>
                  <a:lnTo>
                    <a:pt x="1783436" y="1430742"/>
                  </a:lnTo>
                  <a:lnTo>
                    <a:pt x="1782776" y="1430742"/>
                  </a:lnTo>
                  <a:lnTo>
                    <a:pt x="1782115" y="1430742"/>
                  </a:lnTo>
                  <a:lnTo>
                    <a:pt x="1781455" y="1430742"/>
                  </a:lnTo>
                  <a:lnTo>
                    <a:pt x="1780794" y="1430742"/>
                  </a:lnTo>
                  <a:lnTo>
                    <a:pt x="1780134" y="1430742"/>
                  </a:lnTo>
                  <a:lnTo>
                    <a:pt x="1779473" y="1430742"/>
                  </a:lnTo>
                  <a:lnTo>
                    <a:pt x="1778812" y="1430742"/>
                  </a:lnTo>
                  <a:lnTo>
                    <a:pt x="1778152" y="1430742"/>
                  </a:lnTo>
                  <a:lnTo>
                    <a:pt x="1777491" y="1430742"/>
                  </a:lnTo>
                  <a:lnTo>
                    <a:pt x="1776831" y="1430742"/>
                  </a:lnTo>
                  <a:lnTo>
                    <a:pt x="1776170" y="1430742"/>
                  </a:lnTo>
                  <a:lnTo>
                    <a:pt x="1775510" y="1430742"/>
                  </a:lnTo>
                  <a:lnTo>
                    <a:pt x="1774849" y="1430742"/>
                  </a:lnTo>
                  <a:lnTo>
                    <a:pt x="1774189" y="1430742"/>
                  </a:lnTo>
                  <a:lnTo>
                    <a:pt x="1773528" y="1430742"/>
                  </a:lnTo>
                  <a:lnTo>
                    <a:pt x="1772868" y="1430742"/>
                  </a:lnTo>
                  <a:lnTo>
                    <a:pt x="1772207" y="1430742"/>
                  </a:lnTo>
                  <a:lnTo>
                    <a:pt x="1771547" y="1430742"/>
                  </a:lnTo>
                  <a:lnTo>
                    <a:pt x="1770886" y="1430742"/>
                  </a:lnTo>
                  <a:lnTo>
                    <a:pt x="1770226" y="1430742"/>
                  </a:lnTo>
                  <a:lnTo>
                    <a:pt x="1769565" y="1430742"/>
                  </a:lnTo>
                  <a:lnTo>
                    <a:pt x="1768904" y="1430742"/>
                  </a:lnTo>
                  <a:lnTo>
                    <a:pt x="1768244" y="1430742"/>
                  </a:lnTo>
                  <a:lnTo>
                    <a:pt x="1767583" y="1430742"/>
                  </a:lnTo>
                  <a:lnTo>
                    <a:pt x="1766923" y="1430742"/>
                  </a:lnTo>
                  <a:lnTo>
                    <a:pt x="1766262" y="1430742"/>
                  </a:lnTo>
                  <a:lnTo>
                    <a:pt x="1765602" y="1430742"/>
                  </a:lnTo>
                  <a:lnTo>
                    <a:pt x="1764941" y="1430742"/>
                  </a:lnTo>
                  <a:lnTo>
                    <a:pt x="1764281" y="1430742"/>
                  </a:lnTo>
                  <a:lnTo>
                    <a:pt x="1763620" y="1430742"/>
                  </a:lnTo>
                  <a:lnTo>
                    <a:pt x="1762960" y="1430742"/>
                  </a:lnTo>
                  <a:lnTo>
                    <a:pt x="1762299" y="1430742"/>
                  </a:lnTo>
                  <a:lnTo>
                    <a:pt x="1761639" y="1430742"/>
                  </a:lnTo>
                  <a:lnTo>
                    <a:pt x="1760978" y="1430742"/>
                  </a:lnTo>
                  <a:lnTo>
                    <a:pt x="1760318" y="1430742"/>
                  </a:lnTo>
                  <a:lnTo>
                    <a:pt x="1759657" y="1430742"/>
                  </a:lnTo>
                  <a:lnTo>
                    <a:pt x="1758996" y="1430742"/>
                  </a:lnTo>
                  <a:lnTo>
                    <a:pt x="1758336" y="1430742"/>
                  </a:lnTo>
                  <a:lnTo>
                    <a:pt x="1757675" y="1430742"/>
                  </a:lnTo>
                  <a:lnTo>
                    <a:pt x="1757015" y="1430742"/>
                  </a:lnTo>
                  <a:lnTo>
                    <a:pt x="1756354" y="1430742"/>
                  </a:lnTo>
                  <a:lnTo>
                    <a:pt x="1755694" y="1430742"/>
                  </a:lnTo>
                  <a:lnTo>
                    <a:pt x="1755033" y="1430742"/>
                  </a:lnTo>
                  <a:lnTo>
                    <a:pt x="1754373" y="1430742"/>
                  </a:lnTo>
                  <a:lnTo>
                    <a:pt x="1753712" y="1430742"/>
                  </a:lnTo>
                  <a:lnTo>
                    <a:pt x="1753052" y="1430742"/>
                  </a:lnTo>
                  <a:lnTo>
                    <a:pt x="1752391" y="1430742"/>
                  </a:lnTo>
                  <a:lnTo>
                    <a:pt x="1751731" y="1430742"/>
                  </a:lnTo>
                  <a:lnTo>
                    <a:pt x="1751070" y="1430742"/>
                  </a:lnTo>
                  <a:lnTo>
                    <a:pt x="1750410" y="1430742"/>
                  </a:lnTo>
                  <a:lnTo>
                    <a:pt x="1749749" y="1430742"/>
                  </a:lnTo>
                  <a:lnTo>
                    <a:pt x="1749089" y="1430742"/>
                  </a:lnTo>
                  <a:lnTo>
                    <a:pt x="1748428" y="1430742"/>
                  </a:lnTo>
                  <a:lnTo>
                    <a:pt x="1747767" y="1430742"/>
                  </a:lnTo>
                  <a:lnTo>
                    <a:pt x="1747107" y="1430742"/>
                  </a:lnTo>
                  <a:lnTo>
                    <a:pt x="1746446" y="1430742"/>
                  </a:lnTo>
                  <a:lnTo>
                    <a:pt x="1745786" y="1430742"/>
                  </a:lnTo>
                  <a:lnTo>
                    <a:pt x="1745125" y="1430742"/>
                  </a:lnTo>
                  <a:lnTo>
                    <a:pt x="1744465" y="1430742"/>
                  </a:lnTo>
                  <a:lnTo>
                    <a:pt x="1743804" y="1430742"/>
                  </a:lnTo>
                  <a:lnTo>
                    <a:pt x="1743144" y="1430742"/>
                  </a:lnTo>
                  <a:lnTo>
                    <a:pt x="1742483" y="1430742"/>
                  </a:lnTo>
                  <a:lnTo>
                    <a:pt x="1741823" y="1430742"/>
                  </a:lnTo>
                  <a:lnTo>
                    <a:pt x="1741162" y="1430742"/>
                  </a:lnTo>
                  <a:lnTo>
                    <a:pt x="1740502" y="1430742"/>
                  </a:lnTo>
                  <a:lnTo>
                    <a:pt x="1739841" y="1430742"/>
                  </a:lnTo>
                  <a:lnTo>
                    <a:pt x="1739181" y="1430742"/>
                  </a:lnTo>
                  <a:lnTo>
                    <a:pt x="1738520" y="1430742"/>
                  </a:lnTo>
                  <a:lnTo>
                    <a:pt x="1737859" y="1430742"/>
                  </a:lnTo>
                  <a:lnTo>
                    <a:pt x="1737199" y="1430742"/>
                  </a:lnTo>
                  <a:lnTo>
                    <a:pt x="1736538" y="1430742"/>
                  </a:lnTo>
                  <a:lnTo>
                    <a:pt x="1735878" y="1430742"/>
                  </a:lnTo>
                  <a:lnTo>
                    <a:pt x="1735217" y="1430742"/>
                  </a:lnTo>
                  <a:lnTo>
                    <a:pt x="1734557" y="1430742"/>
                  </a:lnTo>
                  <a:lnTo>
                    <a:pt x="1733896" y="1430742"/>
                  </a:lnTo>
                  <a:lnTo>
                    <a:pt x="1733236" y="1430742"/>
                  </a:lnTo>
                  <a:lnTo>
                    <a:pt x="1732575" y="1430742"/>
                  </a:lnTo>
                  <a:lnTo>
                    <a:pt x="1731915" y="1430742"/>
                  </a:lnTo>
                  <a:lnTo>
                    <a:pt x="1731254" y="1430742"/>
                  </a:lnTo>
                  <a:lnTo>
                    <a:pt x="1730594" y="1430742"/>
                  </a:lnTo>
                  <a:lnTo>
                    <a:pt x="1729933" y="1430742"/>
                  </a:lnTo>
                  <a:lnTo>
                    <a:pt x="1729273" y="1430742"/>
                  </a:lnTo>
                  <a:lnTo>
                    <a:pt x="1728612" y="1430742"/>
                  </a:lnTo>
                  <a:lnTo>
                    <a:pt x="1727951" y="1430742"/>
                  </a:lnTo>
                  <a:lnTo>
                    <a:pt x="1727291" y="1430742"/>
                  </a:lnTo>
                  <a:lnTo>
                    <a:pt x="1726630" y="1430742"/>
                  </a:lnTo>
                  <a:lnTo>
                    <a:pt x="1725970" y="1430742"/>
                  </a:lnTo>
                  <a:lnTo>
                    <a:pt x="1725309" y="1430742"/>
                  </a:lnTo>
                  <a:lnTo>
                    <a:pt x="1724649" y="1430742"/>
                  </a:lnTo>
                  <a:lnTo>
                    <a:pt x="1723988" y="1430742"/>
                  </a:lnTo>
                  <a:lnTo>
                    <a:pt x="1723328" y="1430742"/>
                  </a:lnTo>
                  <a:lnTo>
                    <a:pt x="1722667" y="1430742"/>
                  </a:lnTo>
                  <a:lnTo>
                    <a:pt x="1722007" y="1430742"/>
                  </a:lnTo>
                  <a:lnTo>
                    <a:pt x="1721346" y="1430742"/>
                  </a:lnTo>
                  <a:lnTo>
                    <a:pt x="1720686" y="1430742"/>
                  </a:lnTo>
                  <a:lnTo>
                    <a:pt x="1720025" y="1430742"/>
                  </a:lnTo>
                  <a:lnTo>
                    <a:pt x="1719365" y="1430742"/>
                  </a:lnTo>
                  <a:lnTo>
                    <a:pt x="1718704" y="1430742"/>
                  </a:lnTo>
                  <a:lnTo>
                    <a:pt x="1718044" y="1430742"/>
                  </a:lnTo>
                  <a:lnTo>
                    <a:pt x="1717383" y="1430742"/>
                  </a:lnTo>
                  <a:lnTo>
                    <a:pt x="1716722" y="1430742"/>
                  </a:lnTo>
                  <a:lnTo>
                    <a:pt x="1716062" y="1430742"/>
                  </a:lnTo>
                  <a:lnTo>
                    <a:pt x="1715401" y="1430742"/>
                  </a:lnTo>
                  <a:lnTo>
                    <a:pt x="1714741" y="1430742"/>
                  </a:lnTo>
                  <a:lnTo>
                    <a:pt x="1714080" y="1430742"/>
                  </a:lnTo>
                  <a:lnTo>
                    <a:pt x="1713420" y="1430742"/>
                  </a:lnTo>
                  <a:lnTo>
                    <a:pt x="1712759" y="1430742"/>
                  </a:lnTo>
                  <a:lnTo>
                    <a:pt x="1712099" y="1430742"/>
                  </a:lnTo>
                  <a:lnTo>
                    <a:pt x="1711438" y="1430742"/>
                  </a:lnTo>
                  <a:lnTo>
                    <a:pt x="1710778" y="1430742"/>
                  </a:lnTo>
                  <a:lnTo>
                    <a:pt x="1710117" y="1430742"/>
                  </a:lnTo>
                  <a:lnTo>
                    <a:pt x="1709457" y="1430742"/>
                  </a:lnTo>
                  <a:lnTo>
                    <a:pt x="1708796" y="1430742"/>
                  </a:lnTo>
                  <a:lnTo>
                    <a:pt x="1708136" y="1430742"/>
                  </a:lnTo>
                  <a:lnTo>
                    <a:pt x="1707475" y="1430742"/>
                  </a:lnTo>
                  <a:lnTo>
                    <a:pt x="1706814" y="1430742"/>
                  </a:lnTo>
                  <a:lnTo>
                    <a:pt x="1706154" y="1430742"/>
                  </a:lnTo>
                  <a:lnTo>
                    <a:pt x="1705493" y="1430742"/>
                  </a:lnTo>
                  <a:lnTo>
                    <a:pt x="1704833" y="1430742"/>
                  </a:lnTo>
                  <a:lnTo>
                    <a:pt x="1704172" y="1430742"/>
                  </a:lnTo>
                  <a:lnTo>
                    <a:pt x="1703512" y="1430742"/>
                  </a:lnTo>
                  <a:lnTo>
                    <a:pt x="1702851" y="1430742"/>
                  </a:lnTo>
                  <a:lnTo>
                    <a:pt x="1702191" y="1430742"/>
                  </a:lnTo>
                  <a:lnTo>
                    <a:pt x="1701530" y="1430742"/>
                  </a:lnTo>
                  <a:lnTo>
                    <a:pt x="1700870" y="1430742"/>
                  </a:lnTo>
                  <a:lnTo>
                    <a:pt x="1700209" y="1430742"/>
                  </a:lnTo>
                  <a:lnTo>
                    <a:pt x="1699549" y="1430742"/>
                  </a:lnTo>
                  <a:lnTo>
                    <a:pt x="1698888" y="1430742"/>
                  </a:lnTo>
                  <a:lnTo>
                    <a:pt x="1698228" y="1430742"/>
                  </a:lnTo>
                  <a:lnTo>
                    <a:pt x="1697567" y="1430742"/>
                  </a:lnTo>
                  <a:lnTo>
                    <a:pt x="1696906" y="1430742"/>
                  </a:lnTo>
                  <a:lnTo>
                    <a:pt x="1696246" y="1430742"/>
                  </a:lnTo>
                  <a:lnTo>
                    <a:pt x="1695585" y="1430742"/>
                  </a:lnTo>
                  <a:lnTo>
                    <a:pt x="1694925" y="1430742"/>
                  </a:lnTo>
                  <a:lnTo>
                    <a:pt x="1694264" y="1430742"/>
                  </a:lnTo>
                  <a:lnTo>
                    <a:pt x="1693604" y="1430742"/>
                  </a:lnTo>
                  <a:lnTo>
                    <a:pt x="1692943" y="1430742"/>
                  </a:lnTo>
                  <a:lnTo>
                    <a:pt x="1692283" y="1430742"/>
                  </a:lnTo>
                  <a:lnTo>
                    <a:pt x="1691622" y="1430742"/>
                  </a:lnTo>
                  <a:lnTo>
                    <a:pt x="1690962" y="1430742"/>
                  </a:lnTo>
                  <a:lnTo>
                    <a:pt x="1690301" y="1430742"/>
                  </a:lnTo>
                  <a:lnTo>
                    <a:pt x="1689641" y="1430742"/>
                  </a:lnTo>
                  <a:lnTo>
                    <a:pt x="1688980" y="1430742"/>
                  </a:lnTo>
                  <a:lnTo>
                    <a:pt x="1688320" y="1430742"/>
                  </a:lnTo>
                  <a:lnTo>
                    <a:pt x="1687659" y="1430742"/>
                  </a:lnTo>
                  <a:lnTo>
                    <a:pt x="1686998" y="1430742"/>
                  </a:lnTo>
                  <a:lnTo>
                    <a:pt x="1686338" y="1430742"/>
                  </a:lnTo>
                  <a:lnTo>
                    <a:pt x="1685677" y="1430742"/>
                  </a:lnTo>
                  <a:lnTo>
                    <a:pt x="1685017" y="1430742"/>
                  </a:lnTo>
                  <a:lnTo>
                    <a:pt x="1684356" y="1430742"/>
                  </a:lnTo>
                  <a:lnTo>
                    <a:pt x="1683696" y="1430742"/>
                  </a:lnTo>
                  <a:lnTo>
                    <a:pt x="1683035" y="1430742"/>
                  </a:lnTo>
                  <a:lnTo>
                    <a:pt x="1682375" y="1430742"/>
                  </a:lnTo>
                  <a:lnTo>
                    <a:pt x="1681714" y="1430742"/>
                  </a:lnTo>
                  <a:lnTo>
                    <a:pt x="1681054" y="1430742"/>
                  </a:lnTo>
                  <a:lnTo>
                    <a:pt x="1680393" y="1430742"/>
                  </a:lnTo>
                  <a:lnTo>
                    <a:pt x="1679733" y="1430742"/>
                  </a:lnTo>
                  <a:lnTo>
                    <a:pt x="1679072" y="1430742"/>
                  </a:lnTo>
                  <a:lnTo>
                    <a:pt x="1678412" y="1430742"/>
                  </a:lnTo>
                  <a:lnTo>
                    <a:pt x="1677751" y="1430742"/>
                  </a:lnTo>
                  <a:lnTo>
                    <a:pt x="1677091" y="1430742"/>
                  </a:lnTo>
                  <a:lnTo>
                    <a:pt x="1676430" y="1430742"/>
                  </a:lnTo>
                  <a:lnTo>
                    <a:pt x="1675769" y="1430742"/>
                  </a:lnTo>
                  <a:lnTo>
                    <a:pt x="1675109" y="1430742"/>
                  </a:lnTo>
                  <a:lnTo>
                    <a:pt x="1674448" y="1430742"/>
                  </a:lnTo>
                  <a:lnTo>
                    <a:pt x="1673788" y="1430742"/>
                  </a:lnTo>
                  <a:lnTo>
                    <a:pt x="1673127" y="1430742"/>
                  </a:lnTo>
                  <a:lnTo>
                    <a:pt x="1672467" y="1430742"/>
                  </a:lnTo>
                  <a:lnTo>
                    <a:pt x="1671806" y="1430742"/>
                  </a:lnTo>
                  <a:lnTo>
                    <a:pt x="1671146" y="1430742"/>
                  </a:lnTo>
                  <a:lnTo>
                    <a:pt x="1670485" y="1430742"/>
                  </a:lnTo>
                  <a:lnTo>
                    <a:pt x="1669825" y="1430742"/>
                  </a:lnTo>
                  <a:lnTo>
                    <a:pt x="1669164" y="1430742"/>
                  </a:lnTo>
                  <a:lnTo>
                    <a:pt x="1668504" y="1430742"/>
                  </a:lnTo>
                  <a:lnTo>
                    <a:pt x="1667843" y="1430742"/>
                  </a:lnTo>
                  <a:lnTo>
                    <a:pt x="1667183" y="1430742"/>
                  </a:lnTo>
                  <a:lnTo>
                    <a:pt x="1666522" y="1430742"/>
                  </a:lnTo>
                  <a:lnTo>
                    <a:pt x="1665861" y="1430742"/>
                  </a:lnTo>
                  <a:lnTo>
                    <a:pt x="1665201" y="1430742"/>
                  </a:lnTo>
                  <a:lnTo>
                    <a:pt x="1664540" y="1430742"/>
                  </a:lnTo>
                  <a:lnTo>
                    <a:pt x="1663880" y="1430742"/>
                  </a:lnTo>
                  <a:lnTo>
                    <a:pt x="1663219" y="1430742"/>
                  </a:lnTo>
                  <a:lnTo>
                    <a:pt x="1662559" y="1430742"/>
                  </a:lnTo>
                  <a:lnTo>
                    <a:pt x="1661898" y="1430742"/>
                  </a:lnTo>
                  <a:lnTo>
                    <a:pt x="1661238" y="1430742"/>
                  </a:lnTo>
                  <a:lnTo>
                    <a:pt x="1660577" y="1430742"/>
                  </a:lnTo>
                  <a:lnTo>
                    <a:pt x="1659917" y="1430742"/>
                  </a:lnTo>
                  <a:lnTo>
                    <a:pt x="1659256" y="1430742"/>
                  </a:lnTo>
                  <a:lnTo>
                    <a:pt x="1658596" y="1430742"/>
                  </a:lnTo>
                  <a:lnTo>
                    <a:pt x="1657935" y="1430742"/>
                  </a:lnTo>
                  <a:lnTo>
                    <a:pt x="1657275" y="1430742"/>
                  </a:lnTo>
                  <a:lnTo>
                    <a:pt x="1656614" y="1430742"/>
                  </a:lnTo>
                  <a:lnTo>
                    <a:pt x="1655953" y="1430742"/>
                  </a:lnTo>
                  <a:lnTo>
                    <a:pt x="1655293" y="1430742"/>
                  </a:lnTo>
                  <a:lnTo>
                    <a:pt x="1654632" y="1430742"/>
                  </a:lnTo>
                  <a:lnTo>
                    <a:pt x="1653972" y="1430742"/>
                  </a:lnTo>
                  <a:lnTo>
                    <a:pt x="1653311" y="1430742"/>
                  </a:lnTo>
                  <a:lnTo>
                    <a:pt x="1652651" y="1430742"/>
                  </a:lnTo>
                  <a:lnTo>
                    <a:pt x="1651990" y="1430742"/>
                  </a:lnTo>
                  <a:lnTo>
                    <a:pt x="1651330" y="1430742"/>
                  </a:lnTo>
                  <a:lnTo>
                    <a:pt x="1650669" y="1430742"/>
                  </a:lnTo>
                  <a:lnTo>
                    <a:pt x="1650009" y="1430742"/>
                  </a:lnTo>
                  <a:lnTo>
                    <a:pt x="1649348" y="1430742"/>
                  </a:lnTo>
                  <a:lnTo>
                    <a:pt x="1648688" y="1430742"/>
                  </a:lnTo>
                  <a:lnTo>
                    <a:pt x="1648027" y="1430742"/>
                  </a:lnTo>
                  <a:lnTo>
                    <a:pt x="1647367" y="1430742"/>
                  </a:lnTo>
                  <a:lnTo>
                    <a:pt x="1646706" y="1430742"/>
                  </a:lnTo>
                  <a:lnTo>
                    <a:pt x="1646046" y="1430742"/>
                  </a:lnTo>
                  <a:lnTo>
                    <a:pt x="1645385" y="1430742"/>
                  </a:lnTo>
                  <a:lnTo>
                    <a:pt x="1644724" y="1430742"/>
                  </a:lnTo>
                  <a:lnTo>
                    <a:pt x="1644064" y="1430742"/>
                  </a:lnTo>
                  <a:lnTo>
                    <a:pt x="1643403" y="1430742"/>
                  </a:lnTo>
                  <a:lnTo>
                    <a:pt x="1642743" y="1430742"/>
                  </a:lnTo>
                  <a:lnTo>
                    <a:pt x="1642082" y="1430742"/>
                  </a:lnTo>
                  <a:lnTo>
                    <a:pt x="1641422" y="1430742"/>
                  </a:lnTo>
                  <a:lnTo>
                    <a:pt x="1640761" y="1430742"/>
                  </a:lnTo>
                  <a:lnTo>
                    <a:pt x="1640101" y="1430742"/>
                  </a:lnTo>
                  <a:lnTo>
                    <a:pt x="1639440" y="1430742"/>
                  </a:lnTo>
                  <a:lnTo>
                    <a:pt x="1638780" y="1430742"/>
                  </a:lnTo>
                  <a:lnTo>
                    <a:pt x="1638119" y="1430742"/>
                  </a:lnTo>
                  <a:lnTo>
                    <a:pt x="1637459" y="1430742"/>
                  </a:lnTo>
                  <a:lnTo>
                    <a:pt x="1636798" y="1430742"/>
                  </a:lnTo>
                  <a:lnTo>
                    <a:pt x="1636138" y="1430742"/>
                  </a:lnTo>
                  <a:lnTo>
                    <a:pt x="1635477" y="1430742"/>
                  </a:lnTo>
                  <a:lnTo>
                    <a:pt x="1634816" y="1430742"/>
                  </a:lnTo>
                  <a:lnTo>
                    <a:pt x="1634156" y="1430742"/>
                  </a:lnTo>
                  <a:lnTo>
                    <a:pt x="1633495" y="1430742"/>
                  </a:lnTo>
                  <a:lnTo>
                    <a:pt x="1632835" y="1430742"/>
                  </a:lnTo>
                  <a:lnTo>
                    <a:pt x="1632174" y="1430742"/>
                  </a:lnTo>
                  <a:lnTo>
                    <a:pt x="1631514" y="1430742"/>
                  </a:lnTo>
                  <a:lnTo>
                    <a:pt x="1630853" y="1430742"/>
                  </a:lnTo>
                  <a:lnTo>
                    <a:pt x="1630193" y="1430742"/>
                  </a:lnTo>
                  <a:lnTo>
                    <a:pt x="1629532" y="1430742"/>
                  </a:lnTo>
                  <a:lnTo>
                    <a:pt x="1628872" y="1430742"/>
                  </a:lnTo>
                  <a:lnTo>
                    <a:pt x="1628211" y="1430742"/>
                  </a:lnTo>
                  <a:lnTo>
                    <a:pt x="1627551" y="1430742"/>
                  </a:lnTo>
                  <a:lnTo>
                    <a:pt x="1626890" y="1430742"/>
                  </a:lnTo>
                  <a:lnTo>
                    <a:pt x="1626230" y="1430742"/>
                  </a:lnTo>
                  <a:lnTo>
                    <a:pt x="1625569" y="1430742"/>
                  </a:lnTo>
                  <a:lnTo>
                    <a:pt x="1624908" y="1430742"/>
                  </a:lnTo>
                  <a:lnTo>
                    <a:pt x="1624248" y="1430742"/>
                  </a:lnTo>
                  <a:lnTo>
                    <a:pt x="1623587" y="1430742"/>
                  </a:lnTo>
                  <a:lnTo>
                    <a:pt x="1622927" y="1430742"/>
                  </a:lnTo>
                  <a:lnTo>
                    <a:pt x="1622266" y="1430742"/>
                  </a:lnTo>
                  <a:lnTo>
                    <a:pt x="1621606" y="1430742"/>
                  </a:lnTo>
                  <a:lnTo>
                    <a:pt x="1620945" y="1430742"/>
                  </a:lnTo>
                  <a:lnTo>
                    <a:pt x="1620285" y="1430742"/>
                  </a:lnTo>
                  <a:lnTo>
                    <a:pt x="1619624" y="1430742"/>
                  </a:lnTo>
                  <a:lnTo>
                    <a:pt x="1618964" y="1430742"/>
                  </a:lnTo>
                  <a:lnTo>
                    <a:pt x="1618303" y="1430742"/>
                  </a:lnTo>
                  <a:lnTo>
                    <a:pt x="1617643" y="1430742"/>
                  </a:lnTo>
                  <a:lnTo>
                    <a:pt x="1616982" y="1430742"/>
                  </a:lnTo>
                  <a:lnTo>
                    <a:pt x="1616322" y="1430742"/>
                  </a:lnTo>
                  <a:lnTo>
                    <a:pt x="1615661" y="1430742"/>
                  </a:lnTo>
                  <a:lnTo>
                    <a:pt x="1615001" y="1430742"/>
                  </a:lnTo>
                  <a:lnTo>
                    <a:pt x="1614340" y="1430742"/>
                  </a:lnTo>
                  <a:lnTo>
                    <a:pt x="1613679" y="1430742"/>
                  </a:lnTo>
                  <a:lnTo>
                    <a:pt x="1613019" y="1430742"/>
                  </a:lnTo>
                  <a:lnTo>
                    <a:pt x="1612358" y="1430742"/>
                  </a:lnTo>
                  <a:lnTo>
                    <a:pt x="1611698" y="1430742"/>
                  </a:lnTo>
                  <a:lnTo>
                    <a:pt x="1611037" y="1430742"/>
                  </a:lnTo>
                  <a:lnTo>
                    <a:pt x="1610377" y="1430742"/>
                  </a:lnTo>
                  <a:lnTo>
                    <a:pt x="1609716" y="1430742"/>
                  </a:lnTo>
                  <a:lnTo>
                    <a:pt x="1609056" y="1430742"/>
                  </a:lnTo>
                  <a:lnTo>
                    <a:pt x="1608395" y="1430742"/>
                  </a:lnTo>
                  <a:lnTo>
                    <a:pt x="1607735" y="1430742"/>
                  </a:lnTo>
                  <a:lnTo>
                    <a:pt x="1607074" y="1430742"/>
                  </a:lnTo>
                  <a:lnTo>
                    <a:pt x="1606414" y="1430742"/>
                  </a:lnTo>
                  <a:lnTo>
                    <a:pt x="1605753" y="1430742"/>
                  </a:lnTo>
                  <a:lnTo>
                    <a:pt x="1605093" y="1430742"/>
                  </a:lnTo>
                  <a:lnTo>
                    <a:pt x="1604432" y="1430742"/>
                  </a:lnTo>
                  <a:lnTo>
                    <a:pt x="1603771" y="1430742"/>
                  </a:lnTo>
                  <a:lnTo>
                    <a:pt x="1603111" y="1430742"/>
                  </a:lnTo>
                  <a:lnTo>
                    <a:pt x="1602450" y="1430742"/>
                  </a:lnTo>
                  <a:lnTo>
                    <a:pt x="1601790" y="1430742"/>
                  </a:lnTo>
                  <a:lnTo>
                    <a:pt x="1601129" y="1430742"/>
                  </a:lnTo>
                  <a:lnTo>
                    <a:pt x="1600469" y="1430742"/>
                  </a:lnTo>
                  <a:lnTo>
                    <a:pt x="1599808" y="1430742"/>
                  </a:lnTo>
                  <a:lnTo>
                    <a:pt x="1599148" y="1430742"/>
                  </a:lnTo>
                  <a:lnTo>
                    <a:pt x="1598487" y="1430742"/>
                  </a:lnTo>
                  <a:lnTo>
                    <a:pt x="1597827" y="1430742"/>
                  </a:lnTo>
                  <a:lnTo>
                    <a:pt x="1597166" y="1430742"/>
                  </a:lnTo>
                  <a:lnTo>
                    <a:pt x="1596506" y="1430742"/>
                  </a:lnTo>
                  <a:lnTo>
                    <a:pt x="1595845" y="1430742"/>
                  </a:lnTo>
                  <a:lnTo>
                    <a:pt x="1595185" y="1430742"/>
                  </a:lnTo>
                  <a:lnTo>
                    <a:pt x="1594524" y="1430742"/>
                  </a:lnTo>
                  <a:lnTo>
                    <a:pt x="1593863" y="1430742"/>
                  </a:lnTo>
                  <a:lnTo>
                    <a:pt x="1593203" y="1430742"/>
                  </a:lnTo>
                  <a:lnTo>
                    <a:pt x="1592542" y="1430742"/>
                  </a:lnTo>
                  <a:lnTo>
                    <a:pt x="1591882" y="1430742"/>
                  </a:lnTo>
                  <a:lnTo>
                    <a:pt x="1591221" y="1430742"/>
                  </a:lnTo>
                  <a:lnTo>
                    <a:pt x="1590561" y="1430742"/>
                  </a:lnTo>
                  <a:lnTo>
                    <a:pt x="1589900" y="1430742"/>
                  </a:lnTo>
                  <a:lnTo>
                    <a:pt x="1589240" y="1430742"/>
                  </a:lnTo>
                  <a:lnTo>
                    <a:pt x="1588579" y="1430742"/>
                  </a:lnTo>
                  <a:lnTo>
                    <a:pt x="1587919" y="1430742"/>
                  </a:lnTo>
                  <a:lnTo>
                    <a:pt x="1587258" y="1430742"/>
                  </a:lnTo>
                  <a:lnTo>
                    <a:pt x="1586598" y="1430742"/>
                  </a:lnTo>
                  <a:lnTo>
                    <a:pt x="1585937" y="1430742"/>
                  </a:lnTo>
                  <a:lnTo>
                    <a:pt x="1585277" y="1430742"/>
                  </a:lnTo>
                  <a:lnTo>
                    <a:pt x="1584616" y="1430742"/>
                  </a:lnTo>
                  <a:lnTo>
                    <a:pt x="1583955" y="1430742"/>
                  </a:lnTo>
                  <a:lnTo>
                    <a:pt x="1583295" y="1430742"/>
                  </a:lnTo>
                  <a:lnTo>
                    <a:pt x="1582634" y="1430742"/>
                  </a:lnTo>
                  <a:lnTo>
                    <a:pt x="1581974" y="1430742"/>
                  </a:lnTo>
                  <a:lnTo>
                    <a:pt x="1581313" y="1430742"/>
                  </a:lnTo>
                  <a:lnTo>
                    <a:pt x="1580653" y="1430742"/>
                  </a:lnTo>
                  <a:lnTo>
                    <a:pt x="1579992" y="1430742"/>
                  </a:lnTo>
                  <a:lnTo>
                    <a:pt x="1579332" y="1430742"/>
                  </a:lnTo>
                  <a:lnTo>
                    <a:pt x="1578671" y="1430742"/>
                  </a:lnTo>
                  <a:lnTo>
                    <a:pt x="1578011" y="1430742"/>
                  </a:lnTo>
                  <a:lnTo>
                    <a:pt x="1577350" y="1430742"/>
                  </a:lnTo>
                  <a:lnTo>
                    <a:pt x="1576690" y="1430742"/>
                  </a:lnTo>
                  <a:lnTo>
                    <a:pt x="1576029" y="1430742"/>
                  </a:lnTo>
                  <a:lnTo>
                    <a:pt x="1575369" y="1430742"/>
                  </a:lnTo>
                  <a:lnTo>
                    <a:pt x="1574708" y="1430742"/>
                  </a:lnTo>
                  <a:lnTo>
                    <a:pt x="1574048" y="1430742"/>
                  </a:lnTo>
                  <a:lnTo>
                    <a:pt x="1573387" y="1430742"/>
                  </a:lnTo>
                  <a:lnTo>
                    <a:pt x="1572726" y="1430742"/>
                  </a:lnTo>
                  <a:lnTo>
                    <a:pt x="1572066" y="1430742"/>
                  </a:lnTo>
                  <a:lnTo>
                    <a:pt x="1571405" y="1430742"/>
                  </a:lnTo>
                  <a:lnTo>
                    <a:pt x="1570745" y="1430742"/>
                  </a:lnTo>
                  <a:lnTo>
                    <a:pt x="1570084" y="1430742"/>
                  </a:lnTo>
                  <a:lnTo>
                    <a:pt x="1569424" y="1430742"/>
                  </a:lnTo>
                  <a:lnTo>
                    <a:pt x="1568763" y="1430742"/>
                  </a:lnTo>
                  <a:lnTo>
                    <a:pt x="1568103" y="1430742"/>
                  </a:lnTo>
                  <a:lnTo>
                    <a:pt x="1567442" y="1430742"/>
                  </a:lnTo>
                  <a:lnTo>
                    <a:pt x="1566782" y="1430742"/>
                  </a:lnTo>
                  <a:lnTo>
                    <a:pt x="1566121" y="1430742"/>
                  </a:lnTo>
                  <a:lnTo>
                    <a:pt x="1565461" y="1430742"/>
                  </a:lnTo>
                  <a:lnTo>
                    <a:pt x="1564800" y="1430742"/>
                  </a:lnTo>
                  <a:lnTo>
                    <a:pt x="1564140" y="1430742"/>
                  </a:lnTo>
                  <a:lnTo>
                    <a:pt x="1563479" y="1430742"/>
                  </a:lnTo>
                  <a:lnTo>
                    <a:pt x="1562818" y="1430742"/>
                  </a:lnTo>
                  <a:lnTo>
                    <a:pt x="1562158" y="1430742"/>
                  </a:lnTo>
                  <a:lnTo>
                    <a:pt x="1561497" y="1430742"/>
                  </a:lnTo>
                  <a:lnTo>
                    <a:pt x="1560837" y="1430742"/>
                  </a:lnTo>
                  <a:lnTo>
                    <a:pt x="1560176" y="1430742"/>
                  </a:lnTo>
                  <a:lnTo>
                    <a:pt x="1559516" y="1430742"/>
                  </a:lnTo>
                  <a:lnTo>
                    <a:pt x="1558855" y="1430742"/>
                  </a:lnTo>
                  <a:lnTo>
                    <a:pt x="1558195" y="1430742"/>
                  </a:lnTo>
                  <a:lnTo>
                    <a:pt x="1557534" y="1430742"/>
                  </a:lnTo>
                  <a:lnTo>
                    <a:pt x="1556874" y="1430742"/>
                  </a:lnTo>
                  <a:lnTo>
                    <a:pt x="1556213" y="1430742"/>
                  </a:lnTo>
                  <a:lnTo>
                    <a:pt x="1555553" y="1430742"/>
                  </a:lnTo>
                  <a:lnTo>
                    <a:pt x="1554892" y="1430742"/>
                  </a:lnTo>
                  <a:lnTo>
                    <a:pt x="1554232" y="1430742"/>
                  </a:lnTo>
                  <a:lnTo>
                    <a:pt x="1553571" y="1430742"/>
                  </a:lnTo>
                  <a:lnTo>
                    <a:pt x="1552910" y="1430742"/>
                  </a:lnTo>
                  <a:lnTo>
                    <a:pt x="1552250" y="1430742"/>
                  </a:lnTo>
                  <a:lnTo>
                    <a:pt x="1551589" y="1430742"/>
                  </a:lnTo>
                  <a:lnTo>
                    <a:pt x="1550929" y="1430742"/>
                  </a:lnTo>
                  <a:lnTo>
                    <a:pt x="1550268" y="1430742"/>
                  </a:lnTo>
                  <a:lnTo>
                    <a:pt x="1549608" y="1430742"/>
                  </a:lnTo>
                  <a:lnTo>
                    <a:pt x="1548947" y="1430742"/>
                  </a:lnTo>
                  <a:lnTo>
                    <a:pt x="1548287" y="1430742"/>
                  </a:lnTo>
                  <a:lnTo>
                    <a:pt x="1547626" y="1430742"/>
                  </a:lnTo>
                  <a:lnTo>
                    <a:pt x="1546966" y="1430742"/>
                  </a:lnTo>
                  <a:lnTo>
                    <a:pt x="1546305" y="1430742"/>
                  </a:lnTo>
                  <a:lnTo>
                    <a:pt x="1545645" y="1430742"/>
                  </a:lnTo>
                  <a:lnTo>
                    <a:pt x="1544984" y="1430742"/>
                  </a:lnTo>
                  <a:lnTo>
                    <a:pt x="1544324" y="1430742"/>
                  </a:lnTo>
                  <a:lnTo>
                    <a:pt x="1543663" y="1430742"/>
                  </a:lnTo>
                  <a:lnTo>
                    <a:pt x="1543003" y="1430742"/>
                  </a:lnTo>
                  <a:lnTo>
                    <a:pt x="1542342" y="1430742"/>
                  </a:lnTo>
                  <a:lnTo>
                    <a:pt x="1541681" y="1430742"/>
                  </a:lnTo>
                  <a:lnTo>
                    <a:pt x="1541021" y="1430742"/>
                  </a:lnTo>
                  <a:lnTo>
                    <a:pt x="1540360" y="1430742"/>
                  </a:lnTo>
                  <a:lnTo>
                    <a:pt x="1539700" y="1430742"/>
                  </a:lnTo>
                  <a:lnTo>
                    <a:pt x="1539039" y="1430742"/>
                  </a:lnTo>
                  <a:lnTo>
                    <a:pt x="1538379" y="1430742"/>
                  </a:lnTo>
                  <a:lnTo>
                    <a:pt x="1537718" y="1430742"/>
                  </a:lnTo>
                  <a:lnTo>
                    <a:pt x="1537058" y="1430742"/>
                  </a:lnTo>
                  <a:lnTo>
                    <a:pt x="1536397" y="1430742"/>
                  </a:lnTo>
                  <a:lnTo>
                    <a:pt x="1535737" y="1430742"/>
                  </a:lnTo>
                  <a:lnTo>
                    <a:pt x="1535076" y="1430742"/>
                  </a:lnTo>
                  <a:lnTo>
                    <a:pt x="1534416" y="1430742"/>
                  </a:lnTo>
                  <a:lnTo>
                    <a:pt x="1533755" y="1430742"/>
                  </a:lnTo>
                  <a:lnTo>
                    <a:pt x="1533095" y="1430742"/>
                  </a:lnTo>
                  <a:lnTo>
                    <a:pt x="1532434" y="1430742"/>
                  </a:lnTo>
                  <a:lnTo>
                    <a:pt x="1531773" y="1430742"/>
                  </a:lnTo>
                  <a:lnTo>
                    <a:pt x="1531113" y="1430742"/>
                  </a:lnTo>
                  <a:lnTo>
                    <a:pt x="1530452" y="1430742"/>
                  </a:lnTo>
                  <a:lnTo>
                    <a:pt x="1529792" y="1430742"/>
                  </a:lnTo>
                  <a:lnTo>
                    <a:pt x="1529131" y="1430742"/>
                  </a:lnTo>
                  <a:lnTo>
                    <a:pt x="1528471" y="1430742"/>
                  </a:lnTo>
                  <a:lnTo>
                    <a:pt x="1527810" y="1430742"/>
                  </a:lnTo>
                  <a:lnTo>
                    <a:pt x="1527150" y="1430742"/>
                  </a:lnTo>
                  <a:lnTo>
                    <a:pt x="1526489" y="1430742"/>
                  </a:lnTo>
                  <a:lnTo>
                    <a:pt x="1525829" y="1430742"/>
                  </a:lnTo>
                  <a:lnTo>
                    <a:pt x="1525168" y="1430742"/>
                  </a:lnTo>
                  <a:lnTo>
                    <a:pt x="1524508" y="1430742"/>
                  </a:lnTo>
                  <a:lnTo>
                    <a:pt x="1523847" y="1430742"/>
                  </a:lnTo>
                  <a:lnTo>
                    <a:pt x="1523187" y="1430742"/>
                  </a:lnTo>
                  <a:lnTo>
                    <a:pt x="1522526" y="1430742"/>
                  </a:lnTo>
                  <a:lnTo>
                    <a:pt x="1521865" y="1430742"/>
                  </a:lnTo>
                  <a:lnTo>
                    <a:pt x="1521205" y="1430742"/>
                  </a:lnTo>
                  <a:lnTo>
                    <a:pt x="1520544" y="1430742"/>
                  </a:lnTo>
                  <a:lnTo>
                    <a:pt x="1519884" y="1430742"/>
                  </a:lnTo>
                  <a:lnTo>
                    <a:pt x="1519223" y="1430742"/>
                  </a:lnTo>
                  <a:lnTo>
                    <a:pt x="1518563" y="1430742"/>
                  </a:lnTo>
                  <a:lnTo>
                    <a:pt x="1517902" y="1430742"/>
                  </a:lnTo>
                  <a:lnTo>
                    <a:pt x="1517242" y="1430742"/>
                  </a:lnTo>
                  <a:lnTo>
                    <a:pt x="1516581" y="1430742"/>
                  </a:lnTo>
                  <a:lnTo>
                    <a:pt x="1515921" y="1430742"/>
                  </a:lnTo>
                  <a:lnTo>
                    <a:pt x="1515260" y="1430742"/>
                  </a:lnTo>
                  <a:lnTo>
                    <a:pt x="1514600" y="1430742"/>
                  </a:lnTo>
                  <a:lnTo>
                    <a:pt x="1513939" y="1430742"/>
                  </a:lnTo>
                  <a:lnTo>
                    <a:pt x="1513279" y="1430742"/>
                  </a:lnTo>
                  <a:lnTo>
                    <a:pt x="1512618" y="1430742"/>
                  </a:lnTo>
                  <a:lnTo>
                    <a:pt x="1511957" y="1430742"/>
                  </a:lnTo>
                  <a:lnTo>
                    <a:pt x="1511297" y="1430742"/>
                  </a:lnTo>
                  <a:lnTo>
                    <a:pt x="1510636" y="1430742"/>
                  </a:lnTo>
                  <a:lnTo>
                    <a:pt x="1509976" y="1430742"/>
                  </a:lnTo>
                  <a:lnTo>
                    <a:pt x="1509315" y="1430742"/>
                  </a:lnTo>
                  <a:lnTo>
                    <a:pt x="1508655" y="1430742"/>
                  </a:lnTo>
                  <a:lnTo>
                    <a:pt x="1507994" y="1430742"/>
                  </a:lnTo>
                  <a:lnTo>
                    <a:pt x="1507334" y="1430742"/>
                  </a:lnTo>
                  <a:lnTo>
                    <a:pt x="1506673" y="1430742"/>
                  </a:lnTo>
                  <a:lnTo>
                    <a:pt x="1506013" y="1430742"/>
                  </a:lnTo>
                  <a:lnTo>
                    <a:pt x="1505352" y="1430742"/>
                  </a:lnTo>
                  <a:lnTo>
                    <a:pt x="1504692" y="1430742"/>
                  </a:lnTo>
                  <a:lnTo>
                    <a:pt x="1504031" y="1430742"/>
                  </a:lnTo>
                  <a:lnTo>
                    <a:pt x="1503371" y="1430742"/>
                  </a:lnTo>
                  <a:lnTo>
                    <a:pt x="1502710" y="1430742"/>
                  </a:lnTo>
                  <a:lnTo>
                    <a:pt x="1502050" y="1430742"/>
                  </a:lnTo>
                  <a:lnTo>
                    <a:pt x="1501389" y="1430742"/>
                  </a:lnTo>
                  <a:lnTo>
                    <a:pt x="1500728" y="1430742"/>
                  </a:lnTo>
                  <a:lnTo>
                    <a:pt x="1500068" y="1430742"/>
                  </a:lnTo>
                  <a:lnTo>
                    <a:pt x="1499407" y="1430742"/>
                  </a:lnTo>
                  <a:lnTo>
                    <a:pt x="1498747" y="1430742"/>
                  </a:lnTo>
                  <a:lnTo>
                    <a:pt x="1498086" y="1430742"/>
                  </a:lnTo>
                  <a:lnTo>
                    <a:pt x="1497426" y="1430742"/>
                  </a:lnTo>
                  <a:lnTo>
                    <a:pt x="1496765" y="1430742"/>
                  </a:lnTo>
                  <a:lnTo>
                    <a:pt x="1496105" y="1430742"/>
                  </a:lnTo>
                  <a:lnTo>
                    <a:pt x="1495444" y="1430742"/>
                  </a:lnTo>
                  <a:lnTo>
                    <a:pt x="1494784" y="1430742"/>
                  </a:lnTo>
                  <a:lnTo>
                    <a:pt x="1494123" y="1430742"/>
                  </a:lnTo>
                  <a:lnTo>
                    <a:pt x="1493463" y="1430742"/>
                  </a:lnTo>
                  <a:lnTo>
                    <a:pt x="1492802" y="1430742"/>
                  </a:lnTo>
                  <a:lnTo>
                    <a:pt x="1492142" y="1430742"/>
                  </a:lnTo>
                  <a:lnTo>
                    <a:pt x="1491481" y="1430742"/>
                  </a:lnTo>
                  <a:lnTo>
                    <a:pt x="1490820" y="1430742"/>
                  </a:lnTo>
                  <a:lnTo>
                    <a:pt x="1490160" y="1430742"/>
                  </a:lnTo>
                  <a:lnTo>
                    <a:pt x="1489499" y="1430742"/>
                  </a:lnTo>
                  <a:lnTo>
                    <a:pt x="1488839" y="1430742"/>
                  </a:lnTo>
                  <a:lnTo>
                    <a:pt x="1488178" y="1430742"/>
                  </a:lnTo>
                  <a:lnTo>
                    <a:pt x="1487518" y="1430742"/>
                  </a:lnTo>
                  <a:lnTo>
                    <a:pt x="1486857" y="1430742"/>
                  </a:lnTo>
                  <a:lnTo>
                    <a:pt x="1486197" y="1430742"/>
                  </a:lnTo>
                  <a:lnTo>
                    <a:pt x="1485536" y="1430742"/>
                  </a:lnTo>
                  <a:lnTo>
                    <a:pt x="1484876" y="1430742"/>
                  </a:lnTo>
                  <a:lnTo>
                    <a:pt x="1484215" y="1430742"/>
                  </a:lnTo>
                  <a:lnTo>
                    <a:pt x="1483555" y="1430742"/>
                  </a:lnTo>
                  <a:lnTo>
                    <a:pt x="1482894" y="1430742"/>
                  </a:lnTo>
                  <a:lnTo>
                    <a:pt x="1482234" y="1430742"/>
                  </a:lnTo>
                  <a:lnTo>
                    <a:pt x="1481573" y="1430742"/>
                  </a:lnTo>
                  <a:lnTo>
                    <a:pt x="1480912" y="1430742"/>
                  </a:lnTo>
                  <a:lnTo>
                    <a:pt x="1480252" y="1430742"/>
                  </a:lnTo>
                  <a:lnTo>
                    <a:pt x="1479591" y="1430742"/>
                  </a:lnTo>
                  <a:lnTo>
                    <a:pt x="1478931" y="1430742"/>
                  </a:lnTo>
                  <a:lnTo>
                    <a:pt x="1478270" y="1430742"/>
                  </a:lnTo>
                  <a:lnTo>
                    <a:pt x="1477610" y="1430742"/>
                  </a:lnTo>
                  <a:lnTo>
                    <a:pt x="1476949" y="1430742"/>
                  </a:lnTo>
                  <a:lnTo>
                    <a:pt x="1476289" y="1430742"/>
                  </a:lnTo>
                  <a:lnTo>
                    <a:pt x="1475628" y="1430742"/>
                  </a:lnTo>
                  <a:lnTo>
                    <a:pt x="1474968" y="1430742"/>
                  </a:lnTo>
                  <a:lnTo>
                    <a:pt x="1474307" y="1430742"/>
                  </a:lnTo>
                  <a:lnTo>
                    <a:pt x="1473647" y="1430742"/>
                  </a:lnTo>
                  <a:lnTo>
                    <a:pt x="1472986" y="1430742"/>
                  </a:lnTo>
                  <a:lnTo>
                    <a:pt x="1472326" y="1430742"/>
                  </a:lnTo>
                  <a:lnTo>
                    <a:pt x="1471665" y="1430742"/>
                  </a:lnTo>
                  <a:lnTo>
                    <a:pt x="1471005" y="1430742"/>
                  </a:lnTo>
                  <a:lnTo>
                    <a:pt x="1470344" y="1430742"/>
                  </a:lnTo>
                  <a:lnTo>
                    <a:pt x="1469683" y="1430742"/>
                  </a:lnTo>
                  <a:lnTo>
                    <a:pt x="1469023" y="1430742"/>
                  </a:lnTo>
                  <a:lnTo>
                    <a:pt x="1468362" y="1430742"/>
                  </a:lnTo>
                  <a:lnTo>
                    <a:pt x="1467702" y="1430742"/>
                  </a:lnTo>
                  <a:lnTo>
                    <a:pt x="1467041" y="1430742"/>
                  </a:lnTo>
                  <a:lnTo>
                    <a:pt x="1466381" y="1430742"/>
                  </a:lnTo>
                  <a:lnTo>
                    <a:pt x="1465720" y="1430742"/>
                  </a:lnTo>
                  <a:lnTo>
                    <a:pt x="1465060" y="1430742"/>
                  </a:lnTo>
                  <a:lnTo>
                    <a:pt x="1464399" y="1430742"/>
                  </a:lnTo>
                  <a:lnTo>
                    <a:pt x="1463739" y="1430742"/>
                  </a:lnTo>
                  <a:lnTo>
                    <a:pt x="1463078" y="1430742"/>
                  </a:lnTo>
                  <a:lnTo>
                    <a:pt x="1462418" y="1430742"/>
                  </a:lnTo>
                  <a:lnTo>
                    <a:pt x="1461757" y="1430742"/>
                  </a:lnTo>
                  <a:lnTo>
                    <a:pt x="1461097" y="1430742"/>
                  </a:lnTo>
                  <a:lnTo>
                    <a:pt x="1460436" y="1430742"/>
                  </a:lnTo>
                  <a:lnTo>
                    <a:pt x="1459775" y="1430742"/>
                  </a:lnTo>
                  <a:lnTo>
                    <a:pt x="1459115" y="1430742"/>
                  </a:lnTo>
                  <a:lnTo>
                    <a:pt x="1458454" y="1430742"/>
                  </a:lnTo>
                  <a:lnTo>
                    <a:pt x="1457794" y="1430742"/>
                  </a:lnTo>
                  <a:lnTo>
                    <a:pt x="1457133" y="1430742"/>
                  </a:lnTo>
                  <a:lnTo>
                    <a:pt x="1456473" y="1430742"/>
                  </a:lnTo>
                  <a:lnTo>
                    <a:pt x="1455812" y="1430742"/>
                  </a:lnTo>
                  <a:lnTo>
                    <a:pt x="1455152" y="1430742"/>
                  </a:lnTo>
                  <a:lnTo>
                    <a:pt x="1454491" y="1430742"/>
                  </a:lnTo>
                  <a:lnTo>
                    <a:pt x="1453831" y="1430742"/>
                  </a:lnTo>
                  <a:lnTo>
                    <a:pt x="1453170" y="1430742"/>
                  </a:lnTo>
                  <a:lnTo>
                    <a:pt x="1452510" y="1430742"/>
                  </a:lnTo>
                  <a:lnTo>
                    <a:pt x="1451849" y="1430742"/>
                  </a:lnTo>
                  <a:lnTo>
                    <a:pt x="1451189" y="1430742"/>
                  </a:lnTo>
                  <a:lnTo>
                    <a:pt x="1450528" y="1430742"/>
                  </a:lnTo>
                  <a:lnTo>
                    <a:pt x="1449867" y="1430742"/>
                  </a:lnTo>
                  <a:lnTo>
                    <a:pt x="1449207" y="1430742"/>
                  </a:lnTo>
                  <a:lnTo>
                    <a:pt x="1448546" y="1430742"/>
                  </a:lnTo>
                  <a:lnTo>
                    <a:pt x="1447886" y="1430742"/>
                  </a:lnTo>
                  <a:lnTo>
                    <a:pt x="1447225" y="1430742"/>
                  </a:lnTo>
                  <a:lnTo>
                    <a:pt x="1446565" y="1430742"/>
                  </a:lnTo>
                  <a:lnTo>
                    <a:pt x="1445904" y="1430742"/>
                  </a:lnTo>
                  <a:lnTo>
                    <a:pt x="1445244" y="1430742"/>
                  </a:lnTo>
                  <a:lnTo>
                    <a:pt x="1444583" y="1430742"/>
                  </a:lnTo>
                  <a:lnTo>
                    <a:pt x="1443923" y="1430742"/>
                  </a:lnTo>
                  <a:lnTo>
                    <a:pt x="1443262" y="1430742"/>
                  </a:lnTo>
                  <a:lnTo>
                    <a:pt x="1442602" y="1430742"/>
                  </a:lnTo>
                  <a:lnTo>
                    <a:pt x="1441941" y="1430742"/>
                  </a:lnTo>
                  <a:lnTo>
                    <a:pt x="1441281" y="1430742"/>
                  </a:lnTo>
                  <a:lnTo>
                    <a:pt x="1440620" y="1430742"/>
                  </a:lnTo>
                  <a:lnTo>
                    <a:pt x="1439959" y="1430742"/>
                  </a:lnTo>
                  <a:lnTo>
                    <a:pt x="1439299" y="1430742"/>
                  </a:lnTo>
                  <a:lnTo>
                    <a:pt x="1438638" y="1430742"/>
                  </a:lnTo>
                  <a:lnTo>
                    <a:pt x="1437978" y="1430742"/>
                  </a:lnTo>
                  <a:lnTo>
                    <a:pt x="1437317" y="1430742"/>
                  </a:lnTo>
                  <a:lnTo>
                    <a:pt x="1436657" y="1430742"/>
                  </a:lnTo>
                  <a:lnTo>
                    <a:pt x="1435996" y="1430742"/>
                  </a:lnTo>
                  <a:lnTo>
                    <a:pt x="1435336" y="1430742"/>
                  </a:lnTo>
                  <a:lnTo>
                    <a:pt x="1434675" y="1430742"/>
                  </a:lnTo>
                  <a:lnTo>
                    <a:pt x="1434015" y="1430742"/>
                  </a:lnTo>
                  <a:lnTo>
                    <a:pt x="1433354" y="1430742"/>
                  </a:lnTo>
                  <a:lnTo>
                    <a:pt x="1432694" y="1430742"/>
                  </a:lnTo>
                  <a:lnTo>
                    <a:pt x="1432033" y="1430742"/>
                  </a:lnTo>
                  <a:lnTo>
                    <a:pt x="1431373" y="1430742"/>
                  </a:lnTo>
                  <a:lnTo>
                    <a:pt x="1430712" y="1430742"/>
                  </a:lnTo>
                  <a:lnTo>
                    <a:pt x="1430052" y="1430742"/>
                  </a:lnTo>
                  <a:lnTo>
                    <a:pt x="1429391" y="1430742"/>
                  </a:lnTo>
                  <a:lnTo>
                    <a:pt x="1428730" y="1430742"/>
                  </a:lnTo>
                  <a:lnTo>
                    <a:pt x="1428070" y="1430742"/>
                  </a:lnTo>
                  <a:lnTo>
                    <a:pt x="1427409" y="1430742"/>
                  </a:lnTo>
                  <a:lnTo>
                    <a:pt x="1426749" y="1430742"/>
                  </a:lnTo>
                  <a:lnTo>
                    <a:pt x="1426088" y="1430742"/>
                  </a:lnTo>
                  <a:lnTo>
                    <a:pt x="1425428" y="1430742"/>
                  </a:lnTo>
                  <a:lnTo>
                    <a:pt x="1424767" y="1430742"/>
                  </a:lnTo>
                  <a:lnTo>
                    <a:pt x="1424107" y="1430742"/>
                  </a:lnTo>
                  <a:lnTo>
                    <a:pt x="1423446" y="1430742"/>
                  </a:lnTo>
                  <a:lnTo>
                    <a:pt x="1422786" y="1430742"/>
                  </a:lnTo>
                  <a:lnTo>
                    <a:pt x="1422125" y="1430742"/>
                  </a:lnTo>
                  <a:lnTo>
                    <a:pt x="1421465" y="1430742"/>
                  </a:lnTo>
                  <a:lnTo>
                    <a:pt x="1420804" y="1430742"/>
                  </a:lnTo>
                  <a:lnTo>
                    <a:pt x="1420144" y="1430742"/>
                  </a:lnTo>
                  <a:lnTo>
                    <a:pt x="1419483" y="1430742"/>
                  </a:lnTo>
                  <a:lnTo>
                    <a:pt x="1418822" y="1430742"/>
                  </a:lnTo>
                  <a:lnTo>
                    <a:pt x="1418162" y="1430742"/>
                  </a:lnTo>
                  <a:lnTo>
                    <a:pt x="1417501" y="1430742"/>
                  </a:lnTo>
                  <a:lnTo>
                    <a:pt x="1416841" y="1430742"/>
                  </a:lnTo>
                  <a:lnTo>
                    <a:pt x="1416180" y="1430742"/>
                  </a:lnTo>
                  <a:lnTo>
                    <a:pt x="1415520" y="1430742"/>
                  </a:lnTo>
                  <a:lnTo>
                    <a:pt x="1414859" y="1430742"/>
                  </a:lnTo>
                  <a:lnTo>
                    <a:pt x="1414199" y="1430742"/>
                  </a:lnTo>
                  <a:lnTo>
                    <a:pt x="1413538" y="1430742"/>
                  </a:lnTo>
                  <a:lnTo>
                    <a:pt x="1412878" y="1430742"/>
                  </a:lnTo>
                  <a:lnTo>
                    <a:pt x="1412217" y="1430742"/>
                  </a:lnTo>
                  <a:lnTo>
                    <a:pt x="1411557" y="1430742"/>
                  </a:lnTo>
                  <a:lnTo>
                    <a:pt x="1410896" y="1430742"/>
                  </a:lnTo>
                  <a:lnTo>
                    <a:pt x="1410236" y="1430742"/>
                  </a:lnTo>
                  <a:lnTo>
                    <a:pt x="1409575" y="1430742"/>
                  </a:lnTo>
                  <a:lnTo>
                    <a:pt x="1408914" y="1430742"/>
                  </a:lnTo>
                  <a:lnTo>
                    <a:pt x="1408254" y="1430742"/>
                  </a:lnTo>
                  <a:lnTo>
                    <a:pt x="1407593" y="1430742"/>
                  </a:lnTo>
                  <a:lnTo>
                    <a:pt x="1406933" y="1430742"/>
                  </a:lnTo>
                  <a:lnTo>
                    <a:pt x="1406272" y="1430742"/>
                  </a:lnTo>
                  <a:lnTo>
                    <a:pt x="1405612" y="1430742"/>
                  </a:lnTo>
                  <a:lnTo>
                    <a:pt x="1404951" y="1430742"/>
                  </a:lnTo>
                  <a:lnTo>
                    <a:pt x="1404291" y="1430742"/>
                  </a:lnTo>
                  <a:lnTo>
                    <a:pt x="1403630" y="1430742"/>
                  </a:lnTo>
                  <a:lnTo>
                    <a:pt x="1402970" y="1430742"/>
                  </a:lnTo>
                  <a:lnTo>
                    <a:pt x="1402309" y="1430742"/>
                  </a:lnTo>
                  <a:lnTo>
                    <a:pt x="1401649" y="1430742"/>
                  </a:lnTo>
                  <a:lnTo>
                    <a:pt x="1400988" y="1430742"/>
                  </a:lnTo>
                  <a:lnTo>
                    <a:pt x="1400328" y="1430742"/>
                  </a:lnTo>
                  <a:lnTo>
                    <a:pt x="1399667" y="1430742"/>
                  </a:lnTo>
                  <a:lnTo>
                    <a:pt x="1399007" y="1430742"/>
                  </a:lnTo>
                  <a:lnTo>
                    <a:pt x="1398346" y="1430742"/>
                  </a:lnTo>
                  <a:lnTo>
                    <a:pt x="1397685" y="1430742"/>
                  </a:lnTo>
                  <a:lnTo>
                    <a:pt x="1397025" y="1430742"/>
                  </a:lnTo>
                  <a:lnTo>
                    <a:pt x="1396364" y="1430742"/>
                  </a:lnTo>
                  <a:lnTo>
                    <a:pt x="1395704" y="1430742"/>
                  </a:lnTo>
                  <a:lnTo>
                    <a:pt x="1395043" y="1430742"/>
                  </a:lnTo>
                  <a:lnTo>
                    <a:pt x="1394383" y="1430742"/>
                  </a:lnTo>
                  <a:lnTo>
                    <a:pt x="1393722" y="1430742"/>
                  </a:lnTo>
                  <a:lnTo>
                    <a:pt x="1393062" y="1430742"/>
                  </a:lnTo>
                  <a:lnTo>
                    <a:pt x="1392401" y="1430742"/>
                  </a:lnTo>
                  <a:lnTo>
                    <a:pt x="1391741" y="1430742"/>
                  </a:lnTo>
                  <a:lnTo>
                    <a:pt x="1391080" y="1430742"/>
                  </a:lnTo>
                  <a:lnTo>
                    <a:pt x="1390420" y="1430742"/>
                  </a:lnTo>
                  <a:lnTo>
                    <a:pt x="1389759" y="1430742"/>
                  </a:lnTo>
                  <a:lnTo>
                    <a:pt x="1389099" y="1430742"/>
                  </a:lnTo>
                  <a:lnTo>
                    <a:pt x="1388438" y="1430742"/>
                  </a:lnTo>
                  <a:lnTo>
                    <a:pt x="1387777" y="1430742"/>
                  </a:lnTo>
                  <a:lnTo>
                    <a:pt x="1387117" y="1430742"/>
                  </a:lnTo>
                  <a:lnTo>
                    <a:pt x="1386456" y="1430742"/>
                  </a:lnTo>
                  <a:lnTo>
                    <a:pt x="1385796" y="1430742"/>
                  </a:lnTo>
                  <a:lnTo>
                    <a:pt x="1385135" y="1430742"/>
                  </a:lnTo>
                  <a:lnTo>
                    <a:pt x="1384475" y="1430742"/>
                  </a:lnTo>
                  <a:lnTo>
                    <a:pt x="1383814" y="1430742"/>
                  </a:lnTo>
                  <a:lnTo>
                    <a:pt x="1383154" y="1430742"/>
                  </a:lnTo>
                  <a:lnTo>
                    <a:pt x="1382493" y="1430742"/>
                  </a:lnTo>
                  <a:lnTo>
                    <a:pt x="1381833" y="1430742"/>
                  </a:lnTo>
                  <a:lnTo>
                    <a:pt x="1381172" y="1430742"/>
                  </a:lnTo>
                  <a:lnTo>
                    <a:pt x="1380512" y="1430742"/>
                  </a:lnTo>
                  <a:lnTo>
                    <a:pt x="1379851" y="1430742"/>
                  </a:lnTo>
                  <a:lnTo>
                    <a:pt x="1379191" y="1430742"/>
                  </a:lnTo>
                  <a:lnTo>
                    <a:pt x="1378530" y="1430742"/>
                  </a:lnTo>
                  <a:lnTo>
                    <a:pt x="1377869" y="1430742"/>
                  </a:lnTo>
                  <a:lnTo>
                    <a:pt x="1377209" y="1430742"/>
                  </a:lnTo>
                  <a:lnTo>
                    <a:pt x="1376548" y="1430742"/>
                  </a:lnTo>
                  <a:lnTo>
                    <a:pt x="1375888" y="1430742"/>
                  </a:lnTo>
                  <a:lnTo>
                    <a:pt x="1375227" y="1430742"/>
                  </a:lnTo>
                  <a:lnTo>
                    <a:pt x="1374567" y="1430742"/>
                  </a:lnTo>
                  <a:lnTo>
                    <a:pt x="1373906" y="1430742"/>
                  </a:lnTo>
                  <a:lnTo>
                    <a:pt x="1373246" y="1430742"/>
                  </a:lnTo>
                  <a:lnTo>
                    <a:pt x="1372585" y="1430742"/>
                  </a:lnTo>
                  <a:lnTo>
                    <a:pt x="1371925" y="1430742"/>
                  </a:lnTo>
                  <a:lnTo>
                    <a:pt x="1371264" y="1430742"/>
                  </a:lnTo>
                  <a:lnTo>
                    <a:pt x="1370604" y="1430742"/>
                  </a:lnTo>
                  <a:lnTo>
                    <a:pt x="1369943" y="1430742"/>
                  </a:lnTo>
                  <a:lnTo>
                    <a:pt x="1369283" y="1430742"/>
                  </a:lnTo>
                  <a:lnTo>
                    <a:pt x="1368622" y="1430742"/>
                  </a:lnTo>
                  <a:lnTo>
                    <a:pt x="1367961" y="1430742"/>
                  </a:lnTo>
                  <a:lnTo>
                    <a:pt x="1367301" y="1430742"/>
                  </a:lnTo>
                  <a:lnTo>
                    <a:pt x="1366640" y="1430742"/>
                  </a:lnTo>
                  <a:lnTo>
                    <a:pt x="1365980" y="1430742"/>
                  </a:lnTo>
                  <a:lnTo>
                    <a:pt x="1365319" y="1430742"/>
                  </a:lnTo>
                  <a:lnTo>
                    <a:pt x="1364659" y="1430742"/>
                  </a:lnTo>
                  <a:lnTo>
                    <a:pt x="1363998" y="1430742"/>
                  </a:lnTo>
                  <a:lnTo>
                    <a:pt x="1363338" y="1430742"/>
                  </a:lnTo>
                  <a:lnTo>
                    <a:pt x="1362677" y="1430742"/>
                  </a:lnTo>
                  <a:lnTo>
                    <a:pt x="1362017" y="1430742"/>
                  </a:lnTo>
                  <a:lnTo>
                    <a:pt x="1361356" y="1430742"/>
                  </a:lnTo>
                  <a:lnTo>
                    <a:pt x="1360696" y="1430742"/>
                  </a:lnTo>
                  <a:lnTo>
                    <a:pt x="1360035" y="1430742"/>
                  </a:lnTo>
                  <a:lnTo>
                    <a:pt x="1359375" y="1430742"/>
                  </a:lnTo>
                  <a:lnTo>
                    <a:pt x="1358714" y="1430742"/>
                  </a:lnTo>
                  <a:lnTo>
                    <a:pt x="1358054" y="1430742"/>
                  </a:lnTo>
                  <a:lnTo>
                    <a:pt x="1357393" y="1430742"/>
                  </a:lnTo>
                  <a:lnTo>
                    <a:pt x="1356732" y="1430742"/>
                  </a:lnTo>
                  <a:lnTo>
                    <a:pt x="1356072" y="1430742"/>
                  </a:lnTo>
                  <a:lnTo>
                    <a:pt x="1355411" y="1430742"/>
                  </a:lnTo>
                  <a:lnTo>
                    <a:pt x="1354751" y="1430742"/>
                  </a:lnTo>
                  <a:lnTo>
                    <a:pt x="1354090" y="1430742"/>
                  </a:lnTo>
                  <a:lnTo>
                    <a:pt x="1353430" y="1430742"/>
                  </a:lnTo>
                  <a:lnTo>
                    <a:pt x="1352769" y="1430742"/>
                  </a:lnTo>
                  <a:lnTo>
                    <a:pt x="1352109" y="1430742"/>
                  </a:lnTo>
                  <a:lnTo>
                    <a:pt x="1351448" y="1430742"/>
                  </a:lnTo>
                  <a:lnTo>
                    <a:pt x="1350788" y="1430742"/>
                  </a:lnTo>
                  <a:lnTo>
                    <a:pt x="1350127" y="1430742"/>
                  </a:lnTo>
                  <a:lnTo>
                    <a:pt x="1349467" y="1430742"/>
                  </a:lnTo>
                  <a:lnTo>
                    <a:pt x="1348806" y="1430742"/>
                  </a:lnTo>
                  <a:lnTo>
                    <a:pt x="1348146" y="1430742"/>
                  </a:lnTo>
                  <a:lnTo>
                    <a:pt x="1347485" y="1430742"/>
                  </a:lnTo>
                  <a:lnTo>
                    <a:pt x="1346824" y="1430742"/>
                  </a:lnTo>
                  <a:lnTo>
                    <a:pt x="1346164" y="1430742"/>
                  </a:lnTo>
                  <a:lnTo>
                    <a:pt x="1345503" y="1430742"/>
                  </a:lnTo>
                  <a:lnTo>
                    <a:pt x="1344843" y="1430742"/>
                  </a:lnTo>
                  <a:lnTo>
                    <a:pt x="1344182" y="1430742"/>
                  </a:lnTo>
                  <a:lnTo>
                    <a:pt x="1343522" y="1430742"/>
                  </a:lnTo>
                  <a:lnTo>
                    <a:pt x="1342861" y="1430742"/>
                  </a:lnTo>
                  <a:lnTo>
                    <a:pt x="1342201" y="1430742"/>
                  </a:lnTo>
                  <a:lnTo>
                    <a:pt x="1341540" y="1430742"/>
                  </a:lnTo>
                  <a:lnTo>
                    <a:pt x="1340880" y="1430742"/>
                  </a:lnTo>
                  <a:lnTo>
                    <a:pt x="1340219" y="1430742"/>
                  </a:lnTo>
                  <a:lnTo>
                    <a:pt x="1339559" y="1430742"/>
                  </a:lnTo>
                  <a:lnTo>
                    <a:pt x="1338898" y="1430742"/>
                  </a:lnTo>
                  <a:lnTo>
                    <a:pt x="1338238" y="1430742"/>
                  </a:lnTo>
                  <a:lnTo>
                    <a:pt x="1337577" y="1430742"/>
                  </a:lnTo>
                  <a:lnTo>
                    <a:pt x="1336916" y="1430742"/>
                  </a:lnTo>
                  <a:lnTo>
                    <a:pt x="1336256" y="1430742"/>
                  </a:lnTo>
                  <a:lnTo>
                    <a:pt x="1335595" y="1430742"/>
                  </a:lnTo>
                  <a:lnTo>
                    <a:pt x="1334935" y="1430742"/>
                  </a:lnTo>
                  <a:lnTo>
                    <a:pt x="1334274" y="1430742"/>
                  </a:lnTo>
                  <a:lnTo>
                    <a:pt x="1333614" y="1430742"/>
                  </a:lnTo>
                  <a:lnTo>
                    <a:pt x="1332953" y="1430742"/>
                  </a:lnTo>
                  <a:lnTo>
                    <a:pt x="1332293" y="1430742"/>
                  </a:lnTo>
                  <a:lnTo>
                    <a:pt x="1331632" y="1430742"/>
                  </a:lnTo>
                  <a:lnTo>
                    <a:pt x="1330972" y="1430742"/>
                  </a:lnTo>
                  <a:lnTo>
                    <a:pt x="1330311" y="1430742"/>
                  </a:lnTo>
                  <a:lnTo>
                    <a:pt x="1329651" y="1430742"/>
                  </a:lnTo>
                  <a:lnTo>
                    <a:pt x="1328990" y="1430742"/>
                  </a:lnTo>
                  <a:lnTo>
                    <a:pt x="1328330" y="1430742"/>
                  </a:lnTo>
                  <a:lnTo>
                    <a:pt x="1327669" y="1430742"/>
                  </a:lnTo>
                  <a:lnTo>
                    <a:pt x="1327009" y="1430742"/>
                  </a:lnTo>
                  <a:lnTo>
                    <a:pt x="1326348" y="1430742"/>
                  </a:lnTo>
                  <a:lnTo>
                    <a:pt x="1325687" y="1430742"/>
                  </a:lnTo>
                  <a:lnTo>
                    <a:pt x="1325027" y="1430742"/>
                  </a:lnTo>
                  <a:lnTo>
                    <a:pt x="1324366" y="1430742"/>
                  </a:lnTo>
                  <a:lnTo>
                    <a:pt x="1323706" y="1430742"/>
                  </a:lnTo>
                  <a:lnTo>
                    <a:pt x="1323045" y="1430742"/>
                  </a:lnTo>
                  <a:lnTo>
                    <a:pt x="1322385" y="1430742"/>
                  </a:lnTo>
                  <a:lnTo>
                    <a:pt x="1321724" y="1430742"/>
                  </a:lnTo>
                  <a:lnTo>
                    <a:pt x="1321064" y="1430742"/>
                  </a:lnTo>
                  <a:lnTo>
                    <a:pt x="1320403" y="1430742"/>
                  </a:lnTo>
                  <a:lnTo>
                    <a:pt x="1319743" y="1430742"/>
                  </a:lnTo>
                  <a:lnTo>
                    <a:pt x="1319082" y="1430742"/>
                  </a:lnTo>
                  <a:lnTo>
                    <a:pt x="1318422" y="1430742"/>
                  </a:lnTo>
                  <a:lnTo>
                    <a:pt x="1317761" y="1430742"/>
                  </a:lnTo>
                  <a:lnTo>
                    <a:pt x="1317101" y="1430742"/>
                  </a:lnTo>
                  <a:lnTo>
                    <a:pt x="1316440" y="1430742"/>
                  </a:lnTo>
                  <a:lnTo>
                    <a:pt x="1315779" y="1430742"/>
                  </a:lnTo>
                  <a:lnTo>
                    <a:pt x="1315119" y="1430742"/>
                  </a:lnTo>
                  <a:lnTo>
                    <a:pt x="1314458" y="1430742"/>
                  </a:lnTo>
                  <a:lnTo>
                    <a:pt x="1313798" y="1430742"/>
                  </a:lnTo>
                  <a:lnTo>
                    <a:pt x="1313137" y="1430742"/>
                  </a:lnTo>
                  <a:lnTo>
                    <a:pt x="1312477" y="1430742"/>
                  </a:lnTo>
                  <a:lnTo>
                    <a:pt x="1311816" y="1430742"/>
                  </a:lnTo>
                  <a:lnTo>
                    <a:pt x="1311156" y="1430742"/>
                  </a:lnTo>
                  <a:lnTo>
                    <a:pt x="1310495" y="1430742"/>
                  </a:lnTo>
                  <a:lnTo>
                    <a:pt x="1309835" y="1430742"/>
                  </a:lnTo>
                  <a:lnTo>
                    <a:pt x="1309174" y="1430742"/>
                  </a:lnTo>
                  <a:lnTo>
                    <a:pt x="1308514" y="1430742"/>
                  </a:lnTo>
                  <a:lnTo>
                    <a:pt x="1307853" y="1430742"/>
                  </a:lnTo>
                  <a:lnTo>
                    <a:pt x="1307193" y="1430742"/>
                  </a:lnTo>
                  <a:lnTo>
                    <a:pt x="1306532" y="1430742"/>
                  </a:lnTo>
                  <a:lnTo>
                    <a:pt x="1305871" y="1430742"/>
                  </a:lnTo>
                  <a:lnTo>
                    <a:pt x="1305211" y="1430742"/>
                  </a:lnTo>
                  <a:lnTo>
                    <a:pt x="1304550" y="1430742"/>
                  </a:lnTo>
                  <a:lnTo>
                    <a:pt x="1303890" y="1430742"/>
                  </a:lnTo>
                  <a:lnTo>
                    <a:pt x="1303229" y="1430742"/>
                  </a:lnTo>
                  <a:lnTo>
                    <a:pt x="1302569" y="1430742"/>
                  </a:lnTo>
                  <a:lnTo>
                    <a:pt x="1301908" y="1430742"/>
                  </a:lnTo>
                  <a:lnTo>
                    <a:pt x="1301248" y="1430742"/>
                  </a:lnTo>
                  <a:lnTo>
                    <a:pt x="1300587" y="1430742"/>
                  </a:lnTo>
                  <a:lnTo>
                    <a:pt x="1299927" y="1430742"/>
                  </a:lnTo>
                  <a:lnTo>
                    <a:pt x="1299266" y="1430742"/>
                  </a:lnTo>
                  <a:lnTo>
                    <a:pt x="1298606" y="1430742"/>
                  </a:lnTo>
                  <a:lnTo>
                    <a:pt x="1297945" y="1430742"/>
                  </a:lnTo>
                  <a:lnTo>
                    <a:pt x="1297285" y="1430742"/>
                  </a:lnTo>
                  <a:lnTo>
                    <a:pt x="1296624" y="1430742"/>
                  </a:lnTo>
                  <a:lnTo>
                    <a:pt x="1295963" y="1430742"/>
                  </a:lnTo>
                  <a:lnTo>
                    <a:pt x="1295303" y="1430742"/>
                  </a:lnTo>
                  <a:lnTo>
                    <a:pt x="1294642" y="1430742"/>
                  </a:lnTo>
                  <a:lnTo>
                    <a:pt x="1293982" y="1430742"/>
                  </a:lnTo>
                  <a:lnTo>
                    <a:pt x="1293321" y="1430742"/>
                  </a:lnTo>
                  <a:lnTo>
                    <a:pt x="1292661" y="1430742"/>
                  </a:lnTo>
                  <a:lnTo>
                    <a:pt x="1292000" y="1430742"/>
                  </a:lnTo>
                  <a:lnTo>
                    <a:pt x="1291340" y="1430742"/>
                  </a:lnTo>
                  <a:lnTo>
                    <a:pt x="1290679" y="1430742"/>
                  </a:lnTo>
                  <a:lnTo>
                    <a:pt x="1290019" y="1430742"/>
                  </a:lnTo>
                  <a:lnTo>
                    <a:pt x="1289358" y="1430742"/>
                  </a:lnTo>
                  <a:lnTo>
                    <a:pt x="1288698" y="1430742"/>
                  </a:lnTo>
                  <a:lnTo>
                    <a:pt x="1288037" y="1430742"/>
                  </a:lnTo>
                  <a:lnTo>
                    <a:pt x="1287377" y="1430742"/>
                  </a:lnTo>
                  <a:lnTo>
                    <a:pt x="1286716" y="1430742"/>
                  </a:lnTo>
                  <a:lnTo>
                    <a:pt x="1286056" y="1430742"/>
                  </a:lnTo>
                  <a:lnTo>
                    <a:pt x="1285395" y="1430742"/>
                  </a:lnTo>
                  <a:lnTo>
                    <a:pt x="1284734" y="1430742"/>
                  </a:lnTo>
                  <a:lnTo>
                    <a:pt x="1284074" y="1430742"/>
                  </a:lnTo>
                  <a:lnTo>
                    <a:pt x="1283413" y="1430742"/>
                  </a:lnTo>
                  <a:lnTo>
                    <a:pt x="1282753" y="1430742"/>
                  </a:lnTo>
                  <a:lnTo>
                    <a:pt x="1282092" y="1430742"/>
                  </a:lnTo>
                  <a:lnTo>
                    <a:pt x="1281432" y="1430742"/>
                  </a:lnTo>
                  <a:lnTo>
                    <a:pt x="1280771" y="1430742"/>
                  </a:lnTo>
                  <a:lnTo>
                    <a:pt x="1280111" y="1430742"/>
                  </a:lnTo>
                  <a:lnTo>
                    <a:pt x="1279450" y="1430742"/>
                  </a:lnTo>
                  <a:lnTo>
                    <a:pt x="1278790" y="1430742"/>
                  </a:lnTo>
                  <a:lnTo>
                    <a:pt x="1278129" y="1430742"/>
                  </a:lnTo>
                  <a:lnTo>
                    <a:pt x="1277469" y="1430742"/>
                  </a:lnTo>
                  <a:lnTo>
                    <a:pt x="1276808" y="1430742"/>
                  </a:lnTo>
                  <a:lnTo>
                    <a:pt x="1276148" y="1430742"/>
                  </a:lnTo>
                  <a:lnTo>
                    <a:pt x="1275487" y="1430742"/>
                  </a:lnTo>
                  <a:lnTo>
                    <a:pt x="1274826" y="1430742"/>
                  </a:lnTo>
                  <a:lnTo>
                    <a:pt x="1274166" y="1430742"/>
                  </a:lnTo>
                  <a:lnTo>
                    <a:pt x="1273505" y="1430742"/>
                  </a:lnTo>
                  <a:lnTo>
                    <a:pt x="1272845" y="1430742"/>
                  </a:lnTo>
                  <a:lnTo>
                    <a:pt x="1272184" y="1430742"/>
                  </a:lnTo>
                  <a:lnTo>
                    <a:pt x="1271524" y="1430742"/>
                  </a:lnTo>
                  <a:lnTo>
                    <a:pt x="1270863" y="1430742"/>
                  </a:lnTo>
                  <a:lnTo>
                    <a:pt x="1270203" y="1430742"/>
                  </a:lnTo>
                  <a:lnTo>
                    <a:pt x="1269542" y="1430742"/>
                  </a:lnTo>
                  <a:lnTo>
                    <a:pt x="1268882" y="1430742"/>
                  </a:lnTo>
                  <a:lnTo>
                    <a:pt x="1268221" y="1430742"/>
                  </a:lnTo>
                  <a:lnTo>
                    <a:pt x="1267561" y="1430742"/>
                  </a:lnTo>
                  <a:lnTo>
                    <a:pt x="1266900" y="1430742"/>
                  </a:lnTo>
                  <a:lnTo>
                    <a:pt x="1266240" y="1430742"/>
                  </a:lnTo>
                  <a:lnTo>
                    <a:pt x="1265579" y="1430742"/>
                  </a:lnTo>
                  <a:lnTo>
                    <a:pt x="1264918" y="1430742"/>
                  </a:lnTo>
                  <a:lnTo>
                    <a:pt x="1264258" y="1430742"/>
                  </a:lnTo>
                  <a:lnTo>
                    <a:pt x="1263597" y="1430742"/>
                  </a:lnTo>
                  <a:lnTo>
                    <a:pt x="1262937" y="1430742"/>
                  </a:lnTo>
                  <a:lnTo>
                    <a:pt x="1262276" y="1430742"/>
                  </a:lnTo>
                  <a:lnTo>
                    <a:pt x="1261616" y="1430742"/>
                  </a:lnTo>
                  <a:lnTo>
                    <a:pt x="1260955" y="1430742"/>
                  </a:lnTo>
                  <a:lnTo>
                    <a:pt x="1260295" y="1430742"/>
                  </a:lnTo>
                  <a:lnTo>
                    <a:pt x="1259634" y="1430742"/>
                  </a:lnTo>
                  <a:lnTo>
                    <a:pt x="1258974" y="1430742"/>
                  </a:lnTo>
                  <a:lnTo>
                    <a:pt x="1258313" y="1430742"/>
                  </a:lnTo>
                  <a:lnTo>
                    <a:pt x="1257653" y="1430742"/>
                  </a:lnTo>
                  <a:lnTo>
                    <a:pt x="1256992" y="1430742"/>
                  </a:lnTo>
                  <a:lnTo>
                    <a:pt x="1256332" y="1430742"/>
                  </a:lnTo>
                  <a:lnTo>
                    <a:pt x="1255671" y="1430742"/>
                  </a:lnTo>
                  <a:lnTo>
                    <a:pt x="1255011" y="1430742"/>
                  </a:lnTo>
                  <a:lnTo>
                    <a:pt x="1254350" y="1430742"/>
                  </a:lnTo>
                  <a:lnTo>
                    <a:pt x="1253689" y="1430742"/>
                  </a:lnTo>
                  <a:lnTo>
                    <a:pt x="1253029" y="1430742"/>
                  </a:lnTo>
                  <a:lnTo>
                    <a:pt x="1252368" y="1430742"/>
                  </a:lnTo>
                  <a:lnTo>
                    <a:pt x="1251708" y="1430742"/>
                  </a:lnTo>
                  <a:lnTo>
                    <a:pt x="1251047" y="1430742"/>
                  </a:lnTo>
                  <a:lnTo>
                    <a:pt x="1250387" y="1430742"/>
                  </a:lnTo>
                  <a:lnTo>
                    <a:pt x="1249726" y="1430742"/>
                  </a:lnTo>
                  <a:lnTo>
                    <a:pt x="1249066" y="1430742"/>
                  </a:lnTo>
                  <a:lnTo>
                    <a:pt x="1248405" y="1430742"/>
                  </a:lnTo>
                  <a:lnTo>
                    <a:pt x="1247745" y="1430742"/>
                  </a:lnTo>
                  <a:lnTo>
                    <a:pt x="1247084" y="1430742"/>
                  </a:lnTo>
                  <a:lnTo>
                    <a:pt x="1246424" y="1430742"/>
                  </a:lnTo>
                  <a:lnTo>
                    <a:pt x="1245763" y="1430742"/>
                  </a:lnTo>
                  <a:lnTo>
                    <a:pt x="1245103" y="1430742"/>
                  </a:lnTo>
                  <a:lnTo>
                    <a:pt x="1244442" y="1430742"/>
                  </a:lnTo>
                  <a:lnTo>
                    <a:pt x="1243781" y="1430742"/>
                  </a:lnTo>
                  <a:lnTo>
                    <a:pt x="1243121" y="1430742"/>
                  </a:lnTo>
                  <a:lnTo>
                    <a:pt x="1242460" y="1430742"/>
                  </a:lnTo>
                  <a:lnTo>
                    <a:pt x="1241800" y="1430742"/>
                  </a:lnTo>
                  <a:lnTo>
                    <a:pt x="1241139" y="1430742"/>
                  </a:lnTo>
                  <a:lnTo>
                    <a:pt x="1240479" y="1430742"/>
                  </a:lnTo>
                  <a:lnTo>
                    <a:pt x="1239818" y="1430742"/>
                  </a:lnTo>
                  <a:lnTo>
                    <a:pt x="1239158" y="1430742"/>
                  </a:lnTo>
                  <a:lnTo>
                    <a:pt x="1238497" y="1430742"/>
                  </a:lnTo>
                  <a:lnTo>
                    <a:pt x="1237837" y="1430742"/>
                  </a:lnTo>
                  <a:lnTo>
                    <a:pt x="1237176" y="1430742"/>
                  </a:lnTo>
                  <a:lnTo>
                    <a:pt x="1236516" y="1430742"/>
                  </a:lnTo>
                  <a:lnTo>
                    <a:pt x="1235855" y="1430742"/>
                  </a:lnTo>
                  <a:lnTo>
                    <a:pt x="1235195" y="1430742"/>
                  </a:lnTo>
                  <a:lnTo>
                    <a:pt x="1234534" y="1430742"/>
                  </a:lnTo>
                  <a:lnTo>
                    <a:pt x="1233873" y="1430742"/>
                  </a:lnTo>
                  <a:lnTo>
                    <a:pt x="1233213" y="1430742"/>
                  </a:lnTo>
                  <a:lnTo>
                    <a:pt x="1232552" y="1430742"/>
                  </a:lnTo>
                  <a:lnTo>
                    <a:pt x="1231892" y="1430742"/>
                  </a:lnTo>
                  <a:lnTo>
                    <a:pt x="1231231" y="1430742"/>
                  </a:lnTo>
                  <a:lnTo>
                    <a:pt x="1230571" y="1430742"/>
                  </a:lnTo>
                  <a:lnTo>
                    <a:pt x="1229910" y="1430742"/>
                  </a:lnTo>
                  <a:lnTo>
                    <a:pt x="1229250" y="1430742"/>
                  </a:lnTo>
                  <a:lnTo>
                    <a:pt x="1228589" y="1430742"/>
                  </a:lnTo>
                  <a:lnTo>
                    <a:pt x="1227929" y="1430742"/>
                  </a:lnTo>
                  <a:lnTo>
                    <a:pt x="1227268" y="1430742"/>
                  </a:lnTo>
                  <a:lnTo>
                    <a:pt x="1226608" y="1430742"/>
                  </a:lnTo>
                  <a:lnTo>
                    <a:pt x="1225947" y="1430742"/>
                  </a:lnTo>
                  <a:lnTo>
                    <a:pt x="1225287" y="1430742"/>
                  </a:lnTo>
                  <a:lnTo>
                    <a:pt x="1224626" y="1430742"/>
                  </a:lnTo>
                  <a:lnTo>
                    <a:pt x="1223965" y="1430742"/>
                  </a:lnTo>
                  <a:lnTo>
                    <a:pt x="1223305" y="1430742"/>
                  </a:lnTo>
                  <a:lnTo>
                    <a:pt x="1222644" y="1430742"/>
                  </a:lnTo>
                  <a:lnTo>
                    <a:pt x="1221984" y="1430742"/>
                  </a:lnTo>
                  <a:lnTo>
                    <a:pt x="1221323" y="1430742"/>
                  </a:lnTo>
                  <a:lnTo>
                    <a:pt x="1220663" y="1430742"/>
                  </a:lnTo>
                  <a:lnTo>
                    <a:pt x="1220002" y="1430742"/>
                  </a:lnTo>
                  <a:lnTo>
                    <a:pt x="1219342" y="1430742"/>
                  </a:lnTo>
                  <a:lnTo>
                    <a:pt x="1218681" y="1430742"/>
                  </a:lnTo>
                  <a:lnTo>
                    <a:pt x="1218021" y="1430742"/>
                  </a:lnTo>
                  <a:lnTo>
                    <a:pt x="1217360" y="1430742"/>
                  </a:lnTo>
                  <a:lnTo>
                    <a:pt x="1216700" y="1430742"/>
                  </a:lnTo>
                  <a:lnTo>
                    <a:pt x="1216039" y="1430742"/>
                  </a:lnTo>
                  <a:lnTo>
                    <a:pt x="1215379" y="1430742"/>
                  </a:lnTo>
                  <a:lnTo>
                    <a:pt x="1214718" y="1430742"/>
                  </a:lnTo>
                  <a:lnTo>
                    <a:pt x="1214058" y="1430742"/>
                  </a:lnTo>
                  <a:lnTo>
                    <a:pt x="1213397" y="1430742"/>
                  </a:lnTo>
                  <a:lnTo>
                    <a:pt x="1212736" y="1430742"/>
                  </a:lnTo>
                  <a:lnTo>
                    <a:pt x="1212076" y="1430742"/>
                  </a:lnTo>
                  <a:lnTo>
                    <a:pt x="1211415" y="1430742"/>
                  </a:lnTo>
                  <a:lnTo>
                    <a:pt x="1210755" y="1430742"/>
                  </a:lnTo>
                  <a:lnTo>
                    <a:pt x="1210094" y="1430742"/>
                  </a:lnTo>
                  <a:lnTo>
                    <a:pt x="1209434" y="1430742"/>
                  </a:lnTo>
                  <a:lnTo>
                    <a:pt x="1208773" y="1430742"/>
                  </a:lnTo>
                  <a:lnTo>
                    <a:pt x="1208113" y="1430742"/>
                  </a:lnTo>
                  <a:lnTo>
                    <a:pt x="1207452" y="1430742"/>
                  </a:lnTo>
                  <a:lnTo>
                    <a:pt x="1206792" y="1430742"/>
                  </a:lnTo>
                  <a:lnTo>
                    <a:pt x="1206131" y="1430742"/>
                  </a:lnTo>
                  <a:lnTo>
                    <a:pt x="1205471" y="1430742"/>
                  </a:lnTo>
                  <a:lnTo>
                    <a:pt x="1204810" y="1430742"/>
                  </a:lnTo>
                  <a:lnTo>
                    <a:pt x="1204150" y="1430742"/>
                  </a:lnTo>
                  <a:lnTo>
                    <a:pt x="1203489" y="1430742"/>
                  </a:lnTo>
                  <a:lnTo>
                    <a:pt x="1202828" y="1430742"/>
                  </a:lnTo>
                  <a:lnTo>
                    <a:pt x="1202168" y="1430742"/>
                  </a:lnTo>
                  <a:lnTo>
                    <a:pt x="1201507" y="1430742"/>
                  </a:lnTo>
                  <a:lnTo>
                    <a:pt x="1200847" y="1430742"/>
                  </a:lnTo>
                  <a:lnTo>
                    <a:pt x="1200186" y="1430742"/>
                  </a:lnTo>
                  <a:lnTo>
                    <a:pt x="1199526" y="1430742"/>
                  </a:lnTo>
                  <a:lnTo>
                    <a:pt x="1198865" y="1430742"/>
                  </a:lnTo>
                  <a:lnTo>
                    <a:pt x="1198205" y="1430742"/>
                  </a:lnTo>
                  <a:lnTo>
                    <a:pt x="1197544" y="1430742"/>
                  </a:lnTo>
                  <a:lnTo>
                    <a:pt x="1196884" y="1430742"/>
                  </a:lnTo>
                  <a:lnTo>
                    <a:pt x="1196223" y="1430742"/>
                  </a:lnTo>
                  <a:lnTo>
                    <a:pt x="1195563" y="1430742"/>
                  </a:lnTo>
                  <a:lnTo>
                    <a:pt x="1194902" y="1430742"/>
                  </a:lnTo>
                  <a:lnTo>
                    <a:pt x="1194242" y="1430742"/>
                  </a:lnTo>
                  <a:lnTo>
                    <a:pt x="1193581" y="1430742"/>
                  </a:lnTo>
                  <a:lnTo>
                    <a:pt x="1192920" y="1430742"/>
                  </a:lnTo>
                  <a:lnTo>
                    <a:pt x="1192260" y="1430742"/>
                  </a:lnTo>
                  <a:lnTo>
                    <a:pt x="1191599" y="1430742"/>
                  </a:lnTo>
                  <a:lnTo>
                    <a:pt x="1190939" y="1430742"/>
                  </a:lnTo>
                  <a:lnTo>
                    <a:pt x="1190278" y="1430742"/>
                  </a:lnTo>
                  <a:lnTo>
                    <a:pt x="1189618" y="1430742"/>
                  </a:lnTo>
                  <a:lnTo>
                    <a:pt x="1188957" y="1430742"/>
                  </a:lnTo>
                  <a:lnTo>
                    <a:pt x="1188297" y="1430742"/>
                  </a:lnTo>
                  <a:lnTo>
                    <a:pt x="1187636" y="1430742"/>
                  </a:lnTo>
                  <a:lnTo>
                    <a:pt x="1186976" y="1430742"/>
                  </a:lnTo>
                  <a:lnTo>
                    <a:pt x="1186315" y="1430742"/>
                  </a:lnTo>
                  <a:lnTo>
                    <a:pt x="1185655" y="1430742"/>
                  </a:lnTo>
                  <a:lnTo>
                    <a:pt x="1184994" y="1430742"/>
                  </a:lnTo>
                  <a:lnTo>
                    <a:pt x="1184334" y="1430742"/>
                  </a:lnTo>
                  <a:lnTo>
                    <a:pt x="1183673" y="1430742"/>
                  </a:lnTo>
                  <a:lnTo>
                    <a:pt x="1183013" y="1430742"/>
                  </a:lnTo>
                  <a:lnTo>
                    <a:pt x="1182352" y="1430742"/>
                  </a:lnTo>
                  <a:lnTo>
                    <a:pt x="1181691" y="1430742"/>
                  </a:lnTo>
                  <a:lnTo>
                    <a:pt x="1181031" y="1430742"/>
                  </a:lnTo>
                  <a:lnTo>
                    <a:pt x="1180370" y="1430742"/>
                  </a:lnTo>
                  <a:lnTo>
                    <a:pt x="1179710" y="1430742"/>
                  </a:lnTo>
                  <a:lnTo>
                    <a:pt x="1179049" y="1430742"/>
                  </a:lnTo>
                  <a:lnTo>
                    <a:pt x="1178389" y="1430742"/>
                  </a:lnTo>
                  <a:lnTo>
                    <a:pt x="1177728" y="1430742"/>
                  </a:lnTo>
                  <a:lnTo>
                    <a:pt x="1177068" y="1430742"/>
                  </a:lnTo>
                  <a:lnTo>
                    <a:pt x="1176407" y="1430742"/>
                  </a:lnTo>
                  <a:lnTo>
                    <a:pt x="1175747" y="1430742"/>
                  </a:lnTo>
                  <a:lnTo>
                    <a:pt x="1175086" y="1430742"/>
                  </a:lnTo>
                  <a:lnTo>
                    <a:pt x="1174426" y="1430742"/>
                  </a:lnTo>
                  <a:lnTo>
                    <a:pt x="1173765" y="1430742"/>
                  </a:lnTo>
                  <a:lnTo>
                    <a:pt x="1173105" y="1430742"/>
                  </a:lnTo>
                  <a:lnTo>
                    <a:pt x="1172444" y="1430742"/>
                  </a:lnTo>
                  <a:lnTo>
                    <a:pt x="1171783" y="1430742"/>
                  </a:lnTo>
                  <a:lnTo>
                    <a:pt x="1171123" y="1430742"/>
                  </a:lnTo>
                  <a:lnTo>
                    <a:pt x="1170462" y="1430742"/>
                  </a:lnTo>
                  <a:lnTo>
                    <a:pt x="1169802" y="1430742"/>
                  </a:lnTo>
                  <a:lnTo>
                    <a:pt x="1169141" y="1430742"/>
                  </a:lnTo>
                  <a:lnTo>
                    <a:pt x="1168481" y="1430742"/>
                  </a:lnTo>
                  <a:lnTo>
                    <a:pt x="1167820" y="1430742"/>
                  </a:lnTo>
                  <a:lnTo>
                    <a:pt x="1167160" y="1430742"/>
                  </a:lnTo>
                  <a:lnTo>
                    <a:pt x="1166499" y="1430742"/>
                  </a:lnTo>
                  <a:lnTo>
                    <a:pt x="1165839" y="1430742"/>
                  </a:lnTo>
                  <a:lnTo>
                    <a:pt x="1165178" y="1430742"/>
                  </a:lnTo>
                  <a:lnTo>
                    <a:pt x="1164518" y="1430742"/>
                  </a:lnTo>
                  <a:lnTo>
                    <a:pt x="1163857" y="1430742"/>
                  </a:lnTo>
                  <a:lnTo>
                    <a:pt x="1163197" y="1430742"/>
                  </a:lnTo>
                  <a:lnTo>
                    <a:pt x="1162536" y="1430742"/>
                  </a:lnTo>
                  <a:lnTo>
                    <a:pt x="1161875" y="1430742"/>
                  </a:lnTo>
                  <a:lnTo>
                    <a:pt x="1161215" y="1430742"/>
                  </a:lnTo>
                  <a:lnTo>
                    <a:pt x="1160554" y="1430742"/>
                  </a:lnTo>
                  <a:lnTo>
                    <a:pt x="1159894" y="1430742"/>
                  </a:lnTo>
                  <a:lnTo>
                    <a:pt x="1159233" y="1430742"/>
                  </a:lnTo>
                  <a:lnTo>
                    <a:pt x="1158573" y="1430742"/>
                  </a:lnTo>
                  <a:lnTo>
                    <a:pt x="1157912" y="1430742"/>
                  </a:lnTo>
                  <a:lnTo>
                    <a:pt x="1157252" y="1430742"/>
                  </a:lnTo>
                  <a:lnTo>
                    <a:pt x="1156591" y="1430742"/>
                  </a:lnTo>
                  <a:lnTo>
                    <a:pt x="1155931" y="1430742"/>
                  </a:lnTo>
                  <a:lnTo>
                    <a:pt x="1155270" y="1430742"/>
                  </a:lnTo>
                  <a:lnTo>
                    <a:pt x="1154610" y="1430742"/>
                  </a:lnTo>
                  <a:lnTo>
                    <a:pt x="1153949" y="1430742"/>
                  </a:lnTo>
                  <a:lnTo>
                    <a:pt x="1153289" y="1430742"/>
                  </a:lnTo>
                  <a:lnTo>
                    <a:pt x="1152628" y="1430742"/>
                  </a:lnTo>
                  <a:lnTo>
                    <a:pt x="1151967" y="1430742"/>
                  </a:lnTo>
                  <a:lnTo>
                    <a:pt x="1151307" y="1430742"/>
                  </a:lnTo>
                  <a:lnTo>
                    <a:pt x="1150646" y="1430742"/>
                  </a:lnTo>
                  <a:lnTo>
                    <a:pt x="1149986" y="1430742"/>
                  </a:lnTo>
                  <a:lnTo>
                    <a:pt x="1149325" y="1430742"/>
                  </a:lnTo>
                  <a:lnTo>
                    <a:pt x="1148665" y="1430742"/>
                  </a:lnTo>
                  <a:lnTo>
                    <a:pt x="1148004" y="1430742"/>
                  </a:lnTo>
                  <a:lnTo>
                    <a:pt x="1147344" y="1430742"/>
                  </a:lnTo>
                  <a:lnTo>
                    <a:pt x="1146683" y="1430742"/>
                  </a:lnTo>
                  <a:lnTo>
                    <a:pt x="1146023" y="1430742"/>
                  </a:lnTo>
                  <a:lnTo>
                    <a:pt x="1145362" y="1430742"/>
                  </a:lnTo>
                  <a:lnTo>
                    <a:pt x="1144702" y="1430742"/>
                  </a:lnTo>
                  <a:lnTo>
                    <a:pt x="1144041" y="1430742"/>
                  </a:lnTo>
                  <a:lnTo>
                    <a:pt x="1143381" y="1430742"/>
                  </a:lnTo>
                  <a:lnTo>
                    <a:pt x="1142720" y="1430742"/>
                  </a:lnTo>
                  <a:lnTo>
                    <a:pt x="1142060" y="1430742"/>
                  </a:lnTo>
                  <a:lnTo>
                    <a:pt x="1141399" y="1430742"/>
                  </a:lnTo>
                  <a:lnTo>
                    <a:pt x="1140738" y="1430742"/>
                  </a:lnTo>
                  <a:lnTo>
                    <a:pt x="1140078" y="1430742"/>
                  </a:lnTo>
                  <a:lnTo>
                    <a:pt x="1139417" y="1430742"/>
                  </a:lnTo>
                  <a:lnTo>
                    <a:pt x="1138757" y="1430742"/>
                  </a:lnTo>
                  <a:lnTo>
                    <a:pt x="1138096" y="1430742"/>
                  </a:lnTo>
                  <a:lnTo>
                    <a:pt x="1137436" y="1430742"/>
                  </a:lnTo>
                  <a:lnTo>
                    <a:pt x="1136775" y="1430742"/>
                  </a:lnTo>
                  <a:lnTo>
                    <a:pt x="1136115" y="1430742"/>
                  </a:lnTo>
                  <a:lnTo>
                    <a:pt x="1135454" y="1430742"/>
                  </a:lnTo>
                  <a:lnTo>
                    <a:pt x="1134794" y="1430742"/>
                  </a:lnTo>
                  <a:lnTo>
                    <a:pt x="1134133" y="1430742"/>
                  </a:lnTo>
                  <a:lnTo>
                    <a:pt x="1133473" y="1430742"/>
                  </a:lnTo>
                  <a:lnTo>
                    <a:pt x="1132812" y="1430742"/>
                  </a:lnTo>
                  <a:lnTo>
                    <a:pt x="1132152" y="1430742"/>
                  </a:lnTo>
                  <a:lnTo>
                    <a:pt x="1131491" y="1430742"/>
                  </a:lnTo>
                  <a:lnTo>
                    <a:pt x="1130830" y="1430742"/>
                  </a:lnTo>
                  <a:lnTo>
                    <a:pt x="1130170" y="1430742"/>
                  </a:lnTo>
                  <a:lnTo>
                    <a:pt x="1129509" y="1430742"/>
                  </a:lnTo>
                  <a:lnTo>
                    <a:pt x="1128849" y="1430742"/>
                  </a:lnTo>
                  <a:lnTo>
                    <a:pt x="1128188" y="1430742"/>
                  </a:lnTo>
                  <a:lnTo>
                    <a:pt x="1127528" y="1430742"/>
                  </a:lnTo>
                  <a:lnTo>
                    <a:pt x="1126867" y="1430742"/>
                  </a:lnTo>
                  <a:lnTo>
                    <a:pt x="1126207" y="1430742"/>
                  </a:lnTo>
                  <a:lnTo>
                    <a:pt x="1125546" y="1430742"/>
                  </a:lnTo>
                  <a:lnTo>
                    <a:pt x="1124886" y="1430742"/>
                  </a:lnTo>
                  <a:lnTo>
                    <a:pt x="1124225" y="1430742"/>
                  </a:lnTo>
                  <a:lnTo>
                    <a:pt x="1123565" y="1430742"/>
                  </a:lnTo>
                  <a:lnTo>
                    <a:pt x="1122904" y="1430742"/>
                  </a:lnTo>
                  <a:lnTo>
                    <a:pt x="1122244" y="1430742"/>
                  </a:lnTo>
                  <a:lnTo>
                    <a:pt x="1121583" y="1430742"/>
                  </a:lnTo>
                  <a:lnTo>
                    <a:pt x="1120922" y="1430742"/>
                  </a:lnTo>
                  <a:lnTo>
                    <a:pt x="1120262" y="1430742"/>
                  </a:lnTo>
                  <a:lnTo>
                    <a:pt x="1119601" y="1430742"/>
                  </a:lnTo>
                  <a:lnTo>
                    <a:pt x="1118941" y="1430742"/>
                  </a:lnTo>
                  <a:lnTo>
                    <a:pt x="1118280" y="1430742"/>
                  </a:lnTo>
                  <a:lnTo>
                    <a:pt x="1117620" y="1430742"/>
                  </a:lnTo>
                  <a:lnTo>
                    <a:pt x="1116959" y="1430742"/>
                  </a:lnTo>
                  <a:lnTo>
                    <a:pt x="1116299" y="1430742"/>
                  </a:lnTo>
                  <a:lnTo>
                    <a:pt x="1115638" y="1430742"/>
                  </a:lnTo>
                  <a:lnTo>
                    <a:pt x="1114978" y="1430742"/>
                  </a:lnTo>
                  <a:lnTo>
                    <a:pt x="1114317" y="1430742"/>
                  </a:lnTo>
                  <a:lnTo>
                    <a:pt x="1113657" y="1430742"/>
                  </a:lnTo>
                  <a:lnTo>
                    <a:pt x="1112996" y="1430742"/>
                  </a:lnTo>
                  <a:lnTo>
                    <a:pt x="1112336" y="1430742"/>
                  </a:lnTo>
                  <a:lnTo>
                    <a:pt x="1111675" y="1430742"/>
                  </a:lnTo>
                  <a:lnTo>
                    <a:pt x="1111015" y="1430742"/>
                  </a:lnTo>
                  <a:lnTo>
                    <a:pt x="1110354" y="1430742"/>
                  </a:lnTo>
                  <a:lnTo>
                    <a:pt x="1109693" y="1430742"/>
                  </a:lnTo>
                  <a:lnTo>
                    <a:pt x="1109033" y="1430742"/>
                  </a:lnTo>
                  <a:lnTo>
                    <a:pt x="1108372" y="1430742"/>
                  </a:lnTo>
                  <a:lnTo>
                    <a:pt x="1107712" y="1430742"/>
                  </a:lnTo>
                  <a:lnTo>
                    <a:pt x="1107051" y="1430742"/>
                  </a:lnTo>
                  <a:lnTo>
                    <a:pt x="1106391" y="1430742"/>
                  </a:lnTo>
                  <a:lnTo>
                    <a:pt x="1105730" y="1430742"/>
                  </a:lnTo>
                  <a:lnTo>
                    <a:pt x="1105070" y="1430742"/>
                  </a:lnTo>
                  <a:lnTo>
                    <a:pt x="1104409" y="1430742"/>
                  </a:lnTo>
                  <a:lnTo>
                    <a:pt x="1103749" y="1430742"/>
                  </a:lnTo>
                  <a:lnTo>
                    <a:pt x="1103088" y="1430742"/>
                  </a:lnTo>
                  <a:lnTo>
                    <a:pt x="1102428" y="1430742"/>
                  </a:lnTo>
                  <a:lnTo>
                    <a:pt x="1101767" y="1430742"/>
                  </a:lnTo>
                  <a:lnTo>
                    <a:pt x="1101107" y="1430742"/>
                  </a:lnTo>
                  <a:lnTo>
                    <a:pt x="1100446" y="1430742"/>
                  </a:lnTo>
                  <a:lnTo>
                    <a:pt x="1099785" y="1430742"/>
                  </a:lnTo>
                  <a:lnTo>
                    <a:pt x="1099125" y="1430742"/>
                  </a:lnTo>
                  <a:lnTo>
                    <a:pt x="1098464" y="1430742"/>
                  </a:lnTo>
                  <a:lnTo>
                    <a:pt x="1097804" y="1430742"/>
                  </a:lnTo>
                  <a:lnTo>
                    <a:pt x="1097143" y="1430742"/>
                  </a:lnTo>
                  <a:lnTo>
                    <a:pt x="1096483" y="1430742"/>
                  </a:lnTo>
                  <a:lnTo>
                    <a:pt x="1095822" y="1430742"/>
                  </a:lnTo>
                  <a:lnTo>
                    <a:pt x="1095162" y="1430742"/>
                  </a:lnTo>
                  <a:lnTo>
                    <a:pt x="1094501" y="1430742"/>
                  </a:lnTo>
                  <a:lnTo>
                    <a:pt x="1093841" y="1430742"/>
                  </a:lnTo>
                  <a:lnTo>
                    <a:pt x="1093180" y="1430742"/>
                  </a:lnTo>
                  <a:lnTo>
                    <a:pt x="1092520" y="1430742"/>
                  </a:lnTo>
                  <a:lnTo>
                    <a:pt x="1091859" y="1430742"/>
                  </a:lnTo>
                  <a:lnTo>
                    <a:pt x="1091199" y="1430742"/>
                  </a:lnTo>
                  <a:lnTo>
                    <a:pt x="1090538" y="1430742"/>
                  </a:lnTo>
                  <a:lnTo>
                    <a:pt x="1089877" y="1430742"/>
                  </a:lnTo>
                  <a:lnTo>
                    <a:pt x="1089217" y="1430742"/>
                  </a:lnTo>
                  <a:lnTo>
                    <a:pt x="1088556" y="1430742"/>
                  </a:lnTo>
                  <a:lnTo>
                    <a:pt x="1087896" y="1430742"/>
                  </a:lnTo>
                  <a:lnTo>
                    <a:pt x="1087235" y="1430742"/>
                  </a:lnTo>
                  <a:lnTo>
                    <a:pt x="1086575" y="1430742"/>
                  </a:lnTo>
                  <a:lnTo>
                    <a:pt x="1085914" y="1430742"/>
                  </a:lnTo>
                  <a:lnTo>
                    <a:pt x="1085254" y="1430742"/>
                  </a:lnTo>
                  <a:lnTo>
                    <a:pt x="1084593" y="1430742"/>
                  </a:lnTo>
                  <a:lnTo>
                    <a:pt x="1083933" y="1430742"/>
                  </a:lnTo>
                  <a:lnTo>
                    <a:pt x="1083272" y="1430742"/>
                  </a:lnTo>
                  <a:lnTo>
                    <a:pt x="1082612" y="1430742"/>
                  </a:lnTo>
                  <a:lnTo>
                    <a:pt x="1081951" y="1430742"/>
                  </a:lnTo>
                  <a:lnTo>
                    <a:pt x="1081291" y="1430742"/>
                  </a:lnTo>
                  <a:lnTo>
                    <a:pt x="1080630" y="1430742"/>
                  </a:lnTo>
                  <a:lnTo>
                    <a:pt x="1079969" y="1430742"/>
                  </a:lnTo>
                  <a:lnTo>
                    <a:pt x="1079309" y="1430742"/>
                  </a:lnTo>
                  <a:lnTo>
                    <a:pt x="1078648" y="1430742"/>
                  </a:lnTo>
                  <a:lnTo>
                    <a:pt x="1077988" y="1430742"/>
                  </a:lnTo>
                  <a:lnTo>
                    <a:pt x="1077327" y="1430742"/>
                  </a:lnTo>
                  <a:lnTo>
                    <a:pt x="1076667" y="1430742"/>
                  </a:lnTo>
                  <a:lnTo>
                    <a:pt x="1076006" y="1430742"/>
                  </a:lnTo>
                  <a:lnTo>
                    <a:pt x="1075346" y="1430742"/>
                  </a:lnTo>
                  <a:lnTo>
                    <a:pt x="1074685" y="1430742"/>
                  </a:lnTo>
                  <a:lnTo>
                    <a:pt x="1074025" y="1430742"/>
                  </a:lnTo>
                  <a:lnTo>
                    <a:pt x="1073364" y="1430742"/>
                  </a:lnTo>
                  <a:lnTo>
                    <a:pt x="1072704" y="1430742"/>
                  </a:lnTo>
                  <a:lnTo>
                    <a:pt x="1072043" y="1430742"/>
                  </a:lnTo>
                  <a:lnTo>
                    <a:pt x="1071383" y="1430742"/>
                  </a:lnTo>
                  <a:lnTo>
                    <a:pt x="1070722" y="1430742"/>
                  </a:lnTo>
                  <a:lnTo>
                    <a:pt x="1070062" y="1430742"/>
                  </a:lnTo>
                  <a:lnTo>
                    <a:pt x="1069401" y="1430742"/>
                  </a:lnTo>
                  <a:lnTo>
                    <a:pt x="1068740" y="1430742"/>
                  </a:lnTo>
                  <a:lnTo>
                    <a:pt x="1068080" y="1430742"/>
                  </a:lnTo>
                  <a:lnTo>
                    <a:pt x="1067419" y="1430742"/>
                  </a:lnTo>
                  <a:lnTo>
                    <a:pt x="1066759" y="1430742"/>
                  </a:lnTo>
                  <a:lnTo>
                    <a:pt x="1066098" y="1430742"/>
                  </a:lnTo>
                  <a:lnTo>
                    <a:pt x="1065438" y="1430742"/>
                  </a:lnTo>
                  <a:lnTo>
                    <a:pt x="1064777" y="1430742"/>
                  </a:lnTo>
                  <a:lnTo>
                    <a:pt x="1064117" y="1430742"/>
                  </a:lnTo>
                  <a:lnTo>
                    <a:pt x="1063456" y="1430742"/>
                  </a:lnTo>
                  <a:lnTo>
                    <a:pt x="1062796" y="1430742"/>
                  </a:lnTo>
                  <a:lnTo>
                    <a:pt x="1062135" y="1430742"/>
                  </a:lnTo>
                  <a:lnTo>
                    <a:pt x="1061475" y="1430742"/>
                  </a:lnTo>
                  <a:lnTo>
                    <a:pt x="1060814" y="1430742"/>
                  </a:lnTo>
                  <a:lnTo>
                    <a:pt x="1060154" y="1430742"/>
                  </a:lnTo>
                  <a:lnTo>
                    <a:pt x="1059493" y="1430742"/>
                  </a:lnTo>
                  <a:lnTo>
                    <a:pt x="1058832" y="1430742"/>
                  </a:lnTo>
                  <a:lnTo>
                    <a:pt x="1058172" y="1430742"/>
                  </a:lnTo>
                  <a:lnTo>
                    <a:pt x="1057511" y="1430742"/>
                  </a:lnTo>
                  <a:lnTo>
                    <a:pt x="1056851" y="1430742"/>
                  </a:lnTo>
                  <a:lnTo>
                    <a:pt x="1056190" y="1430742"/>
                  </a:lnTo>
                  <a:lnTo>
                    <a:pt x="1055530" y="1430742"/>
                  </a:lnTo>
                  <a:lnTo>
                    <a:pt x="1054869" y="1430742"/>
                  </a:lnTo>
                  <a:lnTo>
                    <a:pt x="1054209" y="1430742"/>
                  </a:lnTo>
                  <a:lnTo>
                    <a:pt x="1053548" y="1430742"/>
                  </a:lnTo>
                  <a:lnTo>
                    <a:pt x="1052888" y="1430742"/>
                  </a:lnTo>
                  <a:lnTo>
                    <a:pt x="1052227" y="1430742"/>
                  </a:lnTo>
                  <a:lnTo>
                    <a:pt x="1051567" y="1430742"/>
                  </a:lnTo>
                  <a:lnTo>
                    <a:pt x="1050906" y="1430742"/>
                  </a:lnTo>
                  <a:lnTo>
                    <a:pt x="1050246" y="1430742"/>
                  </a:lnTo>
                  <a:lnTo>
                    <a:pt x="1049585" y="1430742"/>
                  </a:lnTo>
                  <a:lnTo>
                    <a:pt x="1048924" y="1430742"/>
                  </a:lnTo>
                  <a:lnTo>
                    <a:pt x="1048264" y="1430742"/>
                  </a:lnTo>
                  <a:lnTo>
                    <a:pt x="1047603" y="1430742"/>
                  </a:lnTo>
                  <a:lnTo>
                    <a:pt x="1046943" y="1430742"/>
                  </a:lnTo>
                  <a:lnTo>
                    <a:pt x="1046282" y="1430742"/>
                  </a:lnTo>
                  <a:lnTo>
                    <a:pt x="1045622" y="1430742"/>
                  </a:lnTo>
                  <a:lnTo>
                    <a:pt x="1044961" y="1430742"/>
                  </a:lnTo>
                  <a:lnTo>
                    <a:pt x="1044301" y="1430742"/>
                  </a:lnTo>
                  <a:lnTo>
                    <a:pt x="1043640" y="1430742"/>
                  </a:lnTo>
                  <a:lnTo>
                    <a:pt x="1042980" y="1430742"/>
                  </a:lnTo>
                  <a:lnTo>
                    <a:pt x="1042319" y="1430742"/>
                  </a:lnTo>
                  <a:lnTo>
                    <a:pt x="1041659" y="1430742"/>
                  </a:lnTo>
                  <a:lnTo>
                    <a:pt x="1040998" y="1430742"/>
                  </a:lnTo>
                  <a:lnTo>
                    <a:pt x="1040338" y="1430742"/>
                  </a:lnTo>
                  <a:lnTo>
                    <a:pt x="1039677" y="1430742"/>
                  </a:lnTo>
                  <a:lnTo>
                    <a:pt x="1039017" y="1430742"/>
                  </a:lnTo>
                  <a:lnTo>
                    <a:pt x="1038356" y="1430742"/>
                  </a:lnTo>
                  <a:lnTo>
                    <a:pt x="1037695" y="1430742"/>
                  </a:lnTo>
                  <a:lnTo>
                    <a:pt x="1037035" y="1430742"/>
                  </a:lnTo>
                  <a:lnTo>
                    <a:pt x="1036374" y="1430742"/>
                  </a:lnTo>
                  <a:lnTo>
                    <a:pt x="1035714" y="1430742"/>
                  </a:lnTo>
                  <a:lnTo>
                    <a:pt x="1035053" y="1430742"/>
                  </a:lnTo>
                  <a:lnTo>
                    <a:pt x="1034393" y="1430742"/>
                  </a:lnTo>
                  <a:lnTo>
                    <a:pt x="1033732" y="1430742"/>
                  </a:lnTo>
                  <a:lnTo>
                    <a:pt x="1033072" y="1430742"/>
                  </a:lnTo>
                  <a:lnTo>
                    <a:pt x="1032411" y="1430742"/>
                  </a:lnTo>
                  <a:lnTo>
                    <a:pt x="1031751" y="1430742"/>
                  </a:lnTo>
                  <a:lnTo>
                    <a:pt x="1031090" y="1430742"/>
                  </a:lnTo>
                  <a:lnTo>
                    <a:pt x="1030430" y="1430742"/>
                  </a:lnTo>
                  <a:lnTo>
                    <a:pt x="1029769" y="1430742"/>
                  </a:lnTo>
                  <a:lnTo>
                    <a:pt x="1029109" y="1430742"/>
                  </a:lnTo>
                  <a:lnTo>
                    <a:pt x="1028448" y="1430742"/>
                  </a:lnTo>
                  <a:lnTo>
                    <a:pt x="1027787" y="1430742"/>
                  </a:lnTo>
                  <a:lnTo>
                    <a:pt x="1027127" y="1430742"/>
                  </a:lnTo>
                  <a:lnTo>
                    <a:pt x="1026466" y="1430742"/>
                  </a:lnTo>
                  <a:lnTo>
                    <a:pt x="1025806" y="1430742"/>
                  </a:lnTo>
                  <a:lnTo>
                    <a:pt x="1025145" y="1430742"/>
                  </a:lnTo>
                  <a:lnTo>
                    <a:pt x="1024485" y="1430742"/>
                  </a:lnTo>
                  <a:lnTo>
                    <a:pt x="1023824" y="1430742"/>
                  </a:lnTo>
                  <a:lnTo>
                    <a:pt x="1023164" y="1430742"/>
                  </a:lnTo>
                  <a:lnTo>
                    <a:pt x="1022503" y="1430742"/>
                  </a:lnTo>
                  <a:lnTo>
                    <a:pt x="1021843" y="1430742"/>
                  </a:lnTo>
                  <a:lnTo>
                    <a:pt x="1021182" y="1430742"/>
                  </a:lnTo>
                  <a:lnTo>
                    <a:pt x="1020522" y="1430742"/>
                  </a:lnTo>
                  <a:lnTo>
                    <a:pt x="1019861" y="1430742"/>
                  </a:lnTo>
                  <a:lnTo>
                    <a:pt x="1019201" y="1430742"/>
                  </a:lnTo>
                  <a:lnTo>
                    <a:pt x="1018540" y="1430742"/>
                  </a:lnTo>
                  <a:lnTo>
                    <a:pt x="1017879" y="1430742"/>
                  </a:lnTo>
                  <a:lnTo>
                    <a:pt x="1017219" y="1430742"/>
                  </a:lnTo>
                  <a:lnTo>
                    <a:pt x="1016558" y="1430742"/>
                  </a:lnTo>
                  <a:lnTo>
                    <a:pt x="1015898" y="1430742"/>
                  </a:lnTo>
                  <a:lnTo>
                    <a:pt x="1015237" y="1430742"/>
                  </a:lnTo>
                  <a:lnTo>
                    <a:pt x="1014577" y="1430742"/>
                  </a:lnTo>
                  <a:lnTo>
                    <a:pt x="1013916" y="1430742"/>
                  </a:lnTo>
                  <a:lnTo>
                    <a:pt x="1013256" y="1430742"/>
                  </a:lnTo>
                  <a:lnTo>
                    <a:pt x="1012595" y="1430742"/>
                  </a:lnTo>
                  <a:lnTo>
                    <a:pt x="1011935" y="1430742"/>
                  </a:lnTo>
                  <a:lnTo>
                    <a:pt x="1011274" y="1430742"/>
                  </a:lnTo>
                  <a:lnTo>
                    <a:pt x="1010614" y="1430742"/>
                  </a:lnTo>
                  <a:lnTo>
                    <a:pt x="1009953" y="1430742"/>
                  </a:lnTo>
                  <a:lnTo>
                    <a:pt x="1009293" y="1430742"/>
                  </a:lnTo>
                  <a:lnTo>
                    <a:pt x="1008632" y="1430742"/>
                  </a:lnTo>
                  <a:lnTo>
                    <a:pt x="1007971" y="1430742"/>
                  </a:lnTo>
                  <a:lnTo>
                    <a:pt x="1007311" y="1430742"/>
                  </a:lnTo>
                  <a:lnTo>
                    <a:pt x="1006650" y="1430742"/>
                  </a:lnTo>
                  <a:lnTo>
                    <a:pt x="1005990" y="1430742"/>
                  </a:lnTo>
                  <a:lnTo>
                    <a:pt x="1005329" y="1430742"/>
                  </a:lnTo>
                  <a:lnTo>
                    <a:pt x="1004669" y="1430742"/>
                  </a:lnTo>
                  <a:lnTo>
                    <a:pt x="1004008" y="1430742"/>
                  </a:lnTo>
                  <a:lnTo>
                    <a:pt x="1003348" y="1430742"/>
                  </a:lnTo>
                  <a:lnTo>
                    <a:pt x="1002687" y="1430742"/>
                  </a:lnTo>
                  <a:lnTo>
                    <a:pt x="1002027" y="1430742"/>
                  </a:lnTo>
                  <a:lnTo>
                    <a:pt x="1001366" y="1430742"/>
                  </a:lnTo>
                  <a:lnTo>
                    <a:pt x="1000706" y="1430742"/>
                  </a:lnTo>
                  <a:lnTo>
                    <a:pt x="1000045" y="1430742"/>
                  </a:lnTo>
                  <a:lnTo>
                    <a:pt x="999385" y="1430742"/>
                  </a:lnTo>
                  <a:lnTo>
                    <a:pt x="998724" y="1430742"/>
                  </a:lnTo>
                  <a:lnTo>
                    <a:pt x="998064" y="1430742"/>
                  </a:lnTo>
                  <a:lnTo>
                    <a:pt x="997403" y="1430742"/>
                  </a:lnTo>
                  <a:lnTo>
                    <a:pt x="996742" y="1430742"/>
                  </a:lnTo>
                  <a:lnTo>
                    <a:pt x="996082" y="1430742"/>
                  </a:lnTo>
                  <a:lnTo>
                    <a:pt x="995421" y="1430742"/>
                  </a:lnTo>
                  <a:lnTo>
                    <a:pt x="994761" y="1430742"/>
                  </a:lnTo>
                  <a:lnTo>
                    <a:pt x="994100" y="1430742"/>
                  </a:lnTo>
                  <a:lnTo>
                    <a:pt x="993440" y="1430742"/>
                  </a:lnTo>
                  <a:lnTo>
                    <a:pt x="992779" y="1430742"/>
                  </a:lnTo>
                  <a:lnTo>
                    <a:pt x="992119" y="1430742"/>
                  </a:lnTo>
                  <a:lnTo>
                    <a:pt x="991458" y="1430742"/>
                  </a:lnTo>
                  <a:lnTo>
                    <a:pt x="990798" y="1430742"/>
                  </a:lnTo>
                  <a:lnTo>
                    <a:pt x="990137" y="1430742"/>
                  </a:lnTo>
                  <a:lnTo>
                    <a:pt x="989477" y="1430742"/>
                  </a:lnTo>
                  <a:lnTo>
                    <a:pt x="988816" y="1430742"/>
                  </a:lnTo>
                  <a:lnTo>
                    <a:pt x="988156" y="1430742"/>
                  </a:lnTo>
                  <a:lnTo>
                    <a:pt x="987495" y="1430742"/>
                  </a:lnTo>
                  <a:lnTo>
                    <a:pt x="986834" y="1430742"/>
                  </a:lnTo>
                  <a:lnTo>
                    <a:pt x="986174" y="1430742"/>
                  </a:lnTo>
                  <a:lnTo>
                    <a:pt x="985513" y="1430742"/>
                  </a:lnTo>
                  <a:lnTo>
                    <a:pt x="984853" y="1430742"/>
                  </a:lnTo>
                  <a:lnTo>
                    <a:pt x="984192" y="1430742"/>
                  </a:lnTo>
                  <a:lnTo>
                    <a:pt x="983532" y="1430742"/>
                  </a:lnTo>
                  <a:lnTo>
                    <a:pt x="982871" y="1430742"/>
                  </a:lnTo>
                  <a:lnTo>
                    <a:pt x="982211" y="1430742"/>
                  </a:lnTo>
                  <a:lnTo>
                    <a:pt x="981550" y="1430742"/>
                  </a:lnTo>
                  <a:lnTo>
                    <a:pt x="980890" y="1430742"/>
                  </a:lnTo>
                  <a:lnTo>
                    <a:pt x="980229" y="1430742"/>
                  </a:lnTo>
                  <a:lnTo>
                    <a:pt x="979569" y="1430742"/>
                  </a:lnTo>
                  <a:lnTo>
                    <a:pt x="978908" y="1430742"/>
                  </a:lnTo>
                  <a:lnTo>
                    <a:pt x="978248" y="1430742"/>
                  </a:lnTo>
                  <a:lnTo>
                    <a:pt x="977587" y="1430742"/>
                  </a:lnTo>
                  <a:lnTo>
                    <a:pt x="976926" y="1430742"/>
                  </a:lnTo>
                  <a:lnTo>
                    <a:pt x="976266" y="1430742"/>
                  </a:lnTo>
                  <a:lnTo>
                    <a:pt x="975605" y="1430742"/>
                  </a:lnTo>
                  <a:lnTo>
                    <a:pt x="974945" y="1430742"/>
                  </a:lnTo>
                  <a:lnTo>
                    <a:pt x="974284" y="1430742"/>
                  </a:lnTo>
                  <a:lnTo>
                    <a:pt x="973624" y="1430742"/>
                  </a:lnTo>
                  <a:lnTo>
                    <a:pt x="972963" y="1430742"/>
                  </a:lnTo>
                  <a:lnTo>
                    <a:pt x="972303" y="1430742"/>
                  </a:lnTo>
                  <a:lnTo>
                    <a:pt x="971642" y="1430742"/>
                  </a:lnTo>
                  <a:lnTo>
                    <a:pt x="970982" y="1430742"/>
                  </a:lnTo>
                  <a:lnTo>
                    <a:pt x="970321" y="1430742"/>
                  </a:lnTo>
                  <a:lnTo>
                    <a:pt x="969661" y="1430742"/>
                  </a:lnTo>
                  <a:lnTo>
                    <a:pt x="969000" y="1430742"/>
                  </a:lnTo>
                  <a:lnTo>
                    <a:pt x="968340" y="1430742"/>
                  </a:lnTo>
                  <a:lnTo>
                    <a:pt x="967679" y="1430742"/>
                  </a:lnTo>
                  <a:lnTo>
                    <a:pt x="967019" y="1430742"/>
                  </a:lnTo>
                  <a:lnTo>
                    <a:pt x="966358" y="1430742"/>
                  </a:lnTo>
                  <a:lnTo>
                    <a:pt x="965697" y="1430742"/>
                  </a:lnTo>
                  <a:lnTo>
                    <a:pt x="965037" y="1430742"/>
                  </a:lnTo>
                  <a:lnTo>
                    <a:pt x="964376" y="1430742"/>
                  </a:lnTo>
                  <a:lnTo>
                    <a:pt x="963716" y="1430742"/>
                  </a:lnTo>
                  <a:lnTo>
                    <a:pt x="963055" y="1430742"/>
                  </a:lnTo>
                  <a:lnTo>
                    <a:pt x="962395" y="1430742"/>
                  </a:lnTo>
                  <a:lnTo>
                    <a:pt x="961734" y="1430742"/>
                  </a:lnTo>
                  <a:lnTo>
                    <a:pt x="961074" y="1430742"/>
                  </a:lnTo>
                  <a:lnTo>
                    <a:pt x="960413" y="1430742"/>
                  </a:lnTo>
                  <a:lnTo>
                    <a:pt x="959753" y="1430742"/>
                  </a:lnTo>
                  <a:lnTo>
                    <a:pt x="959092" y="1430742"/>
                  </a:lnTo>
                  <a:lnTo>
                    <a:pt x="958432" y="1430742"/>
                  </a:lnTo>
                  <a:lnTo>
                    <a:pt x="957771" y="1430742"/>
                  </a:lnTo>
                  <a:lnTo>
                    <a:pt x="957111" y="1430742"/>
                  </a:lnTo>
                  <a:lnTo>
                    <a:pt x="956450" y="1430742"/>
                  </a:lnTo>
                  <a:lnTo>
                    <a:pt x="955789" y="1430742"/>
                  </a:lnTo>
                  <a:lnTo>
                    <a:pt x="955129" y="1430742"/>
                  </a:lnTo>
                  <a:lnTo>
                    <a:pt x="954468" y="1430742"/>
                  </a:lnTo>
                  <a:lnTo>
                    <a:pt x="953808" y="1430742"/>
                  </a:lnTo>
                  <a:lnTo>
                    <a:pt x="953147" y="1430742"/>
                  </a:lnTo>
                  <a:lnTo>
                    <a:pt x="952487" y="1430742"/>
                  </a:lnTo>
                  <a:lnTo>
                    <a:pt x="951826" y="1430742"/>
                  </a:lnTo>
                  <a:lnTo>
                    <a:pt x="951166" y="1430742"/>
                  </a:lnTo>
                  <a:lnTo>
                    <a:pt x="950505" y="1430742"/>
                  </a:lnTo>
                  <a:lnTo>
                    <a:pt x="949845" y="1430742"/>
                  </a:lnTo>
                  <a:lnTo>
                    <a:pt x="949184" y="1430742"/>
                  </a:lnTo>
                  <a:lnTo>
                    <a:pt x="948524" y="1430742"/>
                  </a:lnTo>
                  <a:lnTo>
                    <a:pt x="947863" y="1430742"/>
                  </a:lnTo>
                  <a:lnTo>
                    <a:pt x="947203" y="1430742"/>
                  </a:lnTo>
                  <a:lnTo>
                    <a:pt x="946542" y="1430742"/>
                  </a:lnTo>
                  <a:lnTo>
                    <a:pt x="945881" y="1430742"/>
                  </a:lnTo>
                  <a:lnTo>
                    <a:pt x="945221" y="1430742"/>
                  </a:lnTo>
                  <a:lnTo>
                    <a:pt x="944560" y="1430742"/>
                  </a:lnTo>
                  <a:lnTo>
                    <a:pt x="943900" y="1430742"/>
                  </a:lnTo>
                  <a:lnTo>
                    <a:pt x="943239" y="1430742"/>
                  </a:lnTo>
                  <a:lnTo>
                    <a:pt x="942579" y="1430742"/>
                  </a:lnTo>
                  <a:lnTo>
                    <a:pt x="941918" y="1430742"/>
                  </a:lnTo>
                  <a:lnTo>
                    <a:pt x="941258" y="1430742"/>
                  </a:lnTo>
                  <a:lnTo>
                    <a:pt x="940597" y="1430742"/>
                  </a:lnTo>
                  <a:lnTo>
                    <a:pt x="939937" y="1430742"/>
                  </a:lnTo>
                  <a:lnTo>
                    <a:pt x="939276" y="1430742"/>
                  </a:lnTo>
                  <a:lnTo>
                    <a:pt x="938616" y="1430742"/>
                  </a:lnTo>
                  <a:lnTo>
                    <a:pt x="937955" y="1430742"/>
                  </a:lnTo>
                  <a:lnTo>
                    <a:pt x="937295" y="1430742"/>
                  </a:lnTo>
                  <a:lnTo>
                    <a:pt x="936634" y="1430742"/>
                  </a:lnTo>
                  <a:lnTo>
                    <a:pt x="935973" y="1430742"/>
                  </a:lnTo>
                  <a:lnTo>
                    <a:pt x="935313" y="1430742"/>
                  </a:lnTo>
                  <a:lnTo>
                    <a:pt x="934652" y="1430742"/>
                  </a:lnTo>
                  <a:lnTo>
                    <a:pt x="933992" y="1430742"/>
                  </a:lnTo>
                  <a:lnTo>
                    <a:pt x="933331" y="1430742"/>
                  </a:lnTo>
                  <a:lnTo>
                    <a:pt x="932671" y="1430742"/>
                  </a:lnTo>
                  <a:lnTo>
                    <a:pt x="932010" y="1430742"/>
                  </a:lnTo>
                  <a:lnTo>
                    <a:pt x="931350" y="1430742"/>
                  </a:lnTo>
                  <a:lnTo>
                    <a:pt x="930689" y="1430742"/>
                  </a:lnTo>
                  <a:lnTo>
                    <a:pt x="930029" y="1430742"/>
                  </a:lnTo>
                  <a:lnTo>
                    <a:pt x="929368" y="1430742"/>
                  </a:lnTo>
                  <a:lnTo>
                    <a:pt x="928708" y="1430742"/>
                  </a:lnTo>
                  <a:lnTo>
                    <a:pt x="928047" y="1430742"/>
                  </a:lnTo>
                  <a:lnTo>
                    <a:pt x="927387" y="1430742"/>
                  </a:lnTo>
                  <a:lnTo>
                    <a:pt x="926726" y="1430742"/>
                  </a:lnTo>
                  <a:lnTo>
                    <a:pt x="926066" y="1430742"/>
                  </a:lnTo>
                  <a:lnTo>
                    <a:pt x="925405" y="1430742"/>
                  </a:lnTo>
                  <a:lnTo>
                    <a:pt x="924744" y="1430742"/>
                  </a:lnTo>
                  <a:lnTo>
                    <a:pt x="924084" y="1430742"/>
                  </a:lnTo>
                  <a:lnTo>
                    <a:pt x="923423" y="1430742"/>
                  </a:lnTo>
                  <a:lnTo>
                    <a:pt x="922763" y="1430742"/>
                  </a:lnTo>
                  <a:lnTo>
                    <a:pt x="922102" y="1430742"/>
                  </a:lnTo>
                  <a:lnTo>
                    <a:pt x="921442" y="1430742"/>
                  </a:lnTo>
                  <a:lnTo>
                    <a:pt x="920781" y="1430742"/>
                  </a:lnTo>
                  <a:lnTo>
                    <a:pt x="920121" y="1430742"/>
                  </a:lnTo>
                  <a:lnTo>
                    <a:pt x="919460" y="1430742"/>
                  </a:lnTo>
                  <a:lnTo>
                    <a:pt x="918800" y="1430742"/>
                  </a:lnTo>
                  <a:lnTo>
                    <a:pt x="918139" y="1430742"/>
                  </a:lnTo>
                  <a:lnTo>
                    <a:pt x="917479" y="1430742"/>
                  </a:lnTo>
                  <a:lnTo>
                    <a:pt x="916818" y="1430742"/>
                  </a:lnTo>
                  <a:lnTo>
                    <a:pt x="916158" y="1430742"/>
                  </a:lnTo>
                  <a:lnTo>
                    <a:pt x="915497" y="1430742"/>
                  </a:lnTo>
                  <a:lnTo>
                    <a:pt x="914836" y="1430742"/>
                  </a:lnTo>
                  <a:lnTo>
                    <a:pt x="914176" y="1430742"/>
                  </a:lnTo>
                  <a:lnTo>
                    <a:pt x="913515" y="1430742"/>
                  </a:lnTo>
                  <a:lnTo>
                    <a:pt x="912855" y="1430742"/>
                  </a:lnTo>
                  <a:lnTo>
                    <a:pt x="912194" y="1430742"/>
                  </a:lnTo>
                  <a:lnTo>
                    <a:pt x="911534" y="1430742"/>
                  </a:lnTo>
                  <a:lnTo>
                    <a:pt x="910873" y="1430742"/>
                  </a:lnTo>
                  <a:lnTo>
                    <a:pt x="910213" y="1430742"/>
                  </a:lnTo>
                  <a:lnTo>
                    <a:pt x="909552" y="1430742"/>
                  </a:lnTo>
                  <a:lnTo>
                    <a:pt x="908892" y="1430742"/>
                  </a:lnTo>
                  <a:lnTo>
                    <a:pt x="908231" y="1430742"/>
                  </a:lnTo>
                  <a:lnTo>
                    <a:pt x="907571" y="1430742"/>
                  </a:lnTo>
                  <a:lnTo>
                    <a:pt x="906910" y="1430742"/>
                  </a:lnTo>
                  <a:lnTo>
                    <a:pt x="906250" y="1430742"/>
                  </a:lnTo>
                  <a:lnTo>
                    <a:pt x="905589" y="1430742"/>
                  </a:lnTo>
                  <a:lnTo>
                    <a:pt x="904928" y="1430742"/>
                  </a:lnTo>
                  <a:lnTo>
                    <a:pt x="904268" y="1430742"/>
                  </a:lnTo>
                  <a:lnTo>
                    <a:pt x="903607" y="1430742"/>
                  </a:lnTo>
                  <a:lnTo>
                    <a:pt x="902947" y="1430742"/>
                  </a:lnTo>
                  <a:lnTo>
                    <a:pt x="902286" y="1430742"/>
                  </a:lnTo>
                  <a:lnTo>
                    <a:pt x="901626" y="1430742"/>
                  </a:lnTo>
                  <a:lnTo>
                    <a:pt x="900965" y="1430742"/>
                  </a:lnTo>
                  <a:lnTo>
                    <a:pt x="900305" y="1430742"/>
                  </a:lnTo>
                  <a:lnTo>
                    <a:pt x="899644" y="1430742"/>
                  </a:lnTo>
                  <a:lnTo>
                    <a:pt x="898984" y="1430742"/>
                  </a:lnTo>
                  <a:lnTo>
                    <a:pt x="898323" y="1430742"/>
                  </a:lnTo>
                  <a:lnTo>
                    <a:pt x="897663" y="1430742"/>
                  </a:lnTo>
                  <a:lnTo>
                    <a:pt x="897002" y="1430742"/>
                  </a:lnTo>
                  <a:lnTo>
                    <a:pt x="896342" y="1430742"/>
                  </a:lnTo>
                  <a:lnTo>
                    <a:pt x="895681" y="1430742"/>
                  </a:lnTo>
                  <a:lnTo>
                    <a:pt x="895021" y="1430742"/>
                  </a:lnTo>
                  <a:lnTo>
                    <a:pt x="894360" y="1430742"/>
                  </a:lnTo>
                  <a:lnTo>
                    <a:pt x="893699" y="1430742"/>
                  </a:lnTo>
                  <a:lnTo>
                    <a:pt x="893039" y="1430742"/>
                  </a:lnTo>
                  <a:lnTo>
                    <a:pt x="892378" y="1430742"/>
                  </a:lnTo>
                  <a:lnTo>
                    <a:pt x="891718" y="1430742"/>
                  </a:lnTo>
                  <a:lnTo>
                    <a:pt x="891057" y="1430742"/>
                  </a:lnTo>
                  <a:lnTo>
                    <a:pt x="890397" y="1430742"/>
                  </a:lnTo>
                  <a:lnTo>
                    <a:pt x="889736" y="1430742"/>
                  </a:lnTo>
                  <a:lnTo>
                    <a:pt x="889076" y="1430742"/>
                  </a:lnTo>
                  <a:lnTo>
                    <a:pt x="888415" y="1430742"/>
                  </a:lnTo>
                  <a:lnTo>
                    <a:pt x="887755" y="1430742"/>
                  </a:lnTo>
                  <a:lnTo>
                    <a:pt x="887094" y="1430742"/>
                  </a:lnTo>
                  <a:lnTo>
                    <a:pt x="886434" y="1430742"/>
                  </a:lnTo>
                  <a:lnTo>
                    <a:pt x="885773" y="1430742"/>
                  </a:lnTo>
                  <a:lnTo>
                    <a:pt x="885113" y="1430742"/>
                  </a:lnTo>
                  <a:lnTo>
                    <a:pt x="884452" y="1430742"/>
                  </a:lnTo>
                  <a:lnTo>
                    <a:pt x="883791" y="1430742"/>
                  </a:lnTo>
                  <a:lnTo>
                    <a:pt x="883131" y="1430742"/>
                  </a:lnTo>
                  <a:lnTo>
                    <a:pt x="882470" y="1430742"/>
                  </a:lnTo>
                  <a:lnTo>
                    <a:pt x="881810" y="1430742"/>
                  </a:lnTo>
                  <a:lnTo>
                    <a:pt x="881149" y="1430742"/>
                  </a:lnTo>
                  <a:lnTo>
                    <a:pt x="880489" y="1430742"/>
                  </a:lnTo>
                  <a:lnTo>
                    <a:pt x="879828" y="1430742"/>
                  </a:lnTo>
                  <a:lnTo>
                    <a:pt x="879168" y="1430742"/>
                  </a:lnTo>
                  <a:lnTo>
                    <a:pt x="878507" y="1430742"/>
                  </a:lnTo>
                  <a:lnTo>
                    <a:pt x="877847" y="1430742"/>
                  </a:lnTo>
                  <a:lnTo>
                    <a:pt x="877186" y="1430742"/>
                  </a:lnTo>
                  <a:lnTo>
                    <a:pt x="876526" y="1430742"/>
                  </a:lnTo>
                  <a:lnTo>
                    <a:pt x="875865" y="1430742"/>
                  </a:lnTo>
                  <a:lnTo>
                    <a:pt x="875205" y="1430742"/>
                  </a:lnTo>
                  <a:lnTo>
                    <a:pt x="874544" y="1430742"/>
                  </a:lnTo>
                  <a:lnTo>
                    <a:pt x="873883" y="1430742"/>
                  </a:lnTo>
                  <a:lnTo>
                    <a:pt x="873223" y="1430742"/>
                  </a:lnTo>
                  <a:lnTo>
                    <a:pt x="872562" y="1430742"/>
                  </a:lnTo>
                  <a:lnTo>
                    <a:pt x="871902" y="1430742"/>
                  </a:lnTo>
                  <a:lnTo>
                    <a:pt x="871241" y="1430742"/>
                  </a:lnTo>
                  <a:lnTo>
                    <a:pt x="870581" y="1430742"/>
                  </a:lnTo>
                  <a:lnTo>
                    <a:pt x="869920" y="1430742"/>
                  </a:lnTo>
                  <a:lnTo>
                    <a:pt x="869260" y="1430742"/>
                  </a:lnTo>
                  <a:lnTo>
                    <a:pt x="868599" y="1430742"/>
                  </a:lnTo>
                  <a:lnTo>
                    <a:pt x="867939" y="1430742"/>
                  </a:lnTo>
                  <a:lnTo>
                    <a:pt x="867278" y="1430742"/>
                  </a:lnTo>
                  <a:lnTo>
                    <a:pt x="866618" y="1430742"/>
                  </a:lnTo>
                  <a:lnTo>
                    <a:pt x="865957" y="1430742"/>
                  </a:lnTo>
                  <a:lnTo>
                    <a:pt x="865297" y="1430742"/>
                  </a:lnTo>
                  <a:lnTo>
                    <a:pt x="864636" y="1430742"/>
                  </a:lnTo>
                  <a:lnTo>
                    <a:pt x="863975" y="1430742"/>
                  </a:lnTo>
                  <a:lnTo>
                    <a:pt x="863315" y="1430742"/>
                  </a:lnTo>
                  <a:lnTo>
                    <a:pt x="862654" y="1430742"/>
                  </a:lnTo>
                  <a:lnTo>
                    <a:pt x="861994" y="1430742"/>
                  </a:lnTo>
                  <a:lnTo>
                    <a:pt x="861333" y="1430742"/>
                  </a:lnTo>
                  <a:lnTo>
                    <a:pt x="860673" y="1430742"/>
                  </a:lnTo>
                  <a:lnTo>
                    <a:pt x="860012" y="1430742"/>
                  </a:lnTo>
                  <a:lnTo>
                    <a:pt x="859352" y="1430742"/>
                  </a:lnTo>
                  <a:lnTo>
                    <a:pt x="858691" y="1430742"/>
                  </a:lnTo>
                  <a:lnTo>
                    <a:pt x="858031" y="1430742"/>
                  </a:lnTo>
                  <a:lnTo>
                    <a:pt x="857370" y="1430742"/>
                  </a:lnTo>
                  <a:lnTo>
                    <a:pt x="856710" y="1430742"/>
                  </a:lnTo>
                  <a:lnTo>
                    <a:pt x="856049" y="1430742"/>
                  </a:lnTo>
                  <a:lnTo>
                    <a:pt x="855389" y="1430742"/>
                  </a:lnTo>
                  <a:lnTo>
                    <a:pt x="854728" y="1430742"/>
                  </a:lnTo>
                  <a:lnTo>
                    <a:pt x="854068" y="1430742"/>
                  </a:lnTo>
                  <a:lnTo>
                    <a:pt x="853407" y="1430742"/>
                  </a:lnTo>
                  <a:lnTo>
                    <a:pt x="852746" y="1430742"/>
                  </a:lnTo>
                  <a:lnTo>
                    <a:pt x="852086" y="1430742"/>
                  </a:lnTo>
                  <a:lnTo>
                    <a:pt x="851425" y="1430742"/>
                  </a:lnTo>
                  <a:lnTo>
                    <a:pt x="850765" y="1430742"/>
                  </a:lnTo>
                  <a:lnTo>
                    <a:pt x="850104" y="1430742"/>
                  </a:lnTo>
                  <a:lnTo>
                    <a:pt x="849444" y="1430742"/>
                  </a:lnTo>
                  <a:lnTo>
                    <a:pt x="848783" y="1430742"/>
                  </a:lnTo>
                  <a:lnTo>
                    <a:pt x="848123" y="1430742"/>
                  </a:lnTo>
                  <a:lnTo>
                    <a:pt x="847462" y="1430742"/>
                  </a:lnTo>
                  <a:lnTo>
                    <a:pt x="846802" y="1430742"/>
                  </a:lnTo>
                  <a:lnTo>
                    <a:pt x="846141" y="1430742"/>
                  </a:lnTo>
                  <a:lnTo>
                    <a:pt x="845481" y="1430742"/>
                  </a:lnTo>
                  <a:lnTo>
                    <a:pt x="844820" y="1430742"/>
                  </a:lnTo>
                  <a:lnTo>
                    <a:pt x="844160" y="1430742"/>
                  </a:lnTo>
                  <a:lnTo>
                    <a:pt x="843499" y="1430742"/>
                  </a:lnTo>
                  <a:lnTo>
                    <a:pt x="842838" y="1430742"/>
                  </a:lnTo>
                  <a:lnTo>
                    <a:pt x="842178" y="1430742"/>
                  </a:lnTo>
                  <a:lnTo>
                    <a:pt x="841517" y="1430742"/>
                  </a:lnTo>
                  <a:lnTo>
                    <a:pt x="840857" y="1430742"/>
                  </a:lnTo>
                  <a:lnTo>
                    <a:pt x="840196" y="1430742"/>
                  </a:lnTo>
                  <a:lnTo>
                    <a:pt x="839536" y="1430742"/>
                  </a:lnTo>
                  <a:lnTo>
                    <a:pt x="838875" y="1430742"/>
                  </a:lnTo>
                  <a:lnTo>
                    <a:pt x="838215" y="1430742"/>
                  </a:lnTo>
                  <a:lnTo>
                    <a:pt x="837554" y="1430742"/>
                  </a:lnTo>
                  <a:lnTo>
                    <a:pt x="836894" y="1430742"/>
                  </a:lnTo>
                  <a:lnTo>
                    <a:pt x="836233" y="1430742"/>
                  </a:lnTo>
                  <a:lnTo>
                    <a:pt x="835573" y="1430742"/>
                  </a:lnTo>
                  <a:lnTo>
                    <a:pt x="834912" y="1430742"/>
                  </a:lnTo>
                  <a:lnTo>
                    <a:pt x="834252" y="1430742"/>
                  </a:lnTo>
                  <a:lnTo>
                    <a:pt x="833591" y="1430742"/>
                  </a:lnTo>
                  <a:lnTo>
                    <a:pt x="832930" y="1430742"/>
                  </a:lnTo>
                  <a:lnTo>
                    <a:pt x="832270" y="1430742"/>
                  </a:lnTo>
                  <a:lnTo>
                    <a:pt x="831609" y="1430742"/>
                  </a:lnTo>
                  <a:lnTo>
                    <a:pt x="830949" y="1430742"/>
                  </a:lnTo>
                  <a:lnTo>
                    <a:pt x="830288" y="1430742"/>
                  </a:lnTo>
                  <a:lnTo>
                    <a:pt x="829628" y="1430742"/>
                  </a:lnTo>
                  <a:lnTo>
                    <a:pt x="828967" y="1430742"/>
                  </a:lnTo>
                  <a:lnTo>
                    <a:pt x="828307" y="1430742"/>
                  </a:lnTo>
                  <a:lnTo>
                    <a:pt x="827646" y="1430742"/>
                  </a:lnTo>
                  <a:lnTo>
                    <a:pt x="826986" y="1430742"/>
                  </a:lnTo>
                  <a:lnTo>
                    <a:pt x="826325" y="1430742"/>
                  </a:lnTo>
                  <a:lnTo>
                    <a:pt x="825665" y="1430742"/>
                  </a:lnTo>
                  <a:lnTo>
                    <a:pt x="825004" y="1430742"/>
                  </a:lnTo>
                  <a:lnTo>
                    <a:pt x="824344" y="1430742"/>
                  </a:lnTo>
                  <a:lnTo>
                    <a:pt x="823683" y="1430742"/>
                  </a:lnTo>
                  <a:lnTo>
                    <a:pt x="823023" y="1430742"/>
                  </a:lnTo>
                  <a:lnTo>
                    <a:pt x="822362" y="1430742"/>
                  </a:lnTo>
                  <a:lnTo>
                    <a:pt x="821701" y="1430742"/>
                  </a:lnTo>
                  <a:lnTo>
                    <a:pt x="821041" y="1430742"/>
                  </a:lnTo>
                  <a:lnTo>
                    <a:pt x="820380" y="1430742"/>
                  </a:lnTo>
                  <a:lnTo>
                    <a:pt x="819720" y="1430742"/>
                  </a:lnTo>
                  <a:lnTo>
                    <a:pt x="819059" y="1430742"/>
                  </a:lnTo>
                  <a:lnTo>
                    <a:pt x="818399" y="1430742"/>
                  </a:lnTo>
                  <a:lnTo>
                    <a:pt x="817738" y="1430742"/>
                  </a:lnTo>
                  <a:lnTo>
                    <a:pt x="817078" y="1430742"/>
                  </a:lnTo>
                  <a:lnTo>
                    <a:pt x="816417" y="1430742"/>
                  </a:lnTo>
                  <a:lnTo>
                    <a:pt x="815757" y="1430742"/>
                  </a:lnTo>
                  <a:lnTo>
                    <a:pt x="815096" y="1430742"/>
                  </a:lnTo>
                  <a:lnTo>
                    <a:pt x="814436" y="1430742"/>
                  </a:lnTo>
                  <a:lnTo>
                    <a:pt x="813775" y="1430742"/>
                  </a:lnTo>
                  <a:lnTo>
                    <a:pt x="813115" y="1430742"/>
                  </a:lnTo>
                  <a:lnTo>
                    <a:pt x="812454" y="1430742"/>
                  </a:lnTo>
                  <a:lnTo>
                    <a:pt x="811793" y="1430742"/>
                  </a:lnTo>
                  <a:lnTo>
                    <a:pt x="811133" y="1430742"/>
                  </a:lnTo>
                  <a:lnTo>
                    <a:pt x="810472" y="1430742"/>
                  </a:lnTo>
                  <a:lnTo>
                    <a:pt x="809812" y="1430742"/>
                  </a:lnTo>
                  <a:lnTo>
                    <a:pt x="809151" y="1430742"/>
                  </a:lnTo>
                  <a:lnTo>
                    <a:pt x="808491" y="1430742"/>
                  </a:lnTo>
                  <a:lnTo>
                    <a:pt x="807830" y="1430742"/>
                  </a:lnTo>
                  <a:lnTo>
                    <a:pt x="807170" y="1430742"/>
                  </a:lnTo>
                  <a:lnTo>
                    <a:pt x="806509" y="1430742"/>
                  </a:lnTo>
                  <a:lnTo>
                    <a:pt x="805849" y="1430742"/>
                  </a:lnTo>
                  <a:lnTo>
                    <a:pt x="805188" y="1430742"/>
                  </a:lnTo>
                  <a:lnTo>
                    <a:pt x="804528" y="1430742"/>
                  </a:lnTo>
                  <a:lnTo>
                    <a:pt x="803867" y="1430742"/>
                  </a:lnTo>
                  <a:lnTo>
                    <a:pt x="803207" y="1430742"/>
                  </a:lnTo>
                  <a:lnTo>
                    <a:pt x="802546" y="1430742"/>
                  </a:lnTo>
                  <a:lnTo>
                    <a:pt x="801885" y="1430742"/>
                  </a:lnTo>
                  <a:lnTo>
                    <a:pt x="801225" y="1430742"/>
                  </a:lnTo>
                  <a:lnTo>
                    <a:pt x="800564" y="1430742"/>
                  </a:lnTo>
                  <a:lnTo>
                    <a:pt x="799904" y="1430742"/>
                  </a:lnTo>
                  <a:lnTo>
                    <a:pt x="799243" y="1430742"/>
                  </a:lnTo>
                  <a:lnTo>
                    <a:pt x="798583" y="1430742"/>
                  </a:lnTo>
                  <a:lnTo>
                    <a:pt x="797922" y="1430742"/>
                  </a:lnTo>
                  <a:lnTo>
                    <a:pt x="797262" y="1430742"/>
                  </a:lnTo>
                  <a:lnTo>
                    <a:pt x="796601" y="1430742"/>
                  </a:lnTo>
                  <a:lnTo>
                    <a:pt x="795941" y="1430742"/>
                  </a:lnTo>
                  <a:lnTo>
                    <a:pt x="795280" y="1430742"/>
                  </a:lnTo>
                  <a:lnTo>
                    <a:pt x="794620" y="1430742"/>
                  </a:lnTo>
                  <a:lnTo>
                    <a:pt x="793959" y="1430742"/>
                  </a:lnTo>
                  <a:lnTo>
                    <a:pt x="793299" y="1430742"/>
                  </a:lnTo>
                  <a:lnTo>
                    <a:pt x="792638" y="1430742"/>
                  </a:lnTo>
                  <a:lnTo>
                    <a:pt x="791977" y="1430742"/>
                  </a:lnTo>
                  <a:lnTo>
                    <a:pt x="791317" y="1430742"/>
                  </a:lnTo>
                  <a:lnTo>
                    <a:pt x="790656" y="1430742"/>
                  </a:lnTo>
                  <a:lnTo>
                    <a:pt x="789996" y="1430742"/>
                  </a:lnTo>
                  <a:lnTo>
                    <a:pt x="789335" y="1430742"/>
                  </a:lnTo>
                  <a:lnTo>
                    <a:pt x="788675" y="1430742"/>
                  </a:lnTo>
                  <a:lnTo>
                    <a:pt x="788014" y="1430742"/>
                  </a:lnTo>
                  <a:lnTo>
                    <a:pt x="787354" y="1430742"/>
                  </a:lnTo>
                  <a:lnTo>
                    <a:pt x="786693" y="1430742"/>
                  </a:lnTo>
                  <a:lnTo>
                    <a:pt x="786033" y="1430742"/>
                  </a:lnTo>
                  <a:lnTo>
                    <a:pt x="785372" y="1430742"/>
                  </a:lnTo>
                  <a:lnTo>
                    <a:pt x="784712" y="1430742"/>
                  </a:lnTo>
                  <a:lnTo>
                    <a:pt x="784051" y="1430742"/>
                  </a:lnTo>
                  <a:lnTo>
                    <a:pt x="783391" y="1430742"/>
                  </a:lnTo>
                  <a:lnTo>
                    <a:pt x="782730" y="1430742"/>
                  </a:lnTo>
                  <a:lnTo>
                    <a:pt x="782070" y="1430742"/>
                  </a:lnTo>
                  <a:lnTo>
                    <a:pt x="781409" y="1430742"/>
                  </a:lnTo>
                  <a:lnTo>
                    <a:pt x="780748" y="1430742"/>
                  </a:lnTo>
                  <a:lnTo>
                    <a:pt x="780088" y="1430742"/>
                  </a:lnTo>
                  <a:lnTo>
                    <a:pt x="779427" y="1430742"/>
                  </a:lnTo>
                  <a:lnTo>
                    <a:pt x="778767" y="1430742"/>
                  </a:lnTo>
                  <a:lnTo>
                    <a:pt x="778106" y="1430742"/>
                  </a:lnTo>
                  <a:lnTo>
                    <a:pt x="777446" y="1430742"/>
                  </a:lnTo>
                  <a:lnTo>
                    <a:pt x="776785" y="1430742"/>
                  </a:lnTo>
                  <a:lnTo>
                    <a:pt x="776125" y="1430742"/>
                  </a:lnTo>
                  <a:lnTo>
                    <a:pt x="775464" y="1430742"/>
                  </a:lnTo>
                  <a:lnTo>
                    <a:pt x="774804" y="1430742"/>
                  </a:lnTo>
                  <a:lnTo>
                    <a:pt x="774143" y="1430742"/>
                  </a:lnTo>
                  <a:lnTo>
                    <a:pt x="773483" y="1430742"/>
                  </a:lnTo>
                  <a:lnTo>
                    <a:pt x="772822" y="1430742"/>
                  </a:lnTo>
                  <a:lnTo>
                    <a:pt x="772162" y="1430742"/>
                  </a:lnTo>
                  <a:lnTo>
                    <a:pt x="771501" y="1430742"/>
                  </a:lnTo>
                  <a:lnTo>
                    <a:pt x="770840" y="1430742"/>
                  </a:lnTo>
                  <a:lnTo>
                    <a:pt x="770180" y="1430742"/>
                  </a:lnTo>
                  <a:lnTo>
                    <a:pt x="769519" y="1430742"/>
                  </a:lnTo>
                  <a:lnTo>
                    <a:pt x="768859" y="1430742"/>
                  </a:lnTo>
                  <a:lnTo>
                    <a:pt x="768198" y="1430742"/>
                  </a:lnTo>
                  <a:lnTo>
                    <a:pt x="767538" y="1430742"/>
                  </a:lnTo>
                  <a:lnTo>
                    <a:pt x="766877" y="1430742"/>
                  </a:lnTo>
                  <a:lnTo>
                    <a:pt x="766217" y="1430742"/>
                  </a:lnTo>
                  <a:lnTo>
                    <a:pt x="765556" y="1430742"/>
                  </a:lnTo>
                  <a:lnTo>
                    <a:pt x="764896" y="1430742"/>
                  </a:lnTo>
                  <a:lnTo>
                    <a:pt x="764235" y="1430742"/>
                  </a:lnTo>
                  <a:lnTo>
                    <a:pt x="763575" y="1430742"/>
                  </a:lnTo>
                  <a:lnTo>
                    <a:pt x="762914" y="1430742"/>
                  </a:lnTo>
                  <a:lnTo>
                    <a:pt x="762254" y="1430742"/>
                  </a:lnTo>
                  <a:lnTo>
                    <a:pt x="761593" y="1430742"/>
                  </a:lnTo>
                  <a:lnTo>
                    <a:pt x="760932" y="1430742"/>
                  </a:lnTo>
                  <a:lnTo>
                    <a:pt x="760272" y="1430742"/>
                  </a:lnTo>
                  <a:lnTo>
                    <a:pt x="759611" y="1430742"/>
                  </a:lnTo>
                  <a:lnTo>
                    <a:pt x="758951" y="1430742"/>
                  </a:lnTo>
                  <a:lnTo>
                    <a:pt x="758290" y="1430742"/>
                  </a:lnTo>
                  <a:lnTo>
                    <a:pt x="757630" y="1430742"/>
                  </a:lnTo>
                  <a:lnTo>
                    <a:pt x="756969" y="1430742"/>
                  </a:lnTo>
                  <a:lnTo>
                    <a:pt x="756309" y="1430742"/>
                  </a:lnTo>
                  <a:lnTo>
                    <a:pt x="755648" y="1430742"/>
                  </a:lnTo>
                  <a:lnTo>
                    <a:pt x="754988" y="1430742"/>
                  </a:lnTo>
                  <a:lnTo>
                    <a:pt x="754327" y="1430742"/>
                  </a:lnTo>
                  <a:lnTo>
                    <a:pt x="753667" y="1430742"/>
                  </a:lnTo>
                  <a:lnTo>
                    <a:pt x="753006" y="1430742"/>
                  </a:lnTo>
                  <a:lnTo>
                    <a:pt x="752346" y="1430742"/>
                  </a:lnTo>
                  <a:lnTo>
                    <a:pt x="751685" y="1430742"/>
                  </a:lnTo>
                  <a:lnTo>
                    <a:pt x="751025" y="1430742"/>
                  </a:lnTo>
                  <a:lnTo>
                    <a:pt x="750364" y="1430742"/>
                  </a:lnTo>
                  <a:lnTo>
                    <a:pt x="749703" y="1430742"/>
                  </a:lnTo>
                  <a:lnTo>
                    <a:pt x="749043" y="1430742"/>
                  </a:lnTo>
                  <a:lnTo>
                    <a:pt x="748382" y="1430742"/>
                  </a:lnTo>
                  <a:lnTo>
                    <a:pt x="747722" y="1430742"/>
                  </a:lnTo>
                  <a:lnTo>
                    <a:pt x="747061" y="1430742"/>
                  </a:lnTo>
                  <a:lnTo>
                    <a:pt x="746401" y="1430742"/>
                  </a:lnTo>
                  <a:lnTo>
                    <a:pt x="745740" y="1430742"/>
                  </a:lnTo>
                  <a:lnTo>
                    <a:pt x="745080" y="1430742"/>
                  </a:lnTo>
                  <a:lnTo>
                    <a:pt x="744419" y="1430742"/>
                  </a:lnTo>
                  <a:lnTo>
                    <a:pt x="743759" y="1430742"/>
                  </a:lnTo>
                  <a:lnTo>
                    <a:pt x="743098" y="1430742"/>
                  </a:lnTo>
                  <a:lnTo>
                    <a:pt x="742438" y="1430742"/>
                  </a:lnTo>
                  <a:lnTo>
                    <a:pt x="741777" y="1430742"/>
                  </a:lnTo>
                  <a:lnTo>
                    <a:pt x="741117" y="1430742"/>
                  </a:lnTo>
                  <a:lnTo>
                    <a:pt x="740456" y="1430742"/>
                  </a:lnTo>
                  <a:lnTo>
                    <a:pt x="739795" y="1430742"/>
                  </a:lnTo>
                  <a:lnTo>
                    <a:pt x="739135" y="1430742"/>
                  </a:lnTo>
                  <a:lnTo>
                    <a:pt x="738474" y="1430742"/>
                  </a:lnTo>
                  <a:lnTo>
                    <a:pt x="737814" y="1430742"/>
                  </a:lnTo>
                  <a:lnTo>
                    <a:pt x="737153" y="1430742"/>
                  </a:lnTo>
                  <a:lnTo>
                    <a:pt x="736493" y="1430742"/>
                  </a:lnTo>
                  <a:lnTo>
                    <a:pt x="735832" y="1430742"/>
                  </a:lnTo>
                  <a:lnTo>
                    <a:pt x="735172" y="1430742"/>
                  </a:lnTo>
                  <a:lnTo>
                    <a:pt x="734511" y="1430742"/>
                  </a:lnTo>
                  <a:lnTo>
                    <a:pt x="733851" y="1430742"/>
                  </a:lnTo>
                  <a:lnTo>
                    <a:pt x="733190" y="1430742"/>
                  </a:lnTo>
                  <a:lnTo>
                    <a:pt x="732530" y="1430742"/>
                  </a:lnTo>
                  <a:lnTo>
                    <a:pt x="731869" y="1430742"/>
                  </a:lnTo>
                  <a:lnTo>
                    <a:pt x="731209" y="1430742"/>
                  </a:lnTo>
                  <a:lnTo>
                    <a:pt x="730548" y="1430742"/>
                  </a:lnTo>
                  <a:lnTo>
                    <a:pt x="729887" y="1430742"/>
                  </a:lnTo>
                  <a:lnTo>
                    <a:pt x="729227" y="1430742"/>
                  </a:lnTo>
                  <a:lnTo>
                    <a:pt x="728566" y="1430742"/>
                  </a:lnTo>
                  <a:lnTo>
                    <a:pt x="727906" y="1430742"/>
                  </a:lnTo>
                  <a:lnTo>
                    <a:pt x="727245" y="1430742"/>
                  </a:lnTo>
                  <a:lnTo>
                    <a:pt x="726585" y="1430742"/>
                  </a:lnTo>
                  <a:lnTo>
                    <a:pt x="725924" y="1430742"/>
                  </a:lnTo>
                  <a:lnTo>
                    <a:pt x="725264" y="1430742"/>
                  </a:lnTo>
                  <a:lnTo>
                    <a:pt x="724603" y="1430742"/>
                  </a:lnTo>
                  <a:lnTo>
                    <a:pt x="723943" y="1430742"/>
                  </a:lnTo>
                  <a:lnTo>
                    <a:pt x="723282" y="1430742"/>
                  </a:lnTo>
                  <a:lnTo>
                    <a:pt x="722622" y="1430742"/>
                  </a:lnTo>
                  <a:lnTo>
                    <a:pt x="721961" y="1430742"/>
                  </a:lnTo>
                  <a:lnTo>
                    <a:pt x="721301" y="1430742"/>
                  </a:lnTo>
                  <a:lnTo>
                    <a:pt x="720640" y="1430742"/>
                  </a:lnTo>
                  <a:lnTo>
                    <a:pt x="719979" y="1430742"/>
                  </a:lnTo>
                  <a:lnTo>
                    <a:pt x="719319" y="1430742"/>
                  </a:lnTo>
                  <a:lnTo>
                    <a:pt x="718658" y="1430742"/>
                  </a:lnTo>
                  <a:lnTo>
                    <a:pt x="717998" y="1430742"/>
                  </a:lnTo>
                  <a:lnTo>
                    <a:pt x="717337" y="1430742"/>
                  </a:lnTo>
                  <a:lnTo>
                    <a:pt x="716677" y="1430742"/>
                  </a:lnTo>
                  <a:lnTo>
                    <a:pt x="716016" y="1430742"/>
                  </a:lnTo>
                  <a:lnTo>
                    <a:pt x="715356" y="1430742"/>
                  </a:lnTo>
                  <a:lnTo>
                    <a:pt x="714695" y="1430742"/>
                  </a:lnTo>
                  <a:lnTo>
                    <a:pt x="714035" y="1430742"/>
                  </a:lnTo>
                  <a:lnTo>
                    <a:pt x="713374" y="1430742"/>
                  </a:lnTo>
                  <a:lnTo>
                    <a:pt x="712714" y="1430742"/>
                  </a:lnTo>
                  <a:lnTo>
                    <a:pt x="712053" y="1430742"/>
                  </a:lnTo>
                  <a:lnTo>
                    <a:pt x="711393" y="1430742"/>
                  </a:lnTo>
                  <a:lnTo>
                    <a:pt x="710732" y="1430742"/>
                  </a:lnTo>
                  <a:lnTo>
                    <a:pt x="710072" y="1430742"/>
                  </a:lnTo>
                  <a:lnTo>
                    <a:pt x="709411" y="1430742"/>
                  </a:lnTo>
                  <a:lnTo>
                    <a:pt x="708750" y="1430742"/>
                  </a:lnTo>
                  <a:lnTo>
                    <a:pt x="708090" y="1430742"/>
                  </a:lnTo>
                  <a:lnTo>
                    <a:pt x="707429" y="1430742"/>
                  </a:lnTo>
                  <a:lnTo>
                    <a:pt x="706769" y="1430742"/>
                  </a:lnTo>
                  <a:lnTo>
                    <a:pt x="706108" y="1430742"/>
                  </a:lnTo>
                  <a:lnTo>
                    <a:pt x="705448" y="1430742"/>
                  </a:lnTo>
                  <a:lnTo>
                    <a:pt x="704787" y="1430742"/>
                  </a:lnTo>
                  <a:lnTo>
                    <a:pt x="704127" y="1430742"/>
                  </a:lnTo>
                  <a:lnTo>
                    <a:pt x="703466" y="1430742"/>
                  </a:lnTo>
                  <a:lnTo>
                    <a:pt x="702806" y="1430742"/>
                  </a:lnTo>
                  <a:lnTo>
                    <a:pt x="702145" y="1430742"/>
                  </a:lnTo>
                  <a:lnTo>
                    <a:pt x="701485" y="1430742"/>
                  </a:lnTo>
                  <a:lnTo>
                    <a:pt x="700824" y="1430742"/>
                  </a:lnTo>
                  <a:lnTo>
                    <a:pt x="700164" y="1430742"/>
                  </a:lnTo>
                  <a:lnTo>
                    <a:pt x="699503" y="1430742"/>
                  </a:lnTo>
                  <a:lnTo>
                    <a:pt x="698842" y="1430742"/>
                  </a:lnTo>
                  <a:lnTo>
                    <a:pt x="698182" y="1430742"/>
                  </a:lnTo>
                  <a:lnTo>
                    <a:pt x="697521" y="1430742"/>
                  </a:lnTo>
                  <a:lnTo>
                    <a:pt x="696861" y="1430742"/>
                  </a:lnTo>
                  <a:lnTo>
                    <a:pt x="696200" y="1430742"/>
                  </a:lnTo>
                  <a:lnTo>
                    <a:pt x="695540" y="1430742"/>
                  </a:lnTo>
                  <a:lnTo>
                    <a:pt x="694879" y="1430742"/>
                  </a:lnTo>
                  <a:lnTo>
                    <a:pt x="694219" y="1430742"/>
                  </a:lnTo>
                  <a:lnTo>
                    <a:pt x="693558" y="1430742"/>
                  </a:lnTo>
                  <a:lnTo>
                    <a:pt x="692898" y="1430742"/>
                  </a:lnTo>
                  <a:lnTo>
                    <a:pt x="692237" y="1430742"/>
                  </a:lnTo>
                  <a:lnTo>
                    <a:pt x="691577" y="1430742"/>
                  </a:lnTo>
                  <a:lnTo>
                    <a:pt x="690916" y="1430742"/>
                  </a:lnTo>
                  <a:lnTo>
                    <a:pt x="690256" y="1430742"/>
                  </a:lnTo>
                  <a:lnTo>
                    <a:pt x="689595" y="1430742"/>
                  </a:lnTo>
                  <a:lnTo>
                    <a:pt x="688934" y="1430742"/>
                  </a:lnTo>
                  <a:lnTo>
                    <a:pt x="688274" y="1430742"/>
                  </a:lnTo>
                  <a:lnTo>
                    <a:pt x="687613" y="1430742"/>
                  </a:lnTo>
                  <a:lnTo>
                    <a:pt x="686953" y="1430742"/>
                  </a:lnTo>
                  <a:lnTo>
                    <a:pt x="686292" y="1430742"/>
                  </a:lnTo>
                  <a:lnTo>
                    <a:pt x="685632" y="1430742"/>
                  </a:lnTo>
                  <a:lnTo>
                    <a:pt x="684971" y="1430742"/>
                  </a:lnTo>
                  <a:lnTo>
                    <a:pt x="684311" y="1430742"/>
                  </a:lnTo>
                  <a:lnTo>
                    <a:pt x="683650" y="1430742"/>
                  </a:lnTo>
                  <a:lnTo>
                    <a:pt x="682990" y="1430742"/>
                  </a:lnTo>
                  <a:lnTo>
                    <a:pt x="682329" y="1430742"/>
                  </a:lnTo>
                  <a:lnTo>
                    <a:pt x="681669" y="1430742"/>
                  </a:lnTo>
                  <a:lnTo>
                    <a:pt x="681008" y="1430742"/>
                  </a:lnTo>
                  <a:lnTo>
                    <a:pt x="680348" y="1430742"/>
                  </a:lnTo>
                  <a:lnTo>
                    <a:pt x="679687" y="1430742"/>
                  </a:lnTo>
                  <a:lnTo>
                    <a:pt x="679027" y="1430742"/>
                  </a:lnTo>
                  <a:lnTo>
                    <a:pt x="678366" y="1430742"/>
                  </a:lnTo>
                  <a:lnTo>
                    <a:pt x="677705" y="1430742"/>
                  </a:lnTo>
                  <a:lnTo>
                    <a:pt x="677045" y="1430742"/>
                  </a:lnTo>
                  <a:lnTo>
                    <a:pt x="676384" y="1430742"/>
                  </a:lnTo>
                  <a:lnTo>
                    <a:pt x="675724" y="1430742"/>
                  </a:lnTo>
                  <a:lnTo>
                    <a:pt x="675063" y="1430742"/>
                  </a:lnTo>
                  <a:lnTo>
                    <a:pt x="674403" y="1430742"/>
                  </a:lnTo>
                  <a:lnTo>
                    <a:pt x="673742" y="1430742"/>
                  </a:lnTo>
                  <a:lnTo>
                    <a:pt x="673082" y="1430742"/>
                  </a:lnTo>
                  <a:lnTo>
                    <a:pt x="672421" y="1430742"/>
                  </a:lnTo>
                  <a:lnTo>
                    <a:pt x="671761" y="1430742"/>
                  </a:lnTo>
                  <a:lnTo>
                    <a:pt x="671100" y="1430742"/>
                  </a:lnTo>
                  <a:lnTo>
                    <a:pt x="670440" y="1430742"/>
                  </a:lnTo>
                  <a:lnTo>
                    <a:pt x="669779" y="1430742"/>
                  </a:lnTo>
                  <a:lnTo>
                    <a:pt x="669119" y="1430742"/>
                  </a:lnTo>
                  <a:lnTo>
                    <a:pt x="668458" y="1430742"/>
                  </a:lnTo>
                  <a:lnTo>
                    <a:pt x="667797" y="1430742"/>
                  </a:lnTo>
                  <a:lnTo>
                    <a:pt x="667137" y="1430742"/>
                  </a:lnTo>
                  <a:lnTo>
                    <a:pt x="666476" y="1430742"/>
                  </a:lnTo>
                  <a:lnTo>
                    <a:pt x="665816" y="1430742"/>
                  </a:lnTo>
                  <a:lnTo>
                    <a:pt x="665155" y="1430742"/>
                  </a:lnTo>
                  <a:lnTo>
                    <a:pt x="664495" y="1430742"/>
                  </a:lnTo>
                  <a:lnTo>
                    <a:pt x="663834" y="1430742"/>
                  </a:lnTo>
                  <a:lnTo>
                    <a:pt x="663174" y="1430742"/>
                  </a:lnTo>
                  <a:lnTo>
                    <a:pt x="662513" y="1430742"/>
                  </a:lnTo>
                  <a:lnTo>
                    <a:pt x="661853" y="1430742"/>
                  </a:lnTo>
                  <a:lnTo>
                    <a:pt x="661192" y="1430742"/>
                  </a:lnTo>
                  <a:lnTo>
                    <a:pt x="660532" y="1430742"/>
                  </a:lnTo>
                  <a:lnTo>
                    <a:pt x="659871" y="1430742"/>
                  </a:lnTo>
                  <a:lnTo>
                    <a:pt x="659211" y="1430742"/>
                  </a:lnTo>
                  <a:lnTo>
                    <a:pt x="658550" y="1430742"/>
                  </a:lnTo>
                  <a:lnTo>
                    <a:pt x="657889" y="1430742"/>
                  </a:lnTo>
                  <a:lnTo>
                    <a:pt x="657229" y="1430742"/>
                  </a:lnTo>
                  <a:lnTo>
                    <a:pt x="656568" y="1430742"/>
                  </a:lnTo>
                  <a:lnTo>
                    <a:pt x="655908" y="1430742"/>
                  </a:lnTo>
                  <a:lnTo>
                    <a:pt x="655247" y="1430742"/>
                  </a:lnTo>
                  <a:lnTo>
                    <a:pt x="654587" y="1430742"/>
                  </a:lnTo>
                  <a:lnTo>
                    <a:pt x="653926" y="1430742"/>
                  </a:lnTo>
                  <a:lnTo>
                    <a:pt x="653266" y="1430742"/>
                  </a:lnTo>
                  <a:lnTo>
                    <a:pt x="652605" y="1430742"/>
                  </a:lnTo>
                  <a:lnTo>
                    <a:pt x="651945" y="1430742"/>
                  </a:lnTo>
                  <a:lnTo>
                    <a:pt x="651284" y="1430742"/>
                  </a:lnTo>
                  <a:lnTo>
                    <a:pt x="650624" y="1430742"/>
                  </a:lnTo>
                  <a:lnTo>
                    <a:pt x="649963" y="1430742"/>
                  </a:lnTo>
                  <a:lnTo>
                    <a:pt x="649303" y="1430742"/>
                  </a:lnTo>
                  <a:lnTo>
                    <a:pt x="648642" y="1430742"/>
                  </a:lnTo>
                  <a:lnTo>
                    <a:pt x="647981" y="1430742"/>
                  </a:lnTo>
                  <a:lnTo>
                    <a:pt x="647321" y="1430742"/>
                  </a:lnTo>
                  <a:lnTo>
                    <a:pt x="646660" y="1430742"/>
                  </a:lnTo>
                  <a:lnTo>
                    <a:pt x="646000" y="1430742"/>
                  </a:lnTo>
                  <a:lnTo>
                    <a:pt x="645339" y="1430742"/>
                  </a:lnTo>
                  <a:lnTo>
                    <a:pt x="644679" y="1430742"/>
                  </a:lnTo>
                  <a:lnTo>
                    <a:pt x="644018" y="1430742"/>
                  </a:lnTo>
                  <a:lnTo>
                    <a:pt x="643358" y="1430742"/>
                  </a:lnTo>
                  <a:lnTo>
                    <a:pt x="642697" y="1430742"/>
                  </a:lnTo>
                  <a:lnTo>
                    <a:pt x="642037" y="1430742"/>
                  </a:lnTo>
                  <a:lnTo>
                    <a:pt x="641376" y="1430742"/>
                  </a:lnTo>
                  <a:lnTo>
                    <a:pt x="640716" y="1430742"/>
                  </a:lnTo>
                  <a:lnTo>
                    <a:pt x="640055" y="1430742"/>
                  </a:lnTo>
                  <a:lnTo>
                    <a:pt x="639395" y="1430742"/>
                  </a:lnTo>
                  <a:lnTo>
                    <a:pt x="638734" y="1430742"/>
                  </a:lnTo>
                  <a:lnTo>
                    <a:pt x="638074" y="1430742"/>
                  </a:lnTo>
                  <a:lnTo>
                    <a:pt x="637413" y="1430742"/>
                  </a:lnTo>
                  <a:lnTo>
                    <a:pt x="636752" y="1430742"/>
                  </a:lnTo>
                  <a:lnTo>
                    <a:pt x="636092" y="1430742"/>
                  </a:lnTo>
                  <a:lnTo>
                    <a:pt x="635431" y="1430742"/>
                  </a:lnTo>
                  <a:lnTo>
                    <a:pt x="634771" y="1430742"/>
                  </a:lnTo>
                  <a:lnTo>
                    <a:pt x="634110" y="1430742"/>
                  </a:lnTo>
                  <a:lnTo>
                    <a:pt x="633450" y="1430742"/>
                  </a:lnTo>
                  <a:lnTo>
                    <a:pt x="632789" y="1430742"/>
                  </a:lnTo>
                  <a:lnTo>
                    <a:pt x="632129" y="1430742"/>
                  </a:lnTo>
                  <a:lnTo>
                    <a:pt x="631468" y="1430742"/>
                  </a:lnTo>
                  <a:lnTo>
                    <a:pt x="630808" y="1430742"/>
                  </a:lnTo>
                  <a:lnTo>
                    <a:pt x="630147" y="1430742"/>
                  </a:lnTo>
                  <a:lnTo>
                    <a:pt x="629487" y="1430742"/>
                  </a:lnTo>
                  <a:lnTo>
                    <a:pt x="628826" y="1430742"/>
                  </a:lnTo>
                  <a:lnTo>
                    <a:pt x="628166" y="1430742"/>
                  </a:lnTo>
                  <a:lnTo>
                    <a:pt x="627505" y="1430742"/>
                  </a:lnTo>
                  <a:lnTo>
                    <a:pt x="626844" y="1430742"/>
                  </a:lnTo>
                  <a:lnTo>
                    <a:pt x="626184" y="1430742"/>
                  </a:lnTo>
                  <a:lnTo>
                    <a:pt x="625523" y="1430742"/>
                  </a:lnTo>
                  <a:lnTo>
                    <a:pt x="624863" y="1430742"/>
                  </a:lnTo>
                  <a:lnTo>
                    <a:pt x="624202" y="1430742"/>
                  </a:lnTo>
                  <a:lnTo>
                    <a:pt x="623542" y="1430742"/>
                  </a:lnTo>
                  <a:lnTo>
                    <a:pt x="622881" y="1430742"/>
                  </a:lnTo>
                  <a:lnTo>
                    <a:pt x="622221" y="1430742"/>
                  </a:lnTo>
                  <a:lnTo>
                    <a:pt x="621560" y="1430742"/>
                  </a:lnTo>
                  <a:lnTo>
                    <a:pt x="620900" y="1430742"/>
                  </a:lnTo>
                  <a:lnTo>
                    <a:pt x="620239" y="1430742"/>
                  </a:lnTo>
                  <a:lnTo>
                    <a:pt x="619579" y="1430742"/>
                  </a:lnTo>
                  <a:lnTo>
                    <a:pt x="618918" y="1430742"/>
                  </a:lnTo>
                  <a:lnTo>
                    <a:pt x="618258" y="1430742"/>
                  </a:lnTo>
                  <a:lnTo>
                    <a:pt x="617597" y="1430742"/>
                  </a:lnTo>
                  <a:lnTo>
                    <a:pt x="616936" y="1430742"/>
                  </a:lnTo>
                  <a:lnTo>
                    <a:pt x="616276" y="1430742"/>
                  </a:lnTo>
                  <a:lnTo>
                    <a:pt x="615615" y="1430742"/>
                  </a:lnTo>
                  <a:lnTo>
                    <a:pt x="614955" y="1430742"/>
                  </a:lnTo>
                  <a:lnTo>
                    <a:pt x="614294" y="1430742"/>
                  </a:lnTo>
                  <a:lnTo>
                    <a:pt x="613634" y="1430742"/>
                  </a:lnTo>
                  <a:lnTo>
                    <a:pt x="612973" y="1430742"/>
                  </a:lnTo>
                  <a:lnTo>
                    <a:pt x="612313" y="1430742"/>
                  </a:lnTo>
                  <a:lnTo>
                    <a:pt x="611652" y="1430742"/>
                  </a:lnTo>
                  <a:lnTo>
                    <a:pt x="610992" y="1430742"/>
                  </a:lnTo>
                  <a:lnTo>
                    <a:pt x="610331" y="1430742"/>
                  </a:lnTo>
                  <a:lnTo>
                    <a:pt x="609671" y="1430742"/>
                  </a:lnTo>
                  <a:lnTo>
                    <a:pt x="609010" y="1430742"/>
                  </a:lnTo>
                  <a:lnTo>
                    <a:pt x="608350" y="1430742"/>
                  </a:lnTo>
                  <a:lnTo>
                    <a:pt x="607689" y="1430742"/>
                  </a:lnTo>
                  <a:lnTo>
                    <a:pt x="607029" y="1430742"/>
                  </a:lnTo>
                  <a:lnTo>
                    <a:pt x="606368" y="1430742"/>
                  </a:lnTo>
                  <a:lnTo>
                    <a:pt x="605707" y="1430742"/>
                  </a:lnTo>
                  <a:lnTo>
                    <a:pt x="605047" y="1430742"/>
                  </a:lnTo>
                  <a:lnTo>
                    <a:pt x="604386" y="1430742"/>
                  </a:lnTo>
                  <a:lnTo>
                    <a:pt x="603726" y="1430742"/>
                  </a:lnTo>
                  <a:lnTo>
                    <a:pt x="603065" y="1430742"/>
                  </a:lnTo>
                  <a:lnTo>
                    <a:pt x="602405" y="1430742"/>
                  </a:lnTo>
                  <a:lnTo>
                    <a:pt x="601744" y="1430742"/>
                  </a:lnTo>
                  <a:lnTo>
                    <a:pt x="601084" y="1430742"/>
                  </a:lnTo>
                  <a:lnTo>
                    <a:pt x="600423" y="1430742"/>
                  </a:lnTo>
                  <a:lnTo>
                    <a:pt x="599763" y="1430742"/>
                  </a:lnTo>
                  <a:lnTo>
                    <a:pt x="599102" y="1430742"/>
                  </a:lnTo>
                  <a:lnTo>
                    <a:pt x="598442" y="1430742"/>
                  </a:lnTo>
                  <a:lnTo>
                    <a:pt x="597781" y="1430742"/>
                  </a:lnTo>
                  <a:lnTo>
                    <a:pt x="597121" y="1430742"/>
                  </a:lnTo>
                  <a:lnTo>
                    <a:pt x="596460" y="1430742"/>
                  </a:lnTo>
                  <a:lnTo>
                    <a:pt x="595799" y="1430742"/>
                  </a:lnTo>
                  <a:lnTo>
                    <a:pt x="595139" y="1430742"/>
                  </a:lnTo>
                  <a:lnTo>
                    <a:pt x="594478" y="1430742"/>
                  </a:lnTo>
                  <a:lnTo>
                    <a:pt x="593818" y="1430742"/>
                  </a:lnTo>
                  <a:lnTo>
                    <a:pt x="593157" y="1430742"/>
                  </a:lnTo>
                  <a:lnTo>
                    <a:pt x="592497" y="1430742"/>
                  </a:lnTo>
                  <a:lnTo>
                    <a:pt x="591836" y="1430742"/>
                  </a:lnTo>
                  <a:lnTo>
                    <a:pt x="591176" y="1430742"/>
                  </a:lnTo>
                  <a:lnTo>
                    <a:pt x="590515" y="1430742"/>
                  </a:lnTo>
                  <a:lnTo>
                    <a:pt x="589855" y="1430742"/>
                  </a:lnTo>
                  <a:lnTo>
                    <a:pt x="589194" y="1430742"/>
                  </a:lnTo>
                  <a:lnTo>
                    <a:pt x="588534" y="1430742"/>
                  </a:lnTo>
                  <a:lnTo>
                    <a:pt x="587873" y="1430742"/>
                  </a:lnTo>
                  <a:lnTo>
                    <a:pt x="587213" y="1430742"/>
                  </a:lnTo>
                  <a:lnTo>
                    <a:pt x="586552" y="1430742"/>
                  </a:lnTo>
                  <a:lnTo>
                    <a:pt x="585891" y="1430742"/>
                  </a:lnTo>
                  <a:lnTo>
                    <a:pt x="585231" y="1430742"/>
                  </a:lnTo>
                  <a:lnTo>
                    <a:pt x="584570" y="1430742"/>
                  </a:lnTo>
                  <a:lnTo>
                    <a:pt x="583910" y="1430742"/>
                  </a:lnTo>
                  <a:lnTo>
                    <a:pt x="583249" y="1430742"/>
                  </a:lnTo>
                  <a:lnTo>
                    <a:pt x="582589" y="1430742"/>
                  </a:lnTo>
                  <a:lnTo>
                    <a:pt x="581928" y="1430742"/>
                  </a:lnTo>
                  <a:lnTo>
                    <a:pt x="581268" y="1430742"/>
                  </a:lnTo>
                  <a:lnTo>
                    <a:pt x="580607" y="1430742"/>
                  </a:lnTo>
                  <a:lnTo>
                    <a:pt x="579947" y="1430742"/>
                  </a:lnTo>
                  <a:lnTo>
                    <a:pt x="579286" y="1430742"/>
                  </a:lnTo>
                  <a:lnTo>
                    <a:pt x="578626" y="1430742"/>
                  </a:lnTo>
                  <a:lnTo>
                    <a:pt x="577965" y="1430742"/>
                  </a:lnTo>
                  <a:lnTo>
                    <a:pt x="577305" y="1430742"/>
                  </a:lnTo>
                  <a:lnTo>
                    <a:pt x="576644" y="1430742"/>
                  </a:lnTo>
                  <a:lnTo>
                    <a:pt x="575983" y="1430742"/>
                  </a:lnTo>
                  <a:lnTo>
                    <a:pt x="575323" y="1430742"/>
                  </a:lnTo>
                  <a:lnTo>
                    <a:pt x="574662" y="1430742"/>
                  </a:lnTo>
                  <a:lnTo>
                    <a:pt x="574002" y="1430742"/>
                  </a:lnTo>
                  <a:lnTo>
                    <a:pt x="573341" y="1430742"/>
                  </a:lnTo>
                  <a:lnTo>
                    <a:pt x="572681" y="1430742"/>
                  </a:lnTo>
                  <a:lnTo>
                    <a:pt x="572020" y="1430742"/>
                  </a:lnTo>
                  <a:lnTo>
                    <a:pt x="571360" y="1430742"/>
                  </a:lnTo>
                  <a:lnTo>
                    <a:pt x="570699" y="1430742"/>
                  </a:lnTo>
                  <a:lnTo>
                    <a:pt x="570039" y="1430742"/>
                  </a:lnTo>
                  <a:lnTo>
                    <a:pt x="569378" y="1430742"/>
                  </a:lnTo>
                  <a:lnTo>
                    <a:pt x="568718" y="1430742"/>
                  </a:lnTo>
                  <a:lnTo>
                    <a:pt x="568057" y="1430742"/>
                  </a:lnTo>
                  <a:lnTo>
                    <a:pt x="567397" y="1430742"/>
                  </a:lnTo>
                  <a:lnTo>
                    <a:pt x="566736" y="1430742"/>
                  </a:lnTo>
                  <a:lnTo>
                    <a:pt x="566076" y="1430742"/>
                  </a:lnTo>
                  <a:lnTo>
                    <a:pt x="565415" y="1430742"/>
                  </a:lnTo>
                  <a:lnTo>
                    <a:pt x="564754" y="1430742"/>
                  </a:lnTo>
                  <a:lnTo>
                    <a:pt x="564094" y="1430742"/>
                  </a:lnTo>
                  <a:lnTo>
                    <a:pt x="563433" y="1430742"/>
                  </a:lnTo>
                  <a:lnTo>
                    <a:pt x="562773" y="1430742"/>
                  </a:lnTo>
                  <a:lnTo>
                    <a:pt x="562112" y="1430742"/>
                  </a:lnTo>
                  <a:lnTo>
                    <a:pt x="561452" y="1430742"/>
                  </a:lnTo>
                  <a:lnTo>
                    <a:pt x="560791" y="1430742"/>
                  </a:lnTo>
                  <a:lnTo>
                    <a:pt x="560131" y="1430742"/>
                  </a:lnTo>
                  <a:lnTo>
                    <a:pt x="559470" y="1430742"/>
                  </a:lnTo>
                  <a:lnTo>
                    <a:pt x="558810" y="1430742"/>
                  </a:lnTo>
                  <a:lnTo>
                    <a:pt x="558149" y="1430742"/>
                  </a:lnTo>
                  <a:lnTo>
                    <a:pt x="557489" y="1430742"/>
                  </a:lnTo>
                  <a:lnTo>
                    <a:pt x="556828" y="1430742"/>
                  </a:lnTo>
                  <a:lnTo>
                    <a:pt x="556168" y="1430742"/>
                  </a:lnTo>
                  <a:lnTo>
                    <a:pt x="555507" y="1430742"/>
                  </a:lnTo>
                  <a:lnTo>
                    <a:pt x="554846" y="1430742"/>
                  </a:lnTo>
                  <a:lnTo>
                    <a:pt x="554186" y="1430742"/>
                  </a:lnTo>
                  <a:lnTo>
                    <a:pt x="553525" y="1430742"/>
                  </a:lnTo>
                  <a:lnTo>
                    <a:pt x="552865" y="1430742"/>
                  </a:lnTo>
                  <a:lnTo>
                    <a:pt x="552204" y="1430742"/>
                  </a:lnTo>
                  <a:lnTo>
                    <a:pt x="551544" y="1430742"/>
                  </a:lnTo>
                  <a:lnTo>
                    <a:pt x="550883" y="1430742"/>
                  </a:lnTo>
                  <a:lnTo>
                    <a:pt x="550223" y="1430742"/>
                  </a:lnTo>
                  <a:lnTo>
                    <a:pt x="549562" y="1430742"/>
                  </a:lnTo>
                  <a:lnTo>
                    <a:pt x="548902" y="1430742"/>
                  </a:lnTo>
                  <a:lnTo>
                    <a:pt x="548241" y="1430742"/>
                  </a:lnTo>
                  <a:lnTo>
                    <a:pt x="547581" y="1430742"/>
                  </a:lnTo>
                  <a:lnTo>
                    <a:pt x="546920" y="1430742"/>
                  </a:lnTo>
                  <a:lnTo>
                    <a:pt x="546260" y="1430742"/>
                  </a:lnTo>
                  <a:lnTo>
                    <a:pt x="545599" y="1430742"/>
                  </a:lnTo>
                  <a:lnTo>
                    <a:pt x="544938" y="1430742"/>
                  </a:lnTo>
                  <a:lnTo>
                    <a:pt x="544278" y="1430742"/>
                  </a:lnTo>
                  <a:lnTo>
                    <a:pt x="543617" y="1430742"/>
                  </a:lnTo>
                  <a:lnTo>
                    <a:pt x="542957" y="1430742"/>
                  </a:lnTo>
                  <a:lnTo>
                    <a:pt x="542296" y="1430742"/>
                  </a:lnTo>
                  <a:lnTo>
                    <a:pt x="541636" y="1430742"/>
                  </a:lnTo>
                  <a:lnTo>
                    <a:pt x="540975" y="1430742"/>
                  </a:lnTo>
                  <a:lnTo>
                    <a:pt x="540315" y="1430742"/>
                  </a:lnTo>
                  <a:lnTo>
                    <a:pt x="539654" y="1430742"/>
                  </a:lnTo>
                  <a:lnTo>
                    <a:pt x="538994" y="1430742"/>
                  </a:lnTo>
                  <a:lnTo>
                    <a:pt x="538333" y="1430742"/>
                  </a:lnTo>
                  <a:lnTo>
                    <a:pt x="537673" y="1430742"/>
                  </a:lnTo>
                  <a:lnTo>
                    <a:pt x="537012" y="1430742"/>
                  </a:lnTo>
                  <a:lnTo>
                    <a:pt x="536352" y="1430742"/>
                  </a:lnTo>
                  <a:lnTo>
                    <a:pt x="535691" y="1430742"/>
                  </a:lnTo>
                  <a:lnTo>
                    <a:pt x="535031" y="1430742"/>
                  </a:lnTo>
                  <a:lnTo>
                    <a:pt x="534370" y="1430742"/>
                  </a:lnTo>
                  <a:lnTo>
                    <a:pt x="533709" y="1430742"/>
                  </a:lnTo>
                  <a:lnTo>
                    <a:pt x="533049" y="1430742"/>
                  </a:lnTo>
                  <a:lnTo>
                    <a:pt x="532388" y="1430742"/>
                  </a:lnTo>
                  <a:lnTo>
                    <a:pt x="531728" y="1430742"/>
                  </a:lnTo>
                  <a:lnTo>
                    <a:pt x="531067" y="1430742"/>
                  </a:lnTo>
                  <a:lnTo>
                    <a:pt x="530407" y="1430742"/>
                  </a:lnTo>
                  <a:lnTo>
                    <a:pt x="529746" y="1430742"/>
                  </a:lnTo>
                  <a:lnTo>
                    <a:pt x="529086" y="1430742"/>
                  </a:lnTo>
                  <a:lnTo>
                    <a:pt x="528425" y="1430742"/>
                  </a:lnTo>
                  <a:lnTo>
                    <a:pt x="527765" y="1430742"/>
                  </a:lnTo>
                  <a:lnTo>
                    <a:pt x="527104" y="1430742"/>
                  </a:lnTo>
                  <a:lnTo>
                    <a:pt x="526444" y="1430742"/>
                  </a:lnTo>
                  <a:lnTo>
                    <a:pt x="525783" y="1430742"/>
                  </a:lnTo>
                  <a:lnTo>
                    <a:pt x="525123" y="1430742"/>
                  </a:lnTo>
                  <a:lnTo>
                    <a:pt x="524462" y="1430742"/>
                  </a:lnTo>
                  <a:lnTo>
                    <a:pt x="523801" y="1430742"/>
                  </a:lnTo>
                  <a:lnTo>
                    <a:pt x="523141" y="1430742"/>
                  </a:lnTo>
                  <a:lnTo>
                    <a:pt x="522480" y="1430742"/>
                  </a:lnTo>
                  <a:lnTo>
                    <a:pt x="521820" y="1430742"/>
                  </a:lnTo>
                  <a:lnTo>
                    <a:pt x="521159" y="1430742"/>
                  </a:lnTo>
                  <a:lnTo>
                    <a:pt x="520499" y="1430742"/>
                  </a:lnTo>
                  <a:lnTo>
                    <a:pt x="519838" y="1430742"/>
                  </a:lnTo>
                  <a:lnTo>
                    <a:pt x="519178" y="1430742"/>
                  </a:lnTo>
                  <a:lnTo>
                    <a:pt x="518517" y="1430742"/>
                  </a:lnTo>
                  <a:lnTo>
                    <a:pt x="517857" y="1430742"/>
                  </a:lnTo>
                  <a:lnTo>
                    <a:pt x="517196" y="1430742"/>
                  </a:lnTo>
                  <a:lnTo>
                    <a:pt x="516536" y="1430742"/>
                  </a:lnTo>
                  <a:lnTo>
                    <a:pt x="515875" y="1430742"/>
                  </a:lnTo>
                  <a:lnTo>
                    <a:pt x="515215" y="1430742"/>
                  </a:lnTo>
                  <a:lnTo>
                    <a:pt x="514554" y="1430742"/>
                  </a:lnTo>
                  <a:lnTo>
                    <a:pt x="513893" y="1430742"/>
                  </a:lnTo>
                  <a:lnTo>
                    <a:pt x="513233" y="1430742"/>
                  </a:lnTo>
                  <a:lnTo>
                    <a:pt x="512572" y="1430742"/>
                  </a:lnTo>
                  <a:lnTo>
                    <a:pt x="511912" y="1430742"/>
                  </a:lnTo>
                  <a:lnTo>
                    <a:pt x="511251" y="1430742"/>
                  </a:lnTo>
                  <a:lnTo>
                    <a:pt x="510591" y="1430742"/>
                  </a:lnTo>
                  <a:lnTo>
                    <a:pt x="509930" y="1430742"/>
                  </a:lnTo>
                  <a:lnTo>
                    <a:pt x="509270" y="1430742"/>
                  </a:lnTo>
                  <a:lnTo>
                    <a:pt x="508609" y="1430742"/>
                  </a:lnTo>
                  <a:lnTo>
                    <a:pt x="507949" y="1430742"/>
                  </a:lnTo>
                  <a:lnTo>
                    <a:pt x="507288" y="1430742"/>
                  </a:lnTo>
                  <a:lnTo>
                    <a:pt x="506628" y="1430742"/>
                  </a:lnTo>
                  <a:lnTo>
                    <a:pt x="505967" y="1430742"/>
                  </a:lnTo>
                  <a:lnTo>
                    <a:pt x="505307" y="1430742"/>
                  </a:lnTo>
                  <a:lnTo>
                    <a:pt x="504646" y="1430742"/>
                  </a:lnTo>
                  <a:lnTo>
                    <a:pt x="503985" y="1430742"/>
                  </a:lnTo>
                  <a:lnTo>
                    <a:pt x="503325" y="1430742"/>
                  </a:lnTo>
                  <a:lnTo>
                    <a:pt x="502664" y="1430742"/>
                  </a:lnTo>
                  <a:lnTo>
                    <a:pt x="502004" y="1430742"/>
                  </a:lnTo>
                  <a:lnTo>
                    <a:pt x="501343" y="1430742"/>
                  </a:lnTo>
                  <a:lnTo>
                    <a:pt x="500683" y="1430742"/>
                  </a:lnTo>
                  <a:lnTo>
                    <a:pt x="500022" y="1430742"/>
                  </a:lnTo>
                  <a:lnTo>
                    <a:pt x="499362" y="1430742"/>
                  </a:lnTo>
                  <a:lnTo>
                    <a:pt x="498701" y="1430742"/>
                  </a:lnTo>
                  <a:lnTo>
                    <a:pt x="498041" y="1430742"/>
                  </a:lnTo>
                  <a:lnTo>
                    <a:pt x="497380" y="1430742"/>
                  </a:lnTo>
                  <a:lnTo>
                    <a:pt x="496720" y="1430742"/>
                  </a:lnTo>
                  <a:lnTo>
                    <a:pt x="496059" y="1430742"/>
                  </a:lnTo>
                  <a:lnTo>
                    <a:pt x="495399" y="1430742"/>
                  </a:lnTo>
                  <a:lnTo>
                    <a:pt x="494738" y="1430742"/>
                  </a:lnTo>
                  <a:lnTo>
                    <a:pt x="494078" y="1430742"/>
                  </a:lnTo>
                  <a:lnTo>
                    <a:pt x="493417" y="1430742"/>
                  </a:lnTo>
                  <a:lnTo>
                    <a:pt x="492756" y="1430742"/>
                  </a:lnTo>
                  <a:lnTo>
                    <a:pt x="492096" y="1430742"/>
                  </a:lnTo>
                  <a:lnTo>
                    <a:pt x="491435" y="1430742"/>
                  </a:lnTo>
                  <a:lnTo>
                    <a:pt x="490775" y="1430742"/>
                  </a:lnTo>
                  <a:lnTo>
                    <a:pt x="490114" y="1430742"/>
                  </a:lnTo>
                  <a:lnTo>
                    <a:pt x="489454" y="1430742"/>
                  </a:lnTo>
                  <a:lnTo>
                    <a:pt x="488793" y="1430742"/>
                  </a:lnTo>
                  <a:lnTo>
                    <a:pt x="488133" y="1430742"/>
                  </a:lnTo>
                  <a:lnTo>
                    <a:pt x="487472" y="1430742"/>
                  </a:lnTo>
                  <a:lnTo>
                    <a:pt x="486812" y="1430742"/>
                  </a:lnTo>
                  <a:lnTo>
                    <a:pt x="486151" y="1430742"/>
                  </a:lnTo>
                  <a:lnTo>
                    <a:pt x="485491" y="1430742"/>
                  </a:lnTo>
                  <a:lnTo>
                    <a:pt x="484830" y="1430742"/>
                  </a:lnTo>
                  <a:lnTo>
                    <a:pt x="484170" y="1430742"/>
                  </a:lnTo>
                  <a:lnTo>
                    <a:pt x="483509" y="1430742"/>
                  </a:lnTo>
                  <a:lnTo>
                    <a:pt x="482848" y="1430742"/>
                  </a:lnTo>
                  <a:lnTo>
                    <a:pt x="482188" y="1430742"/>
                  </a:lnTo>
                  <a:lnTo>
                    <a:pt x="481527" y="1430742"/>
                  </a:lnTo>
                  <a:lnTo>
                    <a:pt x="480867" y="1430742"/>
                  </a:lnTo>
                  <a:lnTo>
                    <a:pt x="480206" y="1430742"/>
                  </a:lnTo>
                  <a:lnTo>
                    <a:pt x="479546" y="1430742"/>
                  </a:lnTo>
                  <a:lnTo>
                    <a:pt x="478885" y="1430742"/>
                  </a:lnTo>
                  <a:lnTo>
                    <a:pt x="478225" y="1430742"/>
                  </a:lnTo>
                  <a:lnTo>
                    <a:pt x="477564" y="1430742"/>
                  </a:lnTo>
                  <a:lnTo>
                    <a:pt x="476904" y="1430742"/>
                  </a:lnTo>
                  <a:lnTo>
                    <a:pt x="476243" y="1430742"/>
                  </a:lnTo>
                  <a:lnTo>
                    <a:pt x="475583" y="1430742"/>
                  </a:lnTo>
                  <a:lnTo>
                    <a:pt x="474922" y="1430742"/>
                  </a:lnTo>
                  <a:lnTo>
                    <a:pt x="474262" y="1430742"/>
                  </a:lnTo>
                  <a:lnTo>
                    <a:pt x="473601" y="1430742"/>
                  </a:lnTo>
                  <a:lnTo>
                    <a:pt x="472940" y="1430742"/>
                  </a:lnTo>
                  <a:lnTo>
                    <a:pt x="472280" y="1430742"/>
                  </a:lnTo>
                  <a:lnTo>
                    <a:pt x="471619" y="1430742"/>
                  </a:lnTo>
                  <a:lnTo>
                    <a:pt x="470959" y="1430742"/>
                  </a:lnTo>
                  <a:lnTo>
                    <a:pt x="470298" y="1430742"/>
                  </a:lnTo>
                  <a:lnTo>
                    <a:pt x="469638" y="1430742"/>
                  </a:lnTo>
                  <a:lnTo>
                    <a:pt x="468977" y="1430742"/>
                  </a:lnTo>
                  <a:lnTo>
                    <a:pt x="468317" y="1430742"/>
                  </a:lnTo>
                  <a:lnTo>
                    <a:pt x="467656" y="1430742"/>
                  </a:lnTo>
                  <a:lnTo>
                    <a:pt x="466996" y="1430742"/>
                  </a:lnTo>
                  <a:lnTo>
                    <a:pt x="466335" y="1430742"/>
                  </a:lnTo>
                  <a:lnTo>
                    <a:pt x="465675" y="1430742"/>
                  </a:lnTo>
                  <a:lnTo>
                    <a:pt x="465014" y="1430742"/>
                  </a:lnTo>
                  <a:lnTo>
                    <a:pt x="464354" y="1430742"/>
                  </a:lnTo>
                  <a:lnTo>
                    <a:pt x="463693" y="1430742"/>
                  </a:lnTo>
                  <a:lnTo>
                    <a:pt x="463033" y="1430742"/>
                  </a:lnTo>
                  <a:lnTo>
                    <a:pt x="462372" y="1430742"/>
                  </a:lnTo>
                  <a:lnTo>
                    <a:pt x="461711" y="1430742"/>
                  </a:lnTo>
                  <a:lnTo>
                    <a:pt x="461051" y="1430742"/>
                  </a:lnTo>
                  <a:lnTo>
                    <a:pt x="460390" y="1430742"/>
                  </a:lnTo>
                  <a:lnTo>
                    <a:pt x="459730" y="1430742"/>
                  </a:lnTo>
                  <a:lnTo>
                    <a:pt x="459069" y="1430742"/>
                  </a:lnTo>
                  <a:lnTo>
                    <a:pt x="458409" y="1430742"/>
                  </a:lnTo>
                  <a:lnTo>
                    <a:pt x="457748" y="1430742"/>
                  </a:lnTo>
                  <a:lnTo>
                    <a:pt x="457088" y="1430742"/>
                  </a:lnTo>
                  <a:lnTo>
                    <a:pt x="456427" y="1430742"/>
                  </a:lnTo>
                  <a:lnTo>
                    <a:pt x="455767" y="1430742"/>
                  </a:lnTo>
                  <a:lnTo>
                    <a:pt x="455106" y="1430742"/>
                  </a:lnTo>
                  <a:lnTo>
                    <a:pt x="454446" y="1430742"/>
                  </a:lnTo>
                  <a:lnTo>
                    <a:pt x="453785" y="1430742"/>
                  </a:lnTo>
                  <a:lnTo>
                    <a:pt x="453125" y="1430742"/>
                  </a:lnTo>
                  <a:lnTo>
                    <a:pt x="452464" y="1430742"/>
                  </a:lnTo>
                  <a:lnTo>
                    <a:pt x="451803" y="1430742"/>
                  </a:lnTo>
                  <a:lnTo>
                    <a:pt x="451143" y="1430742"/>
                  </a:lnTo>
                  <a:lnTo>
                    <a:pt x="450482" y="1430742"/>
                  </a:lnTo>
                  <a:lnTo>
                    <a:pt x="449822" y="1430742"/>
                  </a:lnTo>
                  <a:lnTo>
                    <a:pt x="449161" y="1430742"/>
                  </a:lnTo>
                  <a:lnTo>
                    <a:pt x="448501" y="1430742"/>
                  </a:lnTo>
                  <a:lnTo>
                    <a:pt x="447840" y="1430742"/>
                  </a:lnTo>
                  <a:lnTo>
                    <a:pt x="447180" y="1430742"/>
                  </a:lnTo>
                  <a:lnTo>
                    <a:pt x="446519" y="1430742"/>
                  </a:lnTo>
                  <a:lnTo>
                    <a:pt x="445859" y="1430742"/>
                  </a:lnTo>
                  <a:lnTo>
                    <a:pt x="445198" y="1430742"/>
                  </a:lnTo>
                  <a:lnTo>
                    <a:pt x="444538" y="1430742"/>
                  </a:lnTo>
                  <a:lnTo>
                    <a:pt x="443877" y="1430742"/>
                  </a:lnTo>
                  <a:lnTo>
                    <a:pt x="443217" y="1430742"/>
                  </a:lnTo>
                  <a:lnTo>
                    <a:pt x="442556" y="1430742"/>
                  </a:lnTo>
                  <a:lnTo>
                    <a:pt x="441895" y="1430742"/>
                  </a:lnTo>
                  <a:lnTo>
                    <a:pt x="441235" y="1430742"/>
                  </a:lnTo>
                  <a:lnTo>
                    <a:pt x="440574" y="1430742"/>
                  </a:lnTo>
                  <a:lnTo>
                    <a:pt x="439914" y="1430742"/>
                  </a:lnTo>
                  <a:lnTo>
                    <a:pt x="439253" y="1430742"/>
                  </a:lnTo>
                  <a:lnTo>
                    <a:pt x="438593" y="1430742"/>
                  </a:lnTo>
                  <a:lnTo>
                    <a:pt x="437932" y="1430742"/>
                  </a:lnTo>
                  <a:lnTo>
                    <a:pt x="437272" y="1430742"/>
                  </a:lnTo>
                  <a:lnTo>
                    <a:pt x="436611" y="1430742"/>
                  </a:lnTo>
                  <a:lnTo>
                    <a:pt x="435951" y="1430742"/>
                  </a:lnTo>
                  <a:lnTo>
                    <a:pt x="435290" y="1430742"/>
                  </a:lnTo>
                  <a:lnTo>
                    <a:pt x="434630" y="1430742"/>
                  </a:lnTo>
                  <a:lnTo>
                    <a:pt x="433969" y="1430742"/>
                  </a:lnTo>
                  <a:lnTo>
                    <a:pt x="433309" y="1430742"/>
                  </a:lnTo>
                  <a:lnTo>
                    <a:pt x="432648" y="1430742"/>
                  </a:lnTo>
                  <a:lnTo>
                    <a:pt x="431987" y="1430742"/>
                  </a:lnTo>
                  <a:lnTo>
                    <a:pt x="431327" y="1430742"/>
                  </a:lnTo>
                  <a:lnTo>
                    <a:pt x="430666" y="1430742"/>
                  </a:lnTo>
                  <a:lnTo>
                    <a:pt x="430006" y="1430742"/>
                  </a:lnTo>
                  <a:lnTo>
                    <a:pt x="429345" y="1430742"/>
                  </a:lnTo>
                  <a:lnTo>
                    <a:pt x="428685" y="1430742"/>
                  </a:lnTo>
                  <a:lnTo>
                    <a:pt x="428024" y="1430742"/>
                  </a:lnTo>
                  <a:lnTo>
                    <a:pt x="427364" y="1430742"/>
                  </a:lnTo>
                  <a:lnTo>
                    <a:pt x="426703" y="1430742"/>
                  </a:lnTo>
                  <a:lnTo>
                    <a:pt x="426043" y="1430742"/>
                  </a:lnTo>
                  <a:lnTo>
                    <a:pt x="425382" y="1430742"/>
                  </a:lnTo>
                  <a:lnTo>
                    <a:pt x="424722" y="1430742"/>
                  </a:lnTo>
                  <a:lnTo>
                    <a:pt x="424061" y="1430742"/>
                  </a:lnTo>
                  <a:lnTo>
                    <a:pt x="423401" y="1430742"/>
                  </a:lnTo>
                  <a:lnTo>
                    <a:pt x="422740" y="1430742"/>
                  </a:lnTo>
                  <a:lnTo>
                    <a:pt x="422080" y="1430742"/>
                  </a:lnTo>
                  <a:lnTo>
                    <a:pt x="421419" y="1430742"/>
                  </a:lnTo>
                  <a:lnTo>
                    <a:pt x="420758" y="1430742"/>
                  </a:lnTo>
                  <a:lnTo>
                    <a:pt x="420098" y="1430742"/>
                  </a:lnTo>
                  <a:lnTo>
                    <a:pt x="419437" y="1430742"/>
                  </a:lnTo>
                  <a:lnTo>
                    <a:pt x="418777" y="1430742"/>
                  </a:lnTo>
                  <a:lnTo>
                    <a:pt x="418116" y="1430742"/>
                  </a:lnTo>
                  <a:lnTo>
                    <a:pt x="417456" y="1430742"/>
                  </a:lnTo>
                  <a:lnTo>
                    <a:pt x="416795" y="1430742"/>
                  </a:lnTo>
                  <a:lnTo>
                    <a:pt x="416135" y="1430742"/>
                  </a:lnTo>
                  <a:lnTo>
                    <a:pt x="415474" y="1430742"/>
                  </a:lnTo>
                  <a:lnTo>
                    <a:pt x="414814" y="1430742"/>
                  </a:lnTo>
                  <a:lnTo>
                    <a:pt x="414153" y="1430742"/>
                  </a:lnTo>
                  <a:lnTo>
                    <a:pt x="413493" y="1430742"/>
                  </a:lnTo>
                  <a:lnTo>
                    <a:pt x="412832" y="1430742"/>
                  </a:lnTo>
                  <a:lnTo>
                    <a:pt x="412172" y="1430742"/>
                  </a:lnTo>
                  <a:lnTo>
                    <a:pt x="411511" y="1430742"/>
                  </a:lnTo>
                  <a:lnTo>
                    <a:pt x="410850" y="1430742"/>
                  </a:lnTo>
                  <a:lnTo>
                    <a:pt x="410190" y="1430742"/>
                  </a:lnTo>
                  <a:lnTo>
                    <a:pt x="409529" y="1430742"/>
                  </a:lnTo>
                  <a:lnTo>
                    <a:pt x="408869" y="1430742"/>
                  </a:lnTo>
                  <a:lnTo>
                    <a:pt x="408208" y="1430742"/>
                  </a:lnTo>
                  <a:lnTo>
                    <a:pt x="407548" y="1430742"/>
                  </a:lnTo>
                  <a:lnTo>
                    <a:pt x="406887" y="1430742"/>
                  </a:lnTo>
                  <a:lnTo>
                    <a:pt x="406227" y="1430742"/>
                  </a:lnTo>
                  <a:lnTo>
                    <a:pt x="405566" y="1430742"/>
                  </a:lnTo>
                  <a:lnTo>
                    <a:pt x="404906" y="1430742"/>
                  </a:lnTo>
                  <a:lnTo>
                    <a:pt x="404245" y="1430742"/>
                  </a:lnTo>
                  <a:lnTo>
                    <a:pt x="403585" y="1430742"/>
                  </a:lnTo>
                  <a:lnTo>
                    <a:pt x="402924" y="1430742"/>
                  </a:lnTo>
                  <a:lnTo>
                    <a:pt x="402264" y="1430742"/>
                  </a:lnTo>
                  <a:lnTo>
                    <a:pt x="401603" y="1430742"/>
                  </a:lnTo>
                  <a:lnTo>
                    <a:pt x="400942" y="1430742"/>
                  </a:lnTo>
                  <a:lnTo>
                    <a:pt x="400282" y="1430742"/>
                  </a:lnTo>
                  <a:lnTo>
                    <a:pt x="399621" y="1430742"/>
                  </a:lnTo>
                  <a:lnTo>
                    <a:pt x="398961" y="1430742"/>
                  </a:lnTo>
                  <a:lnTo>
                    <a:pt x="398300" y="1430742"/>
                  </a:lnTo>
                  <a:lnTo>
                    <a:pt x="397640" y="1430742"/>
                  </a:lnTo>
                  <a:lnTo>
                    <a:pt x="396979" y="1430742"/>
                  </a:lnTo>
                  <a:lnTo>
                    <a:pt x="396319" y="1430742"/>
                  </a:lnTo>
                  <a:lnTo>
                    <a:pt x="395658" y="1430742"/>
                  </a:lnTo>
                  <a:lnTo>
                    <a:pt x="394998" y="1430742"/>
                  </a:lnTo>
                  <a:lnTo>
                    <a:pt x="394337" y="1430742"/>
                  </a:lnTo>
                  <a:lnTo>
                    <a:pt x="393677" y="1430742"/>
                  </a:lnTo>
                  <a:lnTo>
                    <a:pt x="393016" y="1430742"/>
                  </a:lnTo>
                  <a:lnTo>
                    <a:pt x="392356" y="1430742"/>
                  </a:lnTo>
                  <a:lnTo>
                    <a:pt x="391695" y="1430742"/>
                  </a:lnTo>
                  <a:lnTo>
                    <a:pt x="391035" y="1430742"/>
                  </a:lnTo>
                  <a:lnTo>
                    <a:pt x="390374" y="1430742"/>
                  </a:lnTo>
                  <a:lnTo>
                    <a:pt x="389713" y="1430742"/>
                  </a:lnTo>
                  <a:lnTo>
                    <a:pt x="389053" y="1430742"/>
                  </a:lnTo>
                  <a:lnTo>
                    <a:pt x="388392" y="1430742"/>
                  </a:lnTo>
                  <a:lnTo>
                    <a:pt x="387732" y="1430742"/>
                  </a:lnTo>
                  <a:lnTo>
                    <a:pt x="387071" y="1430742"/>
                  </a:lnTo>
                  <a:lnTo>
                    <a:pt x="386411" y="1430742"/>
                  </a:lnTo>
                  <a:lnTo>
                    <a:pt x="385750" y="1430742"/>
                  </a:lnTo>
                  <a:lnTo>
                    <a:pt x="385090" y="1430742"/>
                  </a:lnTo>
                  <a:lnTo>
                    <a:pt x="384429" y="1430742"/>
                  </a:lnTo>
                  <a:lnTo>
                    <a:pt x="383769" y="1430742"/>
                  </a:lnTo>
                  <a:lnTo>
                    <a:pt x="383108" y="1430742"/>
                  </a:lnTo>
                  <a:lnTo>
                    <a:pt x="382448" y="1430742"/>
                  </a:lnTo>
                  <a:lnTo>
                    <a:pt x="381787" y="1430742"/>
                  </a:lnTo>
                  <a:lnTo>
                    <a:pt x="381127" y="1430742"/>
                  </a:lnTo>
                  <a:lnTo>
                    <a:pt x="380466" y="1430742"/>
                  </a:lnTo>
                  <a:lnTo>
                    <a:pt x="379805" y="1430742"/>
                  </a:lnTo>
                  <a:lnTo>
                    <a:pt x="379145" y="1430742"/>
                  </a:lnTo>
                  <a:lnTo>
                    <a:pt x="378484" y="1430742"/>
                  </a:lnTo>
                  <a:lnTo>
                    <a:pt x="377824" y="1430742"/>
                  </a:lnTo>
                  <a:lnTo>
                    <a:pt x="377163" y="1430742"/>
                  </a:lnTo>
                  <a:lnTo>
                    <a:pt x="376503" y="1430742"/>
                  </a:lnTo>
                  <a:lnTo>
                    <a:pt x="375842" y="1430742"/>
                  </a:lnTo>
                  <a:lnTo>
                    <a:pt x="375182" y="1430742"/>
                  </a:lnTo>
                  <a:lnTo>
                    <a:pt x="374521" y="1430742"/>
                  </a:lnTo>
                  <a:lnTo>
                    <a:pt x="373861" y="1430742"/>
                  </a:lnTo>
                  <a:lnTo>
                    <a:pt x="373200" y="1430742"/>
                  </a:lnTo>
                  <a:lnTo>
                    <a:pt x="372540" y="1430742"/>
                  </a:lnTo>
                  <a:lnTo>
                    <a:pt x="371879" y="1430742"/>
                  </a:lnTo>
                  <a:lnTo>
                    <a:pt x="371219" y="1430742"/>
                  </a:lnTo>
                  <a:lnTo>
                    <a:pt x="370558" y="1430742"/>
                  </a:lnTo>
                  <a:lnTo>
                    <a:pt x="369897" y="1430742"/>
                  </a:lnTo>
                  <a:lnTo>
                    <a:pt x="369237" y="1430742"/>
                  </a:lnTo>
                  <a:lnTo>
                    <a:pt x="368576" y="1430742"/>
                  </a:lnTo>
                  <a:lnTo>
                    <a:pt x="367916" y="1430742"/>
                  </a:lnTo>
                  <a:lnTo>
                    <a:pt x="367255" y="1430742"/>
                  </a:lnTo>
                  <a:lnTo>
                    <a:pt x="366595" y="1430742"/>
                  </a:lnTo>
                  <a:lnTo>
                    <a:pt x="365934" y="1430742"/>
                  </a:lnTo>
                  <a:lnTo>
                    <a:pt x="365274" y="1430742"/>
                  </a:lnTo>
                  <a:lnTo>
                    <a:pt x="364613" y="1430742"/>
                  </a:lnTo>
                  <a:lnTo>
                    <a:pt x="363953" y="1430742"/>
                  </a:lnTo>
                  <a:lnTo>
                    <a:pt x="363292" y="1430742"/>
                  </a:lnTo>
                  <a:lnTo>
                    <a:pt x="362632" y="1430742"/>
                  </a:lnTo>
                  <a:lnTo>
                    <a:pt x="361971" y="1430742"/>
                  </a:lnTo>
                  <a:lnTo>
                    <a:pt x="361311" y="1430742"/>
                  </a:lnTo>
                  <a:lnTo>
                    <a:pt x="360650" y="1430742"/>
                  </a:lnTo>
                  <a:lnTo>
                    <a:pt x="359989" y="1430742"/>
                  </a:lnTo>
                  <a:lnTo>
                    <a:pt x="359329" y="1430742"/>
                  </a:lnTo>
                  <a:lnTo>
                    <a:pt x="358668" y="1430742"/>
                  </a:lnTo>
                  <a:lnTo>
                    <a:pt x="358008" y="1430742"/>
                  </a:lnTo>
                  <a:lnTo>
                    <a:pt x="357347" y="1430742"/>
                  </a:lnTo>
                  <a:lnTo>
                    <a:pt x="356687" y="1430742"/>
                  </a:lnTo>
                  <a:lnTo>
                    <a:pt x="356026" y="1430742"/>
                  </a:lnTo>
                  <a:lnTo>
                    <a:pt x="355366" y="1430742"/>
                  </a:lnTo>
                  <a:lnTo>
                    <a:pt x="354705" y="1430742"/>
                  </a:lnTo>
                  <a:lnTo>
                    <a:pt x="354045" y="1430742"/>
                  </a:lnTo>
                  <a:lnTo>
                    <a:pt x="353384" y="1430742"/>
                  </a:lnTo>
                  <a:lnTo>
                    <a:pt x="352724" y="1430742"/>
                  </a:lnTo>
                  <a:lnTo>
                    <a:pt x="352063" y="1430742"/>
                  </a:lnTo>
                  <a:lnTo>
                    <a:pt x="351403" y="1430742"/>
                  </a:lnTo>
                  <a:lnTo>
                    <a:pt x="350742" y="1430742"/>
                  </a:lnTo>
                  <a:lnTo>
                    <a:pt x="350082" y="1430742"/>
                  </a:lnTo>
                  <a:lnTo>
                    <a:pt x="349421" y="1430742"/>
                  </a:lnTo>
                  <a:lnTo>
                    <a:pt x="348760" y="1430742"/>
                  </a:lnTo>
                  <a:lnTo>
                    <a:pt x="348100" y="1430742"/>
                  </a:lnTo>
                  <a:lnTo>
                    <a:pt x="347439" y="1430742"/>
                  </a:lnTo>
                  <a:lnTo>
                    <a:pt x="346779" y="1430742"/>
                  </a:lnTo>
                  <a:lnTo>
                    <a:pt x="346118" y="1430742"/>
                  </a:lnTo>
                  <a:lnTo>
                    <a:pt x="345458" y="1430742"/>
                  </a:lnTo>
                  <a:lnTo>
                    <a:pt x="344797" y="1430742"/>
                  </a:lnTo>
                  <a:lnTo>
                    <a:pt x="344137" y="1430742"/>
                  </a:lnTo>
                  <a:lnTo>
                    <a:pt x="343476" y="1430742"/>
                  </a:lnTo>
                  <a:lnTo>
                    <a:pt x="342816" y="1430742"/>
                  </a:lnTo>
                  <a:lnTo>
                    <a:pt x="342155" y="1430742"/>
                  </a:lnTo>
                  <a:lnTo>
                    <a:pt x="341495" y="1430742"/>
                  </a:lnTo>
                  <a:lnTo>
                    <a:pt x="340834" y="1430742"/>
                  </a:lnTo>
                  <a:lnTo>
                    <a:pt x="340174" y="1430742"/>
                  </a:lnTo>
                  <a:lnTo>
                    <a:pt x="339513" y="1430742"/>
                  </a:lnTo>
                  <a:lnTo>
                    <a:pt x="338852" y="1430742"/>
                  </a:lnTo>
                  <a:lnTo>
                    <a:pt x="338192" y="1430742"/>
                  </a:lnTo>
                  <a:lnTo>
                    <a:pt x="337531" y="1430742"/>
                  </a:lnTo>
                  <a:lnTo>
                    <a:pt x="336871" y="1430742"/>
                  </a:lnTo>
                  <a:lnTo>
                    <a:pt x="336210" y="1430742"/>
                  </a:lnTo>
                  <a:lnTo>
                    <a:pt x="335550" y="1430742"/>
                  </a:lnTo>
                  <a:lnTo>
                    <a:pt x="334889" y="1430742"/>
                  </a:lnTo>
                  <a:lnTo>
                    <a:pt x="334229" y="1430742"/>
                  </a:lnTo>
                  <a:lnTo>
                    <a:pt x="333568" y="1430742"/>
                  </a:lnTo>
                  <a:lnTo>
                    <a:pt x="332908" y="1430742"/>
                  </a:lnTo>
                  <a:lnTo>
                    <a:pt x="332247" y="1430742"/>
                  </a:lnTo>
                  <a:lnTo>
                    <a:pt x="331587" y="1430742"/>
                  </a:lnTo>
                  <a:lnTo>
                    <a:pt x="330926" y="1430742"/>
                  </a:lnTo>
                  <a:lnTo>
                    <a:pt x="330266" y="1430742"/>
                  </a:lnTo>
                  <a:lnTo>
                    <a:pt x="329605" y="1430742"/>
                  </a:lnTo>
                  <a:lnTo>
                    <a:pt x="328944" y="1430742"/>
                  </a:lnTo>
                  <a:lnTo>
                    <a:pt x="328284" y="1430742"/>
                  </a:lnTo>
                  <a:lnTo>
                    <a:pt x="327623" y="1430742"/>
                  </a:lnTo>
                  <a:lnTo>
                    <a:pt x="326963" y="1430742"/>
                  </a:lnTo>
                  <a:lnTo>
                    <a:pt x="326302" y="1430742"/>
                  </a:lnTo>
                  <a:lnTo>
                    <a:pt x="325642" y="1430742"/>
                  </a:lnTo>
                  <a:lnTo>
                    <a:pt x="324981" y="1430742"/>
                  </a:lnTo>
                  <a:lnTo>
                    <a:pt x="324321" y="1430742"/>
                  </a:lnTo>
                  <a:lnTo>
                    <a:pt x="323660" y="1430742"/>
                  </a:lnTo>
                  <a:lnTo>
                    <a:pt x="323000" y="1430742"/>
                  </a:lnTo>
                  <a:lnTo>
                    <a:pt x="322339" y="1430742"/>
                  </a:lnTo>
                  <a:lnTo>
                    <a:pt x="321679" y="1430742"/>
                  </a:lnTo>
                  <a:lnTo>
                    <a:pt x="321018" y="1430742"/>
                  </a:lnTo>
                  <a:lnTo>
                    <a:pt x="320358" y="1430742"/>
                  </a:lnTo>
                  <a:lnTo>
                    <a:pt x="319697" y="1430742"/>
                  </a:lnTo>
                  <a:lnTo>
                    <a:pt x="319037" y="1430742"/>
                  </a:lnTo>
                  <a:lnTo>
                    <a:pt x="318376" y="1430742"/>
                  </a:lnTo>
                  <a:lnTo>
                    <a:pt x="317715" y="1430742"/>
                  </a:lnTo>
                  <a:lnTo>
                    <a:pt x="317055" y="1430742"/>
                  </a:lnTo>
                  <a:lnTo>
                    <a:pt x="316394" y="1430742"/>
                  </a:lnTo>
                  <a:lnTo>
                    <a:pt x="315734" y="1430742"/>
                  </a:lnTo>
                  <a:lnTo>
                    <a:pt x="315073" y="1430742"/>
                  </a:lnTo>
                  <a:lnTo>
                    <a:pt x="314413" y="1430742"/>
                  </a:lnTo>
                  <a:lnTo>
                    <a:pt x="313752" y="1430742"/>
                  </a:lnTo>
                  <a:lnTo>
                    <a:pt x="313092" y="1430742"/>
                  </a:lnTo>
                  <a:lnTo>
                    <a:pt x="312431" y="1430742"/>
                  </a:lnTo>
                  <a:lnTo>
                    <a:pt x="311771" y="1430742"/>
                  </a:lnTo>
                  <a:lnTo>
                    <a:pt x="311110" y="1430742"/>
                  </a:lnTo>
                  <a:lnTo>
                    <a:pt x="310450" y="1430742"/>
                  </a:lnTo>
                  <a:lnTo>
                    <a:pt x="309789" y="1430742"/>
                  </a:lnTo>
                  <a:lnTo>
                    <a:pt x="309129" y="1430742"/>
                  </a:lnTo>
                  <a:lnTo>
                    <a:pt x="308468" y="1430742"/>
                  </a:lnTo>
                  <a:lnTo>
                    <a:pt x="307807" y="1430742"/>
                  </a:lnTo>
                  <a:lnTo>
                    <a:pt x="307147" y="1430742"/>
                  </a:lnTo>
                  <a:lnTo>
                    <a:pt x="306486" y="1430742"/>
                  </a:lnTo>
                  <a:lnTo>
                    <a:pt x="305826" y="1430742"/>
                  </a:lnTo>
                  <a:lnTo>
                    <a:pt x="305165" y="1430742"/>
                  </a:lnTo>
                  <a:lnTo>
                    <a:pt x="304505" y="1430742"/>
                  </a:lnTo>
                  <a:lnTo>
                    <a:pt x="303844" y="1430742"/>
                  </a:lnTo>
                  <a:lnTo>
                    <a:pt x="303184" y="1430742"/>
                  </a:lnTo>
                  <a:lnTo>
                    <a:pt x="302523" y="1430742"/>
                  </a:lnTo>
                  <a:lnTo>
                    <a:pt x="301863" y="1430742"/>
                  </a:lnTo>
                  <a:lnTo>
                    <a:pt x="301202" y="1430742"/>
                  </a:lnTo>
                  <a:lnTo>
                    <a:pt x="300542" y="1430742"/>
                  </a:lnTo>
                  <a:lnTo>
                    <a:pt x="299881" y="1430742"/>
                  </a:lnTo>
                  <a:lnTo>
                    <a:pt x="299221" y="1430742"/>
                  </a:lnTo>
                  <a:lnTo>
                    <a:pt x="298560" y="1430742"/>
                  </a:lnTo>
                  <a:lnTo>
                    <a:pt x="297899" y="1430742"/>
                  </a:lnTo>
                  <a:lnTo>
                    <a:pt x="297239" y="1430742"/>
                  </a:lnTo>
                  <a:lnTo>
                    <a:pt x="296578" y="1430742"/>
                  </a:lnTo>
                  <a:lnTo>
                    <a:pt x="295918" y="1430742"/>
                  </a:lnTo>
                  <a:lnTo>
                    <a:pt x="295257" y="1430742"/>
                  </a:lnTo>
                  <a:lnTo>
                    <a:pt x="294597" y="1430742"/>
                  </a:lnTo>
                  <a:lnTo>
                    <a:pt x="293936" y="1430742"/>
                  </a:lnTo>
                  <a:lnTo>
                    <a:pt x="293276" y="1430742"/>
                  </a:lnTo>
                  <a:lnTo>
                    <a:pt x="292615" y="1430742"/>
                  </a:lnTo>
                  <a:lnTo>
                    <a:pt x="291955" y="1430742"/>
                  </a:lnTo>
                  <a:lnTo>
                    <a:pt x="291294" y="1430742"/>
                  </a:lnTo>
                  <a:lnTo>
                    <a:pt x="290634" y="1430742"/>
                  </a:lnTo>
                  <a:lnTo>
                    <a:pt x="289973" y="1430742"/>
                  </a:lnTo>
                  <a:lnTo>
                    <a:pt x="289313" y="1430742"/>
                  </a:lnTo>
                  <a:lnTo>
                    <a:pt x="288652" y="1430742"/>
                  </a:lnTo>
                  <a:lnTo>
                    <a:pt x="287991" y="1430742"/>
                  </a:lnTo>
                  <a:lnTo>
                    <a:pt x="287331" y="1430742"/>
                  </a:lnTo>
                  <a:lnTo>
                    <a:pt x="286670" y="1430742"/>
                  </a:lnTo>
                  <a:lnTo>
                    <a:pt x="286010" y="1430742"/>
                  </a:lnTo>
                  <a:lnTo>
                    <a:pt x="285349" y="1430742"/>
                  </a:lnTo>
                  <a:lnTo>
                    <a:pt x="284689" y="1430742"/>
                  </a:lnTo>
                  <a:lnTo>
                    <a:pt x="284028" y="1430742"/>
                  </a:lnTo>
                  <a:lnTo>
                    <a:pt x="283368" y="1430742"/>
                  </a:lnTo>
                  <a:lnTo>
                    <a:pt x="282707" y="1430742"/>
                  </a:lnTo>
                  <a:lnTo>
                    <a:pt x="282047" y="1430742"/>
                  </a:lnTo>
                  <a:lnTo>
                    <a:pt x="281386" y="1430742"/>
                  </a:lnTo>
                  <a:lnTo>
                    <a:pt x="280726" y="1430742"/>
                  </a:lnTo>
                  <a:lnTo>
                    <a:pt x="280065" y="1430742"/>
                  </a:lnTo>
                  <a:lnTo>
                    <a:pt x="279405" y="1430742"/>
                  </a:lnTo>
                  <a:lnTo>
                    <a:pt x="278744" y="1430742"/>
                  </a:lnTo>
                  <a:lnTo>
                    <a:pt x="278084" y="1430742"/>
                  </a:lnTo>
                  <a:lnTo>
                    <a:pt x="277423" y="1430742"/>
                  </a:lnTo>
                  <a:lnTo>
                    <a:pt x="276762" y="1430742"/>
                  </a:lnTo>
                  <a:lnTo>
                    <a:pt x="276102" y="1430742"/>
                  </a:lnTo>
                  <a:lnTo>
                    <a:pt x="275441" y="1430742"/>
                  </a:lnTo>
                  <a:lnTo>
                    <a:pt x="274781" y="1430742"/>
                  </a:lnTo>
                  <a:lnTo>
                    <a:pt x="274120" y="1430742"/>
                  </a:lnTo>
                  <a:lnTo>
                    <a:pt x="273460" y="1430742"/>
                  </a:lnTo>
                  <a:lnTo>
                    <a:pt x="272799" y="1430742"/>
                  </a:lnTo>
                  <a:lnTo>
                    <a:pt x="272139" y="1430742"/>
                  </a:lnTo>
                  <a:lnTo>
                    <a:pt x="271478" y="1430742"/>
                  </a:lnTo>
                  <a:lnTo>
                    <a:pt x="270818" y="1430742"/>
                  </a:lnTo>
                  <a:lnTo>
                    <a:pt x="270157" y="1430742"/>
                  </a:lnTo>
                  <a:lnTo>
                    <a:pt x="269497" y="1430742"/>
                  </a:lnTo>
                  <a:lnTo>
                    <a:pt x="268836" y="1430742"/>
                  </a:lnTo>
                  <a:lnTo>
                    <a:pt x="268176" y="1430742"/>
                  </a:lnTo>
                  <a:lnTo>
                    <a:pt x="267515" y="1430742"/>
                  </a:lnTo>
                  <a:lnTo>
                    <a:pt x="266854" y="1430742"/>
                  </a:lnTo>
                  <a:lnTo>
                    <a:pt x="266194" y="1430742"/>
                  </a:lnTo>
                  <a:lnTo>
                    <a:pt x="265533" y="1430742"/>
                  </a:lnTo>
                  <a:lnTo>
                    <a:pt x="264873" y="1430742"/>
                  </a:lnTo>
                  <a:lnTo>
                    <a:pt x="264212" y="1430742"/>
                  </a:lnTo>
                  <a:lnTo>
                    <a:pt x="263552" y="1430742"/>
                  </a:lnTo>
                  <a:lnTo>
                    <a:pt x="262891" y="1430742"/>
                  </a:lnTo>
                  <a:lnTo>
                    <a:pt x="262231" y="1430742"/>
                  </a:lnTo>
                  <a:lnTo>
                    <a:pt x="261570" y="1430742"/>
                  </a:lnTo>
                  <a:lnTo>
                    <a:pt x="260910" y="1430742"/>
                  </a:lnTo>
                  <a:lnTo>
                    <a:pt x="260249" y="1430742"/>
                  </a:lnTo>
                  <a:lnTo>
                    <a:pt x="259589" y="1430742"/>
                  </a:lnTo>
                  <a:lnTo>
                    <a:pt x="258928" y="1430742"/>
                  </a:lnTo>
                  <a:lnTo>
                    <a:pt x="258268" y="1430742"/>
                  </a:lnTo>
                  <a:lnTo>
                    <a:pt x="257607" y="1430742"/>
                  </a:lnTo>
                  <a:lnTo>
                    <a:pt x="256946" y="1430742"/>
                  </a:lnTo>
                  <a:lnTo>
                    <a:pt x="256286" y="1430742"/>
                  </a:lnTo>
                  <a:lnTo>
                    <a:pt x="255625" y="1430742"/>
                  </a:lnTo>
                  <a:lnTo>
                    <a:pt x="254965" y="1430742"/>
                  </a:lnTo>
                  <a:lnTo>
                    <a:pt x="254304" y="1430742"/>
                  </a:lnTo>
                  <a:lnTo>
                    <a:pt x="253644" y="1430742"/>
                  </a:lnTo>
                  <a:lnTo>
                    <a:pt x="252983" y="1430742"/>
                  </a:lnTo>
                  <a:lnTo>
                    <a:pt x="252323" y="1430742"/>
                  </a:lnTo>
                  <a:lnTo>
                    <a:pt x="251662" y="1430742"/>
                  </a:lnTo>
                  <a:lnTo>
                    <a:pt x="251002" y="1430742"/>
                  </a:lnTo>
                  <a:lnTo>
                    <a:pt x="250341" y="1430742"/>
                  </a:lnTo>
                  <a:lnTo>
                    <a:pt x="249681" y="1430742"/>
                  </a:lnTo>
                  <a:lnTo>
                    <a:pt x="249020" y="1430742"/>
                  </a:lnTo>
                  <a:lnTo>
                    <a:pt x="248360" y="1430742"/>
                  </a:lnTo>
                  <a:lnTo>
                    <a:pt x="247699" y="1430742"/>
                  </a:lnTo>
                  <a:lnTo>
                    <a:pt x="247039" y="1430742"/>
                  </a:lnTo>
                  <a:lnTo>
                    <a:pt x="246378" y="1430742"/>
                  </a:lnTo>
                  <a:lnTo>
                    <a:pt x="245717" y="1430742"/>
                  </a:lnTo>
                  <a:lnTo>
                    <a:pt x="245057" y="1430742"/>
                  </a:lnTo>
                  <a:lnTo>
                    <a:pt x="244396" y="1430742"/>
                  </a:lnTo>
                  <a:lnTo>
                    <a:pt x="243736" y="1430742"/>
                  </a:lnTo>
                  <a:lnTo>
                    <a:pt x="243075" y="1430742"/>
                  </a:lnTo>
                  <a:lnTo>
                    <a:pt x="242415" y="1430742"/>
                  </a:lnTo>
                  <a:lnTo>
                    <a:pt x="241754" y="1430742"/>
                  </a:lnTo>
                  <a:lnTo>
                    <a:pt x="241094" y="1430742"/>
                  </a:lnTo>
                  <a:lnTo>
                    <a:pt x="240433" y="1430742"/>
                  </a:lnTo>
                  <a:lnTo>
                    <a:pt x="239773" y="1430742"/>
                  </a:lnTo>
                  <a:lnTo>
                    <a:pt x="239112" y="1430742"/>
                  </a:lnTo>
                  <a:lnTo>
                    <a:pt x="238452" y="1430742"/>
                  </a:lnTo>
                  <a:lnTo>
                    <a:pt x="237791" y="1430742"/>
                  </a:lnTo>
                  <a:lnTo>
                    <a:pt x="237131" y="1430742"/>
                  </a:lnTo>
                  <a:lnTo>
                    <a:pt x="236470" y="1430742"/>
                  </a:lnTo>
                  <a:lnTo>
                    <a:pt x="235809" y="1430742"/>
                  </a:lnTo>
                  <a:lnTo>
                    <a:pt x="235149" y="1430742"/>
                  </a:lnTo>
                  <a:lnTo>
                    <a:pt x="234488" y="1430742"/>
                  </a:lnTo>
                  <a:lnTo>
                    <a:pt x="233828" y="1430742"/>
                  </a:lnTo>
                  <a:lnTo>
                    <a:pt x="233167" y="1430742"/>
                  </a:lnTo>
                  <a:lnTo>
                    <a:pt x="232507" y="1430742"/>
                  </a:lnTo>
                  <a:lnTo>
                    <a:pt x="231846" y="1430742"/>
                  </a:lnTo>
                  <a:lnTo>
                    <a:pt x="231186" y="1430742"/>
                  </a:lnTo>
                  <a:lnTo>
                    <a:pt x="230525" y="1430742"/>
                  </a:lnTo>
                  <a:lnTo>
                    <a:pt x="229865" y="1430742"/>
                  </a:lnTo>
                  <a:lnTo>
                    <a:pt x="229204" y="1430742"/>
                  </a:lnTo>
                  <a:lnTo>
                    <a:pt x="228544" y="1430742"/>
                  </a:lnTo>
                  <a:lnTo>
                    <a:pt x="227883" y="1430742"/>
                  </a:lnTo>
                  <a:lnTo>
                    <a:pt x="227223" y="1430742"/>
                  </a:lnTo>
                  <a:lnTo>
                    <a:pt x="226562" y="1430742"/>
                  </a:lnTo>
                  <a:lnTo>
                    <a:pt x="225901" y="1430742"/>
                  </a:lnTo>
                  <a:lnTo>
                    <a:pt x="225241" y="1430742"/>
                  </a:lnTo>
                  <a:lnTo>
                    <a:pt x="224580" y="1430742"/>
                  </a:lnTo>
                  <a:lnTo>
                    <a:pt x="223920" y="1430742"/>
                  </a:lnTo>
                  <a:lnTo>
                    <a:pt x="223259" y="1430742"/>
                  </a:lnTo>
                  <a:lnTo>
                    <a:pt x="222599" y="1430742"/>
                  </a:lnTo>
                  <a:lnTo>
                    <a:pt x="221938" y="1430742"/>
                  </a:lnTo>
                  <a:lnTo>
                    <a:pt x="221278" y="1430742"/>
                  </a:lnTo>
                  <a:lnTo>
                    <a:pt x="220617" y="1430742"/>
                  </a:lnTo>
                  <a:lnTo>
                    <a:pt x="219957" y="1430742"/>
                  </a:lnTo>
                  <a:lnTo>
                    <a:pt x="219296" y="1430742"/>
                  </a:lnTo>
                  <a:lnTo>
                    <a:pt x="218636" y="1430742"/>
                  </a:lnTo>
                  <a:lnTo>
                    <a:pt x="217975" y="1430742"/>
                  </a:lnTo>
                  <a:lnTo>
                    <a:pt x="217315" y="1430742"/>
                  </a:lnTo>
                  <a:lnTo>
                    <a:pt x="216654" y="1430742"/>
                  </a:lnTo>
                  <a:lnTo>
                    <a:pt x="215993" y="1430742"/>
                  </a:lnTo>
                  <a:lnTo>
                    <a:pt x="215333" y="1430742"/>
                  </a:lnTo>
                  <a:lnTo>
                    <a:pt x="214672" y="1430742"/>
                  </a:lnTo>
                  <a:lnTo>
                    <a:pt x="214012" y="1430742"/>
                  </a:lnTo>
                  <a:lnTo>
                    <a:pt x="213351" y="1430742"/>
                  </a:lnTo>
                  <a:lnTo>
                    <a:pt x="212691" y="1430742"/>
                  </a:lnTo>
                  <a:lnTo>
                    <a:pt x="212030" y="1430742"/>
                  </a:lnTo>
                  <a:lnTo>
                    <a:pt x="211370" y="1430742"/>
                  </a:lnTo>
                  <a:lnTo>
                    <a:pt x="210709" y="1430742"/>
                  </a:lnTo>
                  <a:lnTo>
                    <a:pt x="210049" y="1430742"/>
                  </a:lnTo>
                  <a:lnTo>
                    <a:pt x="209388" y="1430742"/>
                  </a:lnTo>
                  <a:lnTo>
                    <a:pt x="208728" y="1430742"/>
                  </a:lnTo>
                  <a:lnTo>
                    <a:pt x="208067" y="1430742"/>
                  </a:lnTo>
                  <a:lnTo>
                    <a:pt x="207407" y="1430742"/>
                  </a:lnTo>
                  <a:lnTo>
                    <a:pt x="206746" y="1430742"/>
                  </a:lnTo>
                  <a:lnTo>
                    <a:pt x="206086" y="1430742"/>
                  </a:lnTo>
                  <a:lnTo>
                    <a:pt x="205425" y="1430742"/>
                  </a:lnTo>
                  <a:lnTo>
                    <a:pt x="204764" y="1430742"/>
                  </a:lnTo>
                  <a:lnTo>
                    <a:pt x="204104" y="1430742"/>
                  </a:lnTo>
                  <a:lnTo>
                    <a:pt x="203443" y="1430742"/>
                  </a:lnTo>
                  <a:lnTo>
                    <a:pt x="202783" y="1430742"/>
                  </a:lnTo>
                  <a:lnTo>
                    <a:pt x="202122" y="1430742"/>
                  </a:lnTo>
                  <a:lnTo>
                    <a:pt x="201462" y="1430742"/>
                  </a:lnTo>
                  <a:lnTo>
                    <a:pt x="200801" y="1430742"/>
                  </a:lnTo>
                  <a:lnTo>
                    <a:pt x="200141" y="1430742"/>
                  </a:lnTo>
                  <a:lnTo>
                    <a:pt x="199480" y="1430742"/>
                  </a:lnTo>
                  <a:lnTo>
                    <a:pt x="198820" y="1430742"/>
                  </a:lnTo>
                  <a:lnTo>
                    <a:pt x="198159" y="1430742"/>
                  </a:lnTo>
                  <a:lnTo>
                    <a:pt x="197499" y="1430742"/>
                  </a:lnTo>
                  <a:lnTo>
                    <a:pt x="196838" y="1430742"/>
                  </a:lnTo>
                  <a:lnTo>
                    <a:pt x="196178" y="1430742"/>
                  </a:lnTo>
                  <a:lnTo>
                    <a:pt x="195517" y="1430742"/>
                  </a:lnTo>
                  <a:lnTo>
                    <a:pt x="194856" y="1430742"/>
                  </a:lnTo>
                  <a:lnTo>
                    <a:pt x="194196" y="1430742"/>
                  </a:lnTo>
                  <a:lnTo>
                    <a:pt x="193535" y="1430742"/>
                  </a:lnTo>
                  <a:lnTo>
                    <a:pt x="192875" y="1430742"/>
                  </a:lnTo>
                  <a:lnTo>
                    <a:pt x="192214" y="1430742"/>
                  </a:lnTo>
                  <a:lnTo>
                    <a:pt x="191554" y="1430742"/>
                  </a:lnTo>
                  <a:lnTo>
                    <a:pt x="190893" y="1430742"/>
                  </a:lnTo>
                  <a:lnTo>
                    <a:pt x="190233" y="1430742"/>
                  </a:lnTo>
                  <a:lnTo>
                    <a:pt x="189572" y="1430742"/>
                  </a:lnTo>
                  <a:lnTo>
                    <a:pt x="188912" y="1430742"/>
                  </a:lnTo>
                  <a:lnTo>
                    <a:pt x="188251" y="1430742"/>
                  </a:lnTo>
                  <a:lnTo>
                    <a:pt x="187591" y="1430742"/>
                  </a:lnTo>
                  <a:lnTo>
                    <a:pt x="186930" y="1430742"/>
                  </a:lnTo>
                  <a:lnTo>
                    <a:pt x="186270" y="1430742"/>
                  </a:lnTo>
                  <a:lnTo>
                    <a:pt x="185609" y="1430742"/>
                  </a:lnTo>
                  <a:lnTo>
                    <a:pt x="184948" y="1430742"/>
                  </a:lnTo>
                  <a:lnTo>
                    <a:pt x="184288" y="1430742"/>
                  </a:lnTo>
                  <a:lnTo>
                    <a:pt x="183627" y="1430742"/>
                  </a:lnTo>
                  <a:lnTo>
                    <a:pt x="182967" y="1430742"/>
                  </a:lnTo>
                  <a:lnTo>
                    <a:pt x="182306" y="1430742"/>
                  </a:lnTo>
                  <a:lnTo>
                    <a:pt x="181646" y="1430742"/>
                  </a:lnTo>
                  <a:lnTo>
                    <a:pt x="180985" y="1430742"/>
                  </a:lnTo>
                  <a:lnTo>
                    <a:pt x="180325" y="1430742"/>
                  </a:lnTo>
                  <a:lnTo>
                    <a:pt x="179664" y="1430742"/>
                  </a:lnTo>
                  <a:lnTo>
                    <a:pt x="179004" y="1430742"/>
                  </a:lnTo>
                  <a:lnTo>
                    <a:pt x="178343" y="1430742"/>
                  </a:lnTo>
                  <a:lnTo>
                    <a:pt x="177683" y="1430742"/>
                  </a:lnTo>
                  <a:lnTo>
                    <a:pt x="177022" y="1430742"/>
                  </a:lnTo>
                  <a:lnTo>
                    <a:pt x="176362" y="1430742"/>
                  </a:lnTo>
                  <a:lnTo>
                    <a:pt x="175701" y="1430742"/>
                  </a:lnTo>
                  <a:lnTo>
                    <a:pt x="175041" y="1430742"/>
                  </a:lnTo>
                  <a:lnTo>
                    <a:pt x="174380" y="1430742"/>
                  </a:lnTo>
                  <a:lnTo>
                    <a:pt x="173719" y="1430742"/>
                  </a:lnTo>
                  <a:lnTo>
                    <a:pt x="173059" y="1430742"/>
                  </a:lnTo>
                  <a:lnTo>
                    <a:pt x="172398" y="1430742"/>
                  </a:lnTo>
                  <a:lnTo>
                    <a:pt x="171738" y="1430742"/>
                  </a:lnTo>
                  <a:lnTo>
                    <a:pt x="171077" y="1430742"/>
                  </a:lnTo>
                  <a:lnTo>
                    <a:pt x="170417" y="1430742"/>
                  </a:lnTo>
                  <a:lnTo>
                    <a:pt x="169756" y="1430742"/>
                  </a:lnTo>
                  <a:lnTo>
                    <a:pt x="169096" y="1430742"/>
                  </a:lnTo>
                  <a:lnTo>
                    <a:pt x="168435" y="1430742"/>
                  </a:lnTo>
                  <a:lnTo>
                    <a:pt x="167775" y="1430742"/>
                  </a:lnTo>
                  <a:lnTo>
                    <a:pt x="167114" y="1430742"/>
                  </a:lnTo>
                  <a:lnTo>
                    <a:pt x="166454" y="1430742"/>
                  </a:lnTo>
                  <a:lnTo>
                    <a:pt x="165793" y="1430742"/>
                  </a:lnTo>
                  <a:lnTo>
                    <a:pt x="165133" y="1430742"/>
                  </a:lnTo>
                  <a:lnTo>
                    <a:pt x="164472" y="1430742"/>
                  </a:lnTo>
                  <a:lnTo>
                    <a:pt x="163811" y="1430742"/>
                  </a:lnTo>
                  <a:lnTo>
                    <a:pt x="163151" y="1430742"/>
                  </a:lnTo>
                  <a:lnTo>
                    <a:pt x="162490" y="1430742"/>
                  </a:lnTo>
                  <a:lnTo>
                    <a:pt x="161830" y="1430742"/>
                  </a:lnTo>
                  <a:lnTo>
                    <a:pt x="161169" y="1430742"/>
                  </a:lnTo>
                  <a:lnTo>
                    <a:pt x="160509" y="1430742"/>
                  </a:lnTo>
                  <a:lnTo>
                    <a:pt x="159848" y="1430742"/>
                  </a:lnTo>
                  <a:lnTo>
                    <a:pt x="159188" y="1430742"/>
                  </a:lnTo>
                  <a:lnTo>
                    <a:pt x="158527" y="1430742"/>
                  </a:lnTo>
                  <a:lnTo>
                    <a:pt x="157867" y="1430742"/>
                  </a:lnTo>
                  <a:lnTo>
                    <a:pt x="157206" y="1430742"/>
                  </a:lnTo>
                  <a:lnTo>
                    <a:pt x="156546" y="1430742"/>
                  </a:lnTo>
                  <a:lnTo>
                    <a:pt x="155885" y="1430742"/>
                  </a:lnTo>
                  <a:lnTo>
                    <a:pt x="155225" y="1430742"/>
                  </a:lnTo>
                  <a:lnTo>
                    <a:pt x="154564" y="1430742"/>
                  </a:lnTo>
                  <a:lnTo>
                    <a:pt x="153903" y="1430742"/>
                  </a:lnTo>
                  <a:lnTo>
                    <a:pt x="153243" y="1430742"/>
                  </a:lnTo>
                  <a:lnTo>
                    <a:pt x="152582" y="1430742"/>
                  </a:lnTo>
                  <a:lnTo>
                    <a:pt x="151922" y="1430742"/>
                  </a:lnTo>
                  <a:lnTo>
                    <a:pt x="151261" y="1430742"/>
                  </a:lnTo>
                  <a:lnTo>
                    <a:pt x="150601" y="1430742"/>
                  </a:lnTo>
                  <a:lnTo>
                    <a:pt x="149940" y="1430742"/>
                  </a:lnTo>
                  <a:lnTo>
                    <a:pt x="149280" y="1430742"/>
                  </a:lnTo>
                  <a:lnTo>
                    <a:pt x="148619" y="1430742"/>
                  </a:lnTo>
                  <a:lnTo>
                    <a:pt x="147959" y="1430742"/>
                  </a:lnTo>
                  <a:lnTo>
                    <a:pt x="147298" y="1430742"/>
                  </a:lnTo>
                  <a:lnTo>
                    <a:pt x="146638" y="1430742"/>
                  </a:lnTo>
                  <a:lnTo>
                    <a:pt x="145977" y="1430742"/>
                  </a:lnTo>
                  <a:lnTo>
                    <a:pt x="145317" y="1430742"/>
                  </a:lnTo>
                  <a:lnTo>
                    <a:pt x="144656" y="1430742"/>
                  </a:lnTo>
                  <a:lnTo>
                    <a:pt x="143995" y="1430742"/>
                  </a:lnTo>
                  <a:lnTo>
                    <a:pt x="143335" y="1430742"/>
                  </a:lnTo>
                  <a:lnTo>
                    <a:pt x="142674" y="1430742"/>
                  </a:lnTo>
                  <a:lnTo>
                    <a:pt x="142014" y="1430742"/>
                  </a:lnTo>
                  <a:lnTo>
                    <a:pt x="141353" y="1430742"/>
                  </a:lnTo>
                  <a:lnTo>
                    <a:pt x="140693" y="1430742"/>
                  </a:lnTo>
                  <a:lnTo>
                    <a:pt x="140032" y="1430742"/>
                  </a:lnTo>
                  <a:lnTo>
                    <a:pt x="139372" y="1430742"/>
                  </a:lnTo>
                  <a:lnTo>
                    <a:pt x="138711" y="1430742"/>
                  </a:lnTo>
                  <a:lnTo>
                    <a:pt x="138051" y="1430742"/>
                  </a:lnTo>
                  <a:lnTo>
                    <a:pt x="137390" y="1430742"/>
                  </a:lnTo>
                  <a:lnTo>
                    <a:pt x="136730" y="1430742"/>
                  </a:lnTo>
                  <a:lnTo>
                    <a:pt x="136069" y="1430742"/>
                  </a:lnTo>
                  <a:lnTo>
                    <a:pt x="135409" y="1430742"/>
                  </a:lnTo>
                  <a:lnTo>
                    <a:pt x="134748" y="1430742"/>
                  </a:lnTo>
                  <a:lnTo>
                    <a:pt x="134088" y="1430742"/>
                  </a:lnTo>
                  <a:lnTo>
                    <a:pt x="133427" y="1430742"/>
                  </a:lnTo>
                  <a:lnTo>
                    <a:pt x="132766" y="1430742"/>
                  </a:lnTo>
                  <a:lnTo>
                    <a:pt x="132106" y="1430742"/>
                  </a:lnTo>
                  <a:lnTo>
                    <a:pt x="131445" y="1430742"/>
                  </a:lnTo>
                  <a:lnTo>
                    <a:pt x="130785" y="1430742"/>
                  </a:lnTo>
                  <a:lnTo>
                    <a:pt x="130124" y="1430742"/>
                  </a:lnTo>
                  <a:lnTo>
                    <a:pt x="129464" y="1430742"/>
                  </a:lnTo>
                  <a:lnTo>
                    <a:pt x="128803" y="1430742"/>
                  </a:lnTo>
                  <a:lnTo>
                    <a:pt x="128143" y="1430742"/>
                  </a:lnTo>
                  <a:lnTo>
                    <a:pt x="127482" y="1430742"/>
                  </a:lnTo>
                  <a:lnTo>
                    <a:pt x="126822" y="1430742"/>
                  </a:lnTo>
                  <a:lnTo>
                    <a:pt x="126161" y="1430742"/>
                  </a:lnTo>
                  <a:lnTo>
                    <a:pt x="125501" y="1430742"/>
                  </a:lnTo>
                  <a:lnTo>
                    <a:pt x="124840" y="1430742"/>
                  </a:lnTo>
                  <a:lnTo>
                    <a:pt x="124180" y="1430742"/>
                  </a:lnTo>
                  <a:lnTo>
                    <a:pt x="123519" y="1430742"/>
                  </a:lnTo>
                  <a:lnTo>
                    <a:pt x="122858" y="1430742"/>
                  </a:lnTo>
                  <a:lnTo>
                    <a:pt x="122198" y="1430742"/>
                  </a:lnTo>
                  <a:lnTo>
                    <a:pt x="121537" y="1430742"/>
                  </a:lnTo>
                  <a:lnTo>
                    <a:pt x="120877" y="1430742"/>
                  </a:lnTo>
                  <a:lnTo>
                    <a:pt x="120216" y="1430742"/>
                  </a:lnTo>
                  <a:lnTo>
                    <a:pt x="119556" y="1430742"/>
                  </a:lnTo>
                  <a:lnTo>
                    <a:pt x="118895" y="1430742"/>
                  </a:lnTo>
                  <a:lnTo>
                    <a:pt x="118235" y="1430742"/>
                  </a:lnTo>
                  <a:lnTo>
                    <a:pt x="117574" y="1430742"/>
                  </a:lnTo>
                  <a:lnTo>
                    <a:pt x="116914" y="1430742"/>
                  </a:lnTo>
                  <a:lnTo>
                    <a:pt x="116253" y="1430742"/>
                  </a:lnTo>
                  <a:lnTo>
                    <a:pt x="115593" y="1430742"/>
                  </a:lnTo>
                  <a:lnTo>
                    <a:pt x="114932" y="1430742"/>
                  </a:lnTo>
                  <a:lnTo>
                    <a:pt x="114272" y="1430742"/>
                  </a:lnTo>
                  <a:lnTo>
                    <a:pt x="113611" y="1430742"/>
                  </a:lnTo>
                  <a:lnTo>
                    <a:pt x="112950" y="1430742"/>
                  </a:lnTo>
                  <a:lnTo>
                    <a:pt x="112290" y="1430742"/>
                  </a:lnTo>
                  <a:lnTo>
                    <a:pt x="111629" y="1430742"/>
                  </a:lnTo>
                  <a:lnTo>
                    <a:pt x="110969" y="1430742"/>
                  </a:lnTo>
                  <a:lnTo>
                    <a:pt x="110308" y="1430742"/>
                  </a:lnTo>
                  <a:lnTo>
                    <a:pt x="109648" y="1430742"/>
                  </a:lnTo>
                  <a:lnTo>
                    <a:pt x="108987" y="1430742"/>
                  </a:lnTo>
                  <a:lnTo>
                    <a:pt x="108327" y="1430742"/>
                  </a:lnTo>
                  <a:lnTo>
                    <a:pt x="107666" y="1430742"/>
                  </a:lnTo>
                  <a:lnTo>
                    <a:pt x="107006" y="1430742"/>
                  </a:lnTo>
                  <a:lnTo>
                    <a:pt x="106345" y="1430742"/>
                  </a:lnTo>
                  <a:lnTo>
                    <a:pt x="105685" y="1430742"/>
                  </a:lnTo>
                  <a:lnTo>
                    <a:pt x="105024" y="1430742"/>
                  </a:lnTo>
                  <a:lnTo>
                    <a:pt x="104364" y="1430742"/>
                  </a:lnTo>
                  <a:lnTo>
                    <a:pt x="103703" y="1430742"/>
                  </a:lnTo>
                  <a:lnTo>
                    <a:pt x="103043" y="1430742"/>
                  </a:lnTo>
                  <a:lnTo>
                    <a:pt x="102382" y="1430742"/>
                  </a:lnTo>
                  <a:lnTo>
                    <a:pt x="101721" y="1430742"/>
                  </a:lnTo>
                  <a:lnTo>
                    <a:pt x="101061" y="1430742"/>
                  </a:lnTo>
                  <a:lnTo>
                    <a:pt x="100400" y="1430742"/>
                  </a:lnTo>
                  <a:lnTo>
                    <a:pt x="99740" y="1430742"/>
                  </a:lnTo>
                  <a:lnTo>
                    <a:pt x="99079" y="1430742"/>
                  </a:lnTo>
                  <a:lnTo>
                    <a:pt x="98419" y="1430742"/>
                  </a:lnTo>
                  <a:lnTo>
                    <a:pt x="97758" y="1430742"/>
                  </a:lnTo>
                  <a:lnTo>
                    <a:pt x="97098" y="1430742"/>
                  </a:lnTo>
                  <a:lnTo>
                    <a:pt x="96437" y="1430742"/>
                  </a:lnTo>
                  <a:lnTo>
                    <a:pt x="95777" y="1430742"/>
                  </a:lnTo>
                  <a:lnTo>
                    <a:pt x="95116" y="1430742"/>
                  </a:lnTo>
                  <a:lnTo>
                    <a:pt x="94456" y="1430742"/>
                  </a:lnTo>
                  <a:lnTo>
                    <a:pt x="93795" y="1430742"/>
                  </a:lnTo>
                  <a:lnTo>
                    <a:pt x="93135" y="1430742"/>
                  </a:lnTo>
                  <a:lnTo>
                    <a:pt x="92474" y="1430742"/>
                  </a:lnTo>
                  <a:lnTo>
                    <a:pt x="91813" y="1430742"/>
                  </a:lnTo>
                  <a:lnTo>
                    <a:pt x="91153" y="1430742"/>
                  </a:lnTo>
                  <a:lnTo>
                    <a:pt x="90492" y="1430742"/>
                  </a:lnTo>
                  <a:lnTo>
                    <a:pt x="89832" y="1430742"/>
                  </a:lnTo>
                  <a:lnTo>
                    <a:pt x="89171" y="1430742"/>
                  </a:lnTo>
                  <a:lnTo>
                    <a:pt x="88511" y="1430742"/>
                  </a:lnTo>
                  <a:lnTo>
                    <a:pt x="87850" y="1430742"/>
                  </a:lnTo>
                  <a:lnTo>
                    <a:pt x="87190" y="1430742"/>
                  </a:lnTo>
                  <a:lnTo>
                    <a:pt x="86529" y="1430742"/>
                  </a:lnTo>
                  <a:lnTo>
                    <a:pt x="85869" y="1430742"/>
                  </a:lnTo>
                  <a:lnTo>
                    <a:pt x="85208" y="1430742"/>
                  </a:lnTo>
                  <a:lnTo>
                    <a:pt x="84548" y="1430742"/>
                  </a:lnTo>
                  <a:lnTo>
                    <a:pt x="83887" y="1430742"/>
                  </a:lnTo>
                  <a:lnTo>
                    <a:pt x="83227" y="1430742"/>
                  </a:lnTo>
                  <a:lnTo>
                    <a:pt x="82566" y="1430742"/>
                  </a:lnTo>
                  <a:lnTo>
                    <a:pt x="81905" y="1430742"/>
                  </a:lnTo>
                  <a:lnTo>
                    <a:pt x="81245" y="1430742"/>
                  </a:lnTo>
                  <a:lnTo>
                    <a:pt x="80584" y="1430742"/>
                  </a:lnTo>
                  <a:lnTo>
                    <a:pt x="79924" y="1430742"/>
                  </a:lnTo>
                  <a:lnTo>
                    <a:pt x="79263" y="1430742"/>
                  </a:lnTo>
                  <a:lnTo>
                    <a:pt x="78603" y="1430742"/>
                  </a:lnTo>
                  <a:lnTo>
                    <a:pt x="77942" y="1430742"/>
                  </a:lnTo>
                  <a:lnTo>
                    <a:pt x="77282" y="1430742"/>
                  </a:lnTo>
                  <a:lnTo>
                    <a:pt x="76621" y="1430742"/>
                  </a:lnTo>
                  <a:lnTo>
                    <a:pt x="75961" y="1430742"/>
                  </a:lnTo>
                  <a:lnTo>
                    <a:pt x="75300" y="1430742"/>
                  </a:lnTo>
                  <a:lnTo>
                    <a:pt x="74640" y="1430742"/>
                  </a:lnTo>
                  <a:lnTo>
                    <a:pt x="73979" y="1430742"/>
                  </a:lnTo>
                  <a:lnTo>
                    <a:pt x="73319" y="1430742"/>
                  </a:lnTo>
                  <a:lnTo>
                    <a:pt x="72658" y="1430742"/>
                  </a:lnTo>
                  <a:lnTo>
                    <a:pt x="71997" y="1430742"/>
                  </a:lnTo>
                  <a:lnTo>
                    <a:pt x="71337" y="1430742"/>
                  </a:lnTo>
                  <a:lnTo>
                    <a:pt x="70676" y="1430742"/>
                  </a:lnTo>
                  <a:lnTo>
                    <a:pt x="70016" y="1430742"/>
                  </a:lnTo>
                  <a:lnTo>
                    <a:pt x="69355" y="1430742"/>
                  </a:lnTo>
                  <a:lnTo>
                    <a:pt x="68695" y="1430742"/>
                  </a:lnTo>
                  <a:lnTo>
                    <a:pt x="68034" y="1430742"/>
                  </a:lnTo>
                  <a:lnTo>
                    <a:pt x="67374" y="1430742"/>
                  </a:lnTo>
                  <a:lnTo>
                    <a:pt x="66713" y="1430742"/>
                  </a:lnTo>
                  <a:lnTo>
                    <a:pt x="66053" y="1430742"/>
                  </a:lnTo>
                  <a:lnTo>
                    <a:pt x="65392" y="1430742"/>
                  </a:lnTo>
                  <a:lnTo>
                    <a:pt x="64732" y="1430742"/>
                  </a:lnTo>
                  <a:lnTo>
                    <a:pt x="64071" y="1430742"/>
                  </a:lnTo>
                  <a:lnTo>
                    <a:pt x="63411" y="1430742"/>
                  </a:lnTo>
                  <a:lnTo>
                    <a:pt x="62750" y="1430742"/>
                  </a:lnTo>
                  <a:lnTo>
                    <a:pt x="62090" y="1430742"/>
                  </a:lnTo>
                  <a:lnTo>
                    <a:pt x="61429" y="1430742"/>
                  </a:lnTo>
                  <a:lnTo>
                    <a:pt x="60768" y="1430742"/>
                  </a:lnTo>
                  <a:lnTo>
                    <a:pt x="60108" y="1430742"/>
                  </a:lnTo>
                  <a:lnTo>
                    <a:pt x="59447" y="1430742"/>
                  </a:lnTo>
                  <a:lnTo>
                    <a:pt x="58787" y="1430742"/>
                  </a:lnTo>
                  <a:lnTo>
                    <a:pt x="58126" y="1430742"/>
                  </a:lnTo>
                  <a:lnTo>
                    <a:pt x="57466" y="1430742"/>
                  </a:lnTo>
                  <a:lnTo>
                    <a:pt x="56805" y="1430742"/>
                  </a:lnTo>
                  <a:lnTo>
                    <a:pt x="56145" y="1430742"/>
                  </a:lnTo>
                  <a:lnTo>
                    <a:pt x="55484" y="1430742"/>
                  </a:lnTo>
                  <a:lnTo>
                    <a:pt x="54824" y="1430742"/>
                  </a:lnTo>
                  <a:lnTo>
                    <a:pt x="54163" y="1430742"/>
                  </a:lnTo>
                  <a:lnTo>
                    <a:pt x="53503" y="1430742"/>
                  </a:lnTo>
                  <a:lnTo>
                    <a:pt x="52842" y="1430742"/>
                  </a:lnTo>
                  <a:lnTo>
                    <a:pt x="52182" y="1430742"/>
                  </a:lnTo>
                  <a:lnTo>
                    <a:pt x="51521" y="1430742"/>
                  </a:lnTo>
                  <a:lnTo>
                    <a:pt x="50860" y="1430742"/>
                  </a:lnTo>
                  <a:lnTo>
                    <a:pt x="50200" y="1430742"/>
                  </a:lnTo>
                  <a:lnTo>
                    <a:pt x="49539" y="1430742"/>
                  </a:lnTo>
                  <a:lnTo>
                    <a:pt x="48879" y="1430742"/>
                  </a:lnTo>
                  <a:lnTo>
                    <a:pt x="48218" y="1430742"/>
                  </a:lnTo>
                  <a:lnTo>
                    <a:pt x="47558" y="1430742"/>
                  </a:lnTo>
                  <a:lnTo>
                    <a:pt x="46897" y="1430742"/>
                  </a:lnTo>
                  <a:lnTo>
                    <a:pt x="46237" y="1430742"/>
                  </a:lnTo>
                  <a:lnTo>
                    <a:pt x="45576" y="1430742"/>
                  </a:lnTo>
                  <a:lnTo>
                    <a:pt x="44916" y="1430742"/>
                  </a:lnTo>
                  <a:lnTo>
                    <a:pt x="44255" y="1430742"/>
                  </a:lnTo>
                  <a:lnTo>
                    <a:pt x="43595" y="1430742"/>
                  </a:lnTo>
                  <a:lnTo>
                    <a:pt x="42934" y="1430742"/>
                  </a:lnTo>
                  <a:lnTo>
                    <a:pt x="42274" y="1430742"/>
                  </a:lnTo>
                  <a:lnTo>
                    <a:pt x="41613" y="1430742"/>
                  </a:lnTo>
                  <a:lnTo>
                    <a:pt x="40952" y="1430742"/>
                  </a:lnTo>
                  <a:lnTo>
                    <a:pt x="40292" y="1430742"/>
                  </a:lnTo>
                  <a:lnTo>
                    <a:pt x="39631" y="1430742"/>
                  </a:lnTo>
                  <a:lnTo>
                    <a:pt x="38971" y="1430742"/>
                  </a:lnTo>
                  <a:lnTo>
                    <a:pt x="38310" y="1430742"/>
                  </a:lnTo>
                  <a:lnTo>
                    <a:pt x="37650" y="1430742"/>
                  </a:lnTo>
                  <a:lnTo>
                    <a:pt x="36989" y="1430742"/>
                  </a:lnTo>
                  <a:lnTo>
                    <a:pt x="36329" y="1430742"/>
                  </a:lnTo>
                  <a:lnTo>
                    <a:pt x="35668" y="1430742"/>
                  </a:lnTo>
                  <a:lnTo>
                    <a:pt x="35008" y="1430742"/>
                  </a:lnTo>
                  <a:lnTo>
                    <a:pt x="34347" y="1430742"/>
                  </a:lnTo>
                  <a:lnTo>
                    <a:pt x="33687" y="1430742"/>
                  </a:lnTo>
                  <a:lnTo>
                    <a:pt x="33026" y="1430742"/>
                  </a:lnTo>
                  <a:lnTo>
                    <a:pt x="32366" y="1430742"/>
                  </a:lnTo>
                  <a:lnTo>
                    <a:pt x="31705" y="1430742"/>
                  </a:lnTo>
                  <a:lnTo>
                    <a:pt x="31045" y="1430742"/>
                  </a:lnTo>
                  <a:lnTo>
                    <a:pt x="30384" y="1430742"/>
                  </a:lnTo>
                  <a:lnTo>
                    <a:pt x="29723" y="1430742"/>
                  </a:lnTo>
                  <a:lnTo>
                    <a:pt x="29063" y="1430742"/>
                  </a:lnTo>
                  <a:lnTo>
                    <a:pt x="28402" y="1430742"/>
                  </a:lnTo>
                  <a:lnTo>
                    <a:pt x="27742" y="1430742"/>
                  </a:lnTo>
                  <a:lnTo>
                    <a:pt x="27081" y="1430742"/>
                  </a:lnTo>
                  <a:lnTo>
                    <a:pt x="26421" y="1430742"/>
                  </a:lnTo>
                  <a:lnTo>
                    <a:pt x="25760" y="1430742"/>
                  </a:lnTo>
                  <a:lnTo>
                    <a:pt x="25100" y="1430742"/>
                  </a:lnTo>
                  <a:lnTo>
                    <a:pt x="24439" y="1430742"/>
                  </a:lnTo>
                  <a:lnTo>
                    <a:pt x="23779" y="1430742"/>
                  </a:lnTo>
                  <a:lnTo>
                    <a:pt x="23118" y="1430742"/>
                  </a:lnTo>
                  <a:lnTo>
                    <a:pt x="22458" y="1430742"/>
                  </a:lnTo>
                  <a:lnTo>
                    <a:pt x="21797" y="1430742"/>
                  </a:lnTo>
                  <a:lnTo>
                    <a:pt x="21137" y="1430742"/>
                  </a:lnTo>
                  <a:lnTo>
                    <a:pt x="20476" y="1430742"/>
                  </a:lnTo>
                  <a:lnTo>
                    <a:pt x="19815" y="1430742"/>
                  </a:lnTo>
                  <a:lnTo>
                    <a:pt x="19155" y="1430742"/>
                  </a:lnTo>
                  <a:lnTo>
                    <a:pt x="18494" y="1430742"/>
                  </a:lnTo>
                  <a:lnTo>
                    <a:pt x="17834" y="1430742"/>
                  </a:lnTo>
                  <a:lnTo>
                    <a:pt x="17173" y="1430742"/>
                  </a:lnTo>
                  <a:lnTo>
                    <a:pt x="16513" y="1430742"/>
                  </a:lnTo>
                  <a:lnTo>
                    <a:pt x="15852" y="1430742"/>
                  </a:lnTo>
                  <a:lnTo>
                    <a:pt x="15192" y="1430742"/>
                  </a:lnTo>
                  <a:lnTo>
                    <a:pt x="14531" y="1430742"/>
                  </a:lnTo>
                  <a:lnTo>
                    <a:pt x="13871" y="1430742"/>
                  </a:lnTo>
                  <a:lnTo>
                    <a:pt x="13210" y="1430742"/>
                  </a:lnTo>
                  <a:lnTo>
                    <a:pt x="12550" y="1430742"/>
                  </a:lnTo>
                  <a:lnTo>
                    <a:pt x="11889" y="1430742"/>
                  </a:lnTo>
                  <a:lnTo>
                    <a:pt x="11229" y="1430742"/>
                  </a:lnTo>
                  <a:lnTo>
                    <a:pt x="10568" y="1430742"/>
                  </a:lnTo>
                  <a:lnTo>
                    <a:pt x="9907" y="1430742"/>
                  </a:lnTo>
                  <a:lnTo>
                    <a:pt x="9247" y="1430742"/>
                  </a:lnTo>
                  <a:lnTo>
                    <a:pt x="8586" y="1430742"/>
                  </a:lnTo>
                  <a:lnTo>
                    <a:pt x="7926" y="1430742"/>
                  </a:lnTo>
                  <a:lnTo>
                    <a:pt x="7265" y="1430742"/>
                  </a:lnTo>
                  <a:lnTo>
                    <a:pt x="6605" y="1430742"/>
                  </a:lnTo>
                  <a:lnTo>
                    <a:pt x="5944" y="1430742"/>
                  </a:lnTo>
                  <a:lnTo>
                    <a:pt x="5284" y="1430742"/>
                  </a:lnTo>
                  <a:lnTo>
                    <a:pt x="4623" y="1430742"/>
                  </a:lnTo>
                  <a:lnTo>
                    <a:pt x="3963" y="1430742"/>
                  </a:lnTo>
                  <a:lnTo>
                    <a:pt x="3302" y="1430742"/>
                  </a:lnTo>
                  <a:lnTo>
                    <a:pt x="2642" y="1430742"/>
                  </a:lnTo>
                  <a:lnTo>
                    <a:pt x="1981" y="1430742"/>
                  </a:lnTo>
                  <a:lnTo>
                    <a:pt x="1321" y="1430742"/>
                  </a:lnTo>
                  <a:lnTo>
                    <a:pt x="660" y="1430742"/>
                  </a:lnTo>
                  <a:lnTo>
                    <a:pt x="0" y="1430742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1005839" y="2869746"/>
              <a:ext cx="7132319" cy="0"/>
            </a:xfrm>
            <a:custGeom>
              <a:avLst/>
              <a:pathLst>
                <a:path w="7132319" h="0">
                  <a:moveTo>
                    <a:pt x="0" y="0"/>
                  </a:moveTo>
                  <a:lnTo>
                    <a:pt x="7132319" y="0"/>
                  </a:lnTo>
                  <a:lnTo>
                    <a:pt x="713231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572000" y="1965960"/>
              <a:ext cx="0" cy="1545202"/>
            </a:xfrm>
            <a:custGeom>
              <a:avLst/>
              <a:pathLst>
                <a:path w="0" h="1545202">
                  <a:moveTo>
                    <a:pt x="0" y="1545202"/>
                  </a:moveTo>
                  <a:lnTo>
                    <a:pt x="0" y="0"/>
                  </a:lnTo>
                </a:path>
              </a:pathLst>
            </a:custGeom>
            <a:ln w="190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1270000" y="4433121"/>
              <a:ext cx="6604000" cy="718692"/>
            </a:xfrm>
            <a:custGeom>
              <a:avLst/>
              <a:pathLst>
                <a:path w="6604000" h="718692">
                  <a:moveTo>
                    <a:pt x="0" y="630268"/>
                  </a:moveTo>
                  <a:lnTo>
                    <a:pt x="660" y="631488"/>
                  </a:lnTo>
                  <a:lnTo>
                    <a:pt x="1321" y="632803"/>
                  </a:lnTo>
                  <a:lnTo>
                    <a:pt x="1981" y="631016"/>
                  </a:lnTo>
                  <a:lnTo>
                    <a:pt x="2642" y="635397"/>
                  </a:lnTo>
                  <a:lnTo>
                    <a:pt x="3302" y="653184"/>
                  </a:lnTo>
                  <a:lnTo>
                    <a:pt x="3963" y="624096"/>
                  </a:lnTo>
                  <a:lnTo>
                    <a:pt x="4623" y="608631"/>
                  </a:lnTo>
                  <a:lnTo>
                    <a:pt x="5284" y="589950"/>
                  </a:lnTo>
                  <a:lnTo>
                    <a:pt x="5944" y="600143"/>
                  </a:lnTo>
                  <a:lnTo>
                    <a:pt x="6605" y="622754"/>
                  </a:lnTo>
                  <a:lnTo>
                    <a:pt x="7265" y="640281"/>
                  </a:lnTo>
                  <a:lnTo>
                    <a:pt x="7926" y="630637"/>
                  </a:lnTo>
                  <a:lnTo>
                    <a:pt x="8586" y="597125"/>
                  </a:lnTo>
                  <a:lnTo>
                    <a:pt x="9247" y="591819"/>
                  </a:lnTo>
                  <a:lnTo>
                    <a:pt x="9907" y="577176"/>
                  </a:lnTo>
                  <a:lnTo>
                    <a:pt x="10568" y="576840"/>
                  </a:lnTo>
                  <a:lnTo>
                    <a:pt x="11229" y="586789"/>
                  </a:lnTo>
                  <a:lnTo>
                    <a:pt x="11889" y="589772"/>
                  </a:lnTo>
                  <a:lnTo>
                    <a:pt x="12550" y="608940"/>
                  </a:lnTo>
                  <a:lnTo>
                    <a:pt x="13210" y="620565"/>
                  </a:lnTo>
                  <a:lnTo>
                    <a:pt x="13871" y="588838"/>
                  </a:lnTo>
                  <a:lnTo>
                    <a:pt x="14531" y="548332"/>
                  </a:lnTo>
                  <a:lnTo>
                    <a:pt x="15192" y="549179"/>
                  </a:lnTo>
                  <a:lnTo>
                    <a:pt x="15852" y="542044"/>
                  </a:lnTo>
                  <a:lnTo>
                    <a:pt x="16513" y="512541"/>
                  </a:lnTo>
                  <a:lnTo>
                    <a:pt x="17173" y="500867"/>
                  </a:lnTo>
                  <a:lnTo>
                    <a:pt x="17834" y="484903"/>
                  </a:lnTo>
                  <a:lnTo>
                    <a:pt x="18494" y="460981"/>
                  </a:lnTo>
                  <a:lnTo>
                    <a:pt x="19155" y="438289"/>
                  </a:lnTo>
                  <a:lnTo>
                    <a:pt x="19815" y="432753"/>
                  </a:lnTo>
                  <a:lnTo>
                    <a:pt x="20476" y="431781"/>
                  </a:lnTo>
                  <a:lnTo>
                    <a:pt x="21137" y="431674"/>
                  </a:lnTo>
                  <a:lnTo>
                    <a:pt x="21797" y="431674"/>
                  </a:lnTo>
                  <a:lnTo>
                    <a:pt x="22458" y="439937"/>
                  </a:lnTo>
                  <a:lnTo>
                    <a:pt x="23118" y="536195"/>
                  </a:lnTo>
                  <a:lnTo>
                    <a:pt x="23779" y="598512"/>
                  </a:lnTo>
                  <a:lnTo>
                    <a:pt x="24439" y="613226"/>
                  </a:lnTo>
                  <a:lnTo>
                    <a:pt x="25100" y="581364"/>
                  </a:lnTo>
                  <a:lnTo>
                    <a:pt x="25760" y="586664"/>
                  </a:lnTo>
                  <a:lnTo>
                    <a:pt x="26421" y="632641"/>
                  </a:lnTo>
                  <a:lnTo>
                    <a:pt x="27081" y="633698"/>
                  </a:lnTo>
                  <a:lnTo>
                    <a:pt x="27742" y="614312"/>
                  </a:lnTo>
                  <a:lnTo>
                    <a:pt x="28402" y="604004"/>
                  </a:lnTo>
                  <a:lnTo>
                    <a:pt x="29063" y="619359"/>
                  </a:lnTo>
                  <a:lnTo>
                    <a:pt x="29723" y="608890"/>
                  </a:lnTo>
                  <a:lnTo>
                    <a:pt x="30384" y="623566"/>
                  </a:lnTo>
                  <a:lnTo>
                    <a:pt x="31045" y="610020"/>
                  </a:lnTo>
                  <a:lnTo>
                    <a:pt x="31705" y="601001"/>
                  </a:lnTo>
                  <a:lnTo>
                    <a:pt x="32366" y="587126"/>
                  </a:lnTo>
                  <a:lnTo>
                    <a:pt x="33026" y="587375"/>
                  </a:lnTo>
                  <a:lnTo>
                    <a:pt x="33687" y="605983"/>
                  </a:lnTo>
                  <a:lnTo>
                    <a:pt x="34347" y="605983"/>
                  </a:lnTo>
                  <a:lnTo>
                    <a:pt x="35008" y="579252"/>
                  </a:lnTo>
                  <a:lnTo>
                    <a:pt x="35668" y="570461"/>
                  </a:lnTo>
                  <a:lnTo>
                    <a:pt x="36329" y="574755"/>
                  </a:lnTo>
                  <a:lnTo>
                    <a:pt x="36989" y="582514"/>
                  </a:lnTo>
                  <a:lnTo>
                    <a:pt x="37650" y="541292"/>
                  </a:lnTo>
                  <a:lnTo>
                    <a:pt x="38310" y="492160"/>
                  </a:lnTo>
                  <a:lnTo>
                    <a:pt x="38971" y="452719"/>
                  </a:lnTo>
                  <a:lnTo>
                    <a:pt x="39631" y="452719"/>
                  </a:lnTo>
                  <a:lnTo>
                    <a:pt x="40292" y="482249"/>
                  </a:lnTo>
                  <a:lnTo>
                    <a:pt x="40952" y="513921"/>
                  </a:lnTo>
                  <a:lnTo>
                    <a:pt x="41613" y="527306"/>
                  </a:lnTo>
                  <a:lnTo>
                    <a:pt x="42274" y="489022"/>
                  </a:lnTo>
                  <a:lnTo>
                    <a:pt x="42934" y="517857"/>
                  </a:lnTo>
                  <a:lnTo>
                    <a:pt x="43595" y="539258"/>
                  </a:lnTo>
                  <a:lnTo>
                    <a:pt x="44255" y="580657"/>
                  </a:lnTo>
                  <a:lnTo>
                    <a:pt x="44916" y="579566"/>
                  </a:lnTo>
                  <a:lnTo>
                    <a:pt x="45576" y="604026"/>
                  </a:lnTo>
                  <a:lnTo>
                    <a:pt x="46237" y="623691"/>
                  </a:lnTo>
                  <a:lnTo>
                    <a:pt x="46897" y="612163"/>
                  </a:lnTo>
                  <a:lnTo>
                    <a:pt x="47558" y="614219"/>
                  </a:lnTo>
                  <a:lnTo>
                    <a:pt x="48218" y="632494"/>
                  </a:lnTo>
                  <a:lnTo>
                    <a:pt x="48879" y="635690"/>
                  </a:lnTo>
                  <a:lnTo>
                    <a:pt x="49539" y="622924"/>
                  </a:lnTo>
                  <a:lnTo>
                    <a:pt x="50200" y="628773"/>
                  </a:lnTo>
                  <a:lnTo>
                    <a:pt x="50860" y="617875"/>
                  </a:lnTo>
                  <a:lnTo>
                    <a:pt x="51521" y="635061"/>
                  </a:lnTo>
                  <a:lnTo>
                    <a:pt x="52182" y="652769"/>
                  </a:lnTo>
                  <a:lnTo>
                    <a:pt x="52842" y="646277"/>
                  </a:lnTo>
                  <a:lnTo>
                    <a:pt x="53503" y="622276"/>
                  </a:lnTo>
                  <a:lnTo>
                    <a:pt x="54163" y="629625"/>
                  </a:lnTo>
                  <a:lnTo>
                    <a:pt x="54824" y="627370"/>
                  </a:lnTo>
                  <a:lnTo>
                    <a:pt x="55484" y="649608"/>
                  </a:lnTo>
                  <a:lnTo>
                    <a:pt x="56145" y="623760"/>
                  </a:lnTo>
                  <a:lnTo>
                    <a:pt x="56805" y="622767"/>
                  </a:lnTo>
                  <a:lnTo>
                    <a:pt x="57466" y="635348"/>
                  </a:lnTo>
                  <a:lnTo>
                    <a:pt x="58126" y="651240"/>
                  </a:lnTo>
                  <a:lnTo>
                    <a:pt x="58787" y="626940"/>
                  </a:lnTo>
                  <a:lnTo>
                    <a:pt x="59447" y="625465"/>
                  </a:lnTo>
                  <a:lnTo>
                    <a:pt x="60108" y="628260"/>
                  </a:lnTo>
                  <a:lnTo>
                    <a:pt x="60768" y="632631"/>
                  </a:lnTo>
                  <a:lnTo>
                    <a:pt x="61429" y="633523"/>
                  </a:lnTo>
                  <a:lnTo>
                    <a:pt x="62090" y="623879"/>
                  </a:lnTo>
                  <a:lnTo>
                    <a:pt x="62750" y="616059"/>
                  </a:lnTo>
                  <a:lnTo>
                    <a:pt x="63411" y="610358"/>
                  </a:lnTo>
                  <a:lnTo>
                    <a:pt x="64071" y="610358"/>
                  </a:lnTo>
                  <a:lnTo>
                    <a:pt x="64732" y="619667"/>
                  </a:lnTo>
                  <a:lnTo>
                    <a:pt x="65392" y="624180"/>
                  </a:lnTo>
                  <a:lnTo>
                    <a:pt x="66053" y="623292"/>
                  </a:lnTo>
                  <a:lnTo>
                    <a:pt x="66713" y="633599"/>
                  </a:lnTo>
                  <a:lnTo>
                    <a:pt x="67374" y="629116"/>
                  </a:lnTo>
                  <a:lnTo>
                    <a:pt x="68034" y="621696"/>
                  </a:lnTo>
                  <a:lnTo>
                    <a:pt x="68695" y="632469"/>
                  </a:lnTo>
                  <a:lnTo>
                    <a:pt x="69355" y="645611"/>
                  </a:lnTo>
                  <a:lnTo>
                    <a:pt x="70016" y="631250"/>
                  </a:lnTo>
                  <a:lnTo>
                    <a:pt x="70676" y="656455"/>
                  </a:lnTo>
                  <a:lnTo>
                    <a:pt x="71337" y="656455"/>
                  </a:lnTo>
                  <a:lnTo>
                    <a:pt x="71997" y="655405"/>
                  </a:lnTo>
                  <a:lnTo>
                    <a:pt x="72658" y="626668"/>
                  </a:lnTo>
                  <a:lnTo>
                    <a:pt x="73319" y="637289"/>
                  </a:lnTo>
                  <a:lnTo>
                    <a:pt x="73979" y="594573"/>
                  </a:lnTo>
                  <a:lnTo>
                    <a:pt x="74640" y="577635"/>
                  </a:lnTo>
                  <a:lnTo>
                    <a:pt x="75300" y="579084"/>
                  </a:lnTo>
                  <a:lnTo>
                    <a:pt x="75961" y="599170"/>
                  </a:lnTo>
                  <a:lnTo>
                    <a:pt x="76621" y="588492"/>
                  </a:lnTo>
                  <a:lnTo>
                    <a:pt x="77282" y="576596"/>
                  </a:lnTo>
                  <a:lnTo>
                    <a:pt x="77942" y="545818"/>
                  </a:lnTo>
                  <a:lnTo>
                    <a:pt x="78603" y="552109"/>
                  </a:lnTo>
                  <a:lnTo>
                    <a:pt x="79263" y="571359"/>
                  </a:lnTo>
                  <a:lnTo>
                    <a:pt x="79924" y="558502"/>
                  </a:lnTo>
                  <a:lnTo>
                    <a:pt x="80584" y="433335"/>
                  </a:lnTo>
                  <a:lnTo>
                    <a:pt x="81245" y="442099"/>
                  </a:lnTo>
                  <a:lnTo>
                    <a:pt x="81905" y="481460"/>
                  </a:lnTo>
                  <a:lnTo>
                    <a:pt x="82566" y="459588"/>
                  </a:lnTo>
                  <a:lnTo>
                    <a:pt x="83227" y="453853"/>
                  </a:lnTo>
                  <a:lnTo>
                    <a:pt x="83887" y="436081"/>
                  </a:lnTo>
                  <a:lnTo>
                    <a:pt x="84548" y="414696"/>
                  </a:lnTo>
                  <a:lnTo>
                    <a:pt x="85208" y="408723"/>
                  </a:lnTo>
                  <a:lnTo>
                    <a:pt x="85869" y="394294"/>
                  </a:lnTo>
                  <a:lnTo>
                    <a:pt x="86529" y="390756"/>
                  </a:lnTo>
                  <a:lnTo>
                    <a:pt x="87190" y="393522"/>
                  </a:lnTo>
                  <a:lnTo>
                    <a:pt x="87850" y="444925"/>
                  </a:lnTo>
                  <a:lnTo>
                    <a:pt x="88511" y="437284"/>
                  </a:lnTo>
                  <a:lnTo>
                    <a:pt x="89171" y="381406"/>
                  </a:lnTo>
                  <a:lnTo>
                    <a:pt x="89832" y="389681"/>
                  </a:lnTo>
                  <a:lnTo>
                    <a:pt x="90492" y="354978"/>
                  </a:lnTo>
                  <a:lnTo>
                    <a:pt x="91153" y="351369"/>
                  </a:lnTo>
                  <a:lnTo>
                    <a:pt x="91813" y="350612"/>
                  </a:lnTo>
                  <a:lnTo>
                    <a:pt x="92474" y="347804"/>
                  </a:lnTo>
                  <a:lnTo>
                    <a:pt x="93135" y="356654"/>
                  </a:lnTo>
                  <a:lnTo>
                    <a:pt x="93795" y="356649"/>
                  </a:lnTo>
                  <a:lnTo>
                    <a:pt x="94456" y="356671"/>
                  </a:lnTo>
                  <a:lnTo>
                    <a:pt x="95116" y="338531"/>
                  </a:lnTo>
                  <a:lnTo>
                    <a:pt x="95777" y="347815"/>
                  </a:lnTo>
                  <a:lnTo>
                    <a:pt x="96437" y="353691"/>
                  </a:lnTo>
                  <a:lnTo>
                    <a:pt x="97098" y="396755"/>
                  </a:lnTo>
                  <a:lnTo>
                    <a:pt x="97758" y="401675"/>
                  </a:lnTo>
                  <a:lnTo>
                    <a:pt x="98419" y="374066"/>
                  </a:lnTo>
                  <a:lnTo>
                    <a:pt x="99079" y="424518"/>
                  </a:lnTo>
                  <a:lnTo>
                    <a:pt x="99740" y="426934"/>
                  </a:lnTo>
                  <a:lnTo>
                    <a:pt x="100400" y="471440"/>
                  </a:lnTo>
                  <a:lnTo>
                    <a:pt x="101061" y="461645"/>
                  </a:lnTo>
                  <a:lnTo>
                    <a:pt x="101721" y="513100"/>
                  </a:lnTo>
                  <a:lnTo>
                    <a:pt x="102382" y="525280"/>
                  </a:lnTo>
                  <a:lnTo>
                    <a:pt x="103043" y="479756"/>
                  </a:lnTo>
                  <a:lnTo>
                    <a:pt x="103703" y="475388"/>
                  </a:lnTo>
                  <a:lnTo>
                    <a:pt x="104364" y="495911"/>
                  </a:lnTo>
                  <a:lnTo>
                    <a:pt x="105024" y="517898"/>
                  </a:lnTo>
                  <a:lnTo>
                    <a:pt x="105685" y="536520"/>
                  </a:lnTo>
                  <a:lnTo>
                    <a:pt x="106345" y="547176"/>
                  </a:lnTo>
                  <a:lnTo>
                    <a:pt x="107006" y="569467"/>
                  </a:lnTo>
                  <a:lnTo>
                    <a:pt x="107666" y="613185"/>
                  </a:lnTo>
                  <a:lnTo>
                    <a:pt x="108327" y="612820"/>
                  </a:lnTo>
                  <a:lnTo>
                    <a:pt x="108987" y="562877"/>
                  </a:lnTo>
                  <a:lnTo>
                    <a:pt x="109648" y="541079"/>
                  </a:lnTo>
                  <a:lnTo>
                    <a:pt x="110308" y="515084"/>
                  </a:lnTo>
                  <a:lnTo>
                    <a:pt x="110969" y="534624"/>
                  </a:lnTo>
                  <a:lnTo>
                    <a:pt x="111629" y="554167"/>
                  </a:lnTo>
                  <a:lnTo>
                    <a:pt x="112290" y="507798"/>
                  </a:lnTo>
                  <a:lnTo>
                    <a:pt x="112950" y="530993"/>
                  </a:lnTo>
                  <a:lnTo>
                    <a:pt x="113611" y="543249"/>
                  </a:lnTo>
                  <a:lnTo>
                    <a:pt x="114272" y="514217"/>
                  </a:lnTo>
                  <a:lnTo>
                    <a:pt x="114932" y="523697"/>
                  </a:lnTo>
                  <a:lnTo>
                    <a:pt x="115593" y="506762"/>
                  </a:lnTo>
                  <a:lnTo>
                    <a:pt x="116253" y="514520"/>
                  </a:lnTo>
                  <a:lnTo>
                    <a:pt x="116914" y="542609"/>
                  </a:lnTo>
                  <a:lnTo>
                    <a:pt x="117574" y="557113"/>
                  </a:lnTo>
                  <a:lnTo>
                    <a:pt x="118235" y="518752"/>
                  </a:lnTo>
                  <a:lnTo>
                    <a:pt x="118895" y="497625"/>
                  </a:lnTo>
                  <a:lnTo>
                    <a:pt x="119556" y="502382"/>
                  </a:lnTo>
                  <a:lnTo>
                    <a:pt x="120216" y="491385"/>
                  </a:lnTo>
                  <a:lnTo>
                    <a:pt x="120877" y="477612"/>
                  </a:lnTo>
                  <a:lnTo>
                    <a:pt x="121537" y="471605"/>
                  </a:lnTo>
                  <a:lnTo>
                    <a:pt x="122198" y="443092"/>
                  </a:lnTo>
                  <a:lnTo>
                    <a:pt x="122858" y="437218"/>
                  </a:lnTo>
                  <a:lnTo>
                    <a:pt x="123519" y="396881"/>
                  </a:lnTo>
                  <a:lnTo>
                    <a:pt x="124180" y="327413"/>
                  </a:lnTo>
                  <a:lnTo>
                    <a:pt x="124840" y="313969"/>
                  </a:lnTo>
                  <a:lnTo>
                    <a:pt x="125501" y="298709"/>
                  </a:lnTo>
                  <a:lnTo>
                    <a:pt x="126161" y="293833"/>
                  </a:lnTo>
                  <a:lnTo>
                    <a:pt x="126822" y="304777"/>
                  </a:lnTo>
                  <a:lnTo>
                    <a:pt x="127482" y="285657"/>
                  </a:lnTo>
                  <a:lnTo>
                    <a:pt x="128143" y="269032"/>
                  </a:lnTo>
                  <a:lnTo>
                    <a:pt x="128803" y="266132"/>
                  </a:lnTo>
                  <a:lnTo>
                    <a:pt x="129464" y="266136"/>
                  </a:lnTo>
                  <a:lnTo>
                    <a:pt x="130124" y="292443"/>
                  </a:lnTo>
                  <a:lnTo>
                    <a:pt x="130785" y="319437"/>
                  </a:lnTo>
                  <a:lnTo>
                    <a:pt x="131445" y="363462"/>
                  </a:lnTo>
                  <a:lnTo>
                    <a:pt x="132106" y="405141"/>
                  </a:lnTo>
                  <a:lnTo>
                    <a:pt x="132766" y="447526"/>
                  </a:lnTo>
                  <a:lnTo>
                    <a:pt x="133427" y="477706"/>
                  </a:lnTo>
                  <a:lnTo>
                    <a:pt x="134088" y="452932"/>
                  </a:lnTo>
                  <a:lnTo>
                    <a:pt x="134748" y="449467"/>
                  </a:lnTo>
                  <a:lnTo>
                    <a:pt x="135409" y="446850"/>
                  </a:lnTo>
                  <a:lnTo>
                    <a:pt x="136069" y="474988"/>
                  </a:lnTo>
                  <a:lnTo>
                    <a:pt x="136730" y="513958"/>
                  </a:lnTo>
                  <a:lnTo>
                    <a:pt x="137390" y="527932"/>
                  </a:lnTo>
                  <a:lnTo>
                    <a:pt x="138051" y="526503"/>
                  </a:lnTo>
                  <a:lnTo>
                    <a:pt x="138711" y="552391"/>
                  </a:lnTo>
                  <a:lnTo>
                    <a:pt x="139372" y="558962"/>
                  </a:lnTo>
                  <a:lnTo>
                    <a:pt x="140032" y="545221"/>
                  </a:lnTo>
                  <a:lnTo>
                    <a:pt x="140693" y="558299"/>
                  </a:lnTo>
                  <a:lnTo>
                    <a:pt x="141353" y="540469"/>
                  </a:lnTo>
                  <a:lnTo>
                    <a:pt x="142014" y="563776"/>
                  </a:lnTo>
                  <a:lnTo>
                    <a:pt x="142674" y="564806"/>
                  </a:lnTo>
                  <a:lnTo>
                    <a:pt x="143335" y="552329"/>
                  </a:lnTo>
                  <a:lnTo>
                    <a:pt x="143995" y="528883"/>
                  </a:lnTo>
                  <a:lnTo>
                    <a:pt x="144656" y="488363"/>
                  </a:lnTo>
                  <a:lnTo>
                    <a:pt x="145317" y="481384"/>
                  </a:lnTo>
                  <a:lnTo>
                    <a:pt x="145977" y="464669"/>
                  </a:lnTo>
                  <a:lnTo>
                    <a:pt x="146638" y="418950"/>
                  </a:lnTo>
                  <a:lnTo>
                    <a:pt x="147298" y="417234"/>
                  </a:lnTo>
                  <a:lnTo>
                    <a:pt x="147959" y="429585"/>
                  </a:lnTo>
                  <a:lnTo>
                    <a:pt x="148619" y="473452"/>
                  </a:lnTo>
                  <a:lnTo>
                    <a:pt x="149280" y="490640"/>
                  </a:lnTo>
                  <a:lnTo>
                    <a:pt x="149940" y="494502"/>
                  </a:lnTo>
                  <a:lnTo>
                    <a:pt x="150601" y="542888"/>
                  </a:lnTo>
                  <a:lnTo>
                    <a:pt x="151261" y="549695"/>
                  </a:lnTo>
                  <a:lnTo>
                    <a:pt x="151922" y="605592"/>
                  </a:lnTo>
                  <a:lnTo>
                    <a:pt x="152582" y="619154"/>
                  </a:lnTo>
                  <a:lnTo>
                    <a:pt x="153243" y="613095"/>
                  </a:lnTo>
                  <a:lnTo>
                    <a:pt x="153903" y="618539"/>
                  </a:lnTo>
                  <a:lnTo>
                    <a:pt x="154564" y="608277"/>
                  </a:lnTo>
                  <a:lnTo>
                    <a:pt x="155225" y="601317"/>
                  </a:lnTo>
                  <a:lnTo>
                    <a:pt x="155885" y="613560"/>
                  </a:lnTo>
                  <a:lnTo>
                    <a:pt x="156546" y="629493"/>
                  </a:lnTo>
                  <a:lnTo>
                    <a:pt x="157206" y="637310"/>
                  </a:lnTo>
                  <a:lnTo>
                    <a:pt x="157867" y="647946"/>
                  </a:lnTo>
                  <a:lnTo>
                    <a:pt x="158527" y="639671"/>
                  </a:lnTo>
                  <a:lnTo>
                    <a:pt x="159188" y="650913"/>
                  </a:lnTo>
                  <a:lnTo>
                    <a:pt x="159848" y="640519"/>
                  </a:lnTo>
                  <a:lnTo>
                    <a:pt x="160509" y="623972"/>
                  </a:lnTo>
                  <a:lnTo>
                    <a:pt x="161169" y="618795"/>
                  </a:lnTo>
                  <a:lnTo>
                    <a:pt x="161830" y="614281"/>
                  </a:lnTo>
                  <a:lnTo>
                    <a:pt x="162490" y="625054"/>
                  </a:lnTo>
                  <a:lnTo>
                    <a:pt x="163151" y="633643"/>
                  </a:lnTo>
                  <a:lnTo>
                    <a:pt x="163811" y="627384"/>
                  </a:lnTo>
                  <a:lnTo>
                    <a:pt x="164472" y="628703"/>
                  </a:lnTo>
                  <a:lnTo>
                    <a:pt x="165133" y="625054"/>
                  </a:lnTo>
                  <a:lnTo>
                    <a:pt x="165793" y="631765"/>
                  </a:lnTo>
                  <a:lnTo>
                    <a:pt x="166454" y="623555"/>
                  </a:lnTo>
                  <a:lnTo>
                    <a:pt x="167114" y="597861"/>
                  </a:lnTo>
                  <a:lnTo>
                    <a:pt x="167775" y="604277"/>
                  </a:lnTo>
                  <a:lnTo>
                    <a:pt x="168435" y="630515"/>
                  </a:lnTo>
                  <a:lnTo>
                    <a:pt x="169096" y="662004"/>
                  </a:lnTo>
                  <a:lnTo>
                    <a:pt x="169756" y="668417"/>
                  </a:lnTo>
                  <a:lnTo>
                    <a:pt x="170417" y="635151"/>
                  </a:lnTo>
                  <a:lnTo>
                    <a:pt x="171077" y="654767"/>
                  </a:lnTo>
                  <a:lnTo>
                    <a:pt x="171738" y="646545"/>
                  </a:lnTo>
                  <a:lnTo>
                    <a:pt x="172398" y="658052"/>
                  </a:lnTo>
                  <a:lnTo>
                    <a:pt x="173059" y="663057"/>
                  </a:lnTo>
                  <a:lnTo>
                    <a:pt x="173719" y="657531"/>
                  </a:lnTo>
                  <a:lnTo>
                    <a:pt x="174380" y="689528"/>
                  </a:lnTo>
                  <a:lnTo>
                    <a:pt x="175041" y="669317"/>
                  </a:lnTo>
                  <a:lnTo>
                    <a:pt x="175701" y="664469"/>
                  </a:lnTo>
                  <a:lnTo>
                    <a:pt x="176362" y="642855"/>
                  </a:lnTo>
                  <a:lnTo>
                    <a:pt x="177022" y="611555"/>
                  </a:lnTo>
                  <a:lnTo>
                    <a:pt x="177683" y="630486"/>
                  </a:lnTo>
                  <a:lnTo>
                    <a:pt x="178343" y="640556"/>
                  </a:lnTo>
                  <a:lnTo>
                    <a:pt x="179004" y="677167"/>
                  </a:lnTo>
                  <a:lnTo>
                    <a:pt x="179664" y="654841"/>
                  </a:lnTo>
                  <a:lnTo>
                    <a:pt x="180325" y="645748"/>
                  </a:lnTo>
                  <a:lnTo>
                    <a:pt x="180985" y="659465"/>
                  </a:lnTo>
                  <a:lnTo>
                    <a:pt x="181646" y="660996"/>
                  </a:lnTo>
                  <a:lnTo>
                    <a:pt x="182306" y="675735"/>
                  </a:lnTo>
                  <a:lnTo>
                    <a:pt x="182967" y="690078"/>
                  </a:lnTo>
                  <a:lnTo>
                    <a:pt x="183627" y="676554"/>
                  </a:lnTo>
                  <a:lnTo>
                    <a:pt x="184288" y="682378"/>
                  </a:lnTo>
                  <a:lnTo>
                    <a:pt x="184948" y="666773"/>
                  </a:lnTo>
                  <a:lnTo>
                    <a:pt x="185609" y="680210"/>
                  </a:lnTo>
                  <a:lnTo>
                    <a:pt x="186270" y="676963"/>
                  </a:lnTo>
                  <a:lnTo>
                    <a:pt x="186930" y="687161"/>
                  </a:lnTo>
                  <a:lnTo>
                    <a:pt x="187591" y="682458"/>
                  </a:lnTo>
                  <a:lnTo>
                    <a:pt x="188251" y="662773"/>
                  </a:lnTo>
                  <a:lnTo>
                    <a:pt x="188912" y="653195"/>
                  </a:lnTo>
                  <a:lnTo>
                    <a:pt x="189572" y="649708"/>
                  </a:lnTo>
                  <a:lnTo>
                    <a:pt x="190233" y="649708"/>
                  </a:lnTo>
                  <a:lnTo>
                    <a:pt x="190893" y="657658"/>
                  </a:lnTo>
                  <a:lnTo>
                    <a:pt x="191554" y="658440"/>
                  </a:lnTo>
                  <a:lnTo>
                    <a:pt x="192214" y="659288"/>
                  </a:lnTo>
                  <a:lnTo>
                    <a:pt x="192875" y="673566"/>
                  </a:lnTo>
                  <a:lnTo>
                    <a:pt x="193535" y="643407"/>
                  </a:lnTo>
                  <a:lnTo>
                    <a:pt x="194196" y="665363"/>
                  </a:lnTo>
                  <a:lnTo>
                    <a:pt x="194856" y="673069"/>
                  </a:lnTo>
                  <a:lnTo>
                    <a:pt x="195517" y="649132"/>
                  </a:lnTo>
                  <a:lnTo>
                    <a:pt x="196178" y="646169"/>
                  </a:lnTo>
                  <a:lnTo>
                    <a:pt x="196838" y="633557"/>
                  </a:lnTo>
                  <a:lnTo>
                    <a:pt x="197499" y="638224"/>
                  </a:lnTo>
                  <a:lnTo>
                    <a:pt x="198159" y="639072"/>
                  </a:lnTo>
                  <a:lnTo>
                    <a:pt x="198820" y="629527"/>
                  </a:lnTo>
                  <a:lnTo>
                    <a:pt x="199480" y="628120"/>
                  </a:lnTo>
                  <a:lnTo>
                    <a:pt x="200141" y="617779"/>
                  </a:lnTo>
                  <a:lnTo>
                    <a:pt x="200801" y="601565"/>
                  </a:lnTo>
                  <a:lnTo>
                    <a:pt x="201462" y="623786"/>
                  </a:lnTo>
                  <a:lnTo>
                    <a:pt x="202122" y="584268"/>
                  </a:lnTo>
                  <a:lnTo>
                    <a:pt x="202783" y="531940"/>
                  </a:lnTo>
                  <a:lnTo>
                    <a:pt x="203443" y="531940"/>
                  </a:lnTo>
                  <a:lnTo>
                    <a:pt x="204104" y="514448"/>
                  </a:lnTo>
                  <a:lnTo>
                    <a:pt x="204764" y="544976"/>
                  </a:lnTo>
                  <a:lnTo>
                    <a:pt x="205425" y="532187"/>
                  </a:lnTo>
                  <a:lnTo>
                    <a:pt x="206086" y="598333"/>
                  </a:lnTo>
                  <a:lnTo>
                    <a:pt x="206746" y="593478"/>
                  </a:lnTo>
                  <a:lnTo>
                    <a:pt x="207407" y="583541"/>
                  </a:lnTo>
                  <a:lnTo>
                    <a:pt x="208067" y="579984"/>
                  </a:lnTo>
                  <a:lnTo>
                    <a:pt x="208728" y="589649"/>
                  </a:lnTo>
                  <a:lnTo>
                    <a:pt x="209388" y="618896"/>
                  </a:lnTo>
                  <a:lnTo>
                    <a:pt x="210049" y="626360"/>
                  </a:lnTo>
                  <a:lnTo>
                    <a:pt x="210709" y="636084"/>
                  </a:lnTo>
                  <a:lnTo>
                    <a:pt x="211370" y="643804"/>
                  </a:lnTo>
                  <a:lnTo>
                    <a:pt x="212030" y="663334"/>
                  </a:lnTo>
                  <a:lnTo>
                    <a:pt x="212691" y="645655"/>
                  </a:lnTo>
                  <a:lnTo>
                    <a:pt x="213351" y="660917"/>
                  </a:lnTo>
                  <a:lnTo>
                    <a:pt x="214012" y="638748"/>
                  </a:lnTo>
                  <a:lnTo>
                    <a:pt x="214672" y="640837"/>
                  </a:lnTo>
                  <a:lnTo>
                    <a:pt x="215333" y="654084"/>
                  </a:lnTo>
                  <a:lnTo>
                    <a:pt x="215993" y="643895"/>
                  </a:lnTo>
                  <a:lnTo>
                    <a:pt x="216654" y="655816"/>
                  </a:lnTo>
                  <a:lnTo>
                    <a:pt x="217315" y="666936"/>
                  </a:lnTo>
                  <a:lnTo>
                    <a:pt x="217975" y="674432"/>
                  </a:lnTo>
                  <a:lnTo>
                    <a:pt x="218636" y="663166"/>
                  </a:lnTo>
                  <a:lnTo>
                    <a:pt x="219296" y="628526"/>
                  </a:lnTo>
                  <a:lnTo>
                    <a:pt x="219957" y="601221"/>
                  </a:lnTo>
                  <a:lnTo>
                    <a:pt x="220617" y="625756"/>
                  </a:lnTo>
                  <a:lnTo>
                    <a:pt x="221278" y="653513"/>
                  </a:lnTo>
                  <a:lnTo>
                    <a:pt x="221938" y="645555"/>
                  </a:lnTo>
                  <a:lnTo>
                    <a:pt x="222599" y="639971"/>
                  </a:lnTo>
                  <a:lnTo>
                    <a:pt x="223259" y="618630"/>
                  </a:lnTo>
                  <a:lnTo>
                    <a:pt x="223920" y="615354"/>
                  </a:lnTo>
                  <a:lnTo>
                    <a:pt x="224580" y="621118"/>
                  </a:lnTo>
                  <a:lnTo>
                    <a:pt x="225241" y="621329"/>
                  </a:lnTo>
                  <a:lnTo>
                    <a:pt x="225901" y="639659"/>
                  </a:lnTo>
                  <a:lnTo>
                    <a:pt x="226562" y="663306"/>
                  </a:lnTo>
                  <a:lnTo>
                    <a:pt x="227223" y="672377"/>
                  </a:lnTo>
                  <a:lnTo>
                    <a:pt x="227883" y="665685"/>
                  </a:lnTo>
                  <a:lnTo>
                    <a:pt x="228544" y="667554"/>
                  </a:lnTo>
                  <a:lnTo>
                    <a:pt x="229204" y="666388"/>
                  </a:lnTo>
                  <a:lnTo>
                    <a:pt x="229865" y="659519"/>
                  </a:lnTo>
                  <a:lnTo>
                    <a:pt x="230525" y="663830"/>
                  </a:lnTo>
                  <a:lnTo>
                    <a:pt x="231186" y="659061"/>
                  </a:lnTo>
                  <a:lnTo>
                    <a:pt x="231846" y="639185"/>
                  </a:lnTo>
                  <a:lnTo>
                    <a:pt x="232507" y="628990"/>
                  </a:lnTo>
                  <a:lnTo>
                    <a:pt x="233167" y="642491"/>
                  </a:lnTo>
                  <a:lnTo>
                    <a:pt x="233828" y="663666"/>
                  </a:lnTo>
                  <a:lnTo>
                    <a:pt x="234488" y="650970"/>
                  </a:lnTo>
                  <a:lnTo>
                    <a:pt x="235149" y="629886"/>
                  </a:lnTo>
                  <a:lnTo>
                    <a:pt x="235809" y="646456"/>
                  </a:lnTo>
                  <a:lnTo>
                    <a:pt x="236470" y="647558"/>
                  </a:lnTo>
                  <a:lnTo>
                    <a:pt x="237131" y="631140"/>
                  </a:lnTo>
                  <a:lnTo>
                    <a:pt x="237791" y="621324"/>
                  </a:lnTo>
                  <a:lnTo>
                    <a:pt x="238452" y="638012"/>
                  </a:lnTo>
                  <a:lnTo>
                    <a:pt x="239112" y="647620"/>
                  </a:lnTo>
                  <a:lnTo>
                    <a:pt x="239773" y="659154"/>
                  </a:lnTo>
                  <a:lnTo>
                    <a:pt x="240433" y="650248"/>
                  </a:lnTo>
                  <a:lnTo>
                    <a:pt x="241094" y="645648"/>
                  </a:lnTo>
                  <a:lnTo>
                    <a:pt x="241754" y="655764"/>
                  </a:lnTo>
                  <a:lnTo>
                    <a:pt x="242415" y="646313"/>
                  </a:lnTo>
                  <a:lnTo>
                    <a:pt x="243075" y="641481"/>
                  </a:lnTo>
                  <a:lnTo>
                    <a:pt x="243736" y="632483"/>
                  </a:lnTo>
                  <a:lnTo>
                    <a:pt x="244396" y="640483"/>
                  </a:lnTo>
                  <a:lnTo>
                    <a:pt x="245057" y="668666"/>
                  </a:lnTo>
                  <a:lnTo>
                    <a:pt x="245717" y="644310"/>
                  </a:lnTo>
                  <a:lnTo>
                    <a:pt x="246378" y="624305"/>
                  </a:lnTo>
                  <a:lnTo>
                    <a:pt x="247039" y="600238"/>
                  </a:lnTo>
                  <a:lnTo>
                    <a:pt x="247699" y="598827"/>
                  </a:lnTo>
                  <a:lnTo>
                    <a:pt x="248360" y="614377"/>
                  </a:lnTo>
                  <a:lnTo>
                    <a:pt x="249020" y="640453"/>
                  </a:lnTo>
                  <a:lnTo>
                    <a:pt x="249681" y="648443"/>
                  </a:lnTo>
                  <a:lnTo>
                    <a:pt x="250341" y="641042"/>
                  </a:lnTo>
                  <a:lnTo>
                    <a:pt x="251002" y="666672"/>
                  </a:lnTo>
                  <a:lnTo>
                    <a:pt x="251662" y="691580"/>
                  </a:lnTo>
                  <a:lnTo>
                    <a:pt x="252323" y="693519"/>
                  </a:lnTo>
                  <a:lnTo>
                    <a:pt x="252983" y="683186"/>
                  </a:lnTo>
                  <a:lnTo>
                    <a:pt x="253644" y="643895"/>
                  </a:lnTo>
                  <a:lnTo>
                    <a:pt x="254304" y="615984"/>
                  </a:lnTo>
                  <a:lnTo>
                    <a:pt x="254965" y="627118"/>
                  </a:lnTo>
                  <a:lnTo>
                    <a:pt x="255625" y="639721"/>
                  </a:lnTo>
                  <a:lnTo>
                    <a:pt x="256286" y="650583"/>
                  </a:lnTo>
                  <a:lnTo>
                    <a:pt x="256946" y="663598"/>
                  </a:lnTo>
                  <a:lnTo>
                    <a:pt x="257607" y="664993"/>
                  </a:lnTo>
                  <a:lnTo>
                    <a:pt x="258268" y="673329"/>
                  </a:lnTo>
                  <a:lnTo>
                    <a:pt x="258928" y="645553"/>
                  </a:lnTo>
                  <a:lnTo>
                    <a:pt x="259589" y="636458"/>
                  </a:lnTo>
                  <a:lnTo>
                    <a:pt x="260249" y="642786"/>
                  </a:lnTo>
                  <a:lnTo>
                    <a:pt x="260910" y="657056"/>
                  </a:lnTo>
                  <a:lnTo>
                    <a:pt x="261570" y="661054"/>
                  </a:lnTo>
                  <a:lnTo>
                    <a:pt x="262231" y="657062"/>
                  </a:lnTo>
                  <a:lnTo>
                    <a:pt x="262891" y="653710"/>
                  </a:lnTo>
                  <a:lnTo>
                    <a:pt x="263552" y="661812"/>
                  </a:lnTo>
                  <a:lnTo>
                    <a:pt x="264212" y="656538"/>
                  </a:lnTo>
                  <a:lnTo>
                    <a:pt x="264873" y="663531"/>
                  </a:lnTo>
                  <a:lnTo>
                    <a:pt x="265533" y="668801"/>
                  </a:lnTo>
                  <a:lnTo>
                    <a:pt x="266194" y="663189"/>
                  </a:lnTo>
                  <a:lnTo>
                    <a:pt x="266854" y="671179"/>
                  </a:lnTo>
                  <a:lnTo>
                    <a:pt x="267515" y="685825"/>
                  </a:lnTo>
                  <a:lnTo>
                    <a:pt x="268176" y="678719"/>
                  </a:lnTo>
                  <a:lnTo>
                    <a:pt x="268836" y="666711"/>
                  </a:lnTo>
                  <a:lnTo>
                    <a:pt x="269497" y="664833"/>
                  </a:lnTo>
                  <a:lnTo>
                    <a:pt x="270157" y="676399"/>
                  </a:lnTo>
                  <a:lnTo>
                    <a:pt x="270818" y="699786"/>
                  </a:lnTo>
                  <a:lnTo>
                    <a:pt x="271478" y="698535"/>
                  </a:lnTo>
                  <a:lnTo>
                    <a:pt x="272139" y="698320"/>
                  </a:lnTo>
                  <a:lnTo>
                    <a:pt x="272799" y="697567"/>
                  </a:lnTo>
                  <a:lnTo>
                    <a:pt x="273460" y="702541"/>
                  </a:lnTo>
                  <a:lnTo>
                    <a:pt x="274120" y="705350"/>
                  </a:lnTo>
                  <a:lnTo>
                    <a:pt x="274781" y="700576"/>
                  </a:lnTo>
                  <a:lnTo>
                    <a:pt x="275441" y="701563"/>
                  </a:lnTo>
                  <a:lnTo>
                    <a:pt x="276102" y="701563"/>
                  </a:lnTo>
                  <a:lnTo>
                    <a:pt x="276762" y="692025"/>
                  </a:lnTo>
                  <a:lnTo>
                    <a:pt x="277423" y="664655"/>
                  </a:lnTo>
                  <a:lnTo>
                    <a:pt x="278084" y="670231"/>
                  </a:lnTo>
                  <a:lnTo>
                    <a:pt x="278744" y="683417"/>
                  </a:lnTo>
                  <a:lnTo>
                    <a:pt x="279405" y="685187"/>
                  </a:lnTo>
                  <a:lnTo>
                    <a:pt x="280065" y="683656"/>
                  </a:lnTo>
                  <a:lnTo>
                    <a:pt x="280726" y="674455"/>
                  </a:lnTo>
                  <a:lnTo>
                    <a:pt x="281386" y="681556"/>
                  </a:lnTo>
                  <a:lnTo>
                    <a:pt x="282047" y="680160"/>
                  </a:lnTo>
                  <a:lnTo>
                    <a:pt x="282707" y="672568"/>
                  </a:lnTo>
                  <a:lnTo>
                    <a:pt x="283368" y="658338"/>
                  </a:lnTo>
                  <a:lnTo>
                    <a:pt x="284028" y="665081"/>
                  </a:lnTo>
                  <a:lnTo>
                    <a:pt x="284689" y="682547"/>
                  </a:lnTo>
                  <a:lnTo>
                    <a:pt x="285349" y="650835"/>
                  </a:lnTo>
                  <a:lnTo>
                    <a:pt x="286010" y="676425"/>
                  </a:lnTo>
                  <a:lnTo>
                    <a:pt x="286670" y="659781"/>
                  </a:lnTo>
                  <a:lnTo>
                    <a:pt x="287331" y="653785"/>
                  </a:lnTo>
                  <a:lnTo>
                    <a:pt x="287991" y="676054"/>
                  </a:lnTo>
                  <a:lnTo>
                    <a:pt x="288652" y="664904"/>
                  </a:lnTo>
                  <a:lnTo>
                    <a:pt x="289313" y="664711"/>
                  </a:lnTo>
                  <a:lnTo>
                    <a:pt x="289973" y="676054"/>
                  </a:lnTo>
                  <a:lnTo>
                    <a:pt x="290634" y="671904"/>
                  </a:lnTo>
                  <a:lnTo>
                    <a:pt x="291294" y="670499"/>
                  </a:lnTo>
                  <a:lnTo>
                    <a:pt x="291955" y="684986"/>
                  </a:lnTo>
                  <a:lnTo>
                    <a:pt x="292615" y="670541"/>
                  </a:lnTo>
                  <a:lnTo>
                    <a:pt x="293276" y="693965"/>
                  </a:lnTo>
                  <a:lnTo>
                    <a:pt x="293936" y="692652"/>
                  </a:lnTo>
                  <a:lnTo>
                    <a:pt x="294597" y="651021"/>
                  </a:lnTo>
                  <a:lnTo>
                    <a:pt x="295257" y="634977"/>
                  </a:lnTo>
                  <a:lnTo>
                    <a:pt x="295918" y="657487"/>
                  </a:lnTo>
                  <a:lnTo>
                    <a:pt x="296578" y="666953"/>
                  </a:lnTo>
                  <a:lnTo>
                    <a:pt x="297239" y="651021"/>
                  </a:lnTo>
                  <a:lnTo>
                    <a:pt x="297899" y="605455"/>
                  </a:lnTo>
                  <a:lnTo>
                    <a:pt x="298560" y="597648"/>
                  </a:lnTo>
                  <a:lnTo>
                    <a:pt x="299221" y="608495"/>
                  </a:lnTo>
                  <a:lnTo>
                    <a:pt x="299881" y="609912"/>
                  </a:lnTo>
                  <a:lnTo>
                    <a:pt x="300542" y="654858"/>
                  </a:lnTo>
                  <a:lnTo>
                    <a:pt x="301202" y="654858"/>
                  </a:lnTo>
                  <a:lnTo>
                    <a:pt x="301863" y="656705"/>
                  </a:lnTo>
                  <a:lnTo>
                    <a:pt x="302523" y="655230"/>
                  </a:lnTo>
                  <a:lnTo>
                    <a:pt x="303184" y="649758"/>
                  </a:lnTo>
                  <a:lnTo>
                    <a:pt x="303844" y="647414"/>
                  </a:lnTo>
                  <a:lnTo>
                    <a:pt x="304505" y="640064"/>
                  </a:lnTo>
                  <a:lnTo>
                    <a:pt x="305165" y="642194"/>
                  </a:lnTo>
                  <a:lnTo>
                    <a:pt x="305826" y="665415"/>
                  </a:lnTo>
                  <a:lnTo>
                    <a:pt x="306486" y="665853"/>
                  </a:lnTo>
                  <a:lnTo>
                    <a:pt x="307147" y="657595"/>
                  </a:lnTo>
                  <a:lnTo>
                    <a:pt x="307807" y="646396"/>
                  </a:lnTo>
                  <a:lnTo>
                    <a:pt x="308468" y="622184"/>
                  </a:lnTo>
                  <a:lnTo>
                    <a:pt x="309129" y="629430"/>
                  </a:lnTo>
                  <a:lnTo>
                    <a:pt x="309789" y="652849"/>
                  </a:lnTo>
                  <a:lnTo>
                    <a:pt x="310450" y="633278"/>
                  </a:lnTo>
                  <a:lnTo>
                    <a:pt x="311110" y="637455"/>
                  </a:lnTo>
                  <a:lnTo>
                    <a:pt x="311771" y="640373"/>
                  </a:lnTo>
                  <a:lnTo>
                    <a:pt x="312431" y="633900"/>
                  </a:lnTo>
                  <a:lnTo>
                    <a:pt x="313092" y="635325"/>
                  </a:lnTo>
                  <a:lnTo>
                    <a:pt x="313752" y="604992"/>
                  </a:lnTo>
                  <a:lnTo>
                    <a:pt x="314413" y="640796"/>
                  </a:lnTo>
                  <a:lnTo>
                    <a:pt x="315073" y="652900"/>
                  </a:lnTo>
                  <a:lnTo>
                    <a:pt x="315734" y="641048"/>
                  </a:lnTo>
                  <a:lnTo>
                    <a:pt x="316394" y="614906"/>
                  </a:lnTo>
                  <a:lnTo>
                    <a:pt x="317055" y="591110"/>
                  </a:lnTo>
                  <a:lnTo>
                    <a:pt x="317715" y="607073"/>
                  </a:lnTo>
                  <a:lnTo>
                    <a:pt x="318376" y="577004"/>
                  </a:lnTo>
                  <a:lnTo>
                    <a:pt x="319037" y="574183"/>
                  </a:lnTo>
                  <a:lnTo>
                    <a:pt x="319697" y="607984"/>
                  </a:lnTo>
                  <a:lnTo>
                    <a:pt x="320358" y="625156"/>
                  </a:lnTo>
                  <a:lnTo>
                    <a:pt x="321018" y="619766"/>
                  </a:lnTo>
                  <a:lnTo>
                    <a:pt x="321679" y="625624"/>
                  </a:lnTo>
                  <a:lnTo>
                    <a:pt x="322339" y="614874"/>
                  </a:lnTo>
                  <a:lnTo>
                    <a:pt x="323000" y="637768"/>
                  </a:lnTo>
                  <a:lnTo>
                    <a:pt x="323660" y="650544"/>
                  </a:lnTo>
                  <a:lnTo>
                    <a:pt x="324321" y="648561"/>
                  </a:lnTo>
                  <a:lnTo>
                    <a:pt x="324981" y="656446"/>
                  </a:lnTo>
                  <a:lnTo>
                    <a:pt x="325642" y="651562"/>
                  </a:lnTo>
                  <a:lnTo>
                    <a:pt x="326302" y="640466"/>
                  </a:lnTo>
                  <a:lnTo>
                    <a:pt x="326963" y="659392"/>
                  </a:lnTo>
                  <a:lnTo>
                    <a:pt x="327623" y="652294"/>
                  </a:lnTo>
                  <a:lnTo>
                    <a:pt x="328284" y="636946"/>
                  </a:lnTo>
                  <a:lnTo>
                    <a:pt x="328944" y="655746"/>
                  </a:lnTo>
                  <a:lnTo>
                    <a:pt x="329605" y="643348"/>
                  </a:lnTo>
                  <a:lnTo>
                    <a:pt x="330266" y="649072"/>
                  </a:lnTo>
                  <a:lnTo>
                    <a:pt x="330926" y="643058"/>
                  </a:lnTo>
                  <a:lnTo>
                    <a:pt x="331587" y="628709"/>
                  </a:lnTo>
                  <a:lnTo>
                    <a:pt x="332247" y="626279"/>
                  </a:lnTo>
                  <a:lnTo>
                    <a:pt x="332908" y="620265"/>
                  </a:lnTo>
                  <a:lnTo>
                    <a:pt x="333568" y="649042"/>
                  </a:lnTo>
                  <a:lnTo>
                    <a:pt x="334229" y="706035"/>
                  </a:lnTo>
                  <a:lnTo>
                    <a:pt x="334889" y="704927"/>
                  </a:lnTo>
                  <a:lnTo>
                    <a:pt x="335550" y="663365"/>
                  </a:lnTo>
                  <a:lnTo>
                    <a:pt x="336210" y="675011"/>
                  </a:lnTo>
                  <a:lnTo>
                    <a:pt x="336871" y="687117"/>
                  </a:lnTo>
                  <a:lnTo>
                    <a:pt x="337531" y="673110"/>
                  </a:lnTo>
                  <a:lnTo>
                    <a:pt x="338192" y="677784"/>
                  </a:lnTo>
                  <a:lnTo>
                    <a:pt x="338852" y="676977"/>
                  </a:lnTo>
                  <a:lnTo>
                    <a:pt x="339513" y="692499"/>
                  </a:lnTo>
                  <a:lnTo>
                    <a:pt x="340174" y="702642"/>
                  </a:lnTo>
                  <a:lnTo>
                    <a:pt x="340834" y="703628"/>
                  </a:lnTo>
                  <a:lnTo>
                    <a:pt x="341495" y="703621"/>
                  </a:lnTo>
                  <a:lnTo>
                    <a:pt x="342155" y="700931"/>
                  </a:lnTo>
                  <a:lnTo>
                    <a:pt x="342816" y="700497"/>
                  </a:lnTo>
                  <a:lnTo>
                    <a:pt x="343476" y="681202"/>
                  </a:lnTo>
                  <a:lnTo>
                    <a:pt x="344137" y="681999"/>
                  </a:lnTo>
                  <a:lnTo>
                    <a:pt x="344797" y="671492"/>
                  </a:lnTo>
                  <a:lnTo>
                    <a:pt x="345458" y="665458"/>
                  </a:lnTo>
                  <a:lnTo>
                    <a:pt x="346118" y="675448"/>
                  </a:lnTo>
                  <a:lnTo>
                    <a:pt x="346779" y="670648"/>
                  </a:lnTo>
                  <a:lnTo>
                    <a:pt x="347439" y="656641"/>
                  </a:lnTo>
                  <a:lnTo>
                    <a:pt x="348100" y="626535"/>
                  </a:lnTo>
                  <a:lnTo>
                    <a:pt x="348760" y="584233"/>
                  </a:lnTo>
                  <a:lnTo>
                    <a:pt x="349421" y="584233"/>
                  </a:lnTo>
                  <a:lnTo>
                    <a:pt x="350082" y="600130"/>
                  </a:lnTo>
                  <a:lnTo>
                    <a:pt x="350742" y="611496"/>
                  </a:lnTo>
                  <a:lnTo>
                    <a:pt x="351403" y="602781"/>
                  </a:lnTo>
                  <a:lnTo>
                    <a:pt x="352063" y="617035"/>
                  </a:lnTo>
                  <a:lnTo>
                    <a:pt x="352724" y="644914"/>
                  </a:lnTo>
                  <a:lnTo>
                    <a:pt x="353384" y="649380"/>
                  </a:lnTo>
                  <a:lnTo>
                    <a:pt x="354045" y="636926"/>
                  </a:lnTo>
                  <a:lnTo>
                    <a:pt x="354705" y="637450"/>
                  </a:lnTo>
                  <a:lnTo>
                    <a:pt x="355366" y="649248"/>
                  </a:lnTo>
                  <a:lnTo>
                    <a:pt x="356026" y="660946"/>
                  </a:lnTo>
                  <a:lnTo>
                    <a:pt x="356687" y="667936"/>
                  </a:lnTo>
                  <a:lnTo>
                    <a:pt x="357347" y="675568"/>
                  </a:lnTo>
                  <a:lnTo>
                    <a:pt x="358008" y="698170"/>
                  </a:lnTo>
                  <a:lnTo>
                    <a:pt x="358668" y="683767"/>
                  </a:lnTo>
                  <a:lnTo>
                    <a:pt x="359329" y="687755"/>
                  </a:lnTo>
                  <a:lnTo>
                    <a:pt x="359989" y="690969"/>
                  </a:lnTo>
                  <a:lnTo>
                    <a:pt x="360650" y="667602"/>
                  </a:lnTo>
                  <a:lnTo>
                    <a:pt x="361311" y="654117"/>
                  </a:lnTo>
                  <a:lnTo>
                    <a:pt x="361971" y="641281"/>
                  </a:lnTo>
                  <a:lnTo>
                    <a:pt x="362632" y="640180"/>
                  </a:lnTo>
                  <a:lnTo>
                    <a:pt x="363292" y="628003"/>
                  </a:lnTo>
                  <a:lnTo>
                    <a:pt x="363953" y="621137"/>
                  </a:lnTo>
                  <a:lnTo>
                    <a:pt x="364613" y="644447"/>
                  </a:lnTo>
                  <a:lnTo>
                    <a:pt x="365274" y="664527"/>
                  </a:lnTo>
                  <a:lnTo>
                    <a:pt x="365934" y="650278"/>
                  </a:lnTo>
                  <a:lnTo>
                    <a:pt x="366595" y="631032"/>
                  </a:lnTo>
                  <a:lnTo>
                    <a:pt x="367255" y="632550"/>
                  </a:lnTo>
                  <a:lnTo>
                    <a:pt x="367916" y="661945"/>
                  </a:lnTo>
                  <a:lnTo>
                    <a:pt x="368576" y="661945"/>
                  </a:lnTo>
                  <a:lnTo>
                    <a:pt x="369237" y="640367"/>
                  </a:lnTo>
                  <a:lnTo>
                    <a:pt x="369897" y="654647"/>
                  </a:lnTo>
                  <a:lnTo>
                    <a:pt x="370558" y="658208"/>
                  </a:lnTo>
                  <a:lnTo>
                    <a:pt x="371219" y="646327"/>
                  </a:lnTo>
                  <a:lnTo>
                    <a:pt x="371879" y="664790"/>
                  </a:lnTo>
                  <a:lnTo>
                    <a:pt x="372540" y="658208"/>
                  </a:lnTo>
                  <a:lnTo>
                    <a:pt x="373200" y="656832"/>
                  </a:lnTo>
                  <a:lnTo>
                    <a:pt x="373861" y="668341"/>
                  </a:lnTo>
                  <a:lnTo>
                    <a:pt x="374521" y="671278"/>
                  </a:lnTo>
                  <a:lnTo>
                    <a:pt x="375182" y="676053"/>
                  </a:lnTo>
                  <a:lnTo>
                    <a:pt x="375842" y="676053"/>
                  </a:lnTo>
                  <a:lnTo>
                    <a:pt x="376503" y="668341"/>
                  </a:lnTo>
                  <a:lnTo>
                    <a:pt x="377163" y="657203"/>
                  </a:lnTo>
                  <a:lnTo>
                    <a:pt x="377824" y="660315"/>
                  </a:lnTo>
                  <a:lnTo>
                    <a:pt x="378484" y="681796"/>
                  </a:lnTo>
                  <a:lnTo>
                    <a:pt x="379145" y="664895"/>
                  </a:lnTo>
                  <a:lnTo>
                    <a:pt x="379805" y="661163"/>
                  </a:lnTo>
                  <a:lnTo>
                    <a:pt x="380466" y="672809"/>
                  </a:lnTo>
                  <a:lnTo>
                    <a:pt x="381127" y="644641"/>
                  </a:lnTo>
                  <a:lnTo>
                    <a:pt x="381787" y="648286"/>
                  </a:lnTo>
                  <a:lnTo>
                    <a:pt x="382448" y="668341"/>
                  </a:lnTo>
                  <a:lnTo>
                    <a:pt x="383108" y="649155"/>
                  </a:lnTo>
                  <a:lnTo>
                    <a:pt x="383769" y="638239"/>
                  </a:lnTo>
                  <a:lnTo>
                    <a:pt x="384429" y="654306"/>
                  </a:lnTo>
                  <a:lnTo>
                    <a:pt x="385090" y="661163"/>
                  </a:lnTo>
                  <a:lnTo>
                    <a:pt x="385750" y="677806"/>
                  </a:lnTo>
                  <a:lnTo>
                    <a:pt x="386411" y="676433"/>
                  </a:lnTo>
                  <a:lnTo>
                    <a:pt x="387071" y="652458"/>
                  </a:lnTo>
                  <a:lnTo>
                    <a:pt x="387732" y="638239"/>
                  </a:lnTo>
                  <a:lnTo>
                    <a:pt x="388392" y="647779"/>
                  </a:lnTo>
                  <a:lnTo>
                    <a:pt x="389053" y="689465"/>
                  </a:lnTo>
                  <a:lnTo>
                    <a:pt x="389713" y="699231"/>
                  </a:lnTo>
                  <a:lnTo>
                    <a:pt x="390374" y="702669"/>
                  </a:lnTo>
                  <a:lnTo>
                    <a:pt x="391035" y="704470"/>
                  </a:lnTo>
                  <a:lnTo>
                    <a:pt x="391695" y="704295"/>
                  </a:lnTo>
                  <a:lnTo>
                    <a:pt x="392356" y="684078"/>
                  </a:lnTo>
                  <a:lnTo>
                    <a:pt x="393016" y="654065"/>
                  </a:lnTo>
                  <a:lnTo>
                    <a:pt x="393677" y="657203"/>
                  </a:lnTo>
                  <a:lnTo>
                    <a:pt x="394337" y="654218"/>
                  </a:lnTo>
                  <a:lnTo>
                    <a:pt x="394998" y="642742"/>
                  </a:lnTo>
                  <a:lnTo>
                    <a:pt x="395658" y="649474"/>
                  </a:lnTo>
                  <a:lnTo>
                    <a:pt x="396319" y="669100"/>
                  </a:lnTo>
                  <a:lnTo>
                    <a:pt x="396979" y="656376"/>
                  </a:lnTo>
                  <a:lnTo>
                    <a:pt x="397640" y="658253"/>
                  </a:lnTo>
                  <a:lnTo>
                    <a:pt x="398300" y="667705"/>
                  </a:lnTo>
                  <a:lnTo>
                    <a:pt x="398961" y="661416"/>
                  </a:lnTo>
                  <a:lnTo>
                    <a:pt x="399621" y="660404"/>
                  </a:lnTo>
                  <a:lnTo>
                    <a:pt x="400282" y="679033"/>
                  </a:lnTo>
                  <a:lnTo>
                    <a:pt x="400942" y="664861"/>
                  </a:lnTo>
                  <a:lnTo>
                    <a:pt x="401603" y="667239"/>
                  </a:lnTo>
                  <a:lnTo>
                    <a:pt x="402264" y="663411"/>
                  </a:lnTo>
                  <a:lnTo>
                    <a:pt x="402924" y="666638"/>
                  </a:lnTo>
                  <a:lnTo>
                    <a:pt x="403585" y="657463"/>
                  </a:lnTo>
                  <a:lnTo>
                    <a:pt x="404245" y="654110"/>
                  </a:lnTo>
                  <a:lnTo>
                    <a:pt x="404906" y="661931"/>
                  </a:lnTo>
                  <a:lnTo>
                    <a:pt x="405566" y="654110"/>
                  </a:lnTo>
                  <a:lnTo>
                    <a:pt x="406227" y="637892"/>
                  </a:lnTo>
                  <a:lnTo>
                    <a:pt x="406887" y="642063"/>
                  </a:lnTo>
                  <a:lnTo>
                    <a:pt x="407548" y="648184"/>
                  </a:lnTo>
                  <a:lnTo>
                    <a:pt x="408208" y="643670"/>
                  </a:lnTo>
                  <a:lnTo>
                    <a:pt x="408869" y="619214"/>
                  </a:lnTo>
                  <a:lnTo>
                    <a:pt x="409529" y="642063"/>
                  </a:lnTo>
                  <a:lnTo>
                    <a:pt x="410190" y="645368"/>
                  </a:lnTo>
                  <a:lnTo>
                    <a:pt x="410850" y="633953"/>
                  </a:lnTo>
                  <a:lnTo>
                    <a:pt x="411511" y="641051"/>
                  </a:lnTo>
                  <a:lnTo>
                    <a:pt x="412172" y="668032"/>
                  </a:lnTo>
                  <a:lnTo>
                    <a:pt x="412832" y="659444"/>
                  </a:lnTo>
                  <a:lnTo>
                    <a:pt x="413493" y="631272"/>
                  </a:lnTo>
                  <a:lnTo>
                    <a:pt x="414153" y="596030"/>
                  </a:lnTo>
                  <a:lnTo>
                    <a:pt x="414814" y="638772"/>
                  </a:lnTo>
                  <a:lnTo>
                    <a:pt x="415474" y="643942"/>
                  </a:lnTo>
                  <a:lnTo>
                    <a:pt x="416135" y="618342"/>
                  </a:lnTo>
                  <a:lnTo>
                    <a:pt x="416795" y="649597"/>
                  </a:lnTo>
                  <a:lnTo>
                    <a:pt x="417456" y="663754"/>
                  </a:lnTo>
                  <a:lnTo>
                    <a:pt x="418116" y="657442"/>
                  </a:lnTo>
                  <a:lnTo>
                    <a:pt x="418777" y="634176"/>
                  </a:lnTo>
                  <a:lnTo>
                    <a:pt x="419437" y="622157"/>
                  </a:lnTo>
                  <a:lnTo>
                    <a:pt x="420098" y="645439"/>
                  </a:lnTo>
                  <a:lnTo>
                    <a:pt x="420758" y="690201"/>
                  </a:lnTo>
                  <a:lnTo>
                    <a:pt x="421419" y="678938"/>
                  </a:lnTo>
                  <a:lnTo>
                    <a:pt x="422080" y="648184"/>
                  </a:lnTo>
                  <a:lnTo>
                    <a:pt x="422740" y="641051"/>
                  </a:lnTo>
                  <a:lnTo>
                    <a:pt x="423401" y="638467"/>
                  </a:lnTo>
                  <a:lnTo>
                    <a:pt x="424061" y="630139"/>
                  </a:lnTo>
                  <a:lnTo>
                    <a:pt x="424722" y="619078"/>
                  </a:lnTo>
                  <a:lnTo>
                    <a:pt x="425382" y="599951"/>
                  </a:lnTo>
                  <a:lnTo>
                    <a:pt x="426043" y="593419"/>
                  </a:lnTo>
                  <a:lnTo>
                    <a:pt x="426703" y="590068"/>
                  </a:lnTo>
                  <a:lnTo>
                    <a:pt x="427364" y="611752"/>
                  </a:lnTo>
                  <a:lnTo>
                    <a:pt x="428024" y="629164"/>
                  </a:lnTo>
                  <a:lnTo>
                    <a:pt x="428685" y="621184"/>
                  </a:lnTo>
                  <a:lnTo>
                    <a:pt x="429345" y="644932"/>
                  </a:lnTo>
                  <a:lnTo>
                    <a:pt x="430006" y="653299"/>
                  </a:lnTo>
                  <a:lnTo>
                    <a:pt x="430666" y="658745"/>
                  </a:lnTo>
                  <a:lnTo>
                    <a:pt x="431327" y="650531"/>
                  </a:lnTo>
                  <a:lnTo>
                    <a:pt x="431987" y="645012"/>
                  </a:lnTo>
                  <a:lnTo>
                    <a:pt x="432648" y="613189"/>
                  </a:lnTo>
                  <a:lnTo>
                    <a:pt x="433309" y="619369"/>
                  </a:lnTo>
                  <a:lnTo>
                    <a:pt x="433969" y="649568"/>
                  </a:lnTo>
                  <a:lnTo>
                    <a:pt x="434630" y="678011"/>
                  </a:lnTo>
                  <a:lnTo>
                    <a:pt x="435290" y="695431"/>
                  </a:lnTo>
                  <a:lnTo>
                    <a:pt x="435951" y="701624"/>
                  </a:lnTo>
                  <a:lnTo>
                    <a:pt x="436611" y="699603"/>
                  </a:lnTo>
                  <a:lnTo>
                    <a:pt x="437272" y="682237"/>
                  </a:lnTo>
                  <a:lnTo>
                    <a:pt x="437932" y="676549"/>
                  </a:lnTo>
                  <a:lnTo>
                    <a:pt x="438593" y="691449"/>
                  </a:lnTo>
                  <a:lnTo>
                    <a:pt x="439253" y="686896"/>
                  </a:lnTo>
                  <a:lnTo>
                    <a:pt x="439914" y="665197"/>
                  </a:lnTo>
                  <a:lnTo>
                    <a:pt x="440574" y="690326"/>
                  </a:lnTo>
                  <a:lnTo>
                    <a:pt x="441235" y="703141"/>
                  </a:lnTo>
                  <a:lnTo>
                    <a:pt x="441895" y="691385"/>
                  </a:lnTo>
                  <a:lnTo>
                    <a:pt x="442556" y="678500"/>
                  </a:lnTo>
                  <a:lnTo>
                    <a:pt x="443217" y="664826"/>
                  </a:lnTo>
                  <a:lnTo>
                    <a:pt x="443877" y="644634"/>
                  </a:lnTo>
                  <a:lnTo>
                    <a:pt x="444538" y="640744"/>
                  </a:lnTo>
                  <a:lnTo>
                    <a:pt x="445198" y="681847"/>
                  </a:lnTo>
                  <a:lnTo>
                    <a:pt x="445859" y="701061"/>
                  </a:lnTo>
                  <a:lnTo>
                    <a:pt x="446519" y="696611"/>
                  </a:lnTo>
                  <a:lnTo>
                    <a:pt x="447180" y="682765"/>
                  </a:lnTo>
                  <a:lnTo>
                    <a:pt x="447840" y="658906"/>
                  </a:lnTo>
                  <a:lnTo>
                    <a:pt x="448501" y="665622"/>
                  </a:lnTo>
                  <a:lnTo>
                    <a:pt x="449161" y="630871"/>
                  </a:lnTo>
                  <a:lnTo>
                    <a:pt x="449822" y="629140"/>
                  </a:lnTo>
                  <a:lnTo>
                    <a:pt x="450482" y="656046"/>
                  </a:lnTo>
                  <a:lnTo>
                    <a:pt x="451143" y="653916"/>
                  </a:lnTo>
                  <a:lnTo>
                    <a:pt x="451803" y="635278"/>
                  </a:lnTo>
                  <a:lnTo>
                    <a:pt x="452464" y="607949"/>
                  </a:lnTo>
                  <a:lnTo>
                    <a:pt x="453125" y="608085"/>
                  </a:lnTo>
                  <a:lnTo>
                    <a:pt x="453785" y="628741"/>
                  </a:lnTo>
                  <a:lnTo>
                    <a:pt x="454446" y="674636"/>
                  </a:lnTo>
                  <a:lnTo>
                    <a:pt x="455106" y="668421"/>
                  </a:lnTo>
                  <a:lnTo>
                    <a:pt x="455767" y="646814"/>
                  </a:lnTo>
                  <a:lnTo>
                    <a:pt x="456427" y="628123"/>
                  </a:lnTo>
                  <a:lnTo>
                    <a:pt x="457088" y="615072"/>
                  </a:lnTo>
                  <a:lnTo>
                    <a:pt x="457748" y="635692"/>
                  </a:lnTo>
                  <a:lnTo>
                    <a:pt x="458409" y="641577"/>
                  </a:lnTo>
                  <a:lnTo>
                    <a:pt x="459069" y="648675"/>
                  </a:lnTo>
                  <a:lnTo>
                    <a:pt x="459730" y="656142"/>
                  </a:lnTo>
                  <a:lnTo>
                    <a:pt x="460390" y="653034"/>
                  </a:lnTo>
                  <a:lnTo>
                    <a:pt x="461051" y="661209"/>
                  </a:lnTo>
                  <a:lnTo>
                    <a:pt x="461711" y="687812"/>
                  </a:lnTo>
                  <a:lnTo>
                    <a:pt x="462372" y="697041"/>
                  </a:lnTo>
                  <a:lnTo>
                    <a:pt x="463033" y="678040"/>
                  </a:lnTo>
                  <a:lnTo>
                    <a:pt x="463693" y="654326"/>
                  </a:lnTo>
                  <a:lnTo>
                    <a:pt x="464354" y="680112"/>
                  </a:lnTo>
                  <a:lnTo>
                    <a:pt x="465014" y="690395"/>
                  </a:lnTo>
                  <a:lnTo>
                    <a:pt x="465675" y="688030"/>
                  </a:lnTo>
                  <a:lnTo>
                    <a:pt x="466335" y="695862"/>
                  </a:lnTo>
                  <a:lnTo>
                    <a:pt x="466996" y="696074"/>
                  </a:lnTo>
                  <a:lnTo>
                    <a:pt x="467656" y="700372"/>
                  </a:lnTo>
                  <a:lnTo>
                    <a:pt x="468317" y="700372"/>
                  </a:lnTo>
                  <a:lnTo>
                    <a:pt x="468977" y="698546"/>
                  </a:lnTo>
                  <a:lnTo>
                    <a:pt x="469638" y="680532"/>
                  </a:lnTo>
                  <a:lnTo>
                    <a:pt x="470298" y="654117"/>
                  </a:lnTo>
                  <a:lnTo>
                    <a:pt x="470959" y="663875"/>
                  </a:lnTo>
                  <a:lnTo>
                    <a:pt x="471619" y="685366"/>
                  </a:lnTo>
                  <a:lnTo>
                    <a:pt x="472280" y="699586"/>
                  </a:lnTo>
                  <a:lnTo>
                    <a:pt x="472940" y="686624"/>
                  </a:lnTo>
                  <a:lnTo>
                    <a:pt x="473601" y="681402"/>
                  </a:lnTo>
                  <a:lnTo>
                    <a:pt x="474262" y="700998"/>
                  </a:lnTo>
                  <a:lnTo>
                    <a:pt x="474922" y="680172"/>
                  </a:lnTo>
                  <a:lnTo>
                    <a:pt x="475583" y="664750"/>
                  </a:lnTo>
                  <a:lnTo>
                    <a:pt x="476243" y="684596"/>
                  </a:lnTo>
                  <a:lnTo>
                    <a:pt x="476904" y="687786"/>
                  </a:lnTo>
                  <a:lnTo>
                    <a:pt x="477564" y="675606"/>
                  </a:lnTo>
                  <a:lnTo>
                    <a:pt x="478225" y="662943"/>
                  </a:lnTo>
                  <a:lnTo>
                    <a:pt x="478885" y="658633"/>
                  </a:lnTo>
                  <a:lnTo>
                    <a:pt x="479546" y="656021"/>
                  </a:lnTo>
                  <a:lnTo>
                    <a:pt x="480206" y="666281"/>
                  </a:lnTo>
                  <a:lnTo>
                    <a:pt x="480867" y="664573"/>
                  </a:lnTo>
                  <a:lnTo>
                    <a:pt x="481527" y="650881"/>
                  </a:lnTo>
                  <a:lnTo>
                    <a:pt x="482188" y="652692"/>
                  </a:lnTo>
                  <a:lnTo>
                    <a:pt x="482848" y="656772"/>
                  </a:lnTo>
                  <a:lnTo>
                    <a:pt x="483509" y="670718"/>
                  </a:lnTo>
                  <a:lnTo>
                    <a:pt x="484170" y="679603"/>
                  </a:lnTo>
                  <a:lnTo>
                    <a:pt x="484830" y="664125"/>
                  </a:lnTo>
                  <a:lnTo>
                    <a:pt x="485491" y="646591"/>
                  </a:lnTo>
                  <a:lnTo>
                    <a:pt x="486151" y="631896"/>
                  </a:lnTo>
                  <a:lnTo>
                    <a:pt x="486812" y="627380"/>
                  </a:lnTo>
                  <a:lnTo>
                    <a:pt x="487472" y="651130"/>
                  </a:lnTo>
                  <a:lnTo>
                    <a:pt x="488133" y="632894"/>
                  </a:lnTo>
                  <a:lnTo>
                    <a:pt x="488793" y="614933"/>
                  </a:lnTo>
                  <a:lnTo>
                    <a:pt x="489454" y="623541"/>
                  </a:lnTo>
                  <a:lnTo>
                    <a:pt x="490114" y="671555"/>
                  </a:lnTo>
                  <a:lnTo>
                    <a:pt x="490775" y="653133"/>
                  </a:lnTo>
                  <a:lnTo>
                    <a:pt x="491435" y="593160"/>
                  </a:lnTo>
                  <a:lnTo>
                    <a:pt x="492096" y="593160"/>
                  </a:lnTo>
                  <a:lnTo>
                    <a:pt x="492756" y="589416"/>
                  </a:lnTo>
                  <a:lnTo>
                    <a:pt x="493417" y="601072"/>
                  </a:lnTo>
                  <a:lnTo>
                    <a:pt x="494078" y="657250"/>
                  </a:lnTo>
                  <a:lnTo>
                    <a:pt x="494738" y="684172"/>
                  </a:lnTo>
                  <a:lnTo>
                    <a:pt x="495399" y="682482"/>
                  </a:lnTo>
                  <a:lnTo>
                    <a:pt x="496059" y="645328"/>
                  </a:lnTo>
                  <a:lnTo>
                    <a:pt x="496720" y="621150"/>
                  </a:lnTo>
                  <a:lnTo>
                    <a:pt x="497380" y="625496"/>
                  </a:lnTo>
                  <a:lnTo>
                    <a:pt x="498041" y="625204"/>
                  </a:lnTo>
                  <a:lnTo>
                    <a:pt x="498701" y="603969"/>
                  </a:lnTo>
                  <a:lnTo>
                    <a:pt x="499362" y="568462"/>
                  </a:lnTo>
                  <a:lnTo>
                    <a:pt x="500022" y="558219"/>
                  </a:lnTo>
                  <a:lnTo>
                    <a:pt x="500683" y="544266"/>
                  </a:lnTo>
                  <a:lnTo>
                    <a:pt x="501343" y="536271"/>
                  </a:lnTo>
                  <a:lnTo>
                    <a:pt x="502004" y="530511"/>
                  </a:lnTo>
                  <a:lnTo>
                    <a:pt x="502664" y="476020"/>
                  </a:lnTo>
                  <a:lnTo>
                    <a:pt x="503325" y="467630"/>
                  </a:lnTo>
                  <a:lnTo>
                    <a:pt x="503985" y="549479"/>
                  </a:lnTo>
                  <a:lnTo>
                    <a:pt x="504646" y="523881"/>
                  </a:lnTo>
                  <a:lnTo>
                    <a:pt x="505307" y="497587"/>
                  </a:lnTo>
                  <a:lnTo>
                    <a:pt x="505967" y="468236"/>
                  </a:lnTo>
                  <a:lnTo>
                    <a:pt x="506628" y="503251"/>
                  </a:lnTo>
                  <a:lnTo>
                    <a:pt x="507288" y="510595"/>
                  </a:lnTo>
                  <a:lnTo>
                    <a:pt x="507949" y="494184"/>
                  </a:lnTo>
                  <a:lnTo>
                    <a:pt x="508609" y="521738"/>
                  </a:lnTo>
                  <a:lnTo>
                    <a:pt x="509270" y="538578"/>
                  </a:lnTo>
                  <a:lnTo>
                    <a:pt x="509930" y="572573"/>
                  </a:lnTo>
                  <a:lnTo>
                    <a:pt x="510591" y="525109"/>
                  </a:lnTo>
                  <a:lnTo>
                    <a:pt x="511251" y="550980"/>
                  </a:lnTo>
                  <a:lnTo>
                    <a:pt x="511912" y="561246"/>
                  </a:lnTo>
                  <a:lnTo>
                    <a:pt x="512572" y="561632"/>
                  </a:lnTo>
                  <a:lnTo>
                    <a:pt x="513233" y="571048"/>
                  </a:lnTo>
                  <a:lnTo>
                    <a:pt x="513893" y="591281"/>
                  </a:lnTo>
                  <a:lnTo>
                    <a:pt x="514554" y="584448"/>
                  </a:lnTo>
                  <a:lnTo>
                    <a:pt x="515215" y="582777"/>
                  </a:lnTo>
                  <a:lnTo>
                    <a:pt x="515875" y="604644"/>
                  </a:lnTo>
                  <a:lnTo>
                    <a:pt x="516536" y="665715"/>
                  </a:lnTo>
                  <a:lnTo>
                    <a:pt x="517196" y="636847"/>
                  </a:lnTo>
                  <a:lnTo>
                    <a:pt x="517857" y="603608"/>
                  </a:lnTo>
                  <a:lnTo>
                    <a:pt x="518517" y="617823"/>
                  </a:lnTo>
                  <a:lnTo>
                    <a:pt x="519178" y="663477"/>
                  </a:lnTo>
                  <a:lnTo>
                    <a:pt x="519838" y="599461"/>
                  </a:lnTo>
                  <a:lnTo>
                    <a:pt x="520499" y="567225"/>
                  </a:lnTo>
                  <a:lnTo>
                    <a:pt x="521159" y="591105"/>
                  </a:lnTo>
                  <a:lnTo>
                    <a:pt x="521820" y="554709"/>
                  </a:lnTo>
                  <a:lnTo>
                    <a:pt x="522480" y="540281"/>
                  </a:lnTo>
                  <a:lnTo>
                    <a:pt x="523141" y="545883"/>
                  </a:lnTo>
                  <a:lnTo>
                    <a:pt x="523801" y="574362"/>
                  </a:lnTo>
                  <a:lnTo>
                    <a:pt x="524462" y="590311"/>
                  </a:lnTo>
                  <a:lnTo>
                    <a:pt x="525123" y="563281"/>
                  </a:lnTo>
                  <a:lnTo>
                    <a:pt x="525783" y="513419"/>
                  </a:lnTo>
                  <a:lnTo>
                    <a:pt x="526444" y="472875"/>
                  </a:lnTo>
                  <a:lnTo>
                    <a:pt x="527104" y="459824"/>
                  </a:lnTo>
                  <a:lnTo>
                    <a:pt x="527765" y="488569"/>
                  </a:lnTo>
                  <a:lnTo>
                    <a:pt x="528425" y="481734"/>
                  </a:lnTo>
                  <a:lnTo>
                    <a:pt x="529086" y="460742"/>
                  </a:lnTo>
                  <a:lnTo>
                    <a:pt x="529746" y="413616"/>
                  </a:lnTo>
                  <a:lnTo>
                    <a:pt x="530407" y="380597"/>
                  </a:lnTo>
                  <a:lnTo>
                    <a:pt x="531067" y="365815"/>
                  </a:lnTo>
                  <a:lnTo>
                    <a:pt x="531728" y="365815"/>
                  </a:lnTo>
                  <a:lnTo>
                    <a:pt x="532388" y="415841"/>
                  </a:lnTo>
                  <a:lnTo>
                    <a:pt x="533049" y="418966"/>
                  </a:lnTo>
                  <a:lnTo>
                    <a:pt x="533709" y="477797"/>
                  </a:lnTo>
                  <a:lnTo>
                    <a:pt x="534370" y="465932"/>
                  </a:lnTo>
                  <a:lnTo>
                    <a:pt x="535031" y="477500"/>
                  </a:lnTo>
                  <a:lnTo>
                    <a:pt x="535691" y="472564"/>
                  </a:lnTo>
                  <a:lnTo>
                    <a:pt x="536352" y="550586"/>
                  </a:lnTo>
                  <a:lnTo>
                    <a:pt x="537012" y="536954"/>
                  </a:lnTo>
                  <a:lnTo>
                    <a:pt x="537673" y="526306"/>
                  </a:lnTo>
                  <a:lnTo>
                    <a:pt x="538333" y="556398"/>
                  </a:lnTo>
                  <a:lnTo>
                    <a:pt x="538994" y="551521"/>
                  </a:lnTo>
                  <a:lnTo>
                    <a:pt x="539654" y="544075"/>
                  </a:lnTo>
                  <a:lnTo>
                    <a:pt x="540315" y="546190"/>
                  </a:lnTo>
                  <a:lnTo>
                    <a:pt x="540975" y="542676"/>
                  </a:lnTo>
                  <a:lnTo>
                    <a:pt x="541636" y="553336"/>
                  </a:lnTo>
                  <a:lnTo>
                    <a:pt x="542296" y="581406"/>
                  </a:lnTo>
                  <a:lnTo>
                    <a:pt x="542957" y="597472"/>
                  </a:lnTo>
                  <a:lnTo>
                    <a:pt x="543617" y="597262"/>
                  </a:lnTo>
                  <a:lnTo>
                    <a:pt x="544278" y="595105"/>
                  </a:lnTo>
                  <a:lnTo>
                    <a:pt x="544938" y="603445"/>
                  </a:lnTo>
                  <a:lnTo>
                    <a:pt x="545599" y="622854"/>
                  </a:lnTo>
                  <a:lnTo>
                    <a:pt x="546260" y="616925"/>
                  </a:lnTo>
                  <a:lnTo>
                    <a:pt x="546920" y="585087"/>
                  </a:lnTo>
                  <a:lnTo>
                    <a:pt x="547581" y="594134"/>
                  </a:lnTo>
                  <a:lnTo>
                    <a:pt x="548241" y="612016"/>
                  </a:lnTo>
                  <a:lnTo>
                    <a:pt x="548902" y="603096"/>
                  </a:lnTo>
                  <a:lnTo>
                    <a:pt x="549562" y="589528"/>
                  </a:lnTo>
                  <a:lnTo>
                    <a:pt x="550223" y="578937"/>
                  </a:lnTo>
                  <a:lnTo>
                    <a:pt x="550883" y="579414"/>
                  </a:lnTo>
                  <a:lnTo>
                    <a:pt x="551544" y="571105"/>
                  </a:lnTo>
                  <a:lnTo>
                    <a:pt x="552204" y="580325"/>
                  </a:lnTo>
                  <a:lnTo>
                    <a:pt x="552865" y="603585"/>
                  </a:lnTo>
                  <a:lnTo>
                    <a:pt x="553525" y="621640"/>
                  </a:lnTo>
                  <a:lnTo>
                    <a:pt x="554186" y="609976"/>
                  </a:lnTo>
                  <a:lnTo>
                    <a:pt x="554846" y="631972"/>
                  </a:lnTo>
                  <a:lnTo>
                    <a:pt x="555507" y="629338"/>
                  </a:lnTo>
                  <a:lnTo>
                    <a:pt x="556168" y="637031"/>
                  </a:lnTo>
                  <a:lnTo>
                    <a:pt x="556828" y="652206"/>
                  </a:lnTo>
                  <a:lnTo>
                    <a:pt x="557489" y="686134"/>
                  </a:lnTo>
                  <a:lnTo>
                    <a:pt x="558149" y="643172"/>
                  </a:lnTo>
                  <a:lnTo>
                    <a:pt x="558810" y="607842"/>
                  </a:lnTo>
                  <a:lnTo>
                    <a:pt x="559470" y="597369"/>
                  </a:lnTo>
                  <a:lnTo>
                    <a:pt x="560131" y="609483"/>
                  </a:lnTo>
                  <a:lnTo>
                    <a:pt x="560791" y="589065"/>
                  </a:lnTo>
                  <a:lnTo>
                    <a:pt x="561452" y="563358"/>
                  </a:lnTo>
                  <a:lnTo>
                    <a:pt x="562112" y="558449"/>
                  </a:lnTo>
                  <a:lnTo>
                    <a:pt x="562773" y="573866"/>
                  </a:lnTo>
                  <a:lnTo>
                    <a:pt x="563433" y="543244"/>
                  </a:lnTo>
                  <a:lnTo>
                    <a:pt x="564094" y="530680"/>
                  </a:lnTo>
                  <a:lnTo>
                    <a:pt x="564754" y="546969"/>
                  </a:lnTo>
                  <a:lnTo>
                    <a:pt x="565415" y="537321"/>
                  </a:lnTo>
                  <a:lnTo>
                    <a:pt x="566076" y="520427"/>
                  </a:lnTo>
                  <a:lnTo>
                    <a:pt x="566736" y="486474"/>
                  </a:lnTo>
                  <a:lnTo>
                    <a:pt x="567397" y="492773"/>
                  </a:lnTo>
                  <a:lnTo>
                    <a:pt x="568057" y="489576"/>
                  </a:lnTo>
                  <a:lnTo>
                    <a:pt x="568718" y="480335"/>
                  </a:lnTo>
                  <a:lnTo>
                    <a:pt x="569378" y="471640"/>
                  </a:lnTo>
                  <a:lnTo>
                    <a:pt x="570039" y="456792"/>
                  </a:lnTo>
                  <a:lnTo>
                    <a:pt x="570699" y="492773"/>
                  </a:lnTo>
                  <a:lnTo>
                    <a:pt x="571360" y="520985"/>
                  </a:lnTo>
                  <a:lnTo>
                    <a:pt x="572020" y="528571"/>
                  </a:lnTo>
                  <a:lnTo>
                    <a:pt x="572681" y="537321"/>
                  </a:lnTo>
                  <a:lnTo>
                    <a:pt x="573341" y="545791"/>
                  </a:lnTo>
                  <a:lnTo>
                    <a:pt x="574002" y="556568"/>
                  </a:lnTo>
                  <a:lnTo>
                    <a:pt x="574662" y="593678"/>
                  </a:lnTo>
                  <a:lnTo>
                    <a:pt x="575323" y="588880"/>
                  </a:lnTo>
                  <a:lnTo>
                    <a:pt x="575983" y="559464"/>
                  </a:lnTo>
                  <a:lnTo>
                    <a:pt x="576644" y="551091"/>
                  </a:lnTo>
                  <a:lnTo>
                    <a:pt x="577305" y="585082"/>
                  </a:lnTo>
                  <a:lnTo>
                    <a:pt x="577965" y="614802"/>
                  </a:lnTo>
                  <a:lnTo>
                    <a:pt x="578626" y="601062"/>
                  </a:lnTo>
                  <a:lnTo>
                    <a:pt x="579286" y="605392"/>
                  </a:lnTo>
                  <a:lnTo>
                    <a:pt x="579947" y="614996"/>
                  </a:lnTo>
                  <a:lnTo>
                    <a:pt x="580607" y="605784"/>
                  </a:lnTo>
                  <a:lnTo>
                    <a:pt x="581268" y="591229"/>
                  </a:lnTo>
                  <a:lnTo>
                    <a:pt x="581928" y="602182"/>
                  </a:lnTo>
                  <a:lnTo>
                    <a:pt x="582589" y="610118"/>
                  </a:lnTo>
                  <a:lnTo>
                    <a:pt x="583249" y="624184"/>
                  </a:lnTo>
                  <a:lnTo>
                    <a:pt x="583910" y="615331"/>
                  </a:lnTo>
                  <a:lnTo>
                    <a:pt x="584570" y="597712"/>
                  </a:lnTo>
                  <a:lnTo>
                    <a:pt x="585231" y="598184"/>
                  </a:lnTo>
                  <a:lnTo>
                    <a:pt x="585891" y="622160"/>
                  </a:lnTo>
                  <a:lnTo>
                    <a:pt x="586552" y="636858"/>
                  </a:lnTo>
                  <a:lnTo>
                    <a:pt x="587213" y="642898"/>
                  </a:lnTo>
                  <a:lnTo>
                    <a:pt x="587873" y="643328"/>
                  </a:lnTo>
                  <a:lnTo>
                    <a:pt x="588534" y="663810"/>
                  </a:lnTo>
                  <a:lnTo>
                    <a:pt x="589194" y="641263"/>
                  </a:lnTo>
                  <a:lnTo>
                    <a:pt x="589855" y="630756"/>
                  </a:lnTo>
                  <a:lnTo>
                    <a:pt x="590515" y="644386"/>
                  </a:lnTo>
                  <a:lnTo>
                    <a:pt x="591176" y="645394"/>
                  </a:lnTo>
                  <a:lnTo>
                    <a:pt x="591836" y="629484"/>
                  </a:lnTo>
                  <a:lnTo>
                    <a:pt x="592497" y="635205"/>
                  </a:lnTo>
                  <a:lnTo>
                    <a:pt x="593157" y="668588"/>
                  </a:lnTo>
                  <a:lnTo>
                    <a:pt x="593818" y="657611"/>
                  </a:lnTo>
                  <a:lnTo>
                    <a:pt x="594478" y="639790"/>
                  </a:lnTo>
                  <a:lnTo>
                    <a:pt x="595139" y="644566"/>
                  </a:lnTo>
                  <a:lnTo>
                    <a:pt x="595799" y="651977"/>
                  </a:lnTo>
                  <a:lnTo>
                    <a:pt x="596460" y="670820"/>
                  </a:lnTo>
                  <a:lnTo>
                    <a:pt x="597121" y="661099"/>
                  </a:lnTo>
                  <a:lnTo>
                    <a:pt x="597781" y="647451"/>
                  </a:lnTo>
                  <a:lnTo>
                    <a:pt x="598442" y="671564"/>
                  </a:lnTo>
                  <a:lnTo>
                    <a:pt x="599102" y="664455"/>
                  </a:lnTo>
                  <a:lnTo>
                    <a:pt x="599763" y="649846"/>
                  </a:lnTo>
                  <a:lnTo>
                    <a:pt x="600423" y="646030"/>
                  </a:lnTo>
                  <a:lnTo>
                    <a:pt x="601084" y="652804"/>
                  </a:lnTo>
                  <a:lnTo>
                    <a:pt x="601744" y="662534"/>
                  </a:lnTo>
                  <a:lnTo>
                    <a:pt x="602405" y="651535"/>
                  </a:lnTo>
                  <a:lnTo>
                    <a:pt x="603065" y="630124"/>
                  </a:lnTo>
                  <a:lnTo>
                    <a:pt x="603726" y="611083"/>
                  </a:lnTo>
                  <a:lnTo>
                    <a:pt x="604386" y="620454"/>
                  </a:lnTo>
                  <a:lnTo>
                    <a:pt x="605047" y="626187"/>
                  </a:lnTo>
                  <a:lnTo>
                    <a:pt x="605707" y="618845"/>
                  </a:lnTo>
                  <a:lnTo>
                    <a:pt x="606368" y="610943"/>
                  </a:lnTo>
                  <a:lnTo>
                    <a:pt x="607029" y="625712"/>
                  </a:lnTo>
                  <a:lnTo>
                    <a:pt x="607689" y="623238"/>
                  </a:lnTo>
                  <a:lnTo>
                    <a:pt x="608350" y="613170"/>
                  </a:lnTo>
                  <a:lnTo>
                    <a:pt x="609010" y="631328"/>
                  </a:lnTo>
                  <a:lnTo>
                    <a:pt x="609671" y="635153"/>
                  </a:lnTo>
                  <a:lnTo>
                    <a:pt x="610331" y="620052"/>
                  </a:lnTo>
                  <a:lnTo>
                    <a:pt x="610992" y="630057"/>
                  </a:lnTo>
                  <a:lnTo>
                    <a:pt x="611652" y="649346"/>
                  </a:lnTo>
                  <a:lnTo>
                    <a:pt x="612313" y="651141"/>
                  </a:lnTo>
                  <a:lnTo>
                    <a:pt x="612973" y="642589"/>
                  </a:lnTo>
                  <a:lnTo>
                    <a:pt x="613634" y="640495"/>
                  </a:lnTo>
                  <a:lnTo>
                    <a:pt x="614294" y="616945"/>
                  </a:lnTo>
                  <a:lnTo>
                    <a:pt x="614955" y="608733"/>
                  </a:lnTo>
                  <a:lnTo>
                    <a:pt x="615615" y="609026"/>
                  </a:lnTo>
                  <a:lnTo>
                    <a:pt x="616276" y="612925"/>
                  </a:lnTo>
                  <a:lnTo>
                    <a:pt x="616936" y="604167"/>
                  </a:lnTo>
                  <a:lnTo>
                    <a:pt x="617597" y="606800"/>
                  </a:lnTo>
                  <a:lnTo>
                    <a:pt x="618258" y="616600"/>
                  </a:lnTo>
                  <a:lnTo>
                    <a:pt x="618918" y="631142"/>
                  </a:lnTo>
                  <a:lnTo>
                    <a:pt x="619579" y="637044"/>
                  </a:lnTo>
                  <a:lnTo>
                    <a:pt x="620239" y="648785"/>
                  </a:lnTo>
                  <a:lnTo>
                    <a:pt x="620900" y="644182"/>
                  </a:lnTo>
                  <a:lnTo>
                    <a:pt x="621560" y="624418"/>
                  </a:lnTo>
                  <a:lnTo>
                    <a:pt x="622221" y="643929"/>
                  </a:lnTo>
                  <a:lnTo>
                    <a:pt x="622881" y="683831"/>
                  </a:lnTo>
                  <a:lnTo>
                    <a:pt x="623542" y="668922"/>
                  </a:lnTo>
                  <a:lnTo>
                    <a:pt x="624202" y="669846"/>
                  </a:lnTo>
                  <a:lnTo>
                    <a:pt x="624863" y="646549"/>
                  </a:lnTo>
                  <a:lnTo>
                    <a:pt x="625523" y="634591"/>
                  </a:lnTo>
                  <a:lnTo>
                    <a:pt x="626184" y="624164"/>
                  </a:lnTo>
                  <a:lnTo>
                    <a:pt x="626844" y="634454"/>
                  </a:lnTo>
                  <a:lnTo>
                    <a:pt x="627505" y="673277"/>
                  </a:lnTo>
                  <a:lnTo>
                    <a:pt x="628166" y="668972"/>
                  </a:lnTo>
                  <a:lnTo>
                    <a:pt x="628826" y="662654"/>
                  </a:lnTo>
                  <a:lnTo>
                    <a:pt x="629487" y="656682"/>
                  </a:lnTo>
                  <a:lnTo>
                    <a:pt x="630147" y="629652"/>
                  </a:lnTo>
                  <a:lnTo>
                    <a:pt x="630808" y="622845"/>
                  </a:lnTo>
                  <a:lnTo>
                    <a:pt x="631468" y="637619"/>
                  </a:lnTo>
                  <a:lnTo>
                    <a:pt x="632129" y="658875"/>
                  </a:lnTo>
                  <a:lnTo>
                    <a:pt x="632789" y="652160"/>
                  </a:lnTo>
                  <a:lnTo>
                    <a:pt x="633450" y="630021"/>
                  </a:lnTo>
                  <a:lnTo>
                    <a:pt x="634110" y="646987"/>
                  </a:lnTo>
                  <a:lnTo>
                    <a:pt x="634771" y="654197"/>
                  </a:lnTo>
                  <a:lnTo>
                    <a:pt x="635431" y="645589"/>
                  </a:lnTo>
                  <a:lnTo>
                    <a:pt x="636092" y="619035"/>
                  </a:lnTo>
                  <a:lnTo>
                    <a:pt x="636752" y="621672"/>
                  </a:lnTo>
                  <a:lnTo>
                    <a:pt x="637413" y="607393"/>
                  </a:lnTo>
                  <a:lnTo>
                    <a:pt x="638074" y="607393"/>
                  </a:lnTo>
                  <a:lnTo>
                    <a:pt x="638734" y="635248"/>
                  </a:lnTo>
                  <a:lnTo>
                    <a:pt x="639395" y="677476"/>
                  </a:lnTo>
                  <a:lnTo>
                    <a:pt x="640055" y="677991"/>
                  </a:lnTo>
                  <a:lnTo>
                    <a:pt x="640716" y="691765"/>
                  </a:lnTo>
                  <a:lnTo>
                    <a:pt x="641376" y="694866"/>
                  </a:lnTo>
                  <a:lnTo>
                    <a:pt x="642037" y="665297"/>
                  </a:lnTo>
                  <a:lnTo>
                    <a:pt x="642697" y="685778"/>
                  </a:lnTo>
                  <a:lnTo>
                    <a:pt x="643358" y="688675"/>
                  </a:lnTo>
                  <a:lnTo>
                    <a:pt x="644018" y="667390"/>
                  </a:lnTo>
                  <a:lnTo>
                    <a:pt x="644679" y="665088"/>
                  </a:lnTo>
                  <a:lnTo>
                    <a:pt x="645339" y="666281"/>
                  </a:lnTo>
                  <a:lnTo>
                    <a:pt x="646000" y="641998"/>
                  </a:lnTo>
                  <a:lnTo>
                    <a:pt x="646660" y="635266"/>
                  </a:lnTo>
                  <a:lnTo>
                    <a:pt x="647321" y="648142"/>
                  </a:lnTo>
                  <a:lnTo>
                    <a:pt x="647981" y="666853"/>
                  </a:lnTo>
                  <a:lnTo>
                    <a:pt x="648642" y="690384"/>
                  </a:lnTo>
                  <a:lnTo>
                    <a:pt x="649303" y="661693"/>
                  </a:lnTo>
                  <a:lnTo>
                    <a:pt x="649963" y="628844"/>
                  </a:lnTo>
                  <a:lnTo>
                    <a:pt x="650624" y="623934"/>
                  </a:lnTo>
                  <a:lnTo>
                    <a:pt x="651284" y="641866"/>
                  </a:lnTo>
                  <a:lnTo>
                    <a:pt x="651945" y="660785"/>
                  </a:lnTo>
                  <a:lnTo>
                    <a:pt x="652605" y="666131"/>
                  </a:lnTo>
                  <a:lnTo>
                    <a:pt x="653266" y="683301"/>
                  </a:lnTo>
                  <a:lnTo>
                    <a:pt x="653926" y="676214"/>
                  </a:lnTo>
                  <a:lnTo>
                    <a:pt x="654587" y="681110"/>
                  </a:lnTo>
                  <a:lnTo>
                    <a:pt x="655247" y="655904"/>
                  </a:lnTo>
                  <a:lnTo>
                    <a:pt x="655908" y="666841"/>
                  </a:lnTo>
                  <a:lnTo>
                    <a:pt x="656568" y="679428"/>
                  </a:lnTo>
                  <a:lnTo>
                    <a:pt x="657229" y="674830"/>
                  </a:lnTo>
                  <a:lnTo>
                    <a:pt x="657889" y="667497"/>
                  </a:lnTo>
                  <a:lnTo>
                    <a:pt x="658550" y="667299"/>
                  </a:lnTo>
                  <a:lnTo>
                    <a:pt x="659211" y="660868"/>
                  </a:lnTo>
                  <a:lnTo>
                    <a:pt x="659871" y="666969"/>
                  </a:lnTo>
                  <a:lnTo>
                    <a:pt x="660532" y="665768"/>
                  </a:lnTo>
                  <a:lnTo>
                    <a:pt x="661192" y="645968"/>
                  </a:lnTo>
                  <a:lnTo>
                    <a:pt x="661853" y="614574"/>
                  </a:lnTo>
                  <a:lnTo>
                    <a:pt x="662513" y="624857"/>
                  </a:lnTo>
                  <a:lnTo>
                    <a:pt x="663174" y="617046"/>
                  </a:lnTo>
                  <a:lnTo>
                    <a:pt x="663834" y="633316"/>
                  </a:lnTo>
                  <a:lnTo>
                    <a:pt x="664495" y="666319"/>
                  </a:lnTo>
                  <a:lnTo>
                    <a:pt x="665155" y="669463"/>
                  </a:lnTo>
                  <a:lnTo>
                    <a:pt x="665816" y="664052"/>
                  </a:lnTo>
                  <a:lnTo>
                    <a:pt x="666476" y="669306"/>
                  </a:lnTo>
                  <a:lnTo>
                    <a:pt x="667137" y="671637"/>
                  </a:lnTo>
                  <a:lnTo>
                    <a:pt x="667797" y="662002"/>
                  </a:lnTo>
                  <a:lnTo>
                    <a:pt x="668458" y="664886"/>
                  </a:lnTo>
                  <a:lnTo>
                    <a:pt x="669119" y="672194"/>
                  </a:lnTo>
                  <a:lnTo>
                    <a:pt x="669779" y="685992"/>
                  </a:lnTo>
                  <a:lnTo>
                    <a:pt x="670440" y="662694"/>
                  </a:lnTo>
                  <a:lnTo>
                    <a:pt x="671100" y="636616"/>
                  </a:lnTo>
                  <a:lnTo>
                    <a:pt x="671761" y="629035"/>
                  </a:lnTo>
                  <a:lnTo>
                    <a:pt x="672421" y="608971"/>
                  </a:lnTo>
                  <a:lnTo>
                    <a:pt x="673082" y="626488"/>
                  </a:lnTo>
                  <a:lnTo>
                    <a:pt x="673742" y="632422"/>
                  </a:lnTo>
                  <a:lnTo>
                    <a:pt x="674403" y="645088"/>
                  </a:lnTo>
                  <a:lnTo>
                    <a:pt x="675063" y="653782"/>
                  </a:lnTo>
                  <a:lnTo>
                    <a:pt x="675724" y="654065"/>
                  </a:lnTo>
                  <a:lnTo>
                    <a:pt x="676384" y="676863"/>
                  </a:lnTo>
                  <a:lnTo>
                    <a:pt x="677045" y="696634"/>
                  </a:lnTo>
                  <a:lnTo>
                    <a:pt x="677705" y="684179"/>
                  </a:lnTo>
                  <a:lnTo>
                    <a:pt x="678366" y="667720"/>
                  </a:lnTo>
                  <a:lnTo>
                    <a:pt x="679027" y="678120"/>
                  </a:lnTo>
                  <a:lnTo>
                    <a:pt x="679687" y="691969"/>
                  </a:lnTo>
                  <a:lnTo>
                    <a:pt x="680348" y="678120"/>
                  </a:lnTo>
                  <a:lnTo>
                    <a:pt x="681008" y="662420"/>
                  </a:lnTo>
                  <a:lnTo>
                    <a:pt x="681669" y="670248"/>
                  </a:lnTo>
                  <a:lnTo>
                    <a:pt x="682329" y="678131"/>
                  </a:lnTo>
                  <a:lnTo>
                    <a:pt x="682990" y="680768"/>
                  </a:lnTo>
                  <a:lnTo>
                    <a:pt x="683650" y="697531"/>
                  </a:lnTo>
                  <a:lnTo>
                    <a:pt x="684311" y="696530"/>
                  </a:lnTo>
                  <a:lnTo>
                    <a:pt x="684971" y="684194"/>
                  </a:lnTo>
                  <a:lnTo>
                    <a:pt x="685632" y="675676"/>
                  </a:lnTo>
                  <a:lnTo>
                    <a:pt x="686292" y="675250"/>
                  </a:lnTo>
                  <a:lnTo>
                    <a:pt x="686953" y="688222"/>
                  </a:lnTo>
                  <a:lnTo>
                    <a:pt x="687613" y="688042"/>
                  </a:lnTo>
                  <a:lnTo>
                    <a:pt x="688274" y="684646"/>
                  </a:lnTo>
                  <a:lnTo>
                    <a:pt x="688934" y="688933"/>
                  </a:lnTo>
                  <a:lnTo>
                    <a:pt x="689595" y="665612"/>
                  </a:lnTo>
                  <a:lnTo>
                    <a:pt x="690256" y="659030"/>
                  </a:lnTo>
                  <a:lnTo>
                    <a:pt x="690916" y="669160"/>
                  </a:lnTo>
                  <a:lnTo>
                    <a:pt x="691577" y="665657"/>
                  </a:lnTo>
                  <a:lnTo>
                    <a:pt x="692237" y="660724"/>
                  </a:lnTo>
                  <a:lnTo>
                    <a:pt x="692898" y="665281"/>
                  </a:lnTo>
                  <a:lnTo>
                    <a:pt x="693558" y="673400"/>
                  </a:lnTo>
                  <a:lnTo>
                    <a:pt x="694219" y="668563"/>
                  </a:lnTo>
                  <a:lnTo>
                    <a:pt x="694879" y="665657"/>
                  </a:lnTo>
                  <a:lnTo>
                    <a:pt x="695540" y="664764"/>
                  </a:lnTo>
                  <a:lnTo>
                    <a:pt x="696200" y="677495"/>
                  </a:lnTo>
                  <a:lnTo>
                    <a:pt x="696861" y="698525"/>
                  </a:lnTo>
                  <a:lnTo>
                    <a:pt x="697521" y="690934"/>
                  </a:lnTo>
                  <a:lnTo>
                    <a:pt x="698182" y="683144"/>
                  </a:lnTo>
                  <a:lnTo>
                    <a:pt x="698842" y="667982"/>
                  </a:lnTo>
                  <a:lnTo>
                    <a:pt x="699503" y="672497"/>
                  </a:lnTo>
                  <a:lnTo>
                    <a:pt x="700164" y="677085"/>
                  </a:lnTo>
                  <a:lnTo>
                    <a:pt x="700824" y="681485"/>
                  </a:lnTo>
                  <a:lnTo>
                    <a:pt x="701485" y="682321"/>
                  </a:lnTo>
                  <a:lnTo>
                    <a:pt x="702145" y="685107"/>
                  </a:lnTo>
                  <a:lnTo>
                    <a:pt x="702806" y="700537"/>
                  </a:lnTo>
                  <a:lnTo>
                    <a:pt x="703466" y="686711"/>
                  </a:lnTo>
                  <a:lnTo>
                    <a:pt x="704127" y="695368"/>
                  </a:lnTo>
                  <a:lnTo>
                    <a:pt x="704787" y="697436"/>
                  </a:lnTo>
                  <a:lnTo>
                    <a:pt x="705448" y="662588"/>
                  </a:lnTo>
                  <a:lnTo>
                    <a:pt x="706108" y="633390"/>
                  </a:lnTo>
                  <a:lnTo>
                    <a:pt x="706769" y="637371"/>
                  </a:lnTo>
                  <a:lnTo>
                    <a:pt x="707429" y="633042"/>
                  </a:lnTo>
                  <a:lnTo>
                    <a:pt x="708090" y="645409"/>
                  </a:lnTo>
                  <a:lnTo>
                    <a:pt x="708750" y="651252"/>
                  </a:lnTo>
                  <a:lnTo>
                    <a:pt x="709411" y="655277"/>
                  </a:lnTo>
                  <a:lnTo>
                    <a:pt x="710072" y="637849"/>
                  </a:lnTo>
                  <a:lnTo>
                    <a:pt x="710732" y="653677"/>
                  </a:lnTo>
                  <a:lnTo>
                    <a:pt x="711393" y="678821"/>
                  </a:lnTo>
                  <a:lnTo>
                    <a:pt x="712053" y="691649"/>
                  </a:lnTo>
                  <a:lnTo>
                    <a:pt x="712714" y="679205"/>
                  </a:lnTo>
                  <a:lnTo>
                    <a:pt x="713374" y="672723"/>
                  </a:lnTo>
                  <a:lnTo>
                    <a:pt x="714035" y="673682"/>
                  </a:lnTo>
                  <a:lnTo>
                    <a:pt x="714695" y="682758"/>
                  </a:lnTo>
                  <a:lnTo>
                    <a:pt x="715356" y="680682"/>
                  </a:lnTo>
                  <a:lnTo>
                    <a:pt x="716016" y="669357"/>
                  </a:lnTo>
                  <a:lnTo>
                    <a:pt x="716677" y="675242"/>
                  </a:lnTo>
                  <a:lnTo>
                    <a:pt x="717337" y="676061"/>
                  </a:lnTo>
                  <a:lnTo>
                    <a:pt x="717998" y="669811"/>
                  </a:lnTo>
                  <a:lnTo>
                    <a:pt x="718658" y="679801"/>
                  </a:lnTo>
                  <a:lnTo>
                    <a:pt x="719319" y="694218"/>
                  </a:lnTo>
                  <a:lnTo>
                    <a:pt x="719979" y="696667"/>
                  </a:lnTo>
                  <a:lnTo>
                    <a:pt x="720640" y="650042"/>
                  </a:lnTo>
                  <a:lnTo>
                    <a:pt x="721301" y="653455"/>
                  </a:lnTo>
                  <a:lnTo>
                    <a:pt x="721961" y="663201"/>
                  </a:lnTo>
                  <a:lnTo>
                    <a:pt x="722622" y="663217"/>
                  </a:lnTo>
                  <a:lnTo>
                    <a:pt x="723282" y="669134"/>
                  </a:lnTo>
                  <a:lnTo>
                    <a:pt x="723943" y="683378"/>
                  </a:lnTo>
                  <a:lnTo>
                    <a:pt x="724603" y="675020"/>
                  </a:lnTo>
                  <a:lnTo>
                    <a:pt x="725264" y="674308"/>
                  </a:lnTo>
                  <a:lnTo>
                    <a:pt x="725924" y="675313"/>
                  </a:lnTo>
                  <a:lnTo>
                    <a:pt x="726585" y="632527"/>
                  </a:lnTo>
                  <a:lnTo>
                    <a:pt x="727245" y="628483"/>
                  </a:lnTo>
                  <a:lnTo>
                    <a:pt x="727906" y="633873"/>
                  </a:lnTo>
                  <a:lnTo>
                    <a:pt x="728566" y="647962"/>
                  </a:lnTo>
                  <a:lnTo>
                    <a:pt x="729227" y="653638"/>
                  </a:lnTo>
                  <a:lnTo>
                    <a:pt x="729887" y="637148"/>
                  </a:lnTo>
                  <a:lnTo>
                    <a:pt x="730548" y="632527"/>
                  </a:lnTo>
                  <a:lnTo>
                    <a:pt x="731209" y="667081"/>
                  </a:lnTo>
                  <a:lnTo>
                    <a:pt x="731869" y="673937"/>
                  </a:lnTo>
                  <a:lnTo>
                    <a:pt x="732530" y="662181"/>
                  </a:lnTo>
                  <a:lnTo>
                    <a:pt x="733190" y="669217"/>
                  </a:lnTo>
                  <a:lnTo>
                    <a:pt x="733851" y="674620"/>
                  </a:lnTo>
                  <a:lnTo>
                    <a:pt x="734511" y="673789"/>
                  </a:lnTo>
                  <a:lnTo>
                    <a:pt x="735172" y="664342"/>
                  </a:lnTo>
                  <a:lnTo>
                    <a:pt x="735832" y="659336"/>
                  </a:lnTo>
                  <a:lnTo>
                    <a:pt x="736493" y="672623"/>
                  </a:lnTo>
                  <a:lnTo>
                    <a:pt x="737153" y="668497"/>
                  </a:lnTo>
                  <a:lnTo>
                    <a:pt x="737814" y="697201"/>
                  </a:lnTo>
                  <a:lnTo>
                    <a:pt x="738474" y="696818"/>
                  </a:lnTo>
                  <a:lnTo>
                    <a:pt x="739135" y="674032"/>
                  </a:lnTo>
                  <a:lnTo>
                    <a:pt x="739795" y="687881"/>
                  </a:lnTo>
                  <a:lnTo>
                    <a:pt x="740456" y="675290"/>
                  </a:lnTo>
                  <a:lnTo>
                    <a:pt x="741117" y="664890"/>
                  </a:lnTo>
                  <a:lnTo>
                    <a:pt x="741777" y="674913"/>
                  </a:lnTo>
                  <a:lnTo>
                    <a:pt x="742438" y="671300"/>
                  </a:lnTo>
                  <a:lnTo>
                    <a:pt x="743098" y="647991"/>
                  </a:lnTo>
                  <a:lnTo>
                    <a:pt x="743759" y="656280"/>
                  </a:lnTo>
                  <a:lnTo>
                    <a:pt x="744419" y="663503"/>
                  </a:lnTo>
                  <a:lnTo>
                    <a:pt x="745080" y="670292"/>
                  </a:lnTo>
                  <a:lnTo>
                    <a:pt x="745740" y="653129"/>
                  </a:lnTo>
                  <a:lnTo>
                    <a:pt x="746401" y="644980"/>
                  </a:lnTo>
                  <a:lnTo>
                    <a:pt x="747061" y="657359"/>
                  </a:lnTo>
                  <a:lnTo>
                    <a:pt x="747722" y="658735"/>
                  </a:lnTo>
                  <a:lnTo>
                    <a:pt x="748382" y="652824"/>
                  </a:lnTo>
                  <a:lnTo>
                    <a:pt x="749043" y="660188"/>
                  </a:lnTo>
                  <a:lnTo>
                    <a:pt x="749703" y="666531"/>
                  </a:lnTo>
                  <a:lnTo>
                    <a:pt x="750364" y="651544"/>
                  </a:lnTo>
                  <a:lnTo>
                    <a:pt x="751025" y="645016"/>
                  </a:lnTo>
                  <a:lnTo>
                    <a:pt x="751685" y="650129"/>
                  </a:lnTo>
                  <a:lnTo>
                    <a:pt x="752346" y="658103"/>
                  </a:lnTo>
                  <a:lnTo>
                    <a:pt x="753006" y="671589"/>
                  </a:lnTo>
                  <a:lnTo>
                    <a:pt x="753667" y="668429"/>
                  </a:lnTo>
                  <a:lnTo>
                    <a:pt x="754327" y="653455"/>
                  </a:lnTo>
                  <a:lnTo>
                    <a:pt x="754988" y="661339"/>
                  </a:lnTo>
                  <a:lnTo>
                    <a:pt x="755648" y="679988"/>
                  </a:lnTo>
                  <a:lnTo>
                    <a:pt x="756309" y="688764"/>
                  </a:lnTo>
                  <a:lnTo>
                    <a:pt x="756969" y="687758"/>
                  </a:lnTo>
                  <a:lnTo>
                    <a:pt x="757630" y="683941"/>
                  </a:lnTo>
                  <a:lnTo>
                    <a:pt x="758290" y="676846"/>
                  </a:lnTo>
                  <a:lnTo>
                    <a:pt x="758951" y="674308"/>
                  </a:lnTo>
                  <a:lnTo>
                    <a:pt x="759611" y="676686"/>
                  </a:lnTo>
                  <a:lnTo>
                    <a:pt x="760272" y="699385"/>
                  </a:lnTo>
                  <a:lnTo>
                    <a:pt x="760932" y="687979"/>
                  </a:lnTo>
                  <a:lnTo>
                    <a:pt x="761593" y="675055"/>
                  </a:lnTo>
                  <a:lnTo>
                    <a:pt x="762254" y="686118"/>
                  </a:lnTo>
                  <a:lnTo>
                    <a:pt x="762914" y="668141"/>
                  </a:lnTo>
                  <a:lnTo>
                    <a:pt x="763575" y="657044"/>
                  </a:lnTo>
                  <a:lnTo>
                    <a:pt x="764235" y="671572"/>
                  </a:lnTo>
                  <a:lnTo>
                    <a:pt x="764896" y="678204"/>
                  </a:lnTo>
                  <a:lnTo>
                    <a:pt x="765556" y="665393"/>
                  </a:lnTo>
                  <a:lnTo>
                    <a:pt x="766217" y="660772"/>
                  </a:lnTo>
                  <a:lnTo>
                    <a:pt x="766877" y="659397"/>
                  </a:lnTo>
                  <a:lnTo>
                    <a:pt x="767538" y="662809"/>
                  </a:lnTo>
                  <a:lnTo>
                    <a:pt x="768198" y="662809"/>
                  </a:lnTo>
                  <a:lnTo>
                    <a:pt x="768859" y="662809"/>
                  </a:lnTo>
                  <a:lnTo>
                    <a:pt x="769519" y="665393"/>
                  </a:lnTo>
                  <a:lnTo>
                    <a:pt x="770180" y="664883"/>
                  </a:lnTo>
                  <a:lnTo>
                    <a:pt x="770840" y="646665"/>
                  </a:lnTo>
                  <a:lnTo>
                    <a:pt x="771501" y="636997"/>
                  </a:lnTo>
                  <a:lnTo>
                    <a:pt x="772162" y="661629"/>
                  </a:lnTo>
                  <a:lnTo>
                    <a:pt x="772822" y="656885"/>
                  </a:lnTo>
                  <a:lnTo>
                    <a:pt x="773483" y="644018"/>
                  </a:lnTo>
                  <a:lnTo>
                    <a:pt x="774143" y="656885"/>
                  </a:lnTo>
                  <a:lnTo>
                    <a:pt x="774804" y="663005"/>
                  </a:lnTo>
                  <a:lnTo>
                    <a:pt x="775464" y="676292"/>
                  </a:lnTo>
                  <a:lnTo>
                    <a:pt x="776125" y="685280"/>
                  </a:lnTo>
                  <a:lnTo>
                    <a:pt x="776785" y="665589"/>
                  </a:lnTo>
                  <a:lnTo>
                    <a:pt x="777446" y="638628"/>
                  </a:lnTo>
                  <a:lnTo>
                    <a:pt x="778106" y="638628"/>
                  </a:lnTo>
                  <a:lnTo>
                    <a:pt x="778767" y="658491"/>
                  </a:lnTo>
                  <a:lnTo>
                    <a:pt x="779427" y="654737"/>
                  </a:lnTo>
                  <a:lnTo>
                    <a:pt x="780088" y="649729"/>
                  </a:lnTo>
                  <a:lnTo>
                    <a:pt x="780748" y="670890"/>
                  </a:lnTo>
                  <a:lnTo>
                    <a:pt x="781409" y="665589"/>
                  </a:lnTo>
                  <a:lnTo>
                    <a:pt x="782070" y="666541"/>
                  </a:lnTo>
                  <a:lnTo>
                    <a:pt x="782730" y="666541"/>
                  </a:lnTo>
                  <a:lnTo>
                    <a:pt x="783391" y="663957"/>
                  </a:lnTo>
                  <a:lnTo>
                    <a:pt x="784051" y="670367"/>
                  </a:lnTo>
                  <a:lnTo>
                    <a:pt x="784712" y="669511"/>
                  </a:lnTo>
                  <a:lnTo>
                    <a:pt x="785372" y="662929"/>
                  </a:lnTo>
                  <a:lnTo>
                    <a:pt x="786033" y="665513"/>
                  </a:lnTo>
                  <a:lnTo>
                    <a:pt x="786693" y="654564"/>
                  </a:lnTo>
                  <a:lnTo>
                    <a:pt x="787354" y="665355"/>
                  </a:lnTo>
                  <a:lnTo>
                    <a:pt x="788014" y="677244"/>
                  </a:lnTo>
                  <a:lnTo>
                    <a:pt x="788675" y="707425"/>
                  </a:lnTo>
                  <a:lnTo>
                    <a:pt x="789335" y="699293"/>
                  </a:lnTo>
                  <a:lnTo>
                    <a:pt x="789996" y="675713"/>
                  </a:lnTo>
                  <a:lnTo>
                    <a:pt x="790656" y="691459"/>
                  </a:lnTo>
                  <a:lnTo>
                    <a:pt x="791317" y="685417"/>
                  </a:lnTo>
                  <a:lnTo>
                    <a:pt x="791977" y="682241"/>
                  </a:lnTo>
                  <a:lnTo>
                    <a:pt x="792638" y="678092"/>
                  </a:lnTo>
                  <a:lnTo>
                    <a:pt x="793299" y="675488"/>
                  </a:lnTo>
                  <a:lnTo>
                    <a:pt x="793959" y="673719"/>
                  </a:lnTo>
                  <a:lnTo>
                    <a:pt x="794620" y="673906"/>
                  </a:lnTo>
                  <a:lnTo>
                    <a:pt x="795280" y="690517"/>
                  </a:lnTo>
                  <a:lnTo>
                    <a:pt x="795941" y="691890"/>
                  </a:lnTo>
                  <a:lnTo>
                    <a:pt x="796601" y="682241"/>
                  </a:lnTo>
                  <a:lnTo>
                    <a:pt x="797262" y="671841"/>
                  </a:lnTo>
                  <a:lnTo>
                    <a:pt x="797922" y="663957"/>
                  </a:lnTo>
                  <a:lnTo>
                    <a:pt x="798583" y="653816"/>
                  </a:lnTo>
                  <a:lnTo>
                    <a:pt x="799243" y="663957"/>
                  </a:lnTo>
                  <a:lnTo>
                    <a:pt x="799904" y="659443"/>
                  </a:lnTo>
                  <a:lnTo>
                    <a:pt x="800564" y="666541"/>
                  </a:lnTo>
                  <a:lnTo>
                    <a:pt x="801225" y="673719"/>
                  </a:lnTo>
                  <a:lnTo>
                    <a:pt x="801885" y="676834"/>
                  </a:lnTo>
                  <a:lnTo>
                    <a:pt x="802546" y="688092"/>
                  </a:lnTo>
                  <a:lnTo>
                    <a:pt x="803207" y="688479"/>
                  </a:lnTo>
                  <a:lnTo>
                    <a:pt x="803867" y="656954"/>
                  </a:lnTo>
                  <a:lnTo>
                    <a:pt x="804528" y="681547"/>
                  </a:lnTo>
                  <a:lnTo>
                    <a:pt x="805188" y="695611"/>
                  </a:lnTo>
                  <a:lnTo>
                    <a:pt x="805849" y="682260"/>
                  </a:lnTo>
                  <a:lnTo>
                    <a:pt x="806509" y="661324"/>
                  </a:lnTo>
                  <a:lnTo>
                    <a:pt x="807170" y="644580"/>
                  </a:lnTo>
                  <a:lnTo>
                    <a:pt x="807830" y="642511"/>
                  </a:lnTo>
                  <a:lnTo>
                    <a:pt x="808491" y="656808"/>
                  </a:lnTo>
                  <a:lnTo>
                    <a:pt x="809151" y="633604"/>
                  </a:lnTo>
                  <a:lnTo>
                    <a:pt x="809812" y="625163"/>
                  </a:lnTo>
                  <a:lnTo>
                    <a:pt x="810472" y="626793"/>
                  </a:lnTo>
                  <a:lnTo>
                    <a:pt x="811133" y="643192"/>
                  </a:lnTo>
                  <a:lnTo>
                    <a:pt x="811793" y="667841"/>
                  </a:lnTo>
                  <a:lnTo>
                    <a:pt x="812454" y="698310"/>
                  </a:lnTo>
                  <a:lnTo>
                    <a:pt x="813115" y="676945"/>
                  </a:lnTo>
                  <a:lnTo>
                    <a:pt x="813775" y="649860"/>
                  </a:lnTo>
                  <a:lnTo>
                    <a:pt x="814436" y="659570"/>
                  </a:lnTo>
                  <a:lnTo>
                    <a:pt x="815096" y="683566"/>
                  </a:lnTo>
                  <a:lnTo>
                    <a:pt x="815757" y="658443"/>
                  </a:lnTo>
                  <a:lnTo>
                    <a:pt x="816417" y="639346"/>
                  </a:lnTo>
                  <a:lnTo>
                    <a:pt x="817078" y="636873"/>
                  </a:lnTo>
                  <a:lnTo>
                    <a:pt x="817738" y="641792"/>
                  </a:lnTo>
                  <a:lnTo>
                    <a:pt x="818399" y="651990"/>
                  </a:lnTo>
                  <a:lnTo>
                    <a:pt x="819059" y="655402"/>
                  </a:lnTo>
                  <a:lnTo>
                    <a:pt x="819720" y="682589"/>
                  </a:lnTo>
                  <a:lnTo>
                    <a:pt x="820380" y="694679"/>
                  </a:lnTo>
                  <a:lnTo>
                    <a:pt x="821041" y="691352"/>
                  </a:lnTo>
                  <a:lnTo>
                    <a:pt x="821701" y="688374"/>
                  </a:lnTo>
                  <a:lnTo>
                    <a:pt x="822362" y="665250"/>
                  </a:lnTo>
                  <a:lnTo>
                    <a:pt x="823023" y="676279"/>
                  </a:lnTo>
                  <a:lnTo>
                    <a:pt x="823683" y="654195"/>
                  </a:lnTo>
                  <a:lnTo>
                    <a:pt x="824344" y="668320"/>
                  </a:lnTo>
                  <a:lnTo>
                    <a:pt x="825004" y="699071"/>
                  </a:lnTo>
                  <a:lnTo>
                    <a:pt x="825665" y="656437"/>
                  </a:lnTo>
                  <a:lnTo>
                    <a:pt x="826325" y="647300"/>
                  </a:lnTo>
                  <a:lnTo>
                    <a:pt x="826986" y="637890"/>
                  </a:lnTo>
                  <a:lnTo>
                    <a:pt x="827646" y="605615"/>
                  </a:lnTo>
                  <a:lnTo>
                    <a:pt x="828307" y="608313"/>
                  </a:lnTo>
                  <a:lnTo>
                    <a:pt x="828967" y="599242"/>
                  </a:lnTo>
                  <a:lnTo>
                    <a:pt x="829628" y="554615"/>
                  </a:lnTo>
                  <a:lnTo>
                    <a:pt x="830288" y="550204"/>
                  </a:lnTo>
                  <a:lnTo>
                    <a:pt x="830949" y="541417"/>
                  </a:lnTo>
                  <a:lnTo>
                    <a:pt x="831609" y="527479"/>
                  </a:lnTo>
                  <a:lnTo>
                    <a:pt x="832270" y="517186"/>
                  </a:lnTo>
                  <a:lnTo>
                    <a:pt x="832930" y="484475"/>
                  </a:lnTo>
                  <a:lnTo>
                    <a:pt x="833591" y="486868"/>
                  </a:lnTo>
                  <a:lnTo>
                    <a:pt x="834252" y="485766"/>
                  </a:lnTo>
                  <a:lnTo>
                    <a:pt x="834912" y="576684"/>
                  </a:lnTo>
                  <a:lnTo>
                    <a:pt x="835573" y="621501"/>
                  </a:lnTo>
                  <a:lnTo>
                    <a:pt x="836233" y="604906"/>
                  </a:lnTo>
                  <a:lnTo>
                    <a:pt x="836894" y="611307"/>
                  </a:lnTo>
                  <a:lnTo>
                    <a:pt x="837554" y="575128"/>
                  </a:lnTo>
                  <a:lnTo>
                    <a:pt x="838215" y="587589"/>
                  </a:lnTo>
                  <a:lnTo>
                    <a:pt x="838875" y="637257"/>
                  </a:lnTo>
                  <a:lnTo>
                    <a:pt x="839536" y="678865"/>
                  </a:lnTo>
                  <a:lnTo>
                    <a:pt x="840196" y="689909"/>
                  </a:lnTo>
                  <a:lnTo>
                    <a:pt x="840857" y="687020"/>
                  </a:lnTo>
                  <a:lnTo>
                    <a:pt x="841517" y="635953"/>
                  </a:lnTo>
                  <a:lnTo>
                    <a:pt x="842178" y="631365"/>
                  </a:lnTo>
                  <a:lnTo>
                    <a:pt x="842838" y="677643"/>
                  </a:lnTo>
                  <a:lnTo>
                    <a:pt x="843499" y="700920"/>
                  </a:lnTo>
                  <a:lnTo>
                    <a:pt x="844160" y="691860"/>
                  </a:lnTo>
                  <a:lnTo>
                    <a:pt x="844820" y="664304"/>
                  </a:lnTo>
                  <a:lnTo>
                    <a:pt x="845481" y="665056"/>
                  </a:lnTo>
                  <a:lnTo>
                    <a:pt x="846141" y="663799"/>
                  </a:lnTo>
                  <a:lnTo>
                    <a:pt x="846802" y="679127"/>
                  </a:lnTo>
                  <a:lnTo>
                    <a:pt x="847462" y="667224"/>
                  </a:lnTo>
                  <a:lnTo>
                    <a:pt x="848123" y="670282"/>
                  </a:lnTo>
                  <a:lnTo>
                    <a:pt x="848783" y="675211"/>
                  </a:lnTo>
                  <a:lnTo>
                    <a:pt x="849444" y="665687"/>
                  </a:lnTo>
                  <a:lnTo>
                    <a:pt x="850104" y="676655"/>
                  </a:lnTo>
                  <a:lnTo>
                    <a:pt x="850765" y="679548"/>
                  </a:lnTo>
                  <a:lnTo>
                    <a:pt x="851425" y="668366"/>
                  </a:lnTo>
                  <a:lnTo>
                    <a:pt x="852086" y="694437"/>
                  </a:lnTo>
                  <a:lnTo>
                    <a:pt x="852746" y="704387"/>
                  </a:lnTo>
                  <a:lnTo>
                    <a:pt x="853407" y="703477"/>
                  </a:lnTo>
                  <a:lnTo>
                    <a:pt x="854068" y="690611"/>
                  </a:lnTo>
                  <a:lnTo>
                    <a:pt x="854728" y="658045"/>
                  </a:lnTo>
                  <a:lnTo>
                    <a:pt x="855389" y="682265"/>
                  </a:lnTo>
                  <a:lnTo>
                    <a:pt x="856049" y="693799"/>
                  </a:lnTo>
                  <a:lnTo>
                    <a:pt x="856710" y="663844"/>
                  </a:lnTo>
                  <a:lnTo>
                    <a:pt x="857370" y="650578"/>
                  </a:lnTo>
                  <a:lnTo>
                    <a:pt x="858031" y="638816"/>
                  </a:lnTo>
                  <a:lnTo>
                    <a:pt x="858691" y="638789"/>
                  </a:lnTo>
                  <a:lnTo>
                    <a:pt x="859352" y="654950"/>
                  </a:lnTo>
                  <a:lnTo>
                    <a:pt x="860012" y="665138"/>
                  </a:lnTo>
                  <a:lnTo>
                    <a:pt x="860673" y="654950"/>
                  </a:lnTo>
                  <a:lnTo>
                    <a:pt x="861333" y="648700"/>
                  </a:lnTo>
                  <a:lnTo>
                    <a:pt x="861994" y="628758"/>
                  </a:lnTo>
                  <a:lnTo>
                    <a:pt x="862654" y="613509"/>
                  </a:lnTo>
                  <a:lnTo>
                    <a:pt x="863315" y="625238"/>
                  </a:lnTo>
                  <a:lnTo>
                    <a:pt x="863975" y="639191"/>
                  </a:lnTo>
                  <a:lnTo>
                    <a:pt x="864636" y="634435"/>
                  </a:lnTo>
                  <a:lnTo>
                    <a:pt x="865297" y="637761"/>
                  </a:lnTo>
                  <a:lnTo>
                    <a:pt x="865957" y="646369"/>
                  </a:lnTo>
                  <a:lnTo>
                    <a:pt x="866618" y="647672"/>
                  </a:lnTo>
                  <a:lnTo>
                    <a:pt x="867278" y="631142"/>
                  </a:lnTo>
                  <a:lnTo>
                    <a:pt x="867939" y="624968"/>
                  </a:lnTo>
                  <a:lnTo>
                    <a:pt x="868599" y="629253"/>
                  </a:lnTo>
                  <a:lnTo>
                    <a:pt x="869260" y="622493"/>
                  </a:lnTo>
                  <a:lnTo>
                    <a:pt x="869920" y="617809"/>
                  </a:lnTo>
                  <a:lnTo>
                    <a:pt x="870581" y="615770"/>
                  </a:lnTo>
                  <a:lnTo>
                    <a:pt x="871241" y="608181"/>
                  </a:lnTo>
                  <a:lnTo>
                    <a:pt x="871902" y="608890"/>
                  </a:lnTo>
                  <a:lnTo>
                    <a:pt x="872562" y="597438"/>
                  </a:lnTo>
                  <a:lnTo>
                    <a:pt x="873223" y="577800"/>
                  </a:lnTo>
                  <a:lnTo>
                    <a:pt x="873883" y="573317"/>
                  </a:lnTo>
                  <a:lnTo>
                    <a:pt x="874544" y="593346"/>
                  </a:lnTo>
                  <a:lnTo>
                    <a:pt x="875205" y="599997"/>
                  </a:lnTo>
                  <a:lnTo>
                    <a:pt x="875865" y="597727"/>
                  </a:lnTo>
                  <a:lnTo>
                    <a:pt x="876526" y="635069"/>
                  </a:lnTo>
                  <a:lnTo>
                    <a:pt x="877186" y="635746"/>
                  </a:lnTo>
                  <a:lnTo>
                    <a:pt x="877847" y="585017"/>
                  </a:lnTo>
                  <a:lnTo>
                    <a:pt x="878507" y="551319"/>
                  </a:lnTo>
                  <a:lnTo>
                    <a:pt x="879168" y="549349"/>
                  </a:lnTo>
                  <a:lnTo>
                    <a:pt x="879828" y="566438"/>
                  </a:lnTo>
                  <a:lnTo>
                    <a:pt x="880489" y="558445"/>
                  </a:lnTo>
                  <a:lnTo>
                    <a:pt x="881149" y="524887"/>
                  </a:lnTo>
                  <a:lnTo>
                    <a:pt x="881810" y="521060"/>
                  </a:lnTo>
                  <a:lnTo>
                    <a:pt x="882470" y="512863"/>
                  </a:lnTo>
                  <a:lnTo>
                    <a:pt x="883131" y="523607"/>
                  </a:lnTo>
                  <a:lnTo>
                    <a:pt x="883791" y="521110"/>
                  </a:lnTo>
                  <a:lnTo>
                    <a:pt x="884452" y="539058"/>
                  </a:lnTo>
                  <a:lnTo>
                    <a:pt x="885113" y="519424"/>
                  </a:lnTo>
                  <a:lnTo>
                    <a:pt x="885773" y="546319"/>
                  </a:lnTo>
                  <a:lnTo>
                    <a:pt x="886434" y="542991"/>
                  </a:lnTo>
                  <a:lnTo>
                    <a:pt x="887094" y="538648"/>
                  </a:lnTo>
                  <a:lnTo>
                    <a:pt x="887755" y="529681"/>
                  </a:lnTo>
                  <a:lnTo>
                    <a:pt x="888415" y="515421"/>
                  </a:lnTo>
                  <a:lnTo>
                    <a:pt x="889076" y="505173"/>
                  </a:lnTo>
                  <a:lnTo>
                    <a:pt x="889736" y="477601"/>
                  </a:lnTo>
                  <a:lnTo>
                    <a:pt x="890397" y="461611"/>
                  </a:lnTo>
                  <a:lnTo>
                    <a:pt x="891057" y="418000"/>
                  </a:lnTo>
                  <a:lnTo>
                    <a:pt x="891718" y="382814"/>
                  </a:lnTo>
                  <a:lnTo>
                    <a:pt x="892378" y="352061"/>
                  </a:lnTo>
                  <a:lnTo>
                    <a:pt x="893039" y="344488"/>
                  </a:lnTo>
                  <a:lnTo>
                    <a:pt x="893699" y="318292"/>
                  </a:lnTo>
                  <a:lnTo>
                    <a:pt x="894360" y="316253"/>
                  </a:lnTo>
                  <a:lnTo>
                    <a:pt x="895021" y="314067"/>
                  </a:lnTo>
                  <a:lnTo>
                    <a:pt x="895681" y="319595"/>
                  </a:lnTo>
                  <a:lnTo>
                    <a:pt x="896342" y="324972"/>
                  </a:lnTo>
                  <a:lnTo>
                    <a:pt x="897002" y="360180"/>
                  </a:lnTo>
                  <a:lnTo>
                    <a:pt x="897663" y="393158"/>
                  </a:lnTo>
                  <a:lnTo>
                    <a:pt x="898323" y="400271"/>
                  </a:lnTo>
                  <a:lnTo>
                    <a:pt x="898984" y="445385"/>
                  </a:lnTo>
                  <a:lnTo>
                    <a:pt x="899644" y="444272"/>
                  </a:lnTo>
                  <a:lnTo>
                    <a:pt x="900305" y="481631"/>
                  </a:lnTo>
                  <a:lnTo>
                    <a:pt x="900965" y="488667"/>
                  </a:lnTo>
                  <a:lnTo>
                    <a:pt x="901626" y="488695"/>
                  </a:lnTo>
                  <a:lnTo>
                    <a:pt x="902286" y="504685"/>
                  </a:lnTo>
                  <a:lnTo>
                    <a:pt x="902947" y="513786"/>
                  </a:lnTo>
                  <a:lnTo>
                    <a:pt x="903607" y="525811"/>
                  </a:lnTo>
                  <a:lnTo>
                    <a:pt x="904268" y="536909"/>
                  </a:lnTo>
                  <a:lnTo>
                    <a:pt x="904928" y="552444"/>
                  </a:lnTo>
                  <a:lnTo>
                    <a:pt x="905589" y="633954"/>
                  </a:lnTo>
                  <a:lnTo>
                    <a:pt x="906250" y="599407"/>
                  </a:lnTo>
                  <a:lnTo>
                    <a:pt x="906910" y="606130"/>
                  </a:lnTo>
                  <a:lnTo>
                    <a:pt x="907571" y="602960"/>
                  </a:lnTo>
                  <a:lnTo>
                    <a:pt x="908231" y="614180"/>
                  </a:lnTo>
                  <a:lnTo>
                    <a:pt x="908892" y="632245"/>
                  </a:lnTo>
                  <a:lnTo>
                    <a:pt x="909552" y="641276"/>
                  </a:lnTo>
                  <a:lnTo>
                    <a:pt x="910213" y="615667"/>
                  </a:lnTo>
                  <a:lnTo>
                    <a:pt x="910873" y="614080"/>
                  </a:lnTo>
                  <a:lnTo>
                    <a:pt x="911534" y="610424"/>
                  </a:lnTo>
                  <a:lnTo>
                    <a:pt x="912194" y="599759"/>
                  </a:lnTo>
                  <a:lnTo>
                    <a:pt x="912855" y="599449"/>
                  </a:lnTo>
                  <a:lnTo>
                    <a:pt x="913515" y="578215"/>
                  </a:lnTo>
                  <a:lnTo>
                    <a:pt x="914176" y="583726"/>
                  </a:lnTo>
                  <a:lnTo>
                    <a:pt x="914836" y="592970"/>
                  </a:lnTo>
                  <a:lnTo>
                    <a:pt x="915497" y="593060"/>
                  </a:lnTo>
                  <a:lnTo>
                    <a:pt x="916158" y="603577"/>
                  </a:lnTo>
                  <a:lnTo>
                    <a:pt x="916818" y="603577"/>
                  </a:lnTo>
                  <a:lnTo>
                    <a:pt x="917479" y="607150"/>
                  </a:lnTo>
                  <a:lnTo>
                    <a:pt x="918139" y="637685"/>
                  </a:lnTo>
                  <a:lnTo>
                    <a:pt x="918800" y="645473"/>
                  </a:lnTo>
                  <a:lnTo>
                    <a:pt x="919460" y="626548"/>
                  </a:lnTo>
                  <a:lnTo>
                    <a:pt x="920121" y="623144"/>
                  </a:lnTo>
                  <a:lnTo>
                    <a:pt x="920781" y="621457"/>
                  </a:lnTo>
                  <a:lnTo>
                    <a:pt x="921442" y="624536"/>
                  </a:lnTo>
                  <a:lnTo>
                    <a:pt x="922102" y="637015"/>
                  </a:lnTo>
                  <a:lnTo>
                    <a:pt x="922763" y="642924"/>
                  </a:lnTo>
                  <a:lnTo>
                    <a:pt x="923423" y="633426"/>
                  </a:lnTo>
                  <a:lnTo>
                    <a:pt x="924084" y="599768"/>
                  </a:lnTo>
                  <a:lnTo>
                    <a:pt x="924744" y="593416"/>
                  </a:lnTo>
                  <a:lnTo>
                    <a:pt x="925405" y="604695"/>
                  </a:lnTo>
                  <a:lnTo>
                    <a:pt x="926066" y="609379"/>
                  </a:lnTo>
                  <a:lnTo>
                    <a:pt x="926726" y="615709"/>
                  </a:lnTo>
                  <a:lnTo>
                    <a:pt x="927387" y="606777"/>
                  </a:lnTo>
                  <a:lnTo>
                    <a:pt x="928047" y="580222"/>
                  </a:lnTo>
                  <a:lnTo>
                    <a:pt x="928708" y="582618"/>
                  </a:lnTo>
                  <a:lnTo>
                    <a:pt x="929368" y="554293"/>
                  </a:lnTo>
                  <a:lnTo>
                    <a:pt x="930029" y="540307"/>
                  </a:lnTo>
                  <a:lnTo>
                    <a:pt x="930689" y="569345"/>
                  </a:lnTo>
                  <a:lnTo>
                    <a:pt x="931350" y="573339"/>
                  </a:lnTo>
                  <a:lnTo>
                    <a:pt x="932010" y="574451"/>
                  </a:lnTo>
                  <a:lnTo>
                    <a:pt x="932671" y="558007"/>
                  </a:lnTo>
                  <a:lnTo>
                    <a:pt x="933331" y="528751"/>
                  </a:lnTo>
                  <a:lnTo>
                    <a:pt x="933992" y="525305"/>
                  </a:lnTo>
                  <a:lnTo>
                    <a:pt x="934652" y="540368"/>
                  </a:lnTo>
                  <a:lnTo>
                    <a:pt x="935313" y="587746"/>
                  </a:lnTo>
                  <a:lnTo>
                    <a:pt x="935973" y="635387"/>
                  </a:lnTo>
                  <a:lnTo>
                    <a:pt x="936634" y="628893"/>
                  </a:lnTo>
                  <a:lnTo>
                    <a:pt x="937295" y="610496"/>
                  </a:lnTo>
                  <a:lnTo>
                    <a:pt x="937955" y="625813"/>
                  </a:lnTo>
                  <a:lnTo>
                    <a:pt x="938616" y="627529"/>
                  </a:lnTo>
                  <a:lnTo>
                    <a:pt x="939276" y="606719"/>
                  </a:lnTo>
                  <a:lnTo>
                    <a:pt x="939937" y="615930"/>
                  </a:lnTo>
                  <a:lnTo>
                    <a:pt x="940597" y="615289"/>
                  </a:lnTo>
                  <a:lnTo>
                    <a:pt x="941258" y="618089"/>
                  </a:lnTo>
                  <a:lnTo>
                    <a:pt x="941918" y="620985"/>
                  </a:lnTo>
                  <a:lnTo>
                    <a:pt x="942579" y="620215"/>
                  </a:lnTo>
                  <a:lnTo>
                    <a:pt x="943239" y="632602"/>
                  </a:lnTo>
                  <a:lnTo>
                    <a:pt x="943900" y="622846"/>
                  </a:lnTo>
                  <a:lnTo>
                    <a:pt x="944560" y="624994"/>
                  </a:lnTo>
                  <a:lnTo>
                    <a:pt x="945221" y="635751"/>
                  </a:lnTo>
                  <a:lnTo>
                    <a:pt x="945881" y="646208"/>
                  </a:lnTo>
                  <a:lnTo>
                    <a:pt x="946542" y="646810"/>
                  </a:lnTo>
                  <a:lnTo>
                    <a:pt x="947203" y="630558"/>
                  </a:lnTo>
                  <a:lnTo>
                    <a:pt x="947863" y="629276"/>
                  </a:lnTo>
                  <a:lnTo>
                    <a:pt x="948524" y="659757"/>
                  </a:lnTo>
                  <a:lnTo>
                    <a:pt x="949184" y="671700"/>
                  </a:lnTo>
                  <a:lnTo>
                    <a:pt x="949845" y="682195"/>
                  </a:lnTo>
                  <a:lnTo>
                    <a:pt x="950505" y="652482"/>
                  </a:lnTo>
                  <a:lnTo>
                    <a:pt x="951166" y="641333"/>
                  </a:lnTo>
                  <a:lnTo>
                    <a:pt x="951826" y="598425"/>
                  </a:lnTo>
                  <a:lnTo>
                    <a:pt x="952487" y="608756"/>
                  </a:lnTo>
                  <a:lnTo>
                    <a:pt x="953147" y="624123"/>
                  </a:lnTo>
                  <a:lnTo>
                    <a:pt x="953808" y="606293"/>
                  </a:lnTo>
                  <a:lnTo>
                    <a:pt x="954468" y="575352"/>
                  </a:lnTo>
                  <a:lnTo>
                    <a:pt x="955129" y="571273"/>
                  </a:lnTo>
                  <a:lnTo>
                    <a:pt x="955789" y="513287"/>
                  </a:lnTo>
                  <a:lnTo>
                    <a:pt x="956450" y="490030"/>
                  </a:lnTo>
                  <a:lnTo>
                    <a:pt x="957111" y="492905"/>
                  </a:lnTo>
                  <a:lnTo>
                    <a:pt x="957771" y="535223"/>
                  </a:lnTo>
                  <a:lnTo>
                    <a:pt x="958432" y="615674"/>
                  </a:lnTo>
                  <a:lnTo>
                    <a:pt x="959092" y="619236"/>
                  </a:lnTo>
                  <a:lnTo>
                    <a:pt x="959753" y="620820"/>
                  </a:lnTo>
                  <a:lnTo>
                    <a:pt x="960413" y="606323"/>
                  </a:lnTo>
                  <a:lnTo>
                    <a:pt x="961074" y="616832"/>
                  </a:lnTo>
                  <a:lnTo>
                    <a:pt x="961734" y="646018"/>
                  </a:lnTo>
                  <a:lnTo>
                    <a:pt x="962395" y="669048"/>
                  </a:lnTo>
                  <a:lnTo>
                    <a:pt x="963055" y="660292"/>
                  </a:lnTo>
                  <a:lnTo>
                    <a:pt x="963716" y="676792"/>
                  </a:lnTo>
                  <a:lnTo>
                    <a:pt x="964376" y="663500"/>
                  </a:lnTo>
                  <a:lnTo>
                    <a:pt x="965037" y="675653"/>
                  </a:lnTo>
                  <a:lnTo>
                    <a:pt x="965697" y="694839"/>
                  </a:lnTo>
                  <a:lnTo>
                    <a:pt x="966358" y="686233"/>
                  </a:lnTo>
                  <a:lnTo>
                    <a:pt x="967019" y="682906"/>
                  </a:lnTo>
                  <a:lnTo>
                    <a:pt x="967679" y="698610"/>
                  </a:lnTo>
                  <a:lnTo>
                    <a:pt x="968340" y="700471"/>
                  </a:lnTo>
                  <a:lnTo>
                    <a:pt x="969000" y="710482"/>
                  </a:lnTo>
                  <a:lnTo>
                    <a:pt x="969661" y="714618"/>
                  </a:lnTo>
                  <a:lnTo>
                    <a:pt x="970321" y="706010"/>
                  </a:lnTo>
                  <a:lnTo>
                    <a:pt x="970982" y="685646"/>
                  </a:lnTo>
                  <a:lnTo>
                    <a:pt x="971642" y="693900"/>
                  </a:lnTo>
                  <a:lnTo>
                    <a:pt x="972303" y="718692"/>
                  </a:lnTo>
                  <a:lnTo>
                    <a:pt x="972963" y="716438"/>
                  </a:lnTo>
                  <a:lnTo>
                    <a:pt x="973624" y="684699"/>
                  </a:lnTo>
                  <a:lnTo>
                    <a:pt x="974284" y="696776"/>
                  </a:lnTo>
                  <a:lnTo>
                    <a:pt x="974945" y="685518"/>
                  </a:lnTo>
                  <a:lnTo>
                    <a:pt x="975605" y="694929"/>
                  </a:lnTo>
                  <a:lnTo>
                    <a:pt x="976266" y="705852"/>
                  </a:lnTo>
                  <a:lnTo>
                    <a:pt x="976926" y="693801"/>
                  </a:lnTo>
                  <a:lnTo>
                    <a:pt x="977587" y="684813"/>
                  </a:lnTo>
                  <a:lnTo>
                    <a:pt x="978248" y="696931"/>
                  </a:lnTo>
                  <a:lnTo>
                    <a:pt x="978908" y="677898"/>
                  </a:lnTo>
                  <a:lnTo>
                    <a:pt x="979569" y="700091"/>
                  </a:lnTo>
                  <a:lnTo>
                    <a:pt x="980229" y="708487"/>
                  </a:lnTo>
                  <a:lnTo>
                    <a:pt x="980890" y="688839"/>
                  </a:lnTo>
                  <a:lnTo>
                    <a:pt x="981550" y="703434"/>
                  </a:lnTo>
                  <a:lnTo>
                    <a:pt x="982211" y="679465"/>
                  </a:lnTo>
                  <a:lnTo>
                    <a:pt x="982871" y="678392"/>
                  </a:lnTo>
                  <a:lnTo>
                    <a:pt x="983532" y="682691"/>
                  </a:lnTo>
                  <a:lnTo>
                    <a:pt x="984192" y="680751"/>
                  </a:lnTo>
                  <a:lnTo>
                    <a:pt x="984853" y="678944"/>
                  </a:lnTo>
                  <a:lnTo>
                    <a:pt x="985513" y="692527"/>
                  </a:lnTo>
                  <a:lnTo>
                    <a:pt x="986174" y="698465"/>
                  </a:lnTo>
                  <a:lnTo>
                    <a:pt x="986834" y="654530"/>
                  </a:lnTo>
                  <a:lnTo>
                    <a:pt x="987495" y="627659"/>
                  </a:lnTo>
                  <a:lnTo>
                    <a:pt x="988156" y="652671"/>
                  </a:lnTo>
                  <a:lnTo>
                    <a:pt x="988816" y="683539"/>
                  </a:lnTo>
                  <a:lnTo>
                    <a:pt x="989477" y="688537"/>
                  </a:lnTo>
                  <a:lnTo>
                    <a:pt x="990137" y="683539"/>
                  </a:lnTo>
                  <a:lnTo>
                    <a:pt x="990798" y="684387"/>
                  </a:lnTo>
                  <a:lnTo>
                    <a:pt x="991458" y="694388"/>
                  </a:lnTo>
                  <a:lnTo>
                    <a:pt x="992119" y="688953"/>
                  </a:lnTo>
                  <a:lnTo>
                    <a:pt x="992779" y="668997"/>
                  </a:lnTo>
                  <a:lnTo>
                    <a:pt x="993440" y="673654"/>
                  </a:lnTo>
                  <a:lnTo>
                    <a:pt x="994100" y="672446"/>
                  </a:lnTo>
                  <a:lnTo>
                    <a:pt x="994761" y="651700"/>
                  </a:lnTo>
                  <a:lnTo>
                    <a:pt x="995421" y="653541"/>
                  </a:lnTo>
                  <a:lnTo>
                    <a:pt x="996082" y="666317"/>
                  </a:lnTo>
                  <a:lnTo>
                    <a:pt x="996742" y="664247"/>
                  </a:lnTo>
                  <a:lnTo>
                    <a:pt x="997403" y="674066"/>
                  </a:lnTo>
                  <a:lnTo>
                    <a:pt x="998064" y="675943"/>
                  </a:lnTo>
                  <a:lnTo>
                    <a:pt x="998724" y="665397"/>
                  </a:lnTo>
                  <a:lnTo>
                    <a:pt x="999385" y="644276"/>
                  </a:lnTo>
                  <a:lnTo>
                    <a:pt x="1000045" y="627940"/>
                  </a:lnTo>
                  <a:lnTo>
                    <a:pt x="1000706" y="641209"/>
                  </a:lnTo>
                  <a:lnTo>
                    <a:pt x="1001366" y="646366"/>
                  </a:lnTo>
                  <a:lnTo>
                    <a:pt x="1002027" y="667548"/>
                  </a:lnTo>
                  <a:lnTo>
                    <a:pt x="1002687" y="658702"/>
                  </a:lnTo>
                  <a:lnTo>
                    <a:pt x="1003348" y="653419"/>
                  </a:lnTo>
                  <a:lnTo>
                    <a:pt x="1004008" y="654080"/>
                  </a:lnTo>
                  <a:lnTo>
                    <a:pt x="1004669" y="625493"/>
                  </a:lnTo>
                  <a:lnTo>
                    <a:pt x="1005329" y="582620"/>
                  </a:lnTo>
                  <a:lnTo>
                    <a:pt x="1005990" y="583508"/>
                  </a:lnTo>
                  <a:lnTo>
                    <a:pt x="1006650" y="599961"/>
                  </a:lnTo>
                  <a:lnTo>
                    <a:pt x="1007311" y="624591"/>
                  </a:lnTo>
                  <a:lnTo>
                    <a:pt x="1007971" y="623038"/>
                  </a:lnTo>
                  <a:lnTo>
                    <a:pt x="1008632" y="636307"/>
                  </a:lnTo>
                  <a:lnTo>
                    <a:pt x="1009293" y="632729"/>
                  </a:lnTo>
                  <a:lnTo>
                    <a:pt x="1009953" y="652882"/>
                  </a:lnTo>
                  <a:lnTo>
                    <a:pt x="1010614" y="691408"/>
                  </a:lnTo>
                  <a:lnTo>
                    <a:pt x="1011274" y="680850"/>
                  </a:lnTo>
                  <a:lnTo>
                    <a:pt x="1011935" y="645160"/>
                  </a:lnTo>
                  <a:lnTo>
                    <a:pt x="1012595" y="637533"/>
                  </a:lnTo>
                  <a:lnTo>
                    <a:pt x="1013256" y="627357"/>
                  </a:lnTo>
                  <a:lnTo>
                    <a:pt x="1013916" y="622242"/>
                  </a:lnTo>
                  <a:lnTo>
                    <a:pt x="1014577" y="597380"/>
                  </a:lnTo>
                  <a:lnTo>
                    <a:pt x="1015237" y="624890"/>
                  </a:lnTo>
                  <a:lnTo>
                    <a:pt x="1015898" y="637132"/>
                  </a:lnTo>
                  <a:lnTo>
                    <a:pt x="1016558" y="643599"/>
                  </a:lnTo>
                  <a:lnTo>
                    <a:pt x="1017219" y="658708"/>
                  </a:lnTo>
                  <a:lnTo>
                    <a:pt x="1017879" y="679027"/>
                  </a:lnTo>
                  <a:lnTo>
                    <a:pt x="1018540" y="674511"/>
                  </a:lnTo>
                  <a:lnTo>
                    <a:pt x="1019201" y="666223"/>
                  </a:lnTo>
                  <a:lnTo>
                    <a:pt x="1019861" y="687452"/>
                  </a:lnTo>
                  <a:lnTo>
                    <a:pt x="1020522" y="689862"/>
                  </a:lnTo>
                  <a:lnTo>
                    <a:pt x="1021182" y="670144"/>
                  </a:lnTo>
                  <a:lnTo>
                    <a:pt x="1021843" y="673284"/>
                  </a:lnTo>
                  <a:lnTo>
                    <a:pt x="1022503" y="681462"/>
                  </a:lnTo>
                  <a:lnTo>
                    <a:pt x="1023164" y="674074"/>
                  </a:lnTo>
                  <a:lnTo>
                    <a:pt x="1023824" y="670164"/>
                  </a:lnTo>
                  <a:lnTo>
                    <a:pt x="1024485" y="670242"/>
                  </a:lnTo>
                  <a:lnTo>
                    <a:pt x="1025145" y="642050"/>
                  </a:lnTo>
                  <a:lnTo>
                    <a:pt x="1025806" y="617186"/>
                  </a:lnTo>
                  <a:lnTo>
                    <a:pt x="1026466" y="616934"/>
                  </a:lnTo>
                  <a:lnTo>
                    <a:pt x="1027127" y="607914"/>
                  </a:lnTo>
                  <a:lnTo>
                    <a:pt x="1027787" y="583825"/>
                  </a:lnTo>
                  <a:lnTo>
                    <a:pt x="1028448" y="579210"/>
                  </a:lnTo>
                  <a:lnTo>
                    <a:pt x="1029109" y="593011"/>
                  </a:lnTo>
                  <a:lnTo>
                    <a:pt x="1029769" y="609596"/>
                  </a:lnTo>
                  <a:lnTo>
                    <a:pt x="1030430" y="616607"/>
                  </a:lnTo>
                  <a:lnTo>
                    <a:pt x="1031090" y="616607"/>
                  </a:lnTo>
                  <a:lnTo>
                    <a:pt x="1031751" y="611491"/>
                  </a:lnTo>
                  <a:lnTo>
                    <a:pt x="1032411" y="616607"/>
                  </a:lnTo>
                  <a:lnTo>
                    <a:pt x="1033072" y="616607"/>
                  </a:lnTo>
                  <a:lnTo>
                    <a:pt x="1033732" y="618920"/>
                  </a:lnTo>
                  <a:lnTo>
                    <a:pt x="1034393" y="627234"/>
                  </a:lnTo>
                  <a:lnTo>
                    <a:pt x="1035053" y="626941"/>
                  </a:lnTo>
                  <a:lnTo>
                    <a:pt x="1035714" y="651144"/>
                  </a:lnTo>
                  <a:lnTo>
                    <a:pt x="1036374" y="687745"/>
                  </a:lnTo>
                  <a:lnTo>
                    <a:pt x="1037035" y="684130"/>
                  </a:lnTo>
                  <a:lnTo>
                    <a:pt x="1037695" y="670460"/>
                  </a:lnTo>
                  <a:lnTo>
                    <a:pt x="1038356" y="663985"/>
                  </a:lnTo>
                  <a:lnTo>
                    <a:pt x="1039017" y="652504"/>
                  </a:lnTo>
                  <a:lnTo>
                    <a:pt x="1039677" y="630895"/>
                  </a:lnTo>
                  <a:lnTo>
                    <a:pt x="1040338" y="630895"/>
                  </a:lnTo>
                  <a:lnTo>
                    <a:pt x="1040998" y="630895"/>
                  </a:lnTo>
                  <a:lnTo>
                    <a:pt x="1041659" y="650770"/>
                  </a:lnTo>
                  <a:lnTo>
                    <a:pt x="1042319" y="666851"/>
                  </a:lnTo>
                  <a:lnTo>
                    <a:pt x="1042980" y="655083"/>
                  </a:lnTo>
                  <a:lnTo>
                    <a:pt x="1043640" y="668748"/>
                  </a:lnTo>
                  <a:lnTo>
                    <a:pt x="1044301" y="676495"/>
                  </a:lnTo>
                  <a:lnTo>
                    <a:pt x="1044961" y="655122"/>
                  </a:lnTo>
                  <a:lnTo>
                    <a:pt x="1045622" y="630403"/>
                  </a:lnTo>
                  <a:lnTo>
                    <a:pt x="1046282" y="623495"/>
                  </a:lnTo>
                  <a:lnTo>
                    <a:pt x="1046943" y="609661"/>
                  </a:lnTo>
                  <a:lnTo>
                    <a:pt x="1047603" y="623407"/>
                  </a:lnTo>
                  <a:lnTo>
                    <a:pt x="1048264" y="628537"/>
                  </a:lnTo>
                  <a:lnTo>
                    <a:pt x="1048924" y="618291"/>
                  </a:lnTo>
                  <a:lnTo>
                    <a:pt x="1049585" y="618291"/>
                  </a:lnTo>
                  <a:lnTo>
                    <a:pt x="1050246" y="628611"/>
                  </a:lnTo>
                  <a:lnTo>
                    <a:pt x="1050906" y="628678"/>
                  </a:lnTo>
                  <a:lnTo>
                    <a:pt x="1051567" y="628678"/>
                  </a:lnTo>
                  <a:lnTo>
                    <a:pt x="1052227" y="626886"/>
                  </a:lnTo>
                  <a:lnTo>
                    <a:pt x="1052888" y="637425"/>
                  </a:lnTo>
                  <a:lnTo>
                    <a:pt x="1053548" y="637132"/>
                  </a:lnTo>
                  <a:lnTo>
                    <a:pt x="1054209" y="642152"/>
                  </a:lnTo>
                  <a:lnTo>
                    <a:pt x="1054869" y="637734"/>
                  </a:lnTo>
                  <a:lnTo>
                    <a:pt x="1055530" y="627008"/>
                  </a:lnTo>
                  <a:lnTo>
                    <a:pt x="1056190" y="630600"/>
                  </a:lnTo>
                  <a:lnTo>
                    <a:pt x="1056851" y="647559"/>
                  </a:lnTo>
                  <a:lnTo>
                    <a:pt x="1057511" y="640578"/>
                  </a:lnTo>
                  <a:lnTo>
                    <a:pt x="1058172" y="643780"/>
                  </a:lnTo>
                  <a:lnTo>
                    <a:pt x="1058832" y="647485"/>
                  </a:lnTo>
                  <a:lnTo>
                    <a:pt x="1059493" y="664454"/>
                  </a:lnTo>
                  <a:lnTo>
                    <a:pt x="1060154" y="681404"/>
                  </a:lnTo>
                  <a:lnTo>
                    <a:pt x="1060814" y="664641"/>
                  </a:lnTo>
                  <a:lnTo>
                    <a:pt x="1061475" y="644485"/>
                  </a:lnTo>
                  <a:lnTo>
                    <a:pt x="1062135" y="639355"/>
                  </a:lnTo>
                  <a:lnTo>
                    <a:pt x="1062796" y="644485"/>
                  </a:lnTo>
                  <a:lnTo>
                    <a:pt x="1063456" y="651466"/>
                  </a:lnTo>
                  <a:lnTo>
                    <a:pt x="1064117" y="651466"/>
                  </a:lnTo>
                  <a:lnTo>
                    <a:pt x="1064777" y="664659"/>
                  </a:lnTo>
                  <a:lnTo>
                    <a:pt x="1065438" y="600997"/>
                  </a:lnTo>
                  <a:lnTo>
                    <a:pt x="1066098" y="594042"/>
                  </a:lnTo>
                  <a:lnTo>
                    <a:pt x="1066759" y="594042"/>
                  </a:lnTo>
                  <a:lnTo>
                    <a:pt x="1067419" y="594042"/>
                  </a:lnTo>
                  <a:lnTo>
                    <a:pt x="1068080" y="594042"/>
                  </a:lnTo>
                  <a:lnTo>
                    <a:pt x="1068740" y="596757"/>
                  </a:lnTo>
                  <a:lnTo>
                    <a:pt x="1069401" y="618431"/>
                  </a:lnTo>
                  <a:lnTo>
                    <a:pt x="1070062" y="633902"/>
                  </a:lnTo>
                  <a:lnTo>
                    <a:pt x="1070722" y="669865"/>
                  </a:lnTo>
                  <a:lnTo>
                    <a:pt x="1071383" y="677629"/>
                  </a:lnTo>
                  <a:lnTo>
                    <a:pt x="1072043" y="657202"/>
                  </a:lnTo>
                  <a:lnTo>
                    <a:pt x="1072704" y="645635"/>
                  </a:lnTo>
                  <a:lnTo>
                    <a:pt x="1073364" y="648864"/>
                  </a:lnTo>
                  <a:lnTo>
                    <a:pt x="1074025" y="667337"/>
                  </a:lnTo>
                  <a:lnTo>
                    <a:pt x="1074685" y="667754"/>
                  </a:lnTo>
                  <a:lnTo>
                    <a:pt x="1075346" y="661367"/>
                  </a:lnTo>
                  <a:lnTo>
                    <a:pt x="1076006" y="670024"/>
                  </a:lnTo>
                  <a:lnTo>
                    <a:pt x="1076667" y="684630"/>
                  </a:lnTo>
                  <a:lnTo>
                    <a:pt x="1077327" y="682298"/>
                  </a:lnTo>
                  <a:lnTo>
                    <a:pt x="1077988" y="690782"/>
                  </a:lnTo>
                  <a:lnTo>
                    <a:pt x="1078648" y="677303"/>
                  </a:lnTo>
                  <a:lnTo>
                    <a:pt x="1079309" y="674718"/>
                  </a:lnTo>
                  <a:lnTo>
                    <a:pt x="1079969" y="681301"/>
                  </a:lnTo>
                  <a:lnTo>
                    <a:pt x="1080630" y="679871"/>
                  </a:lnTo>
                  <a:lnTo>
                    <a:pt x="1081291" y="679076"/>
                  </a:lnTo>
                  <a:lnTo>
                    <a:pt x="1081951" y="677303"/>
                  </a:lnTo>
                  <a:lnTo>
                    <a:pt x="1082612" y="669385"/>
                  </a:lnTo>
                  <a:lnTo>
                    <a:pt x="1083272" y="664904"/>
                  </a:lnTo>
                  <a:lnTo>
                    <a:pt x="1083933" y="649772"/>
                  </a:lnTo>
                  <a:lnTo>
                    <a:pt x="1084593" y="684558"/>
                  </a:lnTo>
                  <a:lnTo>
                    <a:pt x="1085254" y="676580"/>
                  </a:lnTo>
                  <a:lnTo>
                    <a:pt x="1085914" y="658447"/>
                  </a:lnTo>
                  <a:lnTo>
                    <a:pt x="1086575" y="658576"/>
                  </a:lnTo>
                  <a:lnTo>
                    <a:pt x="1087235" y="651913"/>
                  </a:lnTo>
                  <a:lnTo>
                    <a:pt x="1087896" y="655951"/>
                  </a:lnTo>
                  <a:lnTo>
                    <a:pt x="1088556" y="680393"/>
                  </a:lnTo>
                  <a:lnTo>
                    <a:pt x="1089217" y="679276"/>
                  </a:lnTo>
                  <a:lnTo>
                    <a:pt x="1089877" y="650696"/>
                  </a:lnTo>
                  <a:lnTo>
                    <a:pt x="1090538" y="650696"/>
                  </a:lnTo>
                  <a:lnTo>
                    <a:pt x="1091199" y="650485"/>
                  </a:lnTo>
                  <a:lnTo>
                    <a:pt x="1091859" y="651377"/>
                  </a:lnTo>
                  <a:lnTo>
                    <a:pt x="1092520" y="665548"/>
                  </a:lnTo>
                  <a:lnTo>
                    <a:pt x="1093180" y="656109"/>
                  </a:lnTo>
                  <a:lnTo>
                    <a:pt x="1093841" y="651133"/>
                  </a:lnTo>
                  <a:lnTo>
                    <a:pt x="1094501" y="614356"/>
                  </a:lnTo>
                  <a:lnTo>
                    <a:pt x="1095162" y="627844"/>
                  </a:lnTo>
                  <a:lnTo>
                    <a:pt x="1095822" y="614427"/>
                  </a:lnTo>
                  <a:lnTo>
                    <a:pt x="1096483" y="608704"/>
                  </a:lnTo>
                  <a:lnTo>
                    <a:pt x="1097143" y="608704"/>
                  </a:lnTo>
                  <a:lnTo>
                    <a:pt x="1097804" y="570608"/>
                  </a:lnTo>
                  <a:lnTo>
                    <a:pt x="1098464" y="506569"/>
                  </a:lnTo>
                  <a:lnTo>
                    <a:pt x="1099125" y="485416"/>
                  </a:lnTo>
                  <a:lnTo>
                    <a:pt x="1099785" y="485416"/>
                  </a:lnTo>
                  <a:lnTo>
                    <a:pt x="1100446" y="516471"/>
                  </a:lnTo>
                  <a:lnTo>
                    <a:pt x="1101107" y="617046"/>
                  </a:lnTo>
                  <a:lnTo>
                    <a:pt x="1101767" y="641865"/>
                  </a:lnTo>
                  <a:lnTo>
                    <a:pt x="1102428" y="639167"/>
                  </a:lnTo>
                  <a:lnTo>
                    <a:pt x="1103088" y="622431"/>
                  </a:lnTo>
                  <a:lnTo>
                    <a:pt x="1103749" y="616866"/>
                  </a:lnTo>
                  <a:lnTo>
                    <a:pt x="1104409" y="646904"/>
                  </a:lnTo>
                  <a:lnTo>
                    <a:pt x="1105070" y="604303"/>
                  </a:lnTo>
                  <a:lnTo>
                    <a:pt x="1105730" y="595927"/>
                  </a:lnTo>
                  <a:lnTo>
                    <a:pt x="1106391" y="512757"/>
                  </a:lnTo>
                  <a:lnTo>
                    <a:pt x="1107051" y="493592"/>
                  </a:lnTo>
                  <a:lnTo>
                    <a:pt x="1107712" y="492302"/>
                  </a:lnTo>
                  <a:lnTo>
                    <a:pt x="1108372" y="519800"/>
                  </a:lnTo>
                  <a:lnTo>
                    <a:pt x="1109033" y="570022"/>
                  </a:lnTo>
                  <a:lnTo>
                    <a:pt x="1109693" y="598188"/>
                  </a:lnTo>
                  <a:lnTo>
                    <a:pt x="1110354" y="612187"/>
                  </a:lnTo>
                  <a:lnTo>
                    <a:pt x="1111015" y="607498"/>
                  </a:lnTo>
                  <a:lnTo>
                    <a:pt x="1111675" y="602976"/>
                  </a:lnTo>
                  <a:lnTo>
                    <a:pt x="1112336" y="614855"/>
                  </a:lnTo>
                  <a:lnTo>
                    <a:pt x="1112996" y="627431"/>
                  </a:lnTo>
                  <a:lnTo>
                    <a:pt x="1113657" y="664831"/>
                  </a:lnTo>
                  <a:lnTo>
                    <a:pt x="1114317" y="640093"/>
                  </a:lnTo>
                  <a:lnTo>
                    <a:pt x="1114978" y="638493"/>
                  </a:lnTo>
                  <a:lnTo>
                    <a:pt x="1115638" y="681050"/>
                  </a:lnTo>
                  <a:lnTo>
                    <a:pt x="1116299" y="654363"/>
                  </a:lnTo>
                  <a:lnTo>
                    <a:pt x="1116959" y="650304"/>
                  </a:lnTo>
                  <a:lnTo>
                    <a:pt x="1117620" y="649965"/>
                  </a:lnTo>
                  <a:lnTo>
                    <a:pt x="1118280" y="659044"/>
                  </a:lnTo>
                  <a:lnTo>
                    <a:pt x="1118941" y="651860"/>
                  </a:lnTo>
                  <a:lnTo>
                    <a:pt x="1119601" y="625588"/>
                  </a:lnTo>
                  <a:lnTo>
                    <a:pt x="1120262" y="628505"/>
                  </a:lnTo>
                  <a:lnTo>
                    <a:pt x="1120922" y="646779"/>
                  </a:lnTo>
                  <a:lnTo>
                    <a:pt x="1121583" y="658614"/>
                  </a:lnTo>
                  <a:lnTo>
                    <a:pt x="1122244" y="648322"/>
                  </a:lnTo>
                  <a:lnTo>
                    <a:pt x="1122904" y="641554"/>
                  </a:lnTo>
                  <a:lnTo>
                    <a:pt x="1123565" y="631699"/>
                  </a:lnTo>
                  <a:lnTo>
                    <a:pt x="1124225" y="621154"/>
                  </a:lnTo>
                  <a:lnTo>
                    <a:pt x="1124886" y="630861"/>
                  </a:lnTo>
                  <a:lnTo>
                    <a:pt x="1125546" y="623762"/>
                  </a:lnTo>
                  <a:lnTo>
                    <a:pt x="1126207" y="628253"/>
                  </a:lnTo>
                  <a:lnTo>
                    <a:pt x="1126867" y="619879"/>
                  </a:lnTo>
                  <a:lnTo>
                    <a:pt x="1127528" y="623416"/>
                  </a:lnTo>
                  <a:lnTo>
                    <a:pt x="1128188" y="613518"/>
                  </a:lnTo>
                  <a:lnTo>
                    <a:pt x="1128849" y="634707"/>
                  </a:lnTo>
                  <a:lnTo>
                    <a:pt x="1129509" y="661774"/>
                  </a:lnTo>
                  <a:lnTo>
                    <a:pt x="1130170" y="674331"/>
                  </a:lnTo>
                  <a:lnTo>
                    <a:pt x="1130830" y="694255"/>
                  </a:lnTo>
                  <a:lnTo>
                    <a:pt x="1131491" y="675588"/>
                  </a:lnTo>
                  <a:lnTo>
                    <a:pt x="1132152" y="677255"/>
                  </a:lnTo>
                  <a:lnTo>
                    <a:pt x="1132812" y="674212"/>
                  </a:lnTo>
                  <a:lnTo>
                    <a:pt x="1133473" y="667007"/>
                  </a:lnTo>
                  <a:lnTo>
                    <a:pt x="1134133" y="675213"/>
                  </a:lnTo>
                  <a:lnTo>
                    <a:pt x="1134794" y="674703"/>
                  </a:lnTo>
                  <a:lnTo>
                    <a:pt x="1135454" y="683105"/>
                  </a:lnTo>
                  <a:lnTo>
                    <a:pt x="1136115" y="683254"/>
                  </a:lnTo>
                  <a:lnTo>
                    <a:pt x="1136775" y="669682"/>
                  </a:lnTo>
                  <a:lnTo>
                    <a:pt x="1137436" y="650836"/>
                  </a:lnTo>
                  <a:lnTo>
                    <a:pt x="1138096" y="665377"/>
                  </a:lnTo>
                  <a:lnTo>
                    <a:pt x="1138757" y="666984"/>
                  </a:lnTo>
                  <a:lnTo>
                    <a:pt x="1139417" y="653837"/>
                  </a:lnTo>
                  <a:lnTo>
                    <a:pt x="1140078" y="663470"/>
                  </a:lnTo>
                  <a:lnTo>
                    <a:pt x="1140738" y="680854"/>
                  </a:lnTo>
                  <a:lnTo>
                    <a:pt x="1141399" y="675121"/>
                  </a:lnTo>
                  <a:lnTo>
                    <a:pt x="1142060" y="657244"/>
                  </a:lnTo>
                  <a:lnTo>
                    <a:pt x="1142720" y="620335"/>
                  </a:lnTo>
                  <a:lnTo>
                    <a:pt x="1143381" y="620335"/>
                  </a:lnTo>
                  <a:lnTo>
                    <a:pt x="1144041" y="620335"/>
                  </a:lnTo>
                  <a:lnTo>
                    <a:pt x="1144702" y="637058"/>
                  </a:lnTo>
                  <a:lnTo>
                    <a:pt x="1145362" y="630285"/>
                  </a:lnTo>
                  <a:lnTo>
                    <a:pt x="1146023" y="645789"/>
                  </a:lnTo>
                  <a:lnTo>
                    <a:pt x="1146683" y="666226"/>
                  </a:lnTo>
                  <a:lnTo>
                    <a:pt x="1147344" y="666746"/>
                  </a:lnTo>
                  <a:lnTo>
                    <a:pt x="1148004" y="660861"/>
                  </a:lnTo>
                  <a:lnTo>
                    <a:pt x="1148665" y="675362"/>
                  </a:lnTo>
                  <a:lnTo>
                    <a:pt x="1149325" y="668657"/>
                  </a:lnTo>
                  <a:lnTo>
                    <a:pt x="1149986" y="628648"/>
                  </a:lnTo>
                  <a:lnTo>
                    <a:pt x="1150646" y="631883"/>
                  </a:lnTo>
                  <a:lnTo>
                    <a:pt x="1151307" y="651403"/>
                  </a:lnTo>
                  <a:lnTo>
                    <a:pt x="1151967" y="672375"/>
                  </a:lnTo>
                  <a:lnTo>
                    <a:pt x="1152628" y="658795"/>
                  </a:lnTo>
                  <a:lnTo>
                    <a:pt x="1153289" y="624697"/>
                  </a:lnTo>
                  <a:lnTo>
                    <a:pt x="1153949" y="599656"/>
                  </a:lnTo>
                  <a:lnTo>
                    <a:pt x="1154610" y="608808"/>
                  </a:lnTo>
                  <a:lnTo>
                    <a:pt x="1155270" y="652398"/>
                  </a:lnTo>
                  <a:lnTo>
                    <a:pt x="1155931" y="673375"/>
                  </a:lnTo>
                  <a:lnTo>
                    <a:pt x="1156591" y="658367"/>
                  </a:lnTo>
                  <a:lnTo>
                    <a:pt x="1157252" y="628141"/>
                  </a:lnTo>
                  <a:lnTo>
                    <a:pt x="1157912" y="628782"/>
                  </a:lnTo>
                  <a:lnTo>
                    <a:pt x="1158573" y="654899"/>
                  </a:lnTo>
                  <a:lnTo>
                    <a:pt x="1159233" y="652840"/>
                  </a:lnTo>
                  <a:lnTo>
                    <a:pt x="1159894" y="649428"/>
                  </a:lnTo>
                  <a:lnTo>
                    <a:pt x="1160554" y="653740"/>
                  </a:lnTo>
                  <a:lnTo>
                    <a:pt x="1161215" y="649784"/>
                  </a:lnTo>
                  <a:lnTo>
                    <a:pt x="1161875" y="641855"/>
                  </a:lnTo>
                  <a:lnTo>
                    <a:pt x="1162536" y="626849"/>
                  </a:lnTo>
                  <a:lnTo>
                    <a:pt x="1163197" y="630417"/>
                  </a:lnTo>
                  <a:lnTo>
                    <a:pt x="1163857" y="646093"/>
                  </a:lnTo>
                  <a:lnTo>
                    <a:pt x="1164518" y="651008"/>
                  </a:lnTo>
                  <a:lnTo>
                    <a:pt x="1165178" y="631488"/>
                  </a:lnTo>
                  <a:lnTo>
                    <a:pt x="1165839" y="656614"/>
                  </a:lnTo>
                  <a:lnTo>
                    <a:pt x="1166499" y="651555"/>
                  </a:lnTo>
                  <a:lnTo>
                    <a:pt x="1167160" y="626663"/>
                  </a:lnTo>
                  <a:lnTo>
                    <a:pt x="1167820" y="626584"/>
                  </a:lnTo>
                  <a:lnTo>
                    <a:pt x="1168481" y="626425"/>
                  </a:lnTo>
                  <a:lnTo>
                    <a:pt x="1169141" y="626425"/>
                  </a:lnTo>
                  <a:lnTo>
                    <a:pt x="1169802" y="627331"/>
                  </a:lnTo>
                  <a:lnTo>
                    <a:pt x="1170462" y="628748"/>
                  </a:lnTo>
                  <a:lnTo>
                    <a:pt x="1171123" y="632759"/>
                  </a:lnTo>
                  <a:lnTo>
                    <a:pt x="1171783" y="633107"/>
                  </a:lnTo>
                  <a:lnTo>
                    <a:pt x="1172444" y="627663"/>
                  </a:lnTo>
                  <a:lnTo>
                    <a:pt x="1173105" y="628835"/>
                  </a:lnTo>
                  <a:lnTo>
                    <a:pt x="1173765" y="614849"/>
                  </a:lnTo>
                  <a:lnTo>
                    <a:pt x="1174426" y="601755"/>
                  </a:lnTo>
                  <a:lnTo>
                    <a:pt x="1175086" y="624032"/>
                  </a:lnTo>
                  <a:lnTo>
                    <a:pt x="1175747" y="616500"/>
                  </a:lnTo>
                  <a:lnTo>
                    <a:pt x="1176407" y="622204"/>
                  </a:lnTo>
                  <a:lnTo>
                    <a:pt x="1177068" y="622944"/>
                  </a:lnTo>
                  <a:lnTo>
                    <a:pt x="1177728" y="619953"/>
                  </a:lnTo>
                  <a:lnTo>
                    <a:pt x="1178389" y="615150"/>
                  </a:lnTo>
                  <a:lnTo>
                    <a:pt x="1179049" y="565852"/>
                  </a:lnTo>
                  <a:lnTo>
                    <a:pt x="1179710" y="562134"/>
                  </a:lnTo>
                  <a:lnTo>
                    <a:pt x="1180370" y="562323"/>
                  </a:lnTo>
                  <a:lnTo>
                    <a:pt x="1181031" y="566041"/>
                  </a:lnTo>
                  <a:lnTo>
                    <a:pt x="1181691" y="596048"/>
                  </a:lnTo>
                  <a:lnTo>
                    <a:pt x="1182352" y="596048"/>
                  </a:lnTo>
                  <a:lnTo>
                    <a:pt x="1183013" y="612682"/>
                  </a:lnTo>
                  <a:lnTo>
                    <a:pt x="1183673" y="622894"/>
                  </a:lnTo>
                  <a:lnTo>
                    <a:pt x="1184334" y="639730"/>
                  </a:lnTo>
                  <a:lnTo>
                    <a:pt x="1184994" y="643680"/>
                  </a:lnTo>
                  <a:lnTo>
                    <a:pt x="1185655" y="643680"/>
                  </a:lnTo>
                  <a:lnTo>
                    <a:pt x="1186315" y="639166"/>
                  </a:lnTo>
                  <a:lnTo>
                    <a:pt x="1186976" y="622072"/>
                  </a:lnTo>
                  <a:lnTo>
                    <a:pt x="1187636" y="614016"/>
                  </a:lnTo>
                  <a:lnTo>
                    <a:pt x="1188297" y="595176"/>
                  </a:lnTo>
                  <a:lnTo>
                    <a:pt x="1188957" y="565168"/>
                  </a:lnTo>
                  <a:lnTo>
                    <a:pt x="1189618" y="564979"/>
                  </a:lnTo>
                  <a:lnTo>
                    <a:pt x="1190278" y="584299"/>
                  </a:lnTo>
                  <a:lnTo>
                    <a:pt x="1190939" y="614016"/>
                  </a:lnTo>
                  <a:lnTo>
                    <a:pt x="1191599" y="652305"/>
                  </a:lnTo>
                  <a:lnTo>
                    <a:pt x="1192260" y="652765"/>
                  </a:lnTo>
                  <a:lnTo>
                    <a:pt x="1192920" y="625189"/>
                  </a:lnTo>
                  <a:lnTo>
                    <a:pt x="1193581" y="623521"/>
                  </a:lnTo>
                  <a:lnTo>
                    <a:pt x="1194242" y="604680"/>
                  </a:lnTo>
                  <a:lnTo>
                    <a:pt x="1194902" y="617134"/>
                  </a:lnTo>
                  <a:lnTo>
                    <a:pt x="1195563" y="622198"/>
                  </a:lnTo>
                  <a:lnTo>
                    <a:pt x="1196223" y="595534"/>
                  </a:lnTo>
                  <a:lnTo>
                    <a:pt x="1196884" y="595534"/>
                  </a:lnTo>
                  <a:lnTo>
                    <a:pt x="1197544" y="606410"/>
                  </a:lnTo>
                  <a:lnTo>
                    <a:pt x="1198205" y="595534"/>
                  </a:lnTo>
                  <a:lnTo>
                    <a:pt x="1198865" y="595534"/>
                  </a:lnTo>
                  <a:lnTo>
                    <a:pt x="1199526" y="623893"/>
                  </a:lnTo>
                  <a:lnTo>
                    <a:pt x="1200186" y="623600"/>
                  </a:lnTo>
                  <a:lnTo>
                    <a:pt x="1200847" y="616511"/>
                  </a:lnTo>
                  <a:lnTo>
                    <a:pt x="1201507" y="621627"/>
                  </a:lnTo>
                  <a:lnTo>
                    <a:pt x="1202168" y="629967"/>
                  </a:lnTo>
                  <a:lnTo>
                    <a:pt x="1202828" y="630972"/>
                  </a:lnTo>
                  <a:lnTo>
                    <a:pt x="1203489" y="633964"/>
                  </a:lnTo>
                  <a:lnTo>
                    <a:pt x="1204150" y="653868"/>
                  </a:lnTo>
                  <a:lnTo>
                    <a:pt x="1204810" y="654762"/>
                  </a:lnTo>
                  <a:lnTo>
                    <a:pt x="1205471" y="625702"/>
                  </a:lnTo>
                  <a:lnTo>
                    <a:pt x="1206131" y="628398"/>
                  </a:lnTo>
                  <a:lnTo>
                    <a:pt x="1206792" y="641734"/>
                  </a:lnTo>
                  <a:lnTo>
                    <a:pt x="1207452" y="648435"/>
                  </a:lnTo>
                  <a:lnTo>
                    <a:pt x="1208113" y="622847"/>
                  </a:lnTo>
                  <a:lnTo>
                    <a:pt x="1208773" y="628748"/>
                  </a:lnTo>
                  <a:lnTo>
                    <a:pt x="1209434" y="634092"/>
                  </a:lnTo>
                  <a:lnTo>
                    <a:pt x="1210094" y="642916"/>
                  </a:lnTo>
                  <a:lnTo>
                    <a:pt x="1210755" y="658720"/>
                  </a:lnTo>
                  <a:lnTo>
                    <a:pt x="1211415" y="683825"/>
                  </a:lnTo>
                  <a:lnTo>
                    <a:pt x="1212076" y="674874"/>
                  </a:lnTo>
                  <a:lnTo>
                    <a:pt x="1212736" y="632258"/>
                  </a:lnTo>
                  <a:lnTo>
                    <a:pt x="1213397" y="666541"/>
                  </a:lnTo>
                  <a:lnTo>
                    <a:pt x="1214058" y="656164"/>
                  </a:lnTo>
                  <a:lnTo>
                    <a:pt x="1214718" y="656743"/>
                  </a:lnTo>
                  <a:lnTo>
                    <a:pt x="1215379" y="649089"/>
                  </a:lnTo>
                  <a:lnTo>
                    <a:pt x="1216039" y="632201"/>
                  </a:lnTo>
                  <a:lnTo>
                    <a:pt x="1216700" y="614702"/>
                  </a:lnTo>
                  <a:lnTo>
                    <a:pt x="1217360" y="601214"/>
                  </a:lnTo>
                  <a:lnTo>
                    <a:pt x="1218021" y="663303"/>
                  </a:lnTo>
                  <a:lnTo>
                    <a:pt x="1218681" y="656468"/>
                  </a:lnTo>
                  <a:lnTo>
                    <a:pt x="1219342" y="644010"/>
                  </a:lnTo>
                  <a:lnTo>
                    <a:pt x="1220002" y="524955"/>
                  </a:lnTo>
                  <a:lnTo>
                    <a:pt x="1220663" y="483253"/>
                  </a:lnTo>
                  <a:lnTo>
                    <a:pt x="1221323" y="481551"/>
                  </a:lnTo>
                  <a:lnTo>
                    <a:pt x="1221984" y="487607"/>
                  </a:lnTo>
                  <a:lnTo>
                    <a:pt x="1222644" y="542658"/>
                  </a:lnTo>
                  <a:lnTo>
                    <a:pt x="1223305" y="588525"/>
                  </a:lnTo>
                  <a:lnTo>
                    <a:pt x="1223965" y="601971"/>
                  </a:lnTo>
                  <a:lnTo>
                    <a:pt x="1224626" y="615517"/>
                  </a:lnTo>
                  <a:lnTo>
                    <a:pt x="1225287" y="609485"/>
                  </a:lnTo>
                  <a:lnTo>
                    <a:pt x="1225947" y="600605"/>
                  </a:lnTo>
                  <a:lnTo>
                    <a:pt x="1226608" y="645315"/>
                  </a:lnTo>
                  <a:lnTo>
                    <a:pt x="1227268" y="663800"/>
                  </a:lnTo>
                  <a:lnTo>
                    <a:pt x="1227929" y="675979"/>
                  </a:lnTo>
                  <a:lnTo>
                    <a:pt x="1228589" y="667771"/>
                  </a:lnTo>
                  <a:lnTo>
                    <a:pt x="1229250" y="661677"/>
                  </a:lnTo>
                  <a:lnTo>
                    <a:pt x="1229910" y="672443"/>
                  </a:lnTo>
                  <a:lnTo>
                    <a:pt x="1230571" y="657851"/>
                  </a:lnTo>
                  <a:lnTo>
                    <a:pt x="1231231" y="645003"/>
                  </a:lnTo>
                  <a:lnTo>
                    <a:pt x="1231892" y="668610"/>
                  </a:lnTo>
                  <a:lnTo>
                    <a:pt x="1232552" y="663027"/>
                  </a:lnTo>
                  <a:lnTo>
                    <a:pt x="1233213" y="641244"/>
                  </a:lnTo>
                  <a:lnTo>
                    <a:pt x="1233873" y="635988"/>
                  </a:lnTo>
                  <a:lnTo>
                    <a:pt x="1234534" y="620548"/>
                  </a:lnTo>
                  <a:lnTo>
                    <a:pt x="1235195" y="634002"/>
                  </a:lnTo>
                  <a:lnTo>
                    <a:pt x="1235855" y="682355"/>
                  </a:lnTo>
                  <a:lnTo>
                    <a:pt x="1236516" y="705365"/>
                  </a:lnTo>
                  <a:lnTo>
                    <a:pt x="1237176" y="689397"/>
                  </a:lnTo>
                  <a:lnTo>
                    <a:pt x="1237837" y="686730"/>
                  </a:lnTo>
                  <a:lnTo>
                    <a:pt x="1238497" y="676518"/>
                  </a:lnTo>
                  <a:lnTo>
                    <a:pt x="1239158" y="690758"/>
                  </a:lnTo>
                  <a:lnTo>
                    <a:pt x="1239818" y="695596"/>
                  </a:lnTo>
                  <a:lnTo>
                    <a:pt x="1240479" y="686608"/>
                  </a:lnTo>
                  <a:lnTo>
                    <a:pt x="1241139" y="677821"/>
                  </a:lnTo>
                  <a:lnTo>
                    <a:pt x="1241800" y="683084"/>
                  </a:lnTo>
                  <a:lnTo>
                    <a:pt x="1242460" y="690717"/>
                  </a:lnTo>
                  <a:lnTo>
                    <a:pt x="1243121" y="686567"/>
                  </a:lnTo>
                  <a:lnTo>
                    <a:pt x="1243781" y="684188"/>
                  </a:lnTo>
                  <a:lnTo>
                    <a:pt x="1244442" y="699092"/>
                  </a:lnTo>
                  <a:lnTo>
                    <a:pt x="1245103" y="693643"/>
                  </a:lnTo>
                  <a:lnTo>
                    <a:pt x="1245763" y="679565"/>
                  </a:lnTo>
                  <a:lnTo>
                    <a:pt x="1246424" y="687208"/>
                  </a:lnTo>
                  <a:lnTo>
                    <a:pt x="1247084" y="695964"/>
                  </a:lnTo>
                  <a:lnTo>
                    <a:pt x="1247745" y="690717"/>
                  </a:lnTo>
                  <a:lnTo>
                    <a:pt x="1248405" y="683714"/>
                  </a:lnTo>
                  <a:lnTo>
                    <a:pt x="1249066" y="680937"/>
                  </a:lnTo>
                  <a:lnTo>
                    <a:pt x="1249726" y="682149"/>
                  </a:lnTo>
                  <a:lnTo>
                    <a:pt x="1250387" y="691220"/>
                  </a:lnTo>
                  <a:lnTo>
                    <a:pt x="1251047" y="696634"/>
                  </a:lnTo>
                  <a:lnTo>
                    <a:pt x="1251708" y="682997"/>
                  </a:lnTo>
                  <a:lnTo>
                    <a:pt x="1252368" y="685376"/>
                  </a:lnTo>
                  <a:lnTo>
                    <a:pt x="1253029" y="704646"/>
                  </a:lnTo>
                  <a:lnTo>
                    <a:pt x="1253689" y="689525"/>
                  </a:lnTo>
                  <a:lnTo>
                    <a:pt x="1254350" y="682997"/>
                  </a:lnTo>
                  <a:lnTo>
                    <a:pt x="1255011" y="699454"/>
                  </a:lnTo>
                  <a:lnTo>
                    <a:pt x="1255671" y="699709"/>
                  </a:lnTo>
                  <a:lnTo>
                    <a:pt x="1256332" y="693925"/>
                  </a:lnTo>
                  <a:lnTo>
                    <a:pt x="1256992" y="684528"/>
                  </a:lnTo>
                  <a:lnTo>
                    <a:pt x="1257653" y="699494"/>
                  </a:lnTo>
                  <a:lnTo>
                    <a:pt x="1258313" y="699921"/>
                  </a:lnTo>
                  <a:lnTo>
                    <a:pt x="1258974" y="681190"/>
                  </a:lnTo>
                  <a:lnTo>
                    <a:pt x="1259634" y="682452"/>
                  </a:lnTo>
                  <a:lnTo>
                    <a:pt x="1260295" y="681740"/>
                  </a:lnTo>
                  <a:lnTo>
                    <a:pt x="1260955" y="683271"/>
                  </a:lnTo>
                  <a:lnTo>
                    <a:pt x="1261616" y="692995"/>
                  </a:lnTo>
                  <a:lnTo>
                    <a:pt x="1262276" y="689125"/>
                  </a:lnTo>
                  <a:lnTo>
                    <a:pt x="1262937" y="695376"/>
                  </a:lnTo>
                  <a:lnTo>
                    <a:pt x="1263597" y="691764"/>
                  </a:lnTo>
                  <a:lnTo>
                    <a:pt x="1264258" y="698197"/>
                  </a:lnTo>
                  <a:lnTo>
                    <a:pt x="1264918" y="685310"/>
                  </a:lnTo>
                  <a:lnTo>
                    <a:pt x="1265579" y="684565"/>
                  </a:lnTo>
                  <a:lnTo>
                    <a:pt x="1266240" y="694493"/>
                  </a:lnTo>
                  <a:lnTo>
                    <a:pt x="1266900" y="684565"/>
                  </a:lnTo>
                  <a:lnTo>
                    <a:pt x="1267561" y="684163"/>
                  </a:lnTo>
                  <a:lnTo>
                    <a:pt x="1268221" y="667758"/>
                  </a:lnTo>
                  <a:lnTo>
                    <a:pt x="1268882" y="670295"/>
                  </a:lnTo>
                  <a:lnTo>
                    <a:pt x="1269542" y="687252"/>
                  </a:lnTo>
                  <a:lnTo>
                    <a:pt x="1270203" y="702131"/>
                  </a:lnTo>
                  <a:lnTo>
                    <a:pt x="1270863" y="690758"/>
                  </a:lnTo>
                  <a:lnTo>
                    <a:pt x="1271524" y="676518"/>
                  </a:lnTo>
                  <a:lnTo>
                    <a:pt x="1272184" y="683084"/>
                  </a:lnTo>
                  <a:lnTo>
                    <a:pt x="1272845" y="696874"/>
                  </a:lnTo>
                  <a:lnTo>
                    <a:pt x="1273505" y="698783"/>
                  </a:lnTo>
                  <a:lnTo>
                    <a:pt x="1274166" y="663773"/>
                  </a:lnTo>
                  <a:lnTo>
                    <a:pt x="1274826" y="665823"/>
                  </a:lnTo>
                  <a:lnTo>
                    <a:pt x="1275487" y="702667"/>
                  </a:lnTo>
                  <a:lnTo>
                    <a:pt x="1276148" y="705675"/>
                  </a:lnTo>
                  <a:lnTo>
                    <a:pt x="1276808" y="695182"/>
                  </a:lnTo>
                  <a:lnTo>
                    <a:pt x="1277469" y="684948"/>
                  </a:lnTo>
                  <a:lnTo>
                    <a:pt x="1278129" y="676426"/>
                  </a:lnTo>
                  <a:lnTo>
                    <a:pt x="1278790" y="684948"/>
                  </a:lnTo>
                  <a:lnTo>
                    <a:pt x="1279450" y="678694"/>
                  </a:lnTo>
                  <a:lnTo>
                    <a:pt x="1280111" y="677122"/>
                  </a:lnTo>
                  <a:lnTo>
                    <a:pt x="1280771" y="694430"/>
                  </a:lnTo>
                  <a:lnTo>
                    <a:pt x="1281432" y="692774"/>
                  </a:lnTo>
                  <a:lnTo>
                    <a:pt x="1282092" y="673534"/>
                  </a:lnTo>
                  <a:lnTo>
                    <a:pt x="1282753" y="699597"/>
                  </a:lnTo>
                  <a:lnTo>
                    <a:pt x="1283413" y="692074"/>
                  </a:lnTo>
                  <a:lnTo>
                    <a:pt x="1284074" y="661210"/>
                  </a:lnTo>
                  <a:lnTo>
                    <a:pt x="1284734" y="652575"/>
                  </a:lnTo>
                  <a:lnTo>
                    <a:pt x="1285395" y="681081"/>
                  </a:lnTo>
                  <a:lnTo>
                    <a:pt x="1286056" y="676813"/>
                  </a:lnTo>
                  <a:lnTo>
                    <a:pt x="1286716" y="625247"/>
                  </a:lnTo>
                  <a:lnTo>
                    <a:pt x="1287377" y="580151"/>
                  </a:lnTo>
                  <a:lnTo>
                    <a:pt x="1288037" y="593728"/>
                  </a:lnTo>
                  <a:lnTo>
                    <a:pt x="1288698" y="626496"/>
                  </a:lnTo>
                  <a:lnTo>
                    <a:pt x="1289358" y="592875"/>
                  </a:lnTo>
                  <a:lnTo>
                    <a:pt x="1290019" y="492633"/>
                  </a:lnTo>
                  <a:lnTo>
                    <a:pt x="1290679" y="490913"/>
                  </a:lnTo>
                  <a:lnTo>
                    <a:pt x="1291340" y="492633"/>
                  </a:lnTo>
                  <a:lnTo>
                    <a:pt x="1292000" y="486909"/>
                  </a:lnTo>
                  <a:lnTo>
                    <a:pt x="1292661" y="487571"/>
                  </a:lnTo>
                  <a:lnTo>
                    <a:pt x="1293321" y="487571"/>
                  </a:lnTo>
                  <a:lnTo>
                    <a:pt x="1293982" y="487571"/>
                  </a:lnTo>
                  <a:lnTo>
                    <a:pt x="1294642" y="529074"/>
                  </a:lnTo>
                  <a:lnTo>
                    <a:pt x="1295303" y="581336"/>
                  </a:lnTo>
                  <a:lnTo>
                    <a:pt x="1295963" y="607243"/>
                  </a:lnTo>
                  <a:lnTo>
                    <a:pt x="1296624" y="597302"/>
                  </a:lnTo>
                  <a:lnTo>
                    <a:pt x="1297285" y="648111"/>
                  </a:lnTo>
                  <a:lnTo>
                    <a:pt x="1297945" y="645171"/>
                  </a:lnTo>
                  <a:lnTo>
                    <a:pt x="1298606" y="657990"/>
                  </a:lnTo>
                  <a:lnTo>
                    <a:pt x="1299266" y="666180"/>
                  </a:lnTo>
                  <a:lnTo>
                    <a:pt x="1299927" y="672182"/>
                  </a:lnTo>
                  <a:lnTo>
                    <a:pt x="1300587" y="678601"/>
                  </a:lnTo>
                  <a:lnTo>
                    <a:pt x="1301248" y="649313"/>
                  </a:lnTo>
                  <a:lnTo>
                    <a:pt x="1301908" y="654126"/>
                  </a:lnTo>
                  <a:lnTo>
                    <a:pt x="1302569" y="660487"/>
                  </a:lnTo>
                  <a:lnTo>
                    <a:pt x="1303229" y="681410"/>
                  </a:lnTo>
                  <a:lnTo>
                    <a:pt x="1303890" y="692304"/>
                  </a:lnTo>
                  <a:lnTo>
                    <a:pt x="1304550" y="695670"/>
                  </a:lnTo>
                  <a:lnTo>
                    <a:pt x="1305211" y="701205"/>
                  </a:lnTo>
                  <a:lnTo>
                    <a:pt x="1305871" y="697468"/>
                  </a:lnTo>
                  <a:lnTo>
                    <a:pt x="1306532" y="668426"/>
                  </a:lnTo>
                  <a:lnTo>
                    <a:pt x="1307193" y="665267"/>
                  </a:lnTo>
                  <a:lnTo>
                    <a:pt x="1307853" y="658975"/>
                  </a:lnTo>
                  <a:lnTo>
                    <a:pt x="1308514" y="668585"/>
                  </a:lnTo>
                  <a:lnTo>
                    <a:pt x="1309174" y="690835"/>
                  </a:lnTo>
                  <a:lnTo>
                    <a:pt x="1309835" y="705370"/>
                  </a:lnTo>
                  <a:lnTo>
                    <a:pt x="1310495" y="707307"/>
                  </a:lnTo>
                  <a:lnTo>
                    <a:pt x="1311156" y="700853"/>
                  </a:lnTo>
                  <a:lnTo>
                    <a:pt x="1311816" y="715151"/>
                  </a:lnTo>
                  <a:lnTo>
                    <a:pt x="1312477" y="714826"/>
                  </a:lnTo>
                  <a:lnTo>
                    <a:pt x="1313137" y="695701"/>
                  </a:lnTo>
                  <a:lnTo>
                    <a:pt x="1313798" y="692667"/>
                  </a:lnTo>
                  <a:lnTo>
                    <a:pt x="1314458" y="669969"/>
                  </a:lnTo>
                  <a:lnTo>
                    <a:pt x="1315119" y="669614"/>
                  </a:lnTo>
                  <a:lnTo>
                    <a:pt x="1315779" y="680358"/>
                  </a:lnTo>
                  <a:lnTo>
                    <a:pt x="1316440" y="689635"/>
                  </a:lnTo>
                  <a:lnTo>
                    <a:pt x="1317101" y="691071"/>
                  </a:lnTo>
                  <a:lnTo>
                    <a:pt x="1317761" y="700253"/>
                  </a:lnTo>
                  <a:lnTo>
                    <a:pt x="1318422" y="702082"/>
                  </a:lnTo>
                  <a:lnTo>
                    <a:pt x="1319082" y="684730"/>
                  </a:lnTo>
                  <a:lnTo>
                    <a:pt x="1319743" y="689635"/>
                  </a:lnTo>
                  <a:lnTo>
                    <a:pt x="1320403" y="702611"/>
                  </a:lnTo>
                  <a:lnTo>
                    <a:pt x="1321064" y="705265"/>
                  </a:lnTo>
                  <a:lnTo>
                    <a:pt x="1321724" y="697747"/>
                  </a:lnTo>
                  <a:lnTo>
                    <a:pt x="1322385" y="699747"/>
                  </a:lnTo>
                  <a:lnTo>
                    <a:pt x="1323045" y="705730"/>
                  </a:lnTo>
                  <a:lnTo>
                    <a:pt x="1323706" y="689728"/>
                  </a:lnTo>
                  <a:lnTo>
                    <a:pt x="1324366" y="701005"/>
                  </a:lnTo>
                  <a:lnTo>
                    <a:pt x="1325027" y="707003"/>
                  </a:lnTo>
                  <a:lnTo>
                    <a:pt x="1325687" y="708702"/>
                  </a:lnTo>
                  <a:lnTo>
                    <a:pt x="1326348" y="699808"/>
                  </a:lnTo>
                  <a:lnTo>
                    <a:pt x="1327009" y="697656"/>
                  </a:lnTo>
                  <a:lnTo>
                    <a:pt x="1327669" y="707839"/>
                  </a:lnTo>
                  <a:lnTo>
                    <a:pt x="1328330" y="698306"/>
                  </a:lnTo>
                  <a:lnTo>
                    <a:pt x="1328990" y="693790"/>
                  </a:lnTo>
                  <a:lnTo>
                    <a:pt x="1329651" y="702437"/>
                  </a:lnTo>
                  <a:lnTo>
                    <a:pt x="1330311" y="699436"/>
                  </a:lnTo>
                  <a:lnTo>
                    <a:pt x="1330972" y="692865"/>
                  </a:lnTo>
                  <a:lnTo>
                    <a:pt x="1331632" y="701627"/>
                  </a:lnTo>
                  <a:lnTo>
                    <a:pt x="1332293" y="702672"/>
                  </a:lnTo>
                  <a:lnTo>
                    <a:pt x="1332953" y="706803"/>
                  </a:lnTo>
                  <a:lnTo>
                    <a:pt x="1333614" y="711588"/>
                  </a:lnTo>
                  <a:lnTo>
                    <a:pt x="1334274" y="711402"/>
                  </a:lnTo>
                  <a:lnTo>
                    <a:pt x="1334935" y="706803"/>
                  </a:lnTo>
                  <a:lnTo>
                    <a:pt x="1335595" y="702162"/>
                  </a:lnTo>
                  <a:lnTo>
                    <a:pt x="1336256" y="700337"/>
                  </a:lnTo>
                  <a:lnTo>
                    <a:pt x="1336916" y="707512"/>
                  </a:lnTo>
                  <a:lnTo>
                    <a:pt x="1337577" y="703844"/>
                  </a:lnTo>
                  <a:lnTo>
                    <a:pt x="1338238" y="694327"/>
                  </a:lnTo>
                  <a:lnTo>
                    <a:pt x="1338898" y="701288"/>
                  </a:lnTo>
                  <a:lnTo>
                    <a:pt x="1339559" y="704064"/>
                  </a:lnTo>
                  <a:lnTo>
                    <a:pt x="1340219" y="708965"/>
                  </a:lnTo>
                  <a:lnTo>
                    <a:pt x="1340880" y="696680"/>
                  </a:lnTo>
                  <a:lnTo>
                    <a:pt x="1341540" y="693460"/>
                  </a:lnTo>
                  <a:lnTo>
                    <a:pt x="1342201" y="693649"/>
                  </a:lnTo>
                  <a:lnTo>
                    <a:pt x="1342861" y="696657"/>
                  </a:lnTo>
                  <a:lnTo>
                    <a:pt x="1343522" y="697899"/>
                  </a:lnTo>
                  <a:lnTo>
                    <a:pt x="1344182" y="698914"/>
                  </a:lnTo>
                  <a:lnTo>
                    <a:pt x="1344843" y="698932"/>
                  </a:lnTo>
                  <a:lnTo>
                    <a:pt x="1345503" y="693500"/>
                  </a:lnTo>
                  <a:lnTo>
                    <a:pt x="1346164" y="675122"/>
                  </a:lnTo>
                  <a:lnTo>
                    <a:pt x="1346824" y="668430"/>
                  </a:lnTo>
                  <a:lnTo>
                    <a:pt x="1347485" y="671889"/>
                  </a:lnTo>
                  <a:lnTo>
                    <a:pt x="1348146" y="661065"/>
                  </a:lnTo>
                  <a:lnTo>
                    <a:pt x="1348806" y="648756"/>
                  </a:lnTo>
                  <a:lnTo>
                    <a:pt x="1349467" y="633294"/>
                  </a:lnTo>
                  <a:lnTo>
                    <a:pt x="1350127" y="612676"/>
                  </a:lnTo>
                  <a:lnTo>
                    <a:pt x="1350788" y="636211"/>
                  </a:lnTo>
                  <a:lnTo>
                    <a:pt x="1351448" y="646136"/>
                  </a:lnTo>
                  <a:lnTo>
                    <a:pt x="1352109" y="651911"/>
                  </a:lnTo>
                  <a:lnTo>
                    <a:pt x="1352769" y="674144"/>
                  </a:lnTo>
                  <a:lnTo>
                    <a:pt x="1353430" y="677960"/>
                  </a:lnTo>
                  <a:lnTo>
                    <a:pt x="1354090" y="683319"/>
                  </a:lnTo>
                  <a:lnTo>
                    <a:pt x="1354751" y="692439"/>
                  </a:lnTo>
                  <a:lnTo>
                    <a:pt x="1355411" y="674583"/>
                  </a:lnTo>
                  <a:lnTo>
                    <a:pt x="1356072" y="677727"/>
                  </a:lnTo>
                  <a:lnTo>
                    <a:pt x="1356732" y="691996"/>
                  </a:lnTo>
                  <a:lnTo>
                    <a:pt x="1357393" y="705896"/>
                  </a:lnTo>
                  <a:lnTo>
                    <a:pt x="1358054" y="698326"/>
                  </a:lnTo>
                  <a:lnTo>
                    <a:pt x="1358714" y="697781"/>
                  </a:lnTo>
                  <a:lnTo>
                    <a:pt x="1359375" y="694321"/>
                  </a:lnTo>
                  <a:lnTo>
                    <a:pt x="1360035" y="679692"/>
                  </a:lnTo>
                  <a:lnTo>
                    <a:pt x="1360696" y="684689"/>
                  </a:lnTo>
                  <a:lnTo>
                    <a:pt x="1361356" y="693281"/>
                  </a:lnTo>
                  <a:lnTo>
                    <a:pt x="1362017" y="692620"/>
                  </a:lnTo>
                  <a:lnTo>
                    <a:pt x="1362677" y="690388"/>
                  </a:lnTo>
                  <a:lnTo>
                    <a:pt x="1363338" y="680717"/>
                  </a:lnTo>
                  <a:lnTo>
                    <a:pt x="1363998" y="687246"/>
                  </a:lnTo>
                  <a:lnTo>
                    <a:pt x="1364659" y="687051"/>
                  </a:lnTo>
                  <a:lnTo>
                    <a:pt x="1365319" y="678529"/>
                  </a:lnTo>
                  <a:lnTo>
                    <a:pt x="1365980" y="670318"/>
                  </a:lnTo>
                  <a:lnTo>
                    <a:pt x="1366640" y="675837"/>
                  </a:lnTo>
                  <a:lnTo>
                    <a:pt x="1367301" y="685223"/>
                  </a:lnTo>
                  <a:lnTo>
                    <a:pt x="1367961" y="674528"/>
                  </a:lnTo>
                  <a:lnTo>
                    <a:pt x="1368622" y="686403"/>
                  </a:lnTo>
                  <a:lnTo>
                    <a:pt x="1369283" y="679616"/>
                  </a:lnTo>
                  <a:lnTo>
                    <a:pt x="1369943" y="679874"/>
                  </a:lnTo>
                  <a:lnTo>
                    <a:pt x="1370604" y="701808"/>
                  </a:lnTo>
                  <a:lnTo>
                    <a:pt x="1371264" y="703913"/>
                  </a:lnTo>
                  <a:lnTo>
                    <a:pt x="1371925" y="693105"/>
                  </a:lnTo>
                  <a:lnTo>
                    <a:pt x="1372585" y="679314"/>
                  </a:lnTo>
                  <a:lnTo>
                    <a:pt x="1373246" y="690341"/>
                  </a:lnTo>
                  <a:lnTo>
                    <a:pt x="1373906" y="698920"/>
                  </a:lnTo>
                  <a:lnTo>
                    <a:pt x="1374567" y="676230"/>
                  </a:lnTo>
                  <a:lnTo>
                    <a:pt x="1375227" y="661611"/>
                  </a:lnTo>
                  <a:lnTo>
                    <a:pt x="1375888" y="651616"/>
                  </a:lnTo>
                  <a:lnTo>
                    <a:pt x="1376548" y="648908"/>
                  </a:lnTo>
                  <a:lnTo>
                    <a:pt x="1377209" y="636868"/>
                  </a:lnTo>
                  <a:lnTo>
                    <a:pt x="1377869" y="631511"/>
                  </a:lnTo>
                  <a:lnTo>
                    <a:pt x="1378530" y="651571"/>
                  </a:lnTo>
                  <a:lnTo>
                    <a:pt x="1379191" y="660955"/>
                  </a:lnTo>
                  <a:lnTo>
                    <a:pt x="1379851" y="702151"/>
                  </a:lnTo>
                  <a:lnTo>
                    <a:pt x="1380512" y="701224"/>
                  </a:lnTo>
                  <a:lnTo>
                    <a:pt x="1381172" y="686475"/>
                  </a:lnTo>
                  <a:lnTo>
                    <a:pt x="1381833" y="670827"/>
                  </a:lnTo>
                  <a:lnTo>
                    <a:pt x="1382493" y="674621"/>
                  </a:lnTo>
                  <a:lnTo>
                    <a:pt x="1383154" y="689213"/>
                  </a:lnTo>
                  <a:lnTo>
                    <a:pt x="1383814" y="691946"/>
                  </a:lnTo>
                  <a:lnTo>
                    <a:pt x="1384475" y="665274"/>
                  </a:lnTo>
                  <a:lnTo>
                    <a:pt x="1385135" y="663456"/>
                  </a:lnTo>
                  <a:lnTo>
                    <a:pt x="1385796" y="665982"/>
                  </a:lnTo>
                  <a:lnTo>
                    <a:pt x="1386456" y="689749"/>
                  </a:lnTo>
                  <a:lnTo>
                    <a:pt x="1387117" y="686403"/>
                  </a:lnTo>
                  <a:lnTo>
                    <a:pt x="1387777" y="676003"/>
                  </a:lnTo>
                  <a:lnTo>
                    <a:pt x="1388438" y="674701"/>
                  </a:lnTo>
                  <a:lnTo>
                    <a:pt x="1389099" y="680586"/>
                  </a:lnTo>
                  <a:lnTo>
                    <a:pt x="1389759" y="700385"/>
                  </a:lnTo>
                  <a:lnTo>
                    <a:pt x="1390420" y="698821"/>
                  </a:lnTo>
                  <a:lnTo>
                    <a:pt x="1391080" y="691173"/>
                  </a:lnTo>
                  <a:lnTo>
                    <a:pt x="1391741" y="678438"/>
                  </a:lnTo>
                  <a:lnTo>
                    <a:pt x="1392401" y="678251"/>
                  </a:lnTo>
                  <a:lnTo>
                    <a:pt x="1393062" y="675071"/>
                  </a:lnTo>
                  <a:lnTo>
                    <a:pt x="1393722" y="668489"/>
                  </a:lnTo>
                  <a:lnTo>
                    <a:pt x="1394383" y="701425"/>
                  </a:lnTo>
                  <a:lnTo>
                    <a:pt x="1395043" y="686773"/>
                  </a:lnTo>
                  <a:lnTo>
                    <a:pt x="1395704" y="682624"/>
                  </a:lnTo>
                  <a:lnTo>
                    <a:pt x="1396364" y="698330"/>
                  </a:lnTo>
                  <a:lnTo>
                    <a:pt x="1397025" y="704019"/>
                  </a:lnTo>
                  <a:lnTo>
                    <a:pt x="1397685" y="690242"/>
                  </a:lnTo>
                  <a:lnTo>
                    <a:pt x="1398346" y="692624"/>
                  </a:lnTo>
                  <a:lnTo>
                    <a:pt x="1399007" y="680928"/>
                  </a:lnTo>
                  <a:lnTo>
                    <a:pt x="1399667" y="680245"/>
                  </a:lnTo>
                  <a:lnTo>
                    <a:pt x="1400328" y="705913"/>
                  </a:lnTo>
                  <a:lnTo>
                    <a:pt x="1400988" y="694492"/>
                  </a:lnTo>
                  <a:lnTo>
                    <a:pt x="1401649" y="697766"/>
                  </a:lnTo>
                  <a:lnTo>
                    <a:pt x="1402309" y="706734"/>
                  </a:lnTo>
                  <a:lnTo>
                    <a:pt x="1402970" y="701331"/>
                  </a:lnTo>
                  <a:lnTo>
                    <a:pt x="1403630" y="679463"/>
                  </a:lnTo>
                  <a:lnTo>
                    <a:pt x="1404291" y="669514"/>
                  </a:lnTo>
                  <a:lnTo>
                    <a:pt x="1404951" y="675924"/>
                  </a:lnTo>
                  <a:lnTo>
                    <a:pt x="1405612" y="694906"/>
                  </a:lnTo>
                  <a:lnTo>
                    <a:pt x="1406272" y="706999"/>
                  </a:lnTo>
                  <a:lnTo>
                    <a:pt x="1406933" y="691294"/>
                  </a:lnTo>
                  <a:lnTo>
                    <a:pt x="1407593" y="675924"/>
                  </a:lnTo>
                  <a:lnTo>
                    <a:pt x="1408254" y="698945"/>
                  </a:lnTo>
                  <a:lnTo>
                    <a:pt x="1408914" y="708223"/>
                  </a:lnTo>
                  <a:lnTo>
                    <a:pt x="1409575" y="695726"/>
                  </a:lnTo>
                  <a:lnTo>
                    <a:pt x="1410236" y="700890"/>
                  </a:lnTo>
                  <a:lnTo>
                    <a:pt x="1410896" y="695413"/>
                  </a:lnTo>
                  <a:lnTo>
                    <a:pt x="1411557" y="678285"/>
                  </a:lnTo>
                  <a:lnTo>
                    <a:pt x="1412217" y="672872"/>
                  </a:lnTo>
                  <a:lnTo>
                    <a:pt x="1412878" y="686259"/>
                  </a:lnTo>
                  <a:lnTo>
                    <a:pt x="1413538" y="690934"/>
                  </a:lnTo>
                  <a:lnTo>
                    <a:pt x="1414199" y="676678"/>
                  </a:lnTo>
                  <a:lnTo>
                    <a:pt x="1414859" y="696904"/>
                  </a:lnTo>
                  <a:lnTo>
                    <a:pt x="1415520" y="713569"/>
                  </a:lnTo>
                  <a:lnTo>
                    <a:pt x="1416180" y="713006"/>
                  </a:lnTo>
                  <a:lnTo>
                    <a:pt x="1416841" y="706416"/>
                  </a:lnTo>
                  <a:lnTo>
                    <a:pt x="1417501" y="689408"/>
                  </a:lnTo>
                  <a:lnTo>
                    <a:pt x="1418162" y="684411"/>
                  </a:lnTo>
                  <a:lnTo>
                    <a:pt x="1418822" y="681073"/>
                  </a:lnTo>
                  <a:lnTo>
                    <a:pt x="1419483" y="711929"/>
                  </a:lnTo>
                  <a:lnTo>
                    <a:pt x="1420144" y="714191"/>
                  </a:lnTo>
                  <a:lnTo>
                    <a:pt x="1420804" y="704962"/>
                  </a:lnTo>
                  <a:lnTo>
                    <a:pt x="1421465" y="696517"/>
                  </a:lnTo>
                  <a:lnTo>
                    <a:pt x="1422125" y="700746"/>
                  </a:lnTo>
                  <a:lnTo>
                    <a:pt x="1422786" y="692904"/>
                  </a:lnTo>
                  <a:lnTo>
                    <a:pt x="1423446" y="700746"/>
                  </a:lnTo>
                  <a:lnTo>
                    <a:pt x="1424107" y="696517"/>
                  </a:lnTo>
                  <a:lnTo>
                    <a:pt x="1424767" y="710182"/>
                  </a:lnTo>
                  <a:lnTo>
                    <a:pt x="1425428" y="698546"/>
                  </a:lnTo>
                  <a:lnTo>
                    <a:pt x="1426088" y="684411"/>
                  </a:lnTo>
                  <a:lnTo>
                    <a:pt x="1426749" y="682658"/>
                  </a:lnTo>
                  <a:lnTo>
                    <a:pt x="1427409" y="700523"/>
                  </a:lnTo>
                  <a:lnTo>
                    <a:pt x="1428070" y="680664"/>
                  </a:lnTo>
                  <a:lnTo>
                    <a:pt x="1428730" y="693633"/>
                  </a:lnTo>
                  <a:lnTo>
                    <a:pt x="1429391" y="704035"/>
                  </a:lnTo>
                  <a:lnTo>
                    <a:pt x="1430052" y="713283"/>
                  </a:lnTo>
                  <a:lnTo>
                    <a:pt x="1430712" y="696294"/>
                  </a:lnTo>
                  <a:lnTo>
                    <a:pt x="1431373" y="685036"/>
                  </a:lnTo>
                  <a:lnTo>
                    <a:pt x="1432033" y="695859"/>
                  </a:lnTo>
                  <a:lnTo>
                    <a:pt x="1432694" y="691424"/>
                  </a:lnTo>
                  <a:lnTo>
                    <a:pt x="1433354" y="698817"/>
                  </a:lnTo>
                  <a:lnTo>
                    <a:pt x="1434015" y="706845"/>
                  </a:lnTo>
                  <a:lnTo>
                    <a:pt x="1434675" y="686485"/>
                  </a:lnTo>
                  <a:lnTo>
                    <a:pt x="1435336" y="695834"/>
                  </a:lnTo>
                  <a:lnTo>
                    <a:pt x="1435996" y="710445"/>
                  </a:lnTo>
                  <a:lnTo>
                    <a:pt x="1436657" y="694561"/>
                  </a:lnTo>
                  <a:lnTo>
                    <a:pt x="1437317" y="684188"/>
                  </a:lnTo>
                  <a:lnTo>
                    <a:pt x="1437978" y="673115"/>
                  </a:lnTo>
                  <a:lnTo>
                    <a:pt x="1438638" y="657919"/>
                  </a:lnTo>
                  <a:lnTo>
                    <a:pt x="1439299" y="669729"/>
                  </a:lnTo>
                  <a:lnTo>
                    <a:pt x="1439959" y="705028"/>
                  </a:lnTo>
                  <a:lnTo>
                    <a:pt x="1440620" y="711333"/>
                  </a:lnTo>
                  <a:lnTo>
                    <a:pt x="1441281" y="706379"/>
                  </a:lnTo>
                  <a:lnTo>
                    <a:pt x="1441941" y="677705"/>
                  </a:lnTo>
                  <a:lnTo>
                    <a:pt x="1442602" y="675721"/>
                  </a:lnTo>
                  <a:lnTo>
                    <a:pt x="1443262" y="696990"/>
                  </a:lnTo>
                  <a:lnTo>
                    <a:pt x="1443923" y="696389"/>
                  </a:lnTo>
                  <a:lnTo>
                    <a:pt x="1444583" y="675071"/>
                  </a:lnTo>
                  <a:lnTo>
                    <a:pt x="1445244" y="687369"/>
                  </a:lnTo>
                  <a:lnTo>
                    <a:pt x="1445904" y="701926"/>
                  </a:lnTo>
                  <a:lnTo>
                    <a:pt x="1446565" y="697581"/>
                  </a:lnTo>
                  <a:lnTo>
                    <a:pt x="1447225" y="685522"/>
                  </a:lnTo>
                  <a:lnTo>
                    <a:pt x="1447886" y="657650"/>
                  </a:lnTo>
                  <a:lnTo>
                    <a:pt x="1448546" y="613689"/>
                  </a:lnTo>
                  <a:lnTo>
                    <a:pt x="1449207" y="597903"/>
                  </a:lnTo>
                  <a:lnTo>
                    <a:pt x="1449867" y="620341"/>
                  </a:lnTo>
                  <a:lnTo>
                    <a:pt x="1450528" y="649318"/>
                  </a:lnTo>
                  <a:lnTo>
                    <a:pt x="1451189" y="649318"/>
                  </a:lnTo>
                  <a:lnTo>
                    <a:pt x="1451849" y="653832"/>
                  </a:lnTo>
                  <a:lnTo>
                    <a:pt x="1452510" y="654713"/>
                  </a:lnTo>
                  <a:lnTo>
                    <a:pt x="1453170" y="682433"/>
                  </a:lnTo>
                  <a:lnTo>
                    <a:pt x="1453831" y="674938"/>
                  </a:lnTo>
                  <a:lnTo>
                    <a:pt x="1454491" y="680393"/>
                  </a:lnTo>
                  <a:lnTo>
                    <a:pt x="1455152" y="694270"/>
                  </a:lnTo>
                  <a:lnTo>
                    <a:pt x="1455812" y="688406"/>
                  </a:lnTo>
                  <a:lnTo>
                    <a:pt x="1456473" y="684530"/>
                  </a:lnTo>
                  <a:lnTo>
                    <a:pt x="1457133" y="678274"/>
                  </a:lnTo>
                  <a:lnTo>
                    <a:pt x="1457794" y="693375"/>
                  </a:lnTo>
                  <a:lnTo>
                    <a:pt x="1458454" y="695123"/>
                  </a:lnTo>
                  <a:lnTo>
                    <a:pt x="1459115" y="673760"/>
                  </a:lnTo>
                  <a:lnTo>
                    <a:pt x="1459775" y="691514"/>
                  </a:lnTo>
                  <a:lnTo>
                    <a:pt x="1460436" y="705755"/>
                  </a:lnTo>
                  <a:lnTo>
                    <a:pt x="1461097" y="690630"/>
                  </a:lnTo>
                  <a:lnTo>
                    <a:pt x="1461757" y="697513"/>
                  </a:lnTo>
                  <a:lnTo>
                    <a:pt x="1462418" y="689714"/>
                  </a:lnTo>
                  <a:lnTo>
                    <a:pt x="1463078" y="663102"/>
                  </a:lnTo>
                  <a:lnTo>
                    <a:pt x="1463739" y="656982"/>
                  </a:lnTo>
                  <a:lnTo>
                    <a:pt x="1464399" y="669684"/>
                  </a:lnTo>
                  <a:lnTo>
                    <a:pt x="1465060" y="669967"/>
                  </a:lnTo>
                  <a:lnTo>
                    <a:pt x="1465720" y="685728"/>
                  </a:lnTo>
                  <a:lnTo>
                    <a:pt x="1466381" y="673995"/>
                  </a:lnTo>
                  <a:lnTo>
                    <a:pt x="1467041" y="677332"/>
                  </a:lnTo>
                  <a:lnTo>
                    <a:pt x="1467702" y="669684"/>
                  </a:lnTo>
                  <a:lnTo>
                    <a:pt x="1468362" y="694377"/>
                  </a:lnTo>
                  <a:lnTo>
                    <a:pt x="1469023" y="707112"/>
                  </a:lnTo>
                  <a:lnTo>
                    <a:pt x="1469683" y="706925"/>
                  </a:lnTo>
                  <a:lnTo>
                    <a:pt x="1470344" y="682330"/>
                  </a:lnTo>
                  <a:lnTo>
                    <a:pt x="1471005" y="670986"/>
                  </a:lnTo>
                  <a:lnTo>
                    <a:pt x="1471665" y="693064"/>
                  </a:lnTo>
                  <a:lnTo>
                    <a:pt x="1472326" y="695515"/>
                  </a:lnTo>
                  <a:lnTo>
                    <a:pt x="1472986" y="698256"/>
                  </a:lnTo>
                  <a:lnTo>
                    <a:pt x="1473647" y="702549"/>
                  </a:lnTo>
                  <a:lnTo>
                    <a:pt x="1474307" y="695644"/>
                  </a:lnTo>
                  <a:lnTo>
                    <a:pt x="1474968" y="683262"/>
                  </a:lnTo>
                  <a:lnTo>
                    <a:pt x="1475628" y="675766"/>
                  </a:lnTo>
                  <a:lnTo>
                    <a:pt x="1476289" y="676736"/>
                  </a:lnTo>
                  <a:lnTo>
                    <a:pt x="1476949" y="674217"/>
                  </a:lnTo>
                  <a:lnTo>
                    <a:pt x="1477610" y="688332"/>
                  </a:lnTo>
                  <a:lnTo>
                    <a:pt x="1478270" y="704544"/>
                  </a:lnTo>
                  <a:lnTo>
                    <a:pt x="1478931" y="699471"/>
                  </a:lnTo>
                  <a:lnTo>
                    <a:pt x="1479591" y="691633"/>
                  </a:lnTo>
                  <a:lnTo>
                    <a:pt x="1480252" y="682552"/>
                  </a:lnTo>
                  <a:lnTo>
                    <a:pt x="1480912" y="689661"/>
                  </a:lnTo>
                  <a:lnTo>
                    <a:pt x="1481573" y="696164"/>
                  </a:lnTo>
                  <a:lnTo>
                    <a:pt x="1482234" y="668706"/>
                  </a:lnTo>
                  <a:lnTo>
                    <a:pt x="1482894" y="657782"/>
                  </a:lnTo>
                  <a:lnTo>
                    <a:pt x="1483555" y="642190"/>
                  </a:lnTo>
                  <a:lnTo>
                    <a:pt x="1484215" y="668706"/>
                  </a:lnTo>
                  <a:lnTo>
                    <a:pt x="1484876" y="653898"/>
                  </a:lnTo>
                  <a:lnTo>
                    <a:pt x="1485536" y="638018"/>
                  </a:lnTo>
                  <a:lnTo>
                    <a:pt x="1486197" y="602632"/>
                  </a:lnTo>
                  <a:lnTo>
                    <a:pt x="1486857" y="584291"/>
                  </a:lnTo>
                  <a:lnTo>
                    <a:pt x="1487518" y="595955"/>
                  </a:lnTo>
                  <a:lnTo>
                    <a:pt x="1488178" y="596427"/>
                  </a:lnTo>
                  <a:lnTo>
                    <a:pt x="1488839" y="595046"/>
                  </a:lnTo>
                  <a:lnTo>
                    <a:pt x="1489499" y="618029"/>
                  </a:lnTo>
                  <a:lnTo>
                    <a:pt x="1490160" y="666860"/>
                  </a:lnTo>
                  <a:lnTo>
                    <a:pt x="1490820" y="664276"/>
                  </a:lnTo>
                  <a:lnTo>
                    <a:pt x="1491481" y="668705"/>
                  </a:lnTo>
                  <a:lnTo>
                    <a:pt x="1492142" y="664276"/>
                  </a:lnTo>
                  <a:lnTo>
                    <a:pt x="1492802" y="672895"/>
                  </a:lnTo>
                  <a:lnTo>
                    <a:pt x="1493463" y="698421"/>
                  </a:lnTo>
                  <a:lnTo>
                    <a:pt x="1494123" y="695673"/>
                  </a:lnTo>
                  <a:lnTo>
                    <a:pt x="1494784" y="658789"/>
                  </a:lnTo>
                  <a:lnTo>
                    <a:pt x="1495444" y="654829"/>
                  </a:lnTo>
                  <a:lnTo>
                    <a:pt x="1496105" y="675169"/>
                  </a:lnTo>
                  <a:lnTo>
                    <a:pt x="1496765" y="674039"/>
                  </a:lnTo>
                  <a:lnTo>
                    <a:pt x="1497426" y="679354"/>
                  </a:lnTo>
                  <a:lnTo>
                    <a:pt x="1498086" y="659762"/>
                  </a:lnTo>
                  <a:lnTo>
                    <a:pt x="1498747" y="672161"/>
                  </a:lnTo>
                  <a:lnTo>
                    <a:pt x="1499407" y="692585"/>
                  </a:lnTo>
                  <a:lnTo>
                    <a:pt x="1500068" y="688306"/>
                  </a:lnTo>
                  <a:lnTo>
                    <a:pt x="1500728" y="677249"/>
                  </a:lnTo>
                  <a:lnTo>
                    <a:pt x="1501389" y="679355"/>
                  </a:lnTo>
                  <a:lnTo>
                    <a:pt x="1502050" y="694044"/>
                  </a:lnTo>
                  <a:lnTo>
                    <a:pt x="1502710" y="683504"/>
                  </a:lnTo>
                  <a:lnTo>
                    <a:pt x="1503371" y="674039"/>
                  </a:lnTo>
                  <a:lnTo>
                    <a:pt x="1504031" y="683504"/>
                  </a:lnTo>
                  <a:lnTo>
                    <a:pt x="1504692" y="697983"/>
                  </a:lnTo>
                  <a:lnTo>
                    <a:pt x="1505352" y="691000"/>
                  </a:lnTo>
                  <a:lnTo>
                    <a:pt x="1506013" y="676128"/>
                  </a:lnTo>
                  <a:lnTo>
                    <a:pt x="1506673" y="668905"/>
                  </a:lnTo>
                  <a:lnTo>
                    <a:pt x="1507334" y="647937"/>
                  </a:lnTo>
                  <a:lnTo>
                    <a:pt x="1507994" y="637548"/>
                  </a:lnTo>
                  <a:lnTo>
                    <a:pt x="1508655" y="657350"/>
                  </a:lnTo>
                  <a:lnTo>
                    <a:pt x="1509315" y="672895"/>
                  </a:lnTo>
                  <a:lnTo>
                    <a:pt x="1509976" y="690087"/>
                  </a:lnTo>
                  <a:lnTo>
                    <a:pt x="1510636" y="695858"/>
                  </a:lnTo>
                  <a:lnTo>
                    <a:pt x="1511297" y="692175"/>
                  </a:lnTo>
                  <a:lnTo>
                    <a:pt x="1511957" y="707428"/>
                  </a:lnTo>
                  <a:lnTo>
                    <a:pt x="1512618" y="707728"/>
                  </a:lnTo>
                  <a:lnTo>
                    <a:pt x="1513279" y="690613"/>
                  </a:lnTo>
                  <a:lnTo>
                    <a:pt x="1513939" y="674039"/>
                  </a:lnTo>
                  <a:lnTo>
                    <a:pt x="1514600" y="694565"/>
                  </a:lnTo>
                  <a:lnTo>
                    <a:pt x="1515260" y="708952"/>
                  </a:lnTo>
                  <a:lnTo>
                    <a:pt x="1515921" y="700315"/>
                  </a:lnTo>
                  <a:lnTo>
                    <a:pt x="1516581" y="679354"/>
                  </a:lnTo>
                  <a:lnTo>
                    <a:pt x="1517242" y="691841"/>
                  </a:lnTo>
                  <a:lnTo>
                    <a:pt x="1517902" y="697950"/>
                  </a:lnTo>
                  <a:lnTo>
                    <a:pt x="1518563" y="709571"/>
                  </a:lnTo>
                  <a:lnTo>
                    <a:pt x="1519223" y="705822"/>
                  </a:lnTo>
                  <a:lnTo>
                    <a:pt x="1519884" y="687000"/>
                  </a:lnTo>
                  <a:lnTo>
                    <a:pt x="1520544" y="664276"/>
                  </a:lnTo>
                  <a:lnTo>
                    <a:pt x="1521205" y="680838"/>
                  </a:lnTo>
                  <a:lnTo>
                    <a:pt x="1521865" y="692262"/>
                  </a:lnTo>
                  <a:lnTo>
                    <a:pt x="1522526" y="671313"/>
                  </a:lnTo>
                  <a:lnTo>
                    <a:pt x="1523187" y="676976"/>
                  </a:lnTo>
                  <a:lnTo>
                    <a:pt x="1523847" y="689742"/>
                  </a:lnTo>
                  <a:lnTo>
                    <a:pt x="1524508" y="700102"/>
                  </a:lnTo>
                  <a:lnTo>
                    <a:pt x="1525168" y="684247"/>
                  </a:lnTo>
                  <a:lnTo>
                    <a:pt x="1525829" y="681371"/>
                  </a:lnTo>
                  <a:lnTo>
                    <a:pt x="1526489" y="683860"/>
                  </a:lnTo>
                  <a:lnTo>
                    <a:pt x="1527150" y="705514"/>
                  </a:lnTo>
                  <a:lnTo>
                    <a:pt x="1527810" y="703529"/>
                  </a:lnTo>
                  <a:lnTo>
                    <a:pt x="1528471" y="682247"/>
                  </a:lnTo>
                  <a:lnTo>
                    <a:pt x="1529131" y="707377"/>
                  </a:lnTo>
                  <a:lnTo>
                    <a:pt x="1529792" y="708896"/>
                  </a:lnTo>
                  <a:lnTo>
                    <a:pt x="1530452" y="697950"/>
                  </a:lnTo>
                  <a:lnTo>
                    <a:pt x="1531113" y="690613"/>
                  </a:lnTo>
                  <a:lnTo>
                    <a:pt x="1531773" y="704970"/>
                  </a:lnTo>
                  <a:lnTo>
                    <a:pt x="1532434" y="697950"/>
                  </a:lnTo>
                  <a:lnTo>
                    <a:pt x="1533095" y="683504"/>
                  </a:lnTo>
                  <a:lnTo>
                    <a:pt x="1533755" y="695351"/>
                  </a:lnTo>
                  <a:lnTo>
                    <a:pt x="1534416" y="697109"/>
                  </a:lnTo>
                  <a:lnTo>
                    <a:pt x="1535076" y="685402"/>
                  </a:lnTo>
                  <a:lnTo>
                    <a:pt x="1535737" y="689384"/>
                  </a:lnTo>
                  <a:lnTo>
                    <a:pt x="1536397" y="685915"/>
                  </a:lnTo>
                  <a:lnTo>
                    <a:pt x="1537058" y="688257"/>
                  </a:lnTo>
                  <a:lnTo>
                    <a:pt x="1537718" y="700901"/>
                  </a:lnTo>
                  <a:lnTo>
                    <a:pt x="1538379" y="703286"/>
                  </a:lnTo>
                  <a:lnTo>
                    <a:pt x="1539039" y="704594"/>
                  </a:lnTo>
                  <a:lnTo>
                    <a:pt x="1539700" y="689428"/>
                  </a:lnTo>
                  <a:lnTo>
                    <a:pt x="1540360" y="699327"/>
                  </a:lnTo>
                  <a:lnTo>
                    <a:pt x="1541021" y="706763"/>
                  </a:lnTo>
                  <a:lnTo>
                    <a:pt x="1541681" y="685169"/>
                  </a:lnTo>
                  <a:lnTo>
                    <a:pt x="1542342" y="677530"/>
                  </a:lnTo>
                  <a:lnTo>
                    <a:pt x="1543003" y="684511"/>
                  </a:lnTo>
                  <a:lnTo>
                    <a:pt x="1543663" y="691374"/>
                  </a:lnTo>
                  <a:lnTo>
                    <a:pt x="1544324" y="692313"/>
                  </a:lnTo>
                  <a:lnTo>
                    <a:pt x="1544984" y="691951"/>
                  </a:lnTo>
                  <a:lnTo>
                    <a:pt x="1545645" y="702023"/>
                  </a:lnTo>
                  <a:lnTo>
                    <a:pt x="1546305" y="706499"/>
                  </a:lnTo>
                  <a:lnTo>
                    <a:pt x="1546966" y="686719"/>
                  </a:lnTo>
                  <a:lnTo>
                    <a:pt x="1547626" y="694668"/>
                  </a:lnTo>
                  <a:lnTo>
                    <a:pt x="1548287" y="705028"/>
                  </a:lnTo>
                  <a:lnTo>
                    <a:pt x="1548947" y="688366"/>
                  </a:lnTo>
                  <a:lnTo>
                    <a:pt x="1549608" y="679270"/>
                  </a:lnTo>
                  <a:lnTo>
                    <a:pt x="1550268" y="676798"/>
                  </a:lnTo>
                  <a:lnTo>
                    <a:pt x="1550929" y="675985"/>
                  </a:lnTo>
                  <a:lnTo>
                    <a:pt x="1551589" y="696821"/>
                  </a:lnTo>
                  <a:lnTo>
                    <a:pt x="1552250" y="705661"/>
                  </a:lnTo>
                  <a:lnTo>
                    <a:pt x="1552910" y="689928"/>
                  </a:lnTo>
                  <a:lnTo>
                    <a:pt x="1553571" y="672123"/>
                  </a:lnTo>
                  <a:lnTo>
                    <a:pt x="1554232" y="678680"/>
                  </a:lnTo>
                  <a:lnTo>
                    <a:pt x="1554892" y="660495"/>
                  </a:lnTo>
                  <a:lnTo>
                    <a:pt x="1555553" y="652275"/>
                  </a:lnTo>
                  <a:lnTo>
                    <a:pt x="1556213" y="658395"/>
                  </a:lnTo>
                  <a:lnTo>
                    <a:pt x="1556874" y="683899"/>
                  </a:lnTo>
                  <a:lnTo>
                    <a:pt x="1557534" y="683733"/>
                  </a:lnTo>
                  <a:lnTo>
                    <a:pt x="1558195" y="681501"/>
                  </a:lnTo>
                  <a:lnTo>
                    <a:pt x="1558855" y="701562"/>
                  </a:lnTo>
                  <a:lnTo>
                    <a:pt x="1559516" y="694276"/>
                  </a:lnTo>
                  <a:lnTo>
                    <a:pt x="1560176" y="674154"/>
                  </a:lnTo>
                  <a:lnTo>
                    <a:pt x="1560837" y="659076"/>
                  </a:lnTo>
                  <a:lnTo>
                    <a:pt x="1561497" y="658721"/>
                  </a:lnTo>
                  <a:lnTo>
                    <a:pt x="1562158" y="678597"/>
                  </a:lnTo>
                  <a:lnTo>
                    <a:pt x="1562818" y="683796"/>
                  </a:lnTo>
                  <a:lnTo>
                    <a:pt x="1563479" y="675390"/>
                  </a:lnTo>
                  <a:lnTo>
                    <a:pt x="1564140" y="670337"/>
                  </a:lnTo>
                  <a:lnTo>
                    <a:pt x="1564800" y="678850"/>
                  </a:lnTo>
                  <a:lnTo>
                    <a:pt x="1565461" y="678574"/>
                  </a:lnTo>
                  <a:lnTo>
                    <a:pt x="1566121" y="675843"/>
                  </a:lnTo>
                  <a:lnTo>
                    <a:pt x="1566782" y="654702"/>
                  </a:lnTo>
                  <a:lnTo>
                    <a:pt x="1567442" y="649633"/>
                  </a:lnTo>
                  <a:lnTo>
                    <a:pt x="1568103" y="650845"/>
                  </a:lnTo>
                  <a:lnTo>
                    <a:pt x="1568763" y="671986"/>
                  </a:lnTo>
                  <a:lnTo>
                    <a:pt x="1569424" y="655057"/>
                  </a:lnTo>
                  <a:lnTo>
                    <a:pt x="1570084" y="585646"/>
                  </a:lnTo>
                  <a:lnTo>
                    <a:pt x="1570745" y="600721"/>
                  </a:lnTo>
                  <a:lnTo>
                    <a:pt x="1571405" y="573783"/>
                  </a:lnTo>
                  <a:lnTo>
                    <a:pt x="1572066" y="541760"/>
                  </a:lnTo>
                  <a:lnTo>
                    <a:pt x="1572726" y="492474"/>
                  </a:lnTo>
                  <a:lnTo>
                    <a:pt x="1573387" y="469416"/>
                  </a:lnTo>
                  <a:lnTo>
                    <a:pt x="1574048" y="474111"/>
                  </a:lnTo>
                  <a:lnTo>
                    <a:pt x="1574708" y="506124"/>
                  </a:lnTo>
                  <a:lnTo>
                    <a:pt x="1575369" y="554812"/>
                  </a:lnTo>
                  <a:lnTo>
                    <a:pt x="1576029" y="575367"/>
                  </a:lnTo>
                  <a:lnTo>
                    <a:pt x="1576690" y="585676"/>
                  </a:lnTo>
                  <a:lnTo>
                    <a:pt x="1577350" y="593035"/>
                  </a:lnTo>
                  <a:lnTo>
                    <a:pt x="1578011" y="626054"/>
                  </a:lnTo>
                  <a:lnTo>
                    <a:pt x="1578671" y="660556"/>
                  </a:lnTo>
                  <a:lnTo>
                    <a:pt x="1579332" y="651087"/>
                  </a:lnTo>
                  <a:lnTo>
                    <a:pt x="1579992" y="651935"/>
                  </a:lnTo>
                  <a:lnTo>
                    <a:pt x="1580653" y="657194"/>
                  </a:lnTo>
                  <a:lnTo>
                    <a:pt x="1581313" y="650870"/>
                  </a:lnTo>
                  <a:lnTo>
                    <a:pt x="1581974" y="661988"/>
                  </a:lnTo>
                  <a:lnTo>
                    <a:pt x="1582634" y="656325"/>
                  </a:lnTo>
                  <a:lnTo>
                    <a:pt x="1583295" y="650137"/>
                  </a:lnTo>
                  <a:lnTo>
                    <a:pt x="1583955" y="656283"/>
                  </a:lnTo>
                  <a:lnTo>
                    <a:pt x="1584616" y="661565"/>
                  </a:lnTo>
                  <a:lnTo>
                    <a:pt x="1585277" y="658512"/>
                  </a:lnTo>
                  <a:lnTo>
                    <a:pt x="1585937" y="664629"/>
                  </a:lnTo>
                  <a:lnTo>
                    <a:pt x="1586598" y="684254"/>
                  </a:lnTo>
                  <a:lnTo>
                    <a:pt x="1587258" y="679240"/>
                  </a:lnTo>
                  <a:lnTo>
                    <a:pt x="1587919" y="671333"/>
                  </a:lnTo>
                  <a:lnTo>
                    <a:pt x="1588579" y="669564"/>
                  </a:lnTo>
                  <a:lnTo>
                    <a:pt x="1589240" y="688212"/>
                  </a:lnTo>
                  <a:lnTo>
                    <a:pt x="1589900" y="695624"/>
                  </a:lnTo>
                  <a:lnTo>
                    <a:pt x="1590561" y="681641"/>
                  </a:lnTo>
                  <a:lnTo>
                    <a:pt x="1591221" y="659982"/>
                  </a:lnTo>
                  <a:lnTo>
                    <a:pt x="1591882" y="675832"/>
                  </a:lnTo>
                  <a:lnTo>
                    <a:pt x="1592542" y="674611"/>
                  </a:lnTo>
                  <a:lnTo>
                    <a:pt x="1593203" y="652423"/>
                  </a:lnTo>
                  <a:lnTo>
                    <a:pt x="1593863" y="652608"/>
                  </a:lnTo>
                  <a:lnTo>
                    <a:pt x="1594524" y="698308"/>
                  </a:lnTo>
                  <a:lnTo>
                    <a:pt x="1595185" y="700493"/>
                  </a:lnTo>
                  <a:lnTo>
                    <a:pt x="1595845" y="679473"/>
                  </a:lnTo>
                  <a:lnTo>
                    <a:pt x="1596506" y="646643"/>
                  </a:lnTo>
                  <a:lnTo>
                    <a:pt x="1597166" y="640882"/>
                  </a:lnTo>
                  <a:lnTo>
                    <a:pt x="1597827" y="657376"/>
                  </a:lnTo>
                  <a:lnTo>
                    <a:pt x="1598487" y="674964"/>
                  </a:lnTo>
                  <a:lnTo>
                    <a:pt x="1599148" y="668638"/>
                  </a:lnTo>
                  <a:lnTo>
                    <a:pt x="1599808" y="664839"/>
                  </a:lnTo>
                  <a:lnTo>
                    <a:pt x="1600469" y="685672"/>
                  </a:lnTo>
                  <a:lnTo>
                    <a:pt x="1601129" y="655253"/>
                  </a:lnTo>
                  <a:lnTo>
                    <a:pt x="1601790" y="647878"/>
                  </a:lnTo>
                  <a:lnTo>
                    <a:pt x="1602450" y="654434"/>
                  </a:lnTo>
                  <a:lnTo>
                    <a:pt x="1603111" y="666252"/>
                  </a:lnTo>
                  <a:lnTo>
                    <a:pt x="1603771" y="675607"/>
                  </a:lnTo>
                  <a:lnTo>
                    <a:pt x="1604432" y="695994"/>
                  </a:lnTo>
                  <a:lnTo>
                    <a:pt x="1605093" y="656100"/>
                  </a:lnTo>
                  <a:lnTo>
                    <a:pt x="1605753" y="657326"/>
                  </a:lnTo>
                  <a:lnTo>
                    <a:pt x="1606414" y="691783"/>
                  </a:lnTo>
                  <a:lnTo>
                    <a:pt x="1607074" y="684415"/>
                  </a:lnTo>
                  <a:lnTo>
                    <a:pt x="1607735" y="653722"/>
                  </a:lnTo>
                  <a:lnTo>
                    <a:pt x="1608395" y="647878"/>
                  </a:lnTo>
                  <a:lnTo>
                    <a:pt x="1609056" y="673748"/>
                  </a:lnTo>
                  <a:lnTo>
                    <a:pt x="1609716" y="665404"/>
                  </a:lnTo>
                  <a:lnTo>
                    <a:pt x="1610377" y="644219"/>
                  </a:lnTo>
                  <a:lnTo>
                    <a:pt x="1611037" y="625561"/>
                  </a:lnTo>
                  <a:lnTo>
                    <a:pt x="1611698" y="657692"/>
                  </a:lnTo>
                  <a:lnTo>
                    <a:pt x="1612358" y="681507"/>
                  </a:lnTo>
                  <a:lnTo>
                    <a:pt x="1613019" y="652495"/>
                  </a:lnTo>
                  <a:lnTo>
                    <a:pt x="1613679" y="626419"/>
                  </a:lnTo>
                  <a:lnTo>
                    <a:pt x="1614340" y="616818"/>
                  </a:lnTo>
                  <a:lnTo>
                    <a:pt x="1615001" y="606892"/>
                  </a:lnTo>
                  <a:lnTo>
                    <a:pt x="1615661" y="607541"/>
                  </a:lnTo>
                  <a:lnTo>
                    <a:pt x="1616322" y="635352"/>
                  </a:lnTo>
                  <a:lnTo>
                    <a:pt x="1616982" y="656724"/>
                  </a:lnTo>
                  <a:lnTo>
                    <a:pt x="1617643" y="678716"/>
                  </a:lnTo>
                  <a:lnTo>
                    <a:pt x="1618303" y="665395"/>
                  </a:lnTo>
                  <a:lnTo>
                    <a:pt x="1618964" y="645504"/>
                  </a:lnTo>
                  <a:lnTo>
                    <a:pt x="1619624" y="657966"/>
                  </a:lnTo>
                  <a:lnTo>
                    <a:pt x="1620285" y="650526"/>
                  </a:lnTo>
                  <a:lnTo>
                    <a:pt x="1620945" y="619891"/>
                  </a:lnTo>
                  <a:lnTo>
                    <a:pt x="1621606" y="626996"/>
                  </a:lnTo>
                  <a:lnTo>
                    <a:pt x="1622266" y="639793"/>
                  </a:lnTo>
                  <a:lnTo>
                    <a:pt x="1622927" y="622456"/>
                  </a:lnTo>
                  <a:lnTo>
                    <a:pt x="1623587" y="599581"/>
                  </a:lnTo>
                  <a:lnTo>
                    <a:pt x="1624248" y="605830"/>
                  </a:lnTo>
                  <a:lnTo>
                    <a:pt x="1624908" y="580918"/>
                  </a:lnTo>
                  <a:lnTo>
                    <a:pt x="1625569" y="550516"/>
                  </a:lnTo>
                  <a:lnTo>
                    <a:pt x="1626230" y="532641"/>
                  </a:lnTo>
                  <a:lnTo>
                    <a:pt x="1626890" y="541137"/>
                  </a:lnTo>
                  <a:lnTo>
                    <a:pt x="1627551" y="539326"/>
                  </a:lnTo>
                  <a:lnTo>
                    <a:pt x="1628211" y="505430"/>
                  </a:lnTo>
                  <a:lnTo>
                    <a:pt x="1628872" y="504013"/>
                  </a:lnTo>
                  <a:lnTo>
                    <a:pt x="1629532" y="507374"/>
                  </a:lnTo>
                  <a:lnTo>
                    <a:pt x="1630193" y="465042"/>
                  </a:lnTo>
                  <a:lnTo>
                    <a:pt x="1630853" y="432020"/>
                  </a:lnTo>
                  <a:lnTo>
                    <a:pt x="1631514" y="393347"/>
                  </a:lnTo>
                  <a:lnTo>
                    <a:pt x="1632174" y="379809"/>
                  </a:lnTo>
                  <a:lnTo>
                    <a:pt x="1632835" y="344652"/>
                  </a:lnTo>
                  <a:lnTo>
                    <a:pt x="1633495" y="346434"/>
                  </a:lnTo>
                  <a:lnTo>
                    <a:pt x="1634156" y="363562"/>
                  </a:lnTo>
                  <a:lnTo>
                    <a:pt x="1634816" y="354867"/>
                  </a:lnTo>
                  <a:lnTo>
                    <a:pt x="1635477" y="370329"/>
                  </a:lnTo>
                  <a:lnTo>
                    <a:pt x="1636138" y="409419"/>
                  </a:lnTo>
                  <a:lnTo>
                    <a:pt x="1636798" y="454201"/>
                  </a:lnTo>
                  <a:lnTo>
                    <a:pt x="1637459" y="483853"/>
                  </a:lnTo>
                  <a:lnTo>
                    <a:pt x="1638119" y="505330"/>
                  </a:lnTo>
                  <a:lnTo>
                    <a:pt x="1638780" y="535796"/>
                  </a:lnTo>
                  <a:lnTo>
                    <a:pt x="1639440" y="559433"/>
                  </a:lnTo>
                  <a:lnTo>
                    <a:pt x="1640101" y="543428"/>
                  </a:lnTo>
                  <a:lnTo>
                    <a:pt x="1640761" y="566301"/>
                  </a:lnTo>
                  <a:lnTo>
                    <a:pt x="1641422" y="584707"/>
                  </a:lnTo>
                  <a:lnTo>
                    <a:pt x="1642082" y="586402"/>
                  </a:lnTo>
                  <a:lnTo>
                    <a:pt x="1642743" y="567221"/>
                  </a:lnTo>
                  <a:lnTo>
                    <a:pt x="1643403" y="636673"/>
                  </a:lnTo>
                  <a:lnTo>
                    <a:pt x="1644064" y="646390"/>
                  </a:lnTo>
                  <a:lnTo>
                    <a:pt x="1644724" y="628887"/>
                  </a:lnTo>
                  <a:lnTo>
                    <a:pt x="1645385" y="596411"/>
                  </a:lnTo>
                  <a:lnTo>
                    <a:pt x="1646046" y="595134"/>
                  </a:lnTo>
                  <a:lnTo>
                    <a:pt x="1646706" y="625462"/>
                  </a:lnTo>
                  <a:lnTo>
                    <a:pt x="1647367" y="646151"/>
                  </a:lnTo>
                  <a:lnTo>
                    <a:pt x="1648027" y="620908"/>
                  </a:lnTo>
                  <a:lnTo>
                    <a:pt x="1648688" y="599363"/>
                  </a:lnTo>
                  <a:lnTo>
                    <a:pt x="1649348" y="607585"/>
                  </a:lnTo>
                  <a:lnTo>
                    <a:pt x="1650009" y="603293"/>
                  </a:lnTo>
                  <a:lnTo>
                    <a:pt x="1650669" y="586882"/>
                  </a:lnTo>
                  <a:lnTo>
                    <a:pt x="1651330" y="532408"/>
                  </a:lnTo>
                  <a:lnTo>
                    <a:pt x="1651990" y="484720"/>
                  </a:lnTo>
                  <a:lnTo>
                    <a:pt x="1652651" y="494583"/>
                  </a:lnTo>
                  <a:lnTo>
                    <a:pt x="1653311" y="546193"/>
                  </a:lnTo>
                  <a:lnTo>
                    <a:pt x="1653972" y="621009"/>
                  </a:lnTo>
                  <a:lnTo>
                    <a:pt x="1654632" y="632725"/>
                  </a:lnTo>
                  <a:lnTo>
                    <a:pt x="1655293" y="604377"/>
                  </a:lnTo>
                  <a:lnTo>
                    <a:pt x="1655953" y="608181"/>
                  </a:lnTo>
                  <a:lnTo>
                    <a:pt x="1656614" y="597937"/>
                  </a:lnTo>
                  <a:lnTo>
                    <a:pt x="1657275" y="609689"/>
                  </a:lnTo>
                  <a:lnTo>
                    <a:pt x="1657935" y="623955"/>
                  </a:lnTo>
                  <a:lnTo>
                    <a:pt x="1658596" y="648845"/>
                  </a:lnTo>
                  <a:lnTo>
                    <a:pt x="1659256" y="642308"/>
                  </a:lnTo>
                  <a:lnTo>
                    <a:pt x="1659917" y="640630"/>
                  </a:lnTo>
                  <a:lnTo>
                    <a:pt x="1660577" y="659413"/>
                  </a:lnTo>
                  <a:lnTo>
                    <a:pt x="1661238" y="656690"/>
                  </a:lnTo>
                  <a:lnTo>
                    <a:pt x="1661898" y="643730"/>
                  </a:lnTo>
                  <a:lnTo>
                    <a:pt x="1662559" y="637232"/>
                  </a:lnTo>
                  <a:lnTo>
                    <a:pt x="1663219" y="628185"/>
                  </a:lnTo>
                  <a:lnTo>
                    <a:pt x="1663880" y="637542"/>
                  </a:lnTo>
                  <a:lnTo>
                    <a:pt x="1664540" y="652953"/>
                  </a:lnTo>
                  <a:lnTo>
                    <a:pt x="1665201" y="664771"/>
                  </a:lnTo>
                  <a:lnTo>
                    <a:pt x="1665861" y="656589"/>
                  </a:lnTo>
                  <a:lnTo>
                    <a:pt x="1666522" y="689474"/>
                  </a:lnTo>
                  <a:lnTo>
                    <a:pt x="1667183" y="676988"/>
                  </a:lnTo>
                  <a:lnTo>
                    <a:pt x="1667843" y="673613"/>
                  </a:lnTo>
                  <a:lnTo>
                    <a:pt x="1668504" y="667554"/>
                  </a:lnTo>
                  <a:lnTo>
                    <a:pt x="1669164" y="645759"/>
                  </a:lnTo>
                  <a:lnTo>
                    <a:pt x="1669825" y="648081"/>
                  </a:lnTo>
                  <a:lnTo>
                    <a:pt x="1670485" y="695088"/>
                  </a:lnTo>
                  <a:lnTo>
                    <a:pt x="1671146" y="694662"/>
                  </a:lnTo>
                  <a:lnTo>
                    <a:pt x="1671806" y="674701"/>
                  </a:lnTo>
                  <a:lnTo>
                    <a:pt x="1672467" y="677304"/>
                  </a:lnTo>
                  <a:lnTo>
                    <a:pt x="1673127" y="648081"/>
                  </a:lnTo>
                  <a:lnTo>
                    <a:pt x="1673788" y="662916"/>
                  </a:lnTo>
                  <a:lnTo>
                    <a:pt x="1674448" y="671913"/>
                  </a:lnTo>
                  <a:lnTo>
                    <a:pt x="1675109" y="661039"/>
                  </a:lnTo>
                  <a:lnTo>
                    <a:pt x="1675769" y="650363"/>
                  </a:lnTo>
                  <a:lnTo>
                    <a:pt x="1676430" y="669240"/>
                  </a:lnTo>
                  <a:lnTo>
                    <a:pt x="1677091" y="693973"/>
                  </a:lnTo>
                  <a:lnTo>
                    <a:pt x="1677751" y="693170"/>
                  </a:lnTo>
                  <a:lnTo>
                    <a:pt x="1678412" y="680424"/>
                  </a:lnTo>
                  <a:lnTo>
                    <a:pt x="1679072" y="698003"/>
                  </a:lnTo>
                  <a:lnTo>
                    <a:pt x="1679733" y="678430"/>
                  </a:lnTo>
                  <a:lnTo>
                    <a:pt x="1680393" y="655945"/>
                  </a:lnTo>
                  <a:lnTo>
                    <a:pt x="1681054" y="668067"/>
                  </a:lnTo>
                  <a:lnTo>
                    <a:pt x="1681714" y="656348"/>
                  </a:lnTo>
                  <a:lnTo>
                    <a:pt x="1682375" y="661163"/>
                  </a:lnTo>
                  <a:lnTo>
                    <a:pt x="1683035" y="667658"/>
                  </a:lnTo>
                  <a:lnTo>
                    <a:pt x="1683696" y="670734"/>
                  </a:lnTo>
                  <a:lnTo>
                    <a:pt x="1684356" y="677641"/>
                  </a:lnTo>
                  <a:lnTo>
                    <a:pt x="1685017" y="656303"/>
                  </a:lnTo>
                  <a:lnTo>
                    <a:pt x="1685677" y="646593"/>
                  </a:lnTo>
                  <a:lnTo>
                    <a:pt x="1686338" y="642839"/>
                  </a:lnTo>
                  <a:lnTo>
                    <a:pt x="1686998" y="646593"/>
                  </a:lnTo>
                  <a:lnTo>
                    <a:pt x="1687659" y="659483"/>
                  </a:lnTo>
                  <a:lnTo>
                    <a:pt x="1688320" y="656303"/>
                  </a:lnTo>
                  <a:lnTo>
                    <a:pt x="1688980" y="659041"/>
                  </a:lnTo>
                  <a:lnTo>
                    <a:pt x="1689641" y="655127"/>
                  </a:lnTo>
                  <a:lnTo>
                    <a:pt x="1690301" y="673017"/>
                  </a:lnTo>
                  <a:lnTo>
                    <a:pt x="1690962" y="679094"/>
                  </a:lnTo>
                  <a:lnTo>
                    <a:pt x="1691622" y="672169"/>
                  </a:lnTo>
                  <a:lnTo>
                    <a:pt x="1692283" y="659041"/>
                  </a:lnTo>
                  <a:lnTo>
                    <a:pt x="1692943" y="659041"/>
                  </a:lnTo>
                  <a:lnTo>
                    <a:pt x="1693604" y="672169"/>
                  </a:lnTo>
                  <a:lnTo>
                    <a:pt x="1694264" y="664129"/>
                  </a:lnTo>
                  <a:lnTo>
                    <a:pt x="1694925" y="648029"/>
                  </a:lnTo>
                  <a:lnTo>
                    <a:pt x="1695585" y="659041"/>
                  </a:lnTo>
                  <a:lnTo>
                    <a:pt x="1696246" y="670835"/>
                  </a:lnTo>
                  <a:lnTo>
                    <a:pt x="1696906" y="662049"/>
                  </a:lnTo>
                  <a:lnTo>
                    <a:pt x="1697567" y="659041"/>
                  </a:lnTo>
                  <a:lnTo>
                    <a:pt x="1698228" y="680125"/>
                  </a:lnTo>
                  <a:lnTo>
                    <a:pt x="1698888" y="683343"/>
                  </a:lnTo>
                  <a:lnTo>
                    <a:pt x="1699549" y="683776"/>
                  </a:lnTo>
                  <a:lnTo>
                    <a:pt x="1700209" y="687600"/>
                  </a:lnTo>
                  <a:lnTo>
                    <a:pt x="1700870" y="659041"/>
                  </a:lnTo>
                  <a:lnTo>
                    <a:pt x="1701530" y="662049"/>
                  </a:lnTo>
                  <a:lnTo>
                    <a:pt x="1702191" y="678519"/>
                  </a:lnTo>
                  <a:lnTo>
                    <a:pt x="1702851" y="670351"/>
                  </a:lnTo>
                  <a:lnTo>
                    <a:pt x="1703512" y="675559"/>
                  </a:lnTo>
                  <a:lnTo>
                    <a:pt x="1704172" y="656303"/>
                  </a:lnTo>
                  <a:lnTo>
                    <a:pt x="1704833" y="660506"/>
                  </a:lnTo>
                  <a:lnTo>
                    <a:pt x="1705493" y="671474"/>
                  </a:lnTo>
                  <a:lnTo>
                    <a:pt x="1706154" y="664692"/>
                  </a:lnTo>
                  <a:lnTo>
                    <a:pt x="1706814" y="674970"/>
                  </a:lnTo>
                  <a:lnTo>
                    <a:pt x="1707475" y="656196"/>
                  </a:lnTo>
                  <a:lnTo>
                    <a:pt x="1708136" y="651000"/>
                  </a:lnTo>
                  <a:lnTo>
                    <a:pt x="1708796" y="660506"/>
                  </a:lnTo>
                  <a:lnTo>
                    <a:pt x="1709457" y="663844"/>
                  </a:lnTo>
                  <a:lnTo>
                    <a:pt x="1710117" y="674970"/>
                  </a:lnTo>
                  <a:lnTo>
                    <a:pt x="1710778" y="686883"/>
                  </a:lnTo>
                  <a:lnTo>
                    <a:pt x="1711438" y="662996"/>
                  </a:lnTo>
                  <a:lnTo>
                    <a:pt x="1712099" y="651000"/>
                  </a:lnTo>
                  <a:lnTo>
                    <a:pt x="1712759" y="671474"/>
                  </a:lnTo>
                  <a:lnTo>
                    <a:pt x="1713420" y="663844"/>
                  </a:lnTo>
                  <a:lnTo>
                    <a:pt x="1714080" y="653162"/>
                  </a:lnTo>
                  <a:lnTo>
                    <a:pt x="1714741" y="653584"/>
                  </a:lnTo>
                  <a:lnTo>
                    <a:pt x="1715401" y="659376"/>
                  </a:lnTo>
                  <a:lnTo>
                    <a:pt x="1716062" y="669621"/>
                  </a:lnTo>
                  <a:lnTo>
                    <a:pt x="1716722" y="671241"/>
                  </a:lnTo>
                  <a:lnTo>
                    <a:pt x="1717383" y="679429"/>
                  </a:lnTo>
                  <a:lnTo>
                    <a:pt x="1718044" y="662354"/>
                  </a:lnTo>
                  <a:lnTo>
                    <a:pt x="1718704" y="647382"/>
                  </a:lnTo>
                  <a:lnTo>
                    <a:pt x="1719365" y="655210"/>
                  </a:lnTo>
                  <a:lnTo>
                    <a:pt x="1720025" y="656513"/>
                  </a:lnTo>
                  <a:lnTo>
                    <a:pt x="1720686" y="663077"/>
                  </a:lnTo>
                  <a:lnTo>
                    <a:pt x="1721346" y="661325"/>
                  </a:lnTo>
                  <a:lnTo>
                    <a:pt x="1722007" y="653440"/>
                  </a:lnTo>
                  <a:lnTo>
                    <a:pt x="1722667" y="670961"/>
                  </a:lnTo>
                  <a:lnTo>
                    <a:pt x="1723328" y="665693"/>
                  </a:lnTo>
                  <a:lnTo>
                    <a:pt x="1723988" y="652183"/>
                  </a:lnTo>
                  <a:lnTo>
                    <a:pt x="1724649" y="666461"/>
                  </a:lnTo>
                  <a:lnTo>
                    <a:pt x="1725309" y="658593"/>
                  </a:lnTo>
                  <a:lnTo>
                    <a:pt x="1725970" y="660477"/>
                  </a:lnTo>
                  <a:lnTo>
                    <a:pt x="1726630" y="671056"/>
                  </a:lnTo>
                  <a:lnTo>
                    <a:pt x="1727291" y="673071"/>
                  </a:lnTo>
                  <a:lnTo>
                    <a:pt x="1727951" y="678999"/>
                  </a:lnTo>
                  <a:lnTo>
                    <a:pt x="1728612" y="671282"/>
                  </a:lnTo>
                  <a:lnTo>
                    <a:pt x="1729273" y="664800"/>
                  </a:lnTo>
                  <a:lnTo>
                    <a:pt x="1729933" y="666566"/>
                  </a:lnTo>
                  <a:lnTo>
                    <a:pt x="1730594" y="665199"/>
                  </a:lnTo>
                  <a:lnTo>
                    <a:pt x="1731254" y="652618"/>
                  </a:lnTo>
                  <a:lnTo>
                    <a:pt x="1731915" y="661311"/>
                  </a:lnTo>
                  <a:lnTo>
                    <a:pt x="1732575" y="661282"/>
                  </a:lnTo>
                  <a:lnTo>
                    <a:pt x="1733236" y="645110"/>
                  </a:lnTo>
                  <a:lnTo>
                    <a:pt x="1733896" y="647074"/>
                  </a:lnTo>
                  <a:lnTo>
                    <a:pt x="1734557" y="649121"/>
                  </a:lnTo>
                  <a:lnTo>
                    <a:pt x="1735217" y="640505"/>
                  </a:lnTo>
                  <a:lnTo>
                    <a:pt x="1735878" y="597183"/>
                  </a:lnTo>
                  <a:lnTo>
                    <a:pt x="1736538" y="587697"/>
                  </a:lnTo>
                  <a:lnTo>
                    <a:pt x="1737199" y="624093"/>
                  </a:lnTo>
                  <a:lnTo>
                    <a:pt x="1737859" y="585435"/>
                  </a:lnTo>
                  <a:lnTo>
                    <a:pt x="1738520" y="545865"/>
                  </a:lnTo>
                  <a:lnTo>
                    <a:pt x="1739181" y="551235"/>
                  </a:lnTo>
                  <a:lnTo>
                    <a:pt x="1739841" y="544908"/>
                  </a:lnTo>
                  <a:lnTo>
                    <a:pt x="1740502" y="460544"/>
                  </a:lnTo>
                  <a:lnTo>
                    <a:pt x="1741162" y="450608"/>
                  </a:lnTo>
                  <a:lnTo>
                    <a:pt x="1741823" y="508814"/>
                  </a:lnTo>
                  <a:lnTo>
                    <a:pt x="1742483" y="530143"/>
                  </a:lnTo>
                  <a:lnTo>
                    <a:pt x="1743144" y="539737"/>
                  </a:lnTo>
                  <a:lnTo>
                    <a:pt x="1743804" y="545865"/>
                  </a:lnTo>
                  <a:lnTo>
                    <a:pt x="1744465" y="596252"/>
                  </a:lnTo>
                  <a:lnTo>
                    <a:pt x="1745125" y="635837"/>
                  </a:lnTo>
                  <a:lnTo>
                    <a:pt x="1745786" y="641826"/>
                  </a:lnTo>
                  <a:lnTo>
                    <a:pt x="1746446" y="635693"/>
                  </a:lnTo>
                  <a:lnTo>
                    <a:pt x="1747107" y="622902"/>
                  </a:lnTo>
                  <a:lnTo>
                    <a:pt x="1747767" y="644309"/>
                  </a:lnTo>
                  <a:lnTo>
                    <a:pt x="1748428" y="641146"/>
                  </a:lnTo>
                  <a:lnTo>
                    <a:pt x="1749089" y="643356"/>
                  </a:lnTo>
                  <a:lnTo>
                    <a:pt x="1749749" y="636822"/>
                  </a:lnTo>
                  <a:lnTo>
                    <a:pt x="1750410" y="649229"/>
                  </a:lnTo>
                  <a:lnTo>
                    <a:pt x="1751070" y="670275"/>
                  </a:lnTo>
                  <a:lnTo>
                    <a:pt x="1751731" y="666339"/>
                  </a:lnTo>
                  <a:lnTo>
                    <a:pt x="1752391" y="665182"/>
                  </a:lnTo>
                  <a:lnTo>
                    <a:pt x="1753052" y="660292"/>
                  </a:lnTo>
                  <a:lnTo>
                    <a:pt x="1753712" y="664351"/>
                  </a:lnTo>
                  <a:lnTo>
                    <a:pt x="1754373" y="639527"/>
                  </a:lnTo>
                  <a:lnTo>
                    <a:pt x="1755033" y="639995"/>
                  </a:lnTo>
                  <a:lnTo>
                    <a:pt x="1755694" y="658222"/>
                  </a:lnTo>
                  <a:lnTo>
                    <a:pt x="1756354" y="648170"/>
                  </a:lnTo>
                  <a:lnTo>
                    <a:pt x="1757015" y="648058"/>
                  </a:lnTo>
                  <a:lnTo>
                    <a:pt x="1757675" y="652572"/>
                  </a:lnTo>
                  <a:lnTo>
                    <a:pt x="1758336" y="633040"/>
                  </a:lnTo>
                  <a:lnTo>
                    <a:pt x="1758996" y="612821"/>
                  </a:lnTo>
                  <a:lnTo>
                    <a:pt x="1759657" y="620251"/>
                  </a:lnTo>
                  <a:lnTo>
                    <a:pt x="1760318" y="630895"/>
                  </a:lnTo>
                  <a:lnTo>
                    <a:pt x="1760978" y="621227"/>
                  </a:lnTo>
                  <a:lnTo>
                    <a:pt x="1761639" y="621227"/>
                  </a:lnTo>
                  <a:lnTo>
                    <a:pt x="1762299" y="620359"/>
                  </a:lnTo>
                  <a:lnTo>
                    <a:pt x="1762960" y="601982"/>
                  </a:lnTo>
                  <a:lnTo>
                    <a:pt x="1763620" y="619362"/>
                  </a:lnTo>
                  <a:lnTo>
                    <a:pt x="1764281" y="651683"/>
                  </a:lnTo>
                  <a:lnTo>
                    <a:pt x="1764941" y="675097"/>
                  </a:lnTo>
                  <a:lnTo>
                    <a:pt x="1765602" y="689084"/>
                  </a:lnTo>
                  <a:lnTo>
                    <a:pt x="1766262" y="665560"/>
                  </a:lnTo>
                  <a:lnTo>
                    <a:pt x="1766923" y="670535"/>
                  </a:lnTo>
                  <a:lnTo>
                    <a:pt x="1767583" y="662478"/>
                  </a:lnTo>
                  <a:lnTo>
                    <a:pt x="1768244" y="655679"/>
                  </a:lnTo>
                  <a:lnTo>
                    <a:pt x="1768904" y="658616"/>
                  </a:lnTo>
                  <a:lnTo>
                    <a:pt x="1769565" y="669135"/>
                  </a:lnTo>
                  <a:lnTo>
                    <a:pt x="1770226" y="658889"/>
                  </a:lnTo>
                  <a:lnTo>
                    <a:pt x="1770886" y="654421"/>
                  </a:lnTo>
                  <a:lnTo>
                    <a:pt x="1771547" y="660777"/>
                  </a:lnTo>
                  <a:lnTo>
                    <a:pt x="1772207" y="639514"/>
                  </a:lnTo>
                  <a:lnTo>
                    <a:pt x="1772868" y="618100"/>
                  </a:lnTo>
                  <a:lnTo>
                    <a:pt x="1773528" y="615244"/>
                  </a:lnTo>
                  <a:lnTo>
                    <a:pt x="1774189" y="608132"/>
                  </a:lnTo>
                  <a:lnTo>
                    <a:pt x="1774849" y="612540"/>
                  </a:lnTo>
                  <a:lnTo>
                    <a:pt x="1775510" y="601470"/>
                  </a:lnTo>
                  <a:lnTo>
                    <a:pt x="1776170" y="614754"/>
                  </a:lnTo>
                  <a:lnTo>
                    <a:pt x="1776831" y="641775"/>
                  </a:lnTo>
                  <a:lnTo>
                    <a:pt x="1777491" y="644913"/>
                  </a:lnTo>
                  <a:lnTo>
                    <a:pt x="1778152" y="639736"/>
                  </a:lnTo>
                  <a:lnTo>
                    <a:pt x="1778812" y="639736"/>
                  </a:lnTo>
                  <a:lnTo>
                    <a:pt x="1779473" y="623053"/>
                  </a:lnTo>
                  <a:lnTo>
                    <a:pt x="1780134" y="616734"/>
                  </a:lnTo>
                  <a:lnTo>
                    <a:pt x="1780794" y="608436"/>
                  </a:lnTo>
                  <a:lnTo>
                    <a:pt x="1781455" y="598570"/>
                  </a:lnTo>
                  <a:lnTo>
                    <a:pt x="1782115" y="630543"/>
                  </a:lnTo>
                  <a:lnTo>
                    <a:pt x="1782776" y="675035"/>
                  </a:lnTo>
                  <a:lnTo>
                    <a:pt x="1783436" y="687925"/>
                  </a:lnTo>
                  <a:lnTo>
                    <a:pt x="1784097" y="664253"/>
                  </a:lnTo>
                  <a:lnTo>
                    <a:pt x="1784757" y="684161"/>
                  </a:lnTo>
                  <a:lnTo>
                    <a:pt x="1785418" y="663299"/>
                  </a:lnTo>
                  <a:lnTo>
                    <a:pt x="1786078" y="667865"/>
                  </a:lnTo>
                  <a:lnTo>
                    <a:pt x="1786739" y="674639"/>
                  </a:lnTo>
                  <a:lnTo>
                    <a:pt x="1787399" y="657287"/>
                  </a:lnTo>
                  <a:lnTo>
                    <a:pt x="1788060" y="623505"/>
                  </a:lnTo>
                  <a:lnTo>
                    <a:pt x="1788720" y="628706"/>
                  </a:lnTo>
                  <a:lnTo>
                    <a:pt x="1789381" y="643423"/>
                  </a:lnTo>
                  <a:lnTo>
                    <a:pt x="1790042" y="646502"/>
                  </a:lnTo>
                  <a:lnTo>
                    <a:pt x="1790702" y="646330"/>
                  </a:lnTo>
                  <a:lnTo>
                    <a:pt x="1791363" y="647804"/>
                  </a:lnTo>
                  <a:lnTo>
                    <a:pt x="1792023" y="654150"/>
                  </a:lnTo>
                  <a:lnTo>
                    <a:pt x="1792684" y="658671"/>
                  </a:lnTo>
                  <a:lnTo>
                    <a:pt x="1793344" y="628706"/>
                  </a:lnTo>
                  <a:lnTo>
                    <a:pt x="1794005" y="614327"/>
                  </a:lnTo>
                  <a:lnTo>
                    <a:pt x="1794665" y="614327"/>
                  </a:lnTo>
                  <a:lnTo>
                    <a:pt x="1795326" y="637659"/>
                  </a:lnTo>
                  <a:lnTo>
                    <a:pt x="1795986" y="637957"/>
                  </a:lnTo>
                  <a:lnTo>
                    <a:pt x="1796647" y="646069"/>
                  </a:lnTo>
                  <a:lnTo>
                    <a:pt x="1797307" y="655510"/>
                  </a:lnTo>
                  <a:lnTo>
                    <a:pt x="1797968" y="655083"/>
                  </a:lnTo>
                  <a:lnTo>
                    <a:pt x="1798628" y="620699"/>
                  </a:lnTo>
                  <a:lnTo>
                    <a:pt x="1799289" y="623556"/>
                  </a:lnTo>
                  <a:lnTo>
                    <a:pt x="1799949" y="652094"/>
                  </a:lnTo>
                  <a:lnTo>
                    <a:pt x="1800610" y="659805"/>
                  </a:lnTo>
                  <a:lnTo>
                    <a:pt x="1801271" y="658395"/>
                  </a:lnTo>
                  <a:lnTo>
                    <a:pt x="1801931" y="642704"/>
                  </a:lnTo>
                  <a:lnTo>
                    <a:pt x="1802592" y="623522"/>
                  </a:lnTo>
                  <a:lnTo>
                    <a:pt x="1803252" y="625546"/>
                  </a:lnTo>
                  <a:lnTo>
                    <a:pt x="1803913" y="632506"/>
                  </a:lnTo>
                  <a:lnTo>
                    <a:pt x="1804573" y="638377"/>
                  </a:lnTo>
                  <a:lnTo>
                    <a:pt x="1805234" y="625531"/>
                  </a:lnTo>
                  <a:lnTo>
                    <a:pt x="1805894" y="648416"/>
                  </a:lnTo>
                  <a:lnTo>
                    <a:pt x="1806555" y="652726"/>
                  </a:lnTo>
                  <a:lnTo>
                    <a:pt x="1807215" y="638217"/>
                  </a:lnTo>
                  <a:lnTo>
                    <a:pt x="1807876" y="628179"/>
                  </a:lnTo>
                  <a:lnTo>
                    <a:pt x="1808536" y="630327"/>
                  </a:lnTo>
                  <a:lnTo>
                    <a:pt x="1809197" y="643961"/>
                  </a:lnTo>
                  <a:lnTo>
                    <a:pt x="1809857" y="649718"/>
                  </a:lnTo>
                  <a:lnTo>
                    <a:pt x="1810518" y="648244"/>
                  </a:lnTo>
                  <a:lnTo>
                    <a:pt x="1811179" y="645337"/>
                  </a:lnTo>
                  <a:lnTo>
                    <a:pt x="1811839" y="646898"/>
                  </a:lnTo>
                  <a:lnTo>
                    <a:pt x="1812500" y="652504"/>
                  </a:lnTo>
                  <a:lnTo>
                    <a:pt x="1813160" y="659583"/>
                  </a:lnTo>
                  <a:lnTo>
                    <a:pt x="1813821" y="657729"/>
                  </a:lnTo>
                  <a:lnTo>
                    <a:pt x="1814481" y="648467"/>
                  </a:lnTo>
                  <a:lnTo>
                    <a:pt x="1815142" y="655023"/>
                  </a:lnTo>
                  <a:lnTo>
                    <a:pt x="1815802" y="656689"/>
                  </a:lnTo>
                  <a:lnTo>
                    <a:pt x="1816463" y="655842"/>
                  </a:lnTo>
                  <a:lnTo>
                    <a:pt x="1817123" y="626928"/>
                  </a:lnTo>
                  <a:lnTo>
                    <a:pt x="1817784" y="606757"/>
                  </a:lnTo>
                  <a:lnTo>
                    <a:pt x="1818444" y="639572"/>
                  </a:lnTo>
                  <a:lnTo>
                    <a:pt x="1819105" y="650525"/>
                  </a:lnTo>
                  <a:lnTo>
                    <a:pt x="1819765" y="660868"/>
                  </a:lnTo>
                  <a:lnTo>
                    <a:pt x="1820426" y="669809"/>
                  </a:lnTo>
                  <a:lnTo>
                    <a:pt x="1821087" y="665434"/>
                  </a:lnTo>
                  <a:lnTo>
                    <a:pt x="1821747" y="658325"/>
                  </a:lnTo>
                  <a:lnTo>
                    <a:pt x="1822408" y="681031"/>
                  </a:lnTo>
                  <a:lnTo>
                    <a:pt x="1823068" y="663223"/>
                  </a:lnTo>
                  <a:lnTo>
                    <a:pt x="1823729" y="639932"/>
                  </a:lnTo>
                  <a:lnTo>
                    <a:pt x="1824389" y="647823"/>
                  </a:lnTo>
                  <a:lnTo>
                    <a:pt x="1825050" y="644744"/>
                  </a:lnTo>
                  <a:lnTo>
                    <a:pt x="1825710" y="630536"/>
                  </a:lnTo>
                  <a:lnTo>
                    <a:pt x="1826371" y="638272"/>
                  </a:lnTo>
                  <a:lnTo>
                    <a:pt x="1827031" y="639220"/>
                  </a:lnTo>
                  <a:lnTo>
                    <a:pt x="1827692" y="647540"/>
                  </a:lnTo>
                  <a:lnTo>
                    <a:pt x="1828352" y="641849"/>
                  </a:lnTo>
                  <a:lnTo>
                    <a:pt x="1829013" y="638705"/>
                  </a:lnTo>
                  <a:lnTo>
                    <a:pt x="1829673" y="634890"/>
                  </a:lnTo>
                  <a:lnTo>
                    <a:pt x="1830334" y="645714"/>
                  </a:lnTo>
                  <a:lnTo>
                    <a:pt x="1830994" y="651097"/>
                  </a:lnTo>
                  <a:lnTo>
                    <a:pt x="1831655" y="622289"/>
                  </a:lnTo>
                  <a:lnTo>
                    <a:pt x="1832316" y="625427"/>
                  </a:lnTo>
                  <a:lnTo>
                    <a:pt x="1832976" y="620961"/>
                  </a:lnTo>
                  <a:lnTo>
                    <a:pt x="1833637" y="603438"/>
                  </a:lnTo>
                  <a:lnTo>
                    <a:pt x="1834297" y="580293"/>
                  </a:lnTo>
                  <a:lnTo>
                    <a:pt x="1834958" y="599134"/>
                  </a:lnTo>
                  <a:lnTo>
                    <a:pt x="1835618" y="613539"/>
                  </a:lnTo>
                  <a:lnTo>
                    <a:pt x="1836279" y="608858"/>
                  </a:lnTo>
                  <a:lnTo>
                    <a:pt x="1836939" y="559375"/>
                  </a:lnTo>
                  <a:lnTo>
                    <a:pt x="1837600" y="596974"/>
                  </a:lnTo>
                  <a:lnTo>
                    <a:pt x="1838260" y="637001"/>
                  </a:lnTo>
                  <a:lnTo>
                    <a:pt x="1838921" y="640080"/>
                  </a:lnTo>
                  <a:lnTo>
                    <a:pt x="1839581" y="646426"/>
                  </a:lnTo>
                  <a:lnTo>
                    <a:pt x="1840242" y="647244"/>
                  </a:lnTo>
                  <a:lnTo>
                    <a:pt x="1840902" y="645647"/>
                  </a:lnTo>
                  <a:lnTo>
                    <a:pt x="1841563" y="645821"/>
                  </a:lnTo>
                  <a:lnTo>
                    <a:pt x="1842224" y="641261"/>
                  </a:lnTo>
                  <a:lnTo>
                    <a:pt x="1842884" y="631144"/>
                  </a:lnTo>
                  <a:lnTo>
                    <a:pt x="1843545" y="645215"/>
                  </a:lnTo>
                  <a:lnTo>
                    <a:pt x="1844205" y="635543"/>
                  </a:lnTo>
                  <a:lnTo>
                    <a:pt x="1844866" y="613249"/>
                  </a:lnTo>
                  <a:lnTo>
                    <a:pt x="1845526" y="630862"/>
                  </a:lnTo>
                  <a:lnTo>
                    <a:pt x="1846187" y="634027"/>
                  </a:lnTo>
                  <a:lnTo>
                    <a:pt x="1846847" y="613408"/>
                  </a:lnTo>
                  <a:lnTo>
                    <a:pt x="1847508" y="613060"/>
                  </a:lnTo>
                  <a:lnTo>
                    <a:pt x="1848168" y="643052"/>
                  </a:lnTo>
                  <a:lnTo>
                    <a:pt x="1848829" y="646035"/>
                  </a:lnTo>
                  <a:lnTo>
                    <a:pt x="1849489" y="650895"/>
                  </a:lnTo>
                  <a:lnTo>
                    <a:pt x="1850150" y="633243"/>
                  </a:lnTo>
                  <a:lnTo>
                    <a:pt x="1850810" y="625980"/>
                  </a:lnTo>
                  <a:lnTo>
                    <a:pt x="1851471" y="615938"/>
                  </a:lnTo>
                  <a:lnTo>
                    <a:pt x="1852132" y="606356"/>
                  </a:lnTo>
                  <a:lnTo>
                    <a:pt x="1852792" y="626760"/>
                  </a:lnTo>
                  <a:lnTo>
                    <a:pt x="1853453" y="635744"/>
                  </a:lnTo>
                  <a:lnTo>
                    <a:pt x="1854113" y="646471"/>
                  </a:lnTo>
                  <a:lnTo>
                    <a:pt x="1854774" y="670011"/>
                  </a:lnTo>
                  <a:lnTo>
                    <a:pt x="1855434" y="643133"/>
                  </a:lnTo>
                  <a:lnTo>
                    <a:pt x="1856095" y="633080"/>
                  </a:lnTo>
                  <a:lnTo>
                    <a:pt x="1856755" y="631237"/>
                  </a:lnTo>
                  <a:lnTo>
                    <a:pt x="1857416" y="609100"/>
                  </a:lnTo>
                  <a:lnTo>
                    <a:pt x="1858076" y="604766"/>
                  </a:lnTo>
                  <a:lnTo>
                    <a:pt x="1858737" y="620976"/>
                  </a:lnTo>
                  <a:lnTo>
                    <a:pt x="1859397" y="646812"/>
                  </a:lnTo>
                  <a:lnTo>
                    <a:pt x="1860058" y="652027"/>
                  </a:lnTo>
                  <a:lnTo>
                    <a:pt x="1860718" y="609307"/>
                  </a:lnTo>
                  <a:lnTo>
                    <a:pt x="1861379" y="634014"/>
                  </a:lnTo>
                  <a:lnTo>
                    <a:pt x="1862040" y="652940"/>
                  </a:lnTo>
                  <a:lnTo>
                    <a:pt x="1862700" y="620461"/>
                  </a:lnTo>
                  <a:lnTo>
                    <a:pt x="1863361" y="599255"/>
                  </a:lnTo>
                  <a:lnTo>
                    <a:pt x="1864021" y="599255"/>
                  </a:lnTo>
                  <a:lnTo>
                    <a:pt x="1864682" y="644831"/>
                  </a:lnTo>
                  <a:lnTo>
                    <a:pt x="1865342" y="663516"/>
                  </a:lnTo>
                  <a:lnTo>
                    <a:pt x="1866003" y="621946"/>
                  </a:lnTo>
                  <a:lnTo>
                    <a:pt x="1866663" y="619994"/>
                  </a:lnTo>
                  <a:lnTo>
                    <a:pt x="1867324" y="589358"/>
                  </a:lnTo>
                  <a:lnTo>
                    <a:pt x="1867984" y="620872"/>
                  </a:lnTo>
                  <a:lnTo>
                    <a:pt x="1868645" y="624420"/>
                  </a:lnTo>
                  <a:lnTo>
                    <a:pt x="1869305" y="633697"/>
                  </a:lnTo>
                  <a:lnTo>
                    <a:pt x="1869966" y="649589"/>
                  </a:lnTo>
                  <a:lnTo>
                    <a:pt x="1870626" y="647677"/>
                  </a:lnTo>
                  <a:lnTo>
                    <a:pt x="1871287" y="628145"/>
                  </a:lnTo>
                  <a:lnTo>
                    <a:pt x="1871947" y="630523"/>
                  </a:lnTo>
                  <a:lnTo>
                    <a:pt x="1872608" y="628145"/>
                  </a:lnTo>
                  <a:lnTo>
                    <a:pt x="1873269" y="627975"/>
                  </a:lnTo>
                  <a:lnTo>
                    <a:pt x="1873929" y="621855"/>
                  </a:lnTo>
                  <a:lnTo>
                    <a:pt x="1874590" y="607625"/>
                  </a:lnTo>
                  <a:lnTo>
                    <a:pt x="1875250" y="614434"/>
                  </a:lnTo>
                  <a:lnTo>
                    <a:pt x="1875911" y="621870"/>
                  </a:lnTo>
                  <a:lnTo>
                    <a:pt x="1876571" y="642577"/>
                  </a:lnTo>
                  <a:lnTo>
                    <a:pt x="1877232" y="629064"/>
                  </a:lnTo>
                  <a:lnTo>
                    <a:pt x="1877892" y="621870"/>
                  </a:lnTo>
                  <a:lnTo>
                    <a:pt x="1878553" y="612677"/>
                  </a:lnTo>
                  <a:lnTo>
                    <a:pt x="1879213" y="557662"/>
                  </a:lnTo>
                  <a:lnTo>
                    <a:pt x="1879874" y="557662"/>
                  </a:lnTo>
                  <a:lnTo>
                    <a:pt x="1880534" y="570264"/>
                  </a:lnTo>
                  <a:lnTo>
                    <a:pt x="1881195" y="603365"/>
                  </a:lnTo>
                  <a:lnTo>
                    <a:pt x="1881855" y="616145"/>
                  </a:lnTo>
                  <a:lnTo>
                    <a:pt x="1882516" y="618756"/>
                  </a:lnTo>
                  <a:lnTo>
                    <a:pt x="1883177" y="611064"/>
                  </a:lnTo>
                  <a:lnTo>
                    <a:pt x="1883837" y="618458"/>
                  </a:lnTo>
                  <a:lnTo>
                    <a:pt x="1884498" y="623207"/>
                  </a:lnTo>
                  <a:lnTo>
                    <a:pt x="1885158" y="624738"/>
                  </a:lnTo>
                  <a:lnTo>
                    <a:pt x="1885819" y="638930"/>
                  </a:lnTo>
                  <a:lnTo>
                    <a:pt x="1886479" y="666977"/>
                  </a:lnTo>
                  <a:lnTo>
                    <a:pt x="1887140" y="652057"/>
                  </a:lnTo>
                  <a:lnTo>
                    <a:pt x="1887800" y="642595"/>
                  </a:lnTo>
                  <a:lnTo>
                    <a:pt x="1888461" y="619457"/>
                  </a:lnTo>
                  <a:lnTo>
                    <a:pt x="1889121" y="615807"/>
                  </a:lnTo>
                  <a:lnTo>
                    <a:pt x="1889782" y="650164"/>
                  </a:lnTo>
                  <a:lnTo>
                    <a:pt x="1890442" y="623834"/>
                  </a:lnTo>
                  <a:lnTo>
                    <a:pt x="1891103" y="623538"/>
                  </a:lnTo>
                  <a:lnTo>
                    <a:pt x="1891763" y="595595"/>
                  </a:lnTo>
                  <a:lnTo>
                    <a:pt x="1892424" y="550549"/>
                  </a:lnTo>
                  <a:lnTo>
                    <a:pt x="1893085" y="533300"/>
                  </a:lnTo>
                  <a:lnTo>
                    <a:pt x="1893745" y="542519"/>
                  </a:lnTo>
                  <a:lnTo>
                    <a:pt x="1894406" y="577459"/>
                  </a:lnTo>
                  <a:lnTo>
                    <a:pt x="1895066" y="573114"/>
                  </a:lnTo>
                  <a:lnTo>
                    <a:pt x="1895727" y="549709"/>
                  </a:lnTo>
                  <a:lnTo>
                    <a:pt x="1896387" y="531307"/>
                  </a:lnTo>
                  <a:lnTo>
                    <a:pt x="1897048" y="518440"/>
                  </a:lnTo>
                  <a:lnTo>
                    <a:pt x="1897708" y="495516"/>
                  </a:lnTo>
                  <a:lnTo>
                    <a:pt x="1898369" y="495516"/>
                  </a:lnTo>
                  <a:lnTo>
                    <a:pt x="1899029" y="493450"/>
                  </a:lnTo>
                  <a:lnTo>
                    <a:pt x="1899690" y="473647"/>
                  </a:lnTo>
                  <a:lnTo>
                    <a:pt x="1900350" y="489965"/>
                  </a:lnTo>
                  <a:lnTo>
                    <a:pt x="1901011" y="489450"/>
                  </a:lnTo>
                  <a:lnTo>
                    <a:pt x="1901671" y="526905"/>
                  </a:lnTo>
                  <a:lnTo>
                    <a:pt x="1902332" y="505079"/>
                  </a:lnTo>
                  <a:lnTo>
                    <a:pt x="1902992" y="551220"/>
                  </a:lnTo>
                  <a:lnTo>
                    <a:pt x="1903653" y="524783"/>
                  </a:lnTo>
                  <a:lnTo>
                    <a:pt x="1904314" y="486310"/>
                  </a:lnTo>
                  <a:lnTo>
                    <a:pt x="1904974" y="457414"/>
                  </a:lnTo>
                  <a:lnTo>
                    <a:pt x="1905635" y="386368"/>
                  </a:lnTo>
                  <a:lnTo>
                    <a:pt x="1906295" y="344216"/>
                  </a:lnTo>
                  <a:lnTo>
                    <a:pt x="1906956" y="319209"/>
                  </a:lnTo>
                  <a:lnTo>
                    <a:pt x="1907616" y="289534"/>
                  </a:lnTo>
                  <a:lnTo>
                    <a:pt x="1908277" y="268544"/>
                  </a:lnTo>
                  <a:lnTo>
                    <a:pt x="1908937" y="278131"/>
                  </a:lnTo>
                  <a:lnTo>
                    <a:pt x="1909598" y="268866"/>
                  </a:lnTo>
                  <a:lnTo>
                    <a:pt x="1910258" y="265735"/>
                  </a:lnTo>
                  <a:lnTo>
                    <a:pt x="1910919" y="244728"/>
                  </a:lnTo>
                  <a:lnTo>
                    <a:pt x="1911579" y="245186"/>
                  </a:lnTo>
                  <a:lnTo>
                    <a:pt x="1912240" y="257652"/>
                  </a:lnTo>
                  <a:lnTo>
                    <a:pt x="1912900" y="241832"/>
                  </a:lnTo>
                  <a:lnTo>
                    <a:pt x="1913561" y="260390"/>
                  </a:lnTo>
                  <a:lnTo>
                    <a:pt x="1914222" y="277248"/>
                  </a:lnTo>
                  <a:lnTo>
                    <a:pt x="1914882" y="293845"/>
                  </a:lnTo>
                  <a:lnTo>
                    <a:pt x="1915543" y="291101"/>
                  </a:lnTo>
                  <a:lnTo>
                    <a:pt x="1916203" y="344763"/>
                  </a:lnTo>
                  <a:lnTo>
                    <a:pt x="1916864" y="408328"/>
                  </a:lnTo>
                  <a:lnTo>
                    <a:pt x="1917524" y="408328"/>
                  </a:lnTo>
                  <a:lnTo>
                    <a:pt x="1918185" y="395727"/>
                  </a:lnTo>
                  <a:lnTo>
                    <a:pt x="1918845" y="436260"/>
                  </a:lnTo>
                  <a:lnTo>
                    <a:pt x="1919506" y="449692"/>
                  </a:lnTo>
                  <a:lnTo>
                    <a:pt x="1920166" y="419427"/>
                  </a:lnTo>
                  <a:lnTo>
                    <a:pt x="1920827" y="441509"/>
                  </a:lnTo>
                  <a:lnTo>
                    <a:pt x="1921487" y="465209"/>
                  </a:lnTo>
                  <a:lnTo>
                    <a:pt x="1922148" y="425724"/>
                  </a:lnTo>
                  <a:lnTo>
                    <a:pt x="1922808" y="431687"/>
                  </a:lnTo>
                  <a:lnTo>
                    <a:pt x="1923469" y="341325"/>
                  </a:lnTo>
                  <a:lnTo>
                    <a:pt x="1924130" y="369964"/>
                  </a:lnTo>
                  <a:lnTo>
                    <a:pt x="1924790" y="342951"/>
                  </a:lnTo>
                  <a:lnTo>
                    <a:pt x="1925451" y="282184"/>
                  </a:lnTo>
                  <a:lnTo>
                    <a:pt x="1926111" y="297219"/>
                  </a:lnTo>
                  <a:lnTo>
                    <a:pt x="1926772" y="309979"/>
                  </a:lnTo>
                  <a:lnTo>
                    <a:pt x="1927432" y="294404"/>
                  </a:lnTo>
                  <a:lnTo>
                    <a:pt x="1928093" y="254525"/>
                  </a:lnTo>
                  <a:lnTo>
                    <a:pt x="1928753" y="249428"/>
                  </a:lnTo>
                  <a:lnTo>
                    <a:pt x="1929414" y="214049"/>
                  </a:lnTo>
                  <a:lnTo>
                    <a:pt x="1930074" y="170322"/>
                  </a:lnTo>
                  <a:lnTo>
                    <a:pt x="1930735" y="146116"/>
                  </a:lnTo>
                  <a:lnTo>
                    <a:pt x="1931395" y="125317"/>
                  </a:lnTo>
                  <a:lnTo>
                    <a:pt x="1932056" y="123801"/>
                  </a:lnTo>
                  <a:lnTo>
                    <a:pt x="1932716" y="124056"/>
                  </a:lnTo>
                  <a:lnTo>
                    <a:pt x="1933377" y="123616"/>
                  </a:lnTo>
                  <a:lnTo>
                    <a:pt x="1934038" y="123616"/>
                  </a:lnTo>
                  <a:lnTo>
                    <a:pt x="1934698" y="122547"/>
                  </a:lnTo>
                  <a:lnTo>
                    <a:pt x="1935359" y="102926"/>
                  </a:lnTo>
                  <a:lnTo>
                    <a:pt x="1936019" y="97050"/>
                  </a:lnTo>
                  <a:lnTo>
                    <a:pt x="1936680" y="122362"/>
                  </a:lnTo>
                  <a:lnTo>
                    <a:pt x="1937340" y="122547"/>
                  </a:lnTo>
                  <a:lnTo>
                    <a:pt x="1938001" y="169023"/>
                  </a:lnTo>
                  <a:lnTo>
                    <a:pt x="1938661" y="228441"/>
                  </a:lnTo>
                  <a:lnTo>
                    <a:pt x="1939322" y="232474"/>
                  </a:lnTo>
                  <a:lnTo>
                    <a:pt x="1939982" y="255643"/>
                  </a:lnTo>
                  <a:lnTo>
                    <a:pt x="1940643" y="288875"/>
                  </a:lnTo>
                  <a:lnTo>
                    <a:pt x="1941303" y="332704"/>
                  </a:lnTo>
                  <a:lnTo>
                    <a:pt x="1941964" y="340338"/>
                  </a:lnTo>
                  <a:lnTo>
                    <a:pt x="1942624" y="319049"/>
                  </a:lnTo>
                  <a:lnTo>
                    <a:pt x="1943285" y="325449"/>
                  </a:lnTo>
                  <a:lnTo>
                    <a:pt x="1943945" y="350485"/>
                  </a:lnTo>
                  <a:lnTo>
                    <a:pt x="1944606" y="390687"/>
                  </a:lnTo>
                  <a:lnTo>
                    <a:pt x="1945267" y="382922"/>
                  </a:lnTo>
                  <a:lnTo>
                    <a:pt x="1945927" y="388371"/>
                  </a:lnTo>
                  <a:lnTo>
                    <a:pt x="1946588" y="375727"/>
                  </a:lnTo>
                  <a:lnTo>
                    <a:pt x="1947248" y="407706"/>
                  </a:lnTo>
                  <a:lnTo>
                    <a:pt x="1947909" y="405044"/>
                  </a:lnTo>
                  <a:lnTo>
                    <a:pt x="1948569" y="403228"/>
                  </a:lnTo>
                  <a:lnTo>
                    <a:pt x="1949230" y="351047"/>
                  </a:lnTo>
                  <a:lnTo>
                    <a:pt x="1949890" y="349997"/>
                  </a:lnTo>
                  <a:lnTo>
                    <a:pt x="1950551" y="316378"/>
                  </a:lnTo>
                  <a:lnTo>
                    <a:pt x="1951211" y="296125"/>
                  </a:lnTo>
                  <a:lnTo>
                    <a:pt x="1951872" y="240389"/>
                  </a:lnTo>
                  <a:lnTo>
                    <a:pt x="1952532" y="173396"/>
                  </a:lnTo>
                  <a:lnTo>
                    <a:pt x="1953193" y="186002"/>
                  </a:lnTo>
                  <a:lnTo>
                    <a:pt x="1953853" y="172697"/>
                  </a:lnTo>
                  <a:lnTo>
                    <a:pt x="1954514" y="188516"/>
                  </a:lnTo>
                  <a:lnTo>
                    <a:pt x="1955175" y="205833"/>
                  </a:lnTo>
                  <a:lnTo>
                    <a:pt x="1955835" y="208866"/>
                  </a:lnTo>
                  <a:lnTo>
                    <a:pt x="1956496" y="225154"/>
                  </a:lnTo>
                  <a:lnTo>
                    <a:pt x="1957156" y="264896"/>
                  </a:lnTo>
                  <a:lnTo>
                    <a:pt x="1957817" y="310374"/>
                  </a:lnTo>
                  <a:lnTo>
                    <a:pt x="1958477" y="326408"/>
                  </a:lnTo>
                  <a:lnTo>
                    <a:pt x="1959138" y="362317"/>
                  </a:lnTo>
                  <a:lnTo>
                    <a:pt x="1959798" y="406205"/>
                  </a:lnTo>
                  <a:lnTo>
                    <a:pt x="1960459" y="449274"/>
                  </a:lnTo>
                  <a:lnTo>
                    <a:pt x="1961119" y="439385"/>
                  </a:lnTo>
                  <a:lnTo>
                    <a:pt x="1961780" y="422116"/>
                  </a:lnTo>
                  <a:lnTo>
                    <a:pt x="1962440" y="450702"/>
                  </a:lnTo>
                  <a:lnTo>
                    <a:pt x="1963101" y="454955"/>
                  </a:lnTo>
                  <a:lnTo>
                    <a:pt x="1963761" y="474360"/>
                  </a:lnTo>
                  <a:lnTo>
                    <a:pt x="1964422" y="450579"/>
                  </a:lnTo>
                  <a:lnTo>
                    <a:pt x="1965083" y="416708"/>
                  </a:lnTo>
                  <a:lnTo>
                    <a:pt x="1965743" y="432806"/>
                  </a:lnTo>
                  <a:lnTo>
                    <a:pt x="1966404" y="416466"/>
                  </a:lnTo>
                  <a:lnTo>
                    <a:pt x="1967064" y="387005"/>
                  </a:lnTo>
                  <a:lnTo>
                    <a:pt x="1967725" y="318559"/>
                  </a:lnTo>
                  <a:lnTo>
                    <a:pt x="1968385" y="294469"/>
                  </a:lnTo>
                  <a:lnTo>
                    <a:pt x="1969046" y="234423"/>
                  </a:lnTo>
                  <a:lnTo>
                    <a:pt x="1969706" y="213675"/>
                  </a:lnTo>
                  <a:lnTo>
                    <a:pt x="1970367" y="230833"/>
                  </a:lnTo>
                  <a:lnTo>
                    <a:pt x="1971027" y="212297"/>
                  </a:lnTo>
                  <a:lnTo>
                    <a:pt x="1971688" y="179242"/>
                  </a:lnTo>
                  <a:lnTo>
                    <a:pt x="1972348" y="221613"/>
                  </a:lnTo>
                  <a:lnTo>
                    <a:pt x="1973009" y="241028"/>
                  </a:lnTo>
                  <a:lnTo>
                    <a:pt x="1973669" y="257284"/>
                  </a:lnTo>
                  <a:lnTo>
                    <a:pt x="1974330" y="287157"/>
                  </a:lnTo>
                  <a:lnTo>
                    <a:pt x="1974990" y="348849"/>
                  </a:lnTo>
                  <a:lnTo>
                    <a:pt x="1975651" y="409524"/>
                  </a:lnTo>
                  <a:lnTo>
                    <a:pt x="1976312" y="435982"/>
                  </a:lnTo>
                  <a:lnTo>
                    <a:pt x="1976972" y="480156"/>
                  </a:lnTo>
                  <a:lnTo>
                    <a:pt x="1977633" y="513483"/>
                  </a:lnTo>
                  <a:lnTo>
                    <a:pt x="1978293" y="495755"/>
                  </a:lnTo>
                  <a:lnTo>
                    <a:pt x="1978954" y="537629"/>
                  </a:lnTo>
                  <a:lnTo>
                    <a:pt x="1979614" y="527240"/>
                  </a:lnTo>
                  <a:lnTo>
                    <a:pt x="1980275" y="516600"/>
                  </a:lnTo>
                  <a:lnTo>
                    <a:pt x="1980935" y="548945"/>
                  </a:lnTo>
                  <a:lnTo>
                    <a:pt x="1981596" y="566057"/>
                  </a:lnTo>
                  <a:lnTo>
                    <a:pt x="1982256" y="523890"/>
                  </a:lnTo>
                  <a:lnTo>
                    <a:pt x="1982917" y="535926"/>
                  </a:lnTo>
                  <a:lnTo>
                    <a:pt x="1983577" y="543692"/>
                  </a:lnTo>
                  <a:lnTo>
                    <a:pt x="1984238" y="533243"/>
                  </a:lnTo>
                  <a:lnTo>
                    <a:pt x="1984898" y="523400"/>
                  </a:lnTo>
                  <a:lnTo>
                    <a:pt x="1985559" y="542306"/>
                  </a:lnTo>
                  <a:lnTo>
                    <a:pt x="1986220" y="607756"/>
                  </a:lnTo>
                  <a:lnTo>
                    <a:pt x="1986880" y="598674"/>
                  </a:lnTo>
                  <a:lnTo>
                    <a:pt x="1987541" y="593333"/>
                  </a:lnTo>
                  <a:lnTo>
                    <a:pt x="1988201" y="565695"/>
                  </a:lnTo>
                  <a:lnTo>
                    <a:pt x="1988862" y="568802"/>
                  </a:lnTo>
                  <a:lnTo>
                    <a:pt x="1989522" y="554414"/>
                  </a:lnTo>
                  <a:lnTo>
                    <a:pt x="1990183" y="562858"/>
                  </a:lnTo>
                  <a:lnTo>
                    <a:pt x="1990843" y="603904"/>
                  </a:lnTo>
                  <a:lnTo>
                    <a:pt x="1991504" y="529753"/>
                  </a:lnTo>
                  <a:lnTo>
                    <a:pt x="1992164" y="504831"/>
                  </a:lnTo>
                  <a:lnTo>
                    <a:pt x="1992825" y="510320"/>
                  </a:lnTo>
                  <a:lnTo>
                    <a:pt x="1993485" y="490664"/>
                  </a:lnTo>
                  <a:lnTo>
                    <a:pt x="1994146" y="497720"/>
                  </a:lnTo>
                  <a:lnTo>
                    <a:pt x="1994806" y="530838"/>
                  </a:lnTo>
                  <a:lnTo>
                    <a:pt x="1995467" y="547154"/>
                  </a:lnTo>
                  <a:lnTo>
                    <a:pt x="1996128" y="561204"/>
                  </a:lnTo>
                  <a:lnTo>
                    <a:pt x="1996788" y="534027"/>
                  </a:lnTo>
                  <a:lnTo>
                    <a:pt x="1997449" y="531965"/>
                  </a:lnTo>
                  <a:lnTo>
                    <a:pt x="1998109" y="533210"/>
                  </a:lnTo>
                  <a:lnTo>
                    <a:pt x="1998770" y="513802"/>
                  </a:lnTo>
                  <a:lnTo>
                    <a:pt x="1999430" y="504362"/>
                  </a:lnTo>
                  <a:lnTo>
                    <a:pt x="2000091" y="500329"/>
                  </a:lnTo>
                  <a:lnTo>
                    <a:pt x="2000751" y="488150"/>
                  </a:lnTo>
                  <a:lnTo>
                    <a:pt x="2001412" y="493744"/>
                  </a:lnTo>
                  <a:lnTo>
                    <a:pt x="2002072" y="486752"/>
                  </a:lnTo>
                  <a:lnTo>
                    <a:pt x="2002733" y="487100"/>
                  </a:lnTo>
                  <a:lnTo>
                    <a:pt x="2003393" y="491364"/>
                  </a:lnTo>
                  <a:lnTo>
                    <a:pt x="2004054" y="495030"/>
                  </a:lnTo>
                  <a:lnTo>
                    <a:pt x="2004714" y="479699"/>
                  </a:lnTo>
                  <a:lnTo>
                    <a:pt x="2005375" y="465403"/>
                  </a:lnTo>
                  <a:lnTo>
                    <a:pt x="2006036" y="483815"/>
                  </a:lnTo>
                  <a:lnTo>
                    <a:pt x="2006696" y="514090"/>
                  </a:lnTo>
                  <a:lnTo>
                    <a:pt x="2007357" y="488884"/>
                  </a:lnTo>
                  <a:lnTo>
                    <a:pt x="2008017" y="483630"/>
                  </a:lnTo>
                  <a:lnTo>
                    <a:pt x="2008678" y="471004"/>
                  </a:lnTo>
                  <a:lnTo>
                    <a:pt x="2009338" y="466724"/>
                  </a:lnTo>
                  <a:lnTo>
                    <a:pt x="2009999" y="446566"/>
                  </a:lnTo>
                  <a:lnTo>
                    <a:pt x="2010659" y="455848"/>
                  </a:lnTo>
                  <a:lnTo>
                    <a:pt x="2011320" y="455509"/>
                  </a:lnTo>
                  <a:lnTo>
                    <a:pt x="2011980" y="512723"/>
                  </a:lnTo>
                  <a:lnTo>
                    <a:pt x="2012641" y="475684"/>
                  </a:lnTo>
                  <a:lnTo>
                    <a:pt x="2013301" y="470878"/>
                  </a:lnTo>
                  <a:lnTo>
                    <a:pt x="2013962" y="460488"/>
                  </a:lnTo>
                  <a:lnTo>
                    <a:pt x="2014622" y="475334"/>
                  </a:lnTo>
                  <a:lnTo>
                    <a:pt x="2015283" y="421026"/>
                  </a:lnTo>
                  <a:lnTo>
                    <a:pt x="2015943" y="363117"/>
                  </a:lnTo>
                  <a:lnTo>
                    <a:pt x="2016604" y="350114"/>
                  </a:lnTo>
                  <a:lnTo>
                    <a:pt x="2017265" y="314541"/>
                  </a:lnTo>
                  <a:lnTo>
                    <a:pt x="2017925" y="272375"/>
                  </a:lnTo>
                  <a:lnTo>
                    <a:pt x="2018586" y="290766"/>
                  </a:lnTo>
                  <a:lnTo>
                    <a:pt x="2019246" y="282603"/>
                  </a:lnTo>
                  <a:lnTo>
                    <a:pt x="2019907" y="278582"/>
                  </a:lnTo>
                  <a:lnTo>
                    <a:pt x="2020567" y="282154"/>
                  </a:lnTo>
                  <a:lnTo>
                    <a:pt x="2021228" y="287322"/>
                  </a:lnTo>
                  <a:lnTo>
                    <a:pt x="2021888" y="287322"/>
                  </a:lnTo>
                  <a:lnTo>
                    <a:pt x="2022549" y="303323"/>
                  </a:lnTo>
                  <a:lnTo>
                    <a:pt x="2023209" y="317917"/>
                  </a:lnTo>
                  <a:lnTo>
                    <a:pt x="2023870" y="334821"/>
                  </a:lnTo>
                  <a:lnTo>
                    <a:pt x="2024530" y="355933"/>
                  </a:lnTo>
                  <a:lnTo>
                    <a:pt x="2025191" y="394653"/>
                  </a:lnTo>
                  <a:lnTo>
                    <a:pt x="2025851" y="461161"/>
                  </a:lnTo>
                  <a:lnTo>
                    <a:pt x="2026512" y="492449"/>
                  </a:lnTo>
                  <a:lnTo>
                    <a:pt x="2027173" y="508971"/>
                  </a:lnTo>
                  <a:lnTo>
                    <a:pt x="2027833" y="500886"/>
                  </a:lnTo>
                  <a:lnTo>
                    <a:pt x="2028494" y="558501"/>
                  </a:lnTo>
                  <a:lnTo>
                    <a:pt x="2029154" y="527200"/>
                  </a:lnTo>
                  <a:lnTo>
                    <a:pt x="2029815" y="517739"/>
                  </a:lnTo>
                  <a:lnTo>
                    <a:pt x="2030475" y="535639"/>
                  </a:lnTo>
                  <a:lnTo>
                    <a:pt x="2031136" y="556726"/>
                  </a:lnTo>
                  <a:lnTo>
                    <a:pt x="2031796" y="550618"/>
                  </a:lnTo>
                  <a:lnTo>
                    <a:pt x="2032457" y="555505"/>
                  </a:lnTo>
                  <a:lnTo>
                    <a:pt x="2033117" y="529210"/>
                  </a:lnTo>
                  <a:lnTo>
                    <a:pt x="2033778" y="562455"/>
                  </a:lnTo>
                  <a:lnTo>
                    <a:pt x="2034438" y="574898"/>
                  </a:lnTo>
                  <a:lnTo>
                    <a:pt x="2035099" y="576705"/>
                  </a:lnTo>
                  <a:lnTo>
                    <a:pt x="2035759" y="561056"/>
                  </a:lnTo>
                  <a:lnTo>
                    <a:pt x="2036420" y="590988"/>
                  </a:lnTo>
                  <a:lnTo>
                    <a:pt x="2037081" y="572625"/>
                  </a:lnTo>
                  <a:lnTo>
                    <a:pt x="2037741" y="576819"/>
                  </a:lnTo>
                  <a:lnTo>
                    <a:pt x="2038402" y="581493"/>
                  </a:lnTo>
                  <a:lnTo>
                    <a:pt x="2039062" y="564279"/>
                  </a:lnTo>
                  <a:lnTo>
                    <a:pt x="2039723" y="581515"/>
                  </a:lnTo>
                  <a:lnTo>
                    <a:pt x="2040383" y="571184"/>
                  </a:lnTo>
                  <a:lnTo>
                    <a:pt x="2041044" y="554895"/>
                  </a:lnTo>
                  <a:lnTo>
                    <a:pt x="2041704" y="589923"/>
                  </a:lnTo>
                  <a:lnTo>
                    <a:pt x="2042365" y="626343"/>
                  </a:lnTo>
                  <a:lnTo>
                    <a:pt x="2043025" y="614944"/>
                  </a:lnTo>
                  <a:lnTo>
                    <a:pt x="2043686" y="625194"/>
                  </a:lnTo>
                  <a:lnTo>
                    <a:pt x="2044346" y="617041"/>
                  </a:lnTo>
                  <a:lnTo>
                    <a:pt x="2045007" y="605964"/>
                  </a:lnTo>
                  <a:lnTo>
                    <a:pt x="2045667" y="629907"/>
                  </a:lnTo>
                  <a:lnTo>
                    <a:pt x="2046328" y="613919"/>
                  </a:lnTo>
                  <a:lnTo>
                    <a:pt x="2046988" y="629060"/>
                  </a:lnTo>
                  <a:lnTo>
                    <a:pt x="2047649" y="653239"/>
                  </a:lnTo>
                  <a:lnTo>
                    <a:pt x="2048310" y="648057"/>
                  </a:lnTo>
                  <a:lnTo>
                    <a:pt x="2048970" y="655533"/>
                  </a:lnTo>
                  <a:lnTo>
                    <a:pt x="2049631" y="624591"/>
                  </a:lnTo>
                  <a:lnTo>
                    <a:pt x="2050291" y="657621"/>
                  </a:lnTo>
                  <a:lnTo>
                    <a:pt x="2050952" y="652042"/>
                  </a:lnTo>
                  <a:lnTo>
                    <a:pt x="2051612" y="620383"/>
                  </a:lnTo>
                  <a:lnTo>
                    <a:pt x="2052273" y="626271"/>
                  </a:lnTo>
                  <a:lnTo>
                    <a:pt x="2052933" y="624464"/>
                  </a:lnTo>
                  <a:lnTo>
                    <a:pt x="2053594" y="628650"/>
                  </a:lnTo>
                  <a:lnTo>
                    <a:pt x="2054254" y="624874"/>
                  </a:lnTo>
                  <a:lnTo>
                    <a:pt x="2054915" y="620211"/>
                  </a:lnTo>
                  <a:lnTo>
                    <a:pt x="2055575" y="627841"/>
                  </a:lnTo>
                  <a:lnTo>
                    <a:pt x="2056236" y="647751"/>
                  </a:lnTo>
                  <a:lnTo>
                    <a:pt x="2056896" y="656130"/>
                  </a:lnTo>
                  <a:lnTo>
                    <a:pt x="2057557" y="639739"/>
                  </a:lnTo>
                  <a:lnTo>
                    <a:pt x="2058218" y="653235"/>
                  </a:lnTo>
                  <a:lnTo>
                    <a:pt x="2058878" y="627722"/>
                  </a:lnTo>
                  <a:lnTo>
                    <a:pt x="2059539" y="617813"/>
                  </a:lnTo>
                  <a:lnTo>
                    <a:pt x="2060199" y="610833"/>
                  </a:lnTo>
                  <a:lnTo>
                    <a:pt x="2060860" y="608225"/>
                  </a:lnTo>
                  <a:lnTo>
                    <a:pt x="2061520" y="631886"/>
                  </a:lnTo>
                  <a:lnTo>
                    <a:pt x="2062181" y="652125"/>
                  </a:lnTo>
                  <a:lnTo>
                    <a:pt x="2062841" y="646366"/>
                  </a:lnTo>
                  <a:lnTo>
                    <a:pt x="2063502" y="633286"/>
                  </a:lnTo>
                  <a:lnTo>
                    <a:pt x="2064162" y="627918"/>
                  </a:lnTo>
                  <a:lnTo>
                    <a:pt x="2064823" y="623056"/>
                  </a:lnTo>
                  <a:lnTo>
                    <a:pt x="2065483" y="630711"/>
                  </a:lnTo>
                  <a:lnTo>
                    <a:pt x="2066144" y="616811"/>
                  </a:lnTo>
                  <a:lnTo>
                    <a:pt x="2066804" y="585505"/>
                  </a:lnTo>
                  <a:lnTo>
                    <a:pt x="2067465" y="615428"/>
                  </a:lnTo>
                  <a:lnTo>
                    <a:pt x="2068126" y="617806"/>
                  </a:lnTo>
                  <a:lnTo>
                    <a:pt x="2068786" y="633759"/>
                  </a:lnTo>
                  <a:lnTo>
                    <a:pt x="2069447" y="636049"/>
                  </a:lnTo>
                  <a:lnTo>
                    <a:pt x="2070107" y="641115"/>
                  </a:lnTo>
                  <a:lnTo>
                    <a:pt x="2070768" y="657692"/>
                  </a:lnTo>
                  <a:lnTo>
                    <a:pt x="2071428" y="657540"/>
                  </a:lnTo>
                  <a:lnTo>
                    <a:pt x="2072089" y="646266"/>
                  </a:lnTo>
                  <a:lnTo>
                    <a:pt x="2072749" y="647579"/>
                  </a:lnTo>
                  <a:lnTo>
                    <a:pt x="2073410" y="665637"/>
                  </a:lnTo>
                  <a:lnTo>
                    <a:pt x="2074070" y="664472"/>
                  </a:lnTo>
                  <a:lnTo>
                    <a:pt x="2074731" y="670445"/>
                  </a:lnTo>
                  <a:lnTo>
                    <a:pt x="2075391" y="649666"/>
                  </a:lnTo>
                  <a:lnTo>
                    <a:pt x="2076052" y="658152"/>
                  </a:lnTo>
                  <a:lnTo>
                    <a:pt x="2076712" y="671087"/>
                  </a:lnTo>
                  <a:lnTo>
                    <a:pt x="2077373" y="658152"/>
                  </a:lnTo>
                  <a:lnTo>
                    <a:pt x="2078034" y="645071"/>
                  </a:lnTo>
                  <a:lnTo>
                    <a:pt x="2078694" y="629489"/>
                  </a:lnTo>
                  <a:lnTo>
                    <a:pt x="2079355" y="628501"/>
                  </a:lnTo>
                  <a:lnTo>
                    <a:pt x="2080015" y="650068"/>
                  </a:lnTo>
                  <a:lnTo>
                    <a:pt x="2080676" y="644737"/>
                  </a:lnTo>
                  <a:lnTo>
                    <a:pt x="2081336" y="639445"/>
                  </a:lnTo>
                  <a:lnTo>
                    <a:pt x="2081997" y="672283"/>
                  </a:lnTo>
                  <a:lnTo>
                    <a:pt x="2082657" y="657943"/>
                  </a:lnTo>
                  <a:lnTo>
                    <a:pt x="2083318" y="657079"/>
                  </a:lnTo>
                  <a:lnTo>
                    <a:pt x="2083978" y="651027"/>
                  </a:lnTo>
                  <a:lnTo>
                    <a:pt x="2084639" y="641889"/>
                  </a:lnTo>
                  <a:lnTo>
                    <a:pt x="2085299" y="644501"/>
                  </a:lnTo>
                  <a:lnTo>
                    <a:pt x="2085960" y="652997"/>
                  </a:lnTo>
                  <a:lnTo>
                    <a:pt x="2086620" y="648811"/>
                  </a:lnTo>
                  <a:lnTo>
                    <a:pt x="2087281" y="651875"/>
                  </a:lnTo>
                  <a:lnTo>
                    <a:pt x="2087941" y="648250"/>
                  </a:lnTo>
                  <a:lnTo>
                    <a:pt x="2088602" y="685290"/>
                  </a:lnTo>
                  <a:lnTo>
                    <a:pt x="2089263" y="663499"/>
                  </a:lnTo>
                  <a:lnTo>
                    <a:pt x="2089923" y="647283"/>
                  </a:lnTo>
                  <a:lnTo>
                    <a:pt x="2090584" y="646402"/>
                  </a:lnTo>
                  <a:lnTo>
                    <a:pt x="2091244" y="639480"/>
                  </a:lnTo>
                  <a:lnTo>
                    <a:pt x="2091905" y="642091"/>
                  </a:lnTo>
                  <a:lnTo>
                    <a:pt x="2092565" y="656728"/>
                  </a:lnTo>
                  <a:lnTo>
                    <a:pt x="2093226" y="646858"/>
                  </a:lnTo>
                  <a:lnTo>
                    <a:pt x="2093886" y="639210"/>
                  </a:lnTo>
                  <a:lnTo>
                    <a:pt x="2094547" y="639210"/>
                  </a:lnTo>
                  <a:lnTo>
                    <a:pt x="2095207" y="636131"/>
                  </a:lnTo>
                  <a:lnTo>
                    <a:pt x="2095868" y="619923"/>
                  </a:lnTo>
                  <a:lnTo>
                    <a:pt x="2096528" y="608862"/>
                  </a:lnTo>
                  <a:lnTo>
                    <a:pt x="2097189" y="630407"/>
                  </a:lnTo>
                  <a:lnTo>
                    <a:pt x="2097849" y="643520"/>
                  </a:lnTo>
                  <a:lnTo>
                    <a:pt x="2098510" y="645521"/>
                  </a:lnTo>
                  <a:lnTo>
                    <a:pt x="2099171" y="645521"/>
                  </a:lnTo>
                  <a:lnTo>
                    <a:pt x="2099831" y="643643"/>
                  </a:lnTo>
                  <a:lnTo>
                    <a:pt x="2100492" y="644884"/>
                  </a:lnTo>
                  <a:lnTo>
                    <a:pt x="2101152" y="641978"/>
                  </a:lnTo>
                  <a:lnTo>
                    <a:pt x="2101813" y="641978"/>
                  </a:lnTo>
                  <a:lnTo>
                    <a:pt x="2102473" y="646318"/>
                  </a:lnTo>
                  <a:lnTo>
                    <a:pt x="2103134" y="643999"/>
                  </a:lnTo>
                  <a:lnTo>
                    <a:pt x="2103794" y="649995"/>
                  </a:lnTo>
                  <a:lnTo>
                    <a:pt x="2104455" y="658226"/>
                  </a:lnTo>
                  <a:lnTo>
                    <a:pt x="2105115" y="680712"/>
                  </a:lnTo>
                  <a:lnTo>
                    <a:pt x="2105776" y="683542"/>
                  </a:lnTo>
                  <a:lnTo>
                    <a:pt x="2106436" y="659859"/>
                  </a:lnTo>
                  <a:lnTo>
                    <a:pt x="2107097" y="665175"/>
                  </a:lnTo>
                  <a:lnTo>
                    <a:pt x="2107757" y="682600"/>
                  </a:lnTo>
                  <a:lnTo>
                    <a:pt x="2108418" y="660615"/>
                  </a:lnTo>
                  <a:lnTo>
                    <a:pt x="2109079" y="654116"/>
                  </a:lnTo>
                  <a:lnTo>
                    <a:pt x="2109739" y="659312"/>
                  </a:lnTo>
                  <a:lnTo>
                    <a:pt x="2110400" y="655443"/>
                  </a:lnTo>
                  <a:lnTo>
                    <a:pt x="2111060" y="657699"/>
                  </a:lnTo>
                  <a:lnTo>
                    <a:pt x="2111721" y="659820"/>
                  </a:lnTo>
                  <a:lnTo>
                    <a:pt x="2112381" y="679684"/>
                  </a:lnTo>
                  <a:lnTo>
                    <a:pt x="2113042" y="669043"/>
                  </a:lnTo>
                  <a:lnTo>
                    <a:pt x="2113702" y="658957"/>
                  </a:lnTo>
                  <a:lnTo>
                    <a:pt x="2114363" y="657654"/>
                  </a:lnTo>
                  <a:lnTo>
                    <a:pt x="2115023" y="671585"/>
                  </a:lnTo>
                  <a:lnTo>
                    <a:pt x="2115684" y="685978"/>
                  </a:lnTo>
                  <a:lnTo>
                    <a:pt x="2116344" y="665303"/>
                  </a:lnTo>
                  <a:lnTo>
                    <a:pt x="2117005" y="666150"/>
                  </a:lnTo>
                  <a:lnTo>
                    <a:pt x="2117665" y="669452"/>
                  </a:lnTo>
                  <a:lnTo>
                    <a:pt x="2118326" y="666150"/>
                  </a:lnTo>
                  <a:lnTo>
                    <a:pt x="2118986" y="657654"/>
                  </a:lnTo>
                  <a:lnTo>
                    <a:pt x="2119647" y="657482"/>
                  </a:lnTo>
                  <a:lnTo>
                    <a:pt x="2120308" y="660834"/>
                  </a:lnTo>
                  <a:lnTo>
                    <a:pt x="2120968" y="657482"/>
                  </a:lnTo>
                  <a:lnTo>
                    <a:pt x="2121629" y="654013"/>
                  </a:lnTo>
                  <a:lnTo>
                    <a:pt x="2122289" y="656083"/>
                  </a:lnTo>
                  <a:lnTo>
                    <a:pt x="2122950" y="664113"/>
                  </a:lnTo>
                  <a:lnTo>
                    <a:pt x="2123610" y="663401"/>
                  </a:lnTo>
                  <a:lnTo>
                    <a:pt x="2124271" y="632560"/>
                  </a:lnTo>
                  <a:lnTo>
                    <a:pt x="2124931" y="615272"/>
                  </a:lnTo>
                  <a:lnTo>
                    <a:pt x="2125592" y="569054"/>
                  </a:lnTo>
                  <a:lnTo>
                    <a:pt x="2126252" y="542852"/>
                  </a:lnTo>
                  <a:lnTo>
                    <a:pt x="2126913" y="540791"/>
                  </a:lnTo>
                  <a:lnTo>
                    <a:pt x="2127573" y="541185"/>
                  </a:lnTo>
                  <a:lnTo>
                    <a:pt x="2128234" y="541001"/>
                  </a:lnTo>
                  <a:lnTo>
                    <a:pt x="2128894" y="537877"/>
                  </a:lnTo>
                  <a:lnTo>
                    <a:pt x="2129555" y="590658"/>
                  </a:lnTo>
                  <a:lnTo>
                    <a:pt x="2130216" y="608038"/>
                  </a:lnTo>
                  <a:lnTo>
                    <a:pt x="2130876" y="606621"/>
                  </a:lnTo>
                  <a:lnTo>
                    <a:pt x="2131537" y="606621"/>
                  </a:lnTo>
                  <a:lnTo>
                    <a:pt x="2132197" y="600607"/>
                  </a:lnTo>
                  <a:lnTo>
                    <a:pt x="2132858" y="607533"/>
                  </a:lnTo>
                  <a:lnTo>
                    <a:pt x="2133518" y="629853"/>
                  </a:lnTo>
                  <a:lnTo>
                    <a:pt x="2134179" y="621472"/>
                  </a:lnTo>
                  <a:lnTo>
                    <a:pt x="2134839" y="610722"/>
                  </a:lnTo>
                  <a:lnTo>
                    <a:pt x="2135500" y="600840"/>
                  </a:lnTo>
                  <a:lnTo>
                    <a:pt x="2136160" y="607414"/>
                  </a:lnTo>
                  <a:lnTo>
                    <a:pt x="2136821" y="602298"/>
                  </a:lnTo>
                  <a:lnTo>
                    <a:pt x="2137481" y="602298"/>
                  </a:lnTo>
                  <a:lnTo>
                    <a:pt x="2138142" y="602298"/>
                  </a:lnTo>
                  <a:lnTo>
                    <a:pt x="2138802" y="626453"/>
                  </a:lnTo>
                  <a:lnTo>
                    <a:pt x="2139463" y="659235"/>
                  </a:lnTo>
                  <a:lnTo>
                    <a:pt x="2140124" y="617330"/>
                  </a:lnTo>
                  <a:lnTo>
                    <a:pt x="2140784" y="613138"/>
                  </a:lnTo>
                  <a:lnTo>
                    <a:pt x="2141445" y="605829"/>
                  </a:lnTo>
                  <a:lnTo>
                    <a:pt x="2142105" y="615199"/>
                  </a:lnTo>
                  <a:lnTo>
                    <a:pt x="2142766" y="614988"/>
                  </a:lnTo>
                  <a:lnTo>
                    <a:pt x="2143426" y="611430"/>
                  </a:lnTo>
                  <a:lnTo>
                    <a:pt x="2144087" y="619750"/>
                  </a:lnTo>
                  <a:lnTo>
                    <a:pt x="2144747" y="615446"/>
                  </a:lnTo>
                  <a:lnTo>
                    <a:pt x="2145408" y="615446"/>
                  </a:lnTo>
                  <a:lnTo>
                    <a:pt x="2146068" y="621117"/>
                  </a:lnTo>
                  <a:lnTo>
                    <a:pt x="2146729" y="626212"/>
                  </a:lnTo>
                  <a:lnTo>
                    <a:pt x="2147389" y="617956"/>
                  </a:lnTo>
                  <a:lnTo>
                    <a:pt x="2148050" y="613100"/>
                  </a:lnTo>
                  <a:lnTo>
                    <a:pt x="2148710" y="618818"/>
                  </a:lnTo>
                  <a:lnTo>
                    <a:pt x="2149371" y="622861"/>
                  </a:lnTo>
                  <a:lnTo>
                    <a:pt x="2150032" y="621253"/>
                  </a:lnTo>
                  <a:lnTo>
                    <a:pt x="2150692" y="621514"/>
                  </a:lnTo>
                  <a:lnTo>
                    <a:pt x="2151353" y="625917"/>
                  </a:lnTo>
                  <a:lnTo>
                    <a:pt x="2152013" y="656438"/>
                  </a:lnTo>
                  <a:lnTo>
                    <a:pt x="2152674" y="664940"/>
                  </a:lnTo>
                  <a:lnTo>
                    <a:pt x="2153334" y="633100"/>
                  </a:lnTo>
                  <a:lnTo>
                    <a:pt x="2153995" y="624604"/>
                  </a:lnTo>
                  <a:lnTo>
                    <a:pt x="2154655" y="629278"/>
                  </a:lnTo>
                  <a:lnTo>
                    <a:pt x="2155316" y="624975"/>
                  </a:lnTo>
                  <a:lnTo>
                    <a:pt x="2155976" y="643656"/>
                  </a:lnTo>
                  <a:lnTo>
                    <a:pt x="2156637" y="673987"/>
                  </a:lnTo>
                  <a:lnTo>
                    <a:pt x="2157297" y="676654"/>
                  </a:lnTo>
                  <a:lnTo>
                    <a:pt x="2157958" y="673987"/>
                  </a:lnTo>
                  <a:lnTo>
                    <a:pt x="2158618" y="658575"/>
                  </a:lnTo>
                  <a:lnTo>
                    <a:pt x="2159279" y="645699"/>
                  </a:lnTo>
                  <a:lnTo>
                    <a:pt x="2159939" y="627843"/>
                  </a:lnTo>
                  <a:lnTo>
                    <a:pt x="2160600" y="626556"/>
                  </a:lnTo>
                  <a:lnTo>
                    <a:pt x="2161261" y="627552"/>
                  </a:lnTo>
                  <a:lnTo>
                    <a:pt x="2161921" y="626070"/>
                  </a:lnTo>
                  <a:lnTo>
                    <a:pt x="2162582" y="621766"/>
                  </a:lnTo>
                  <a:lnTo>
                    <a:pt x="2163242" y="639778"/>
                  </a:lnTo>
                  <a:lnTo>
                    <a:pt x="2163903" y="640448"/>
                  </a:lnTo>
                  <a:lnTo>
                    <a:pt x="2164563" y="635653"/>
                  </a:lnTo>
                  <a:lnTo>
                    <a:pt x="2165224" y="626281"/>
                  </a:lnTo>
                  <a:lnTo>
                    <a:pt x="2165884" y="626070"/>
                  </a:lnTo>
                  <a:lnTo>
                    <a:pt x="2166545" y="622258"/>
                  </a:lnTo>
                  <a:lnTo>
                    <a:pt x="2167205" y="626185"/>
                  </a:lnTo>
                  <a:lnTo>
                    <a:pt x="2167866" y="647321"/>
                  </a:lnTo>
                  <a:lnTo>
                    <a:pt x="2168526" y="656917"/>
                  </a:lnTo>
                  <a:lnTo>
                    <a:pt x="2169187" y="651131"/>
                  </a:lnTo>
                  <a:lnTo>
                    <a:pt x="2169847" y="644011"/>
                  </a:lnTo>
                  <a:lnTo>
                    <a:pt x="2170508" y="638819"/>
                  </a:lnTo>
                  <a:lnTo>
                    <a:pt x="2171169" y="632417"/>
                  </a:lnTo>
                  <a:lnTo>
                    <a:pt x="2171829" y="629727"/>
                  </a:lnTo>
                  <a:lnTo>
                    <a:pt x="2172490" y="634031"/>
                  </a:lnTo>
                  <a:lnTo>
                    <a:pt x="2173150" y="623243"/>
                  </a:lnTo>
                  <a:lnTo>
                    <a:pt x="2173811" y="632183"/>
                  </a:lnTo>
                  <a:lnTo>
                    <a:pt x="2174471" y="654510"/>
                  </a:lnTo>
                  <a:lnTo>
                    <a:pt x="2175132" y="634455"/>
                  </a:lnTo>
                  <a:lnTo>
                    <a:pt x="2175792" y="632784"/>
                  </a:lnTo>
                  <a:lnTo>
                    <a:pt x="2176453" y="625155"/>
                  </a:lnTo>
                  <a:lnTo>
                    <a:pt x="2177113" y="618046"/>
                  </a:lnTo>
                  <a:lnTo>
                    <a:pt x="2177774" y="615438"/>
                  </a:lnTo>
                  <a:lnTo>
                    <a:pt x="2178434" y="610179"/>
                  </a:lnTo>
                  <a:lnTo>
                    <a:pt x="2179095" y="586360"/>
                  </a:lnTo>
                  <a:lnTo>
                    <a:pt x="2179755" y="581722"/>
                  </a:lnTo>
                  <a:lnTo>
                    <a:pt x="2180416" y="610808"/>
                  </a:lnTo>
                  <a:lnTo>
                    <a:pt x="2181077" y="628249"/>
                  </a:lnTo>
                  <a:lnTo>
                    <a:pt x="2181737" y="654270"/>
                  </a:lnTo>
                  <a:lnTo>
                    <a:pt x="2182398" y="677609"/>
                  </a:lnTo>
                  <a:lnTo>
                    <a:pt x="2183058" y="660227"/>
                  </a:lnTo>
                  <a:lnTo>
                    <a:pt x="2183719" y="638353"/>
                  </a:lnTo>
                  <a:lnTo>
                    <a:pt x="2184379" y="622267"/>
                  </a:lnTo>
                  <a:lnTo>
                    <a:pt x="2185040" y="632322"/>
                  </a:lnTo>
                  <a:lnTo>
                    <a:pt x="2185700" y="643418"/>
                  </a:lnTo>
                  <a:lnTo>
                    <a:pt x="2186361" y="617583"/>
                  </a:lnTo>
                  <a:lnTo>
                    <a:pt x="2187021" y="613540"/>
                  </a:lnTo>
                  <a:lnTo>
                    <a:pt x="2187682" y="617446"/>
                  </a:lnTo>
                  <a:lnTo>
                    <a:pt x="2188342" y="588231"/>
                  </a:lnTo>
                  <a:lnTo>
                    <a:pt x="2189003" y="575697"/>
                  </a:lnTo>
                  <a:lnTo>
                    <a:pt x="2189663" y="557997"/>
                  </a:lnTo>
                  <a:lnTo>
                    <a:pt x="2190324" y="560906"/>
                  </a:lnTo>
                  <a:lnTo>
                    <a:pt x="2190984" y="580226"/>
                  </a:lnTo>
                  <a:lnTo>
                    <a:pt x="2191645" y="604148"/>
                  </a:lnTo>
                  <a:lnTo>
                    <a:pt x="2192306" y="604148"/>
                  </a:lnTo>
                  <a:lnTo>
                    <a:pt x="2192966" y="609003"/>
                  </a:lnTo>
                  <a:lnTo>
                    <a:pt x="2193627" y="614192"/>
                  </a:lnTo>
                  <a:lnTo>
                    <a:pt x="2194287" y="609882"/>
                  </a:lnTo>
                  <a:lnTo>
                    <a:pt x="2194948" y="591042"/>
                  </a:lnTo>
                  <a:lnTo>
                    <a:pt x="2195608" y="617532"/>
                  </a:lnTo>
                  <a:lnTo>
                    <a:pt x="2196269" y="643264"/>
                  </a:lnTo>
                  <a:lnTo>
                    <a:pt x="2196929" y="622655"/>
                  </a:lnTo>
                  <a:lnTo>
                    <a:pt x="2197590" y="600393"/>
                  </a:lnTo>
                  <a:lnTo>
                    <a:pt x="2198250" y="612283"/>
                  </a:lnTo>
                  <a:lnTo>
                    <a:pt x="2198911" y="604640"/>
                  </a:lnTo>
                  <a:lnTo>
                    <a:pt x="2199571" y="604148"/>
                  </a:lnTo>
                  <a:lnTo>
                    <a:pt x="2200232" y="609003"/>
                  </a:lnTo>
                  <a:lnTo>
                    <a:pt x="2200892" y="609755"/>
                  </a:lnTo>
                  <a:lnTo>
                    <a:pt x="2201553" y="604633"/>
                  </a:lnTo>
                  <a:lnTo>
                    <a:pt x="2202214" y="619476"/>
                  </a:lnTo>
                  <a:lnTo>
                    <a:pt x="2202874" y="623853"/>
                  </a:lnTo>
                  <a:lnTo>
                    <a:pt x="2203535" y="625634"/>
                  </a:lnTo>
                  <a:lnTo>
                    <a:pt x="2204195" y="598297"/>
                  </a:lnTo>
                  <a:lnTo>
                    <a:pt x="2204856" y="594697"/>
                  </a:lnTo>
                  <a:lnTo>
                    <a:pt x="2205516" y="609489"/>
                  </a:lnTo>
                  <a:lnTo>
                    <a:pt x="2206177" y="623381"/>
                  </a:lnTo>
                  <a:lnTo>
                    <a:pt x="2206837" y="613307"/>
                  </a:lnTo>
                  <a:lnTo>
                    <a:pt x="2207498" y="602712"/>
                  </a:lnTo>
                  <a:lnTo>
                    <a:pt x="2208158" y="608222"/>
                  </a:lnTo>
                  <a:lnTo>
                    <a:pt x="2208819" y="603106"/>
                  </a:lnTo>
                  <a:lnTo>
                    <a:pt x="2209479" y="588973"/>
                  </a:lnTo>
                  <a:lnTo>
                    <a:pt x="2210140" y="591043"/>
                  </a:lnTo>
                  <a:lnTo>
                    <a:pt x="2210800" y="589627"/>
                  </a:lnTo>
                  <a:lnTo>
                    <a:pt x="2211461" y="565515"/>
                  </a:lnTo>
                  <a:lnTo>
                    <a:pt x="2212122" y="565515"/>
                  </a:lnTo>
                  <a:lnTo>
                    <a:pt x="2212782" y="585725"/>
                  </a:lnTo>
                  <a:lnTo>
                    <a:pt x="2213443" y="583807"/>
                  </a:lnTo>
                  <a:lnTo>
                    <a:pt x="2214103" y="583807"/>
                  </a:lnTo>
                  <a:lnTo>
                    <a:pt x="2214764" y="583807"/>
                  </a:lnTo>
                  <a:lnTo>
                    <a:pt x="2215424" y="568941"/>
                  </a:lnTo>
                  <a:lnTo>
                    <a:pt x="2216085" y="626249"/>
                  </a:lnTo>
                  <a:lnTo>
                    <a:pt x="2216745" y="643699"/>
                  </a:lnTo>
                  <a:lnTo>
                    <a:pt x="2217406" y="621827"/>
                  </a:lnTo>
                  <a:lnTo>
                    <a:pt x="2218066" y="605830"/>
                  </a:lnTo>
                  <a:lnTo>
                    <a:pt x="2218727" y="594138"/>
                  </a:lnTo>
                  <a:lnTo>
                    <a:pt x="2219387" y="560832"/>
                  </a:lnTo>
                  <a:lnTo>
                    <a:pt x="2220048" y="550896"/>
                  </a:lnTo>
                  <a:lnTo>
                    <a:pt x="2220708" y="585268"/>
                  </a:lnTo>
                  <a:lnTo>
                    <a:pt x="2221369" y="594138"/>
                  </a:lnTo>
                  <a:lnTo>
                    <a:pt x="2222030" y="594138"/>
                  </a:lnTo>
                  <a:lnTo>
                    <a:pt x="2222690" y="598414"/>
                  </a:lnTo>
                  <a:lnTo>
                    <a:pt x="2223351" y="603530"/>
                  </a:lnTo>
                  <a:lnTo>
                    <a:pt x="2224011" y="632858"/>
                  </a:lnTo>
                  <a:lnTo>
                    <a:pt x="2224672" y="655993"/>
                  </a:lnTo>
                  <a:lnTo>
                    <a:pt x="2225332" y="627399"/>
                  </a:lnTo>
                  <a:lnTo>
                    <a:pt x="2225993" y="635356"/>
                  </a:lnTo>
                  <a:lnTo>
                    <a:pt x="2226653" y="660614"/>
                  </a:lnTo>
                  <a:lnTo>
                    <a:pt x="2227314" y="648511"/>
                  </a:lnTo>
                  <a:lnTo>
                    <a:pt x="2227974" y="647795"/>
                  </a:lnTo>
                  <a:lnTo>
                    <a:pt x="2228635" y="649005"/>
                  </a:lnTo>
                  <a:lnTo>
                    <a:pt x="2229295" y="649980"/>
                  </a:lnTo>
                  <a:lnTo>
                    <a:pt x="2229956" y="655150"/>
                  </a:lnTo>
                  <a:lnTo>
                    <a:pt x="2230616" y="649648"/>
                  </a:lnTo>
                  <a:lnTo>
                    <a:pt x="2231277" y="634272"/>
                  </a:lnTo>
                  <a:lnTo>
                    <a:pt x="2231937" y="623577"/>
                  </a:lnTo>
                  <a:lnTo>
                    <a:pt x="2232598" y="623687"/>
                  </a:lnTo>
                  <a:lnTo>
                    <a:pt x="2233259" y="632661"/>
                  </a:lnTo>
                  <a:lnTo>
                    <a:pt x="2233919" y="658723"/>
                  </a:lnTo>
                  <a:lnTo>
                    <a:pt x="2234580" y="670369"/>
                  </a:lnTo>
                  <a:lnTo>
                    <a:pt x="2235240" y="664023"/>
                  </a:lnTo>
                  <a:lnTo>
                    <a:pt x="2235901" y="658723"/>
                  </a:lnTo>
                  <a:lnTo>
                    <a:pt x="2236561" y="681627"/>
                  </a:lnTo>
                  <a:lnTo>
                    <a:pt x="2237222" y="698235"/>
                  </a:lnTo>
                  <a:lnTo>
                    <a:pt x="2237882" y="700178"/>
                  </a:lnTo>
                  <a:lnTo>
                    <a:pt x="2238543" y="684700"/>
                  </a:lnTo>
                  <a:lnTo>
                    <a:pt x="2239203" y="699923"/>
                  </a:lnTo>
                  <a:lnTo>
                    <a:pt x="2239864" y="703347"/>
                  </a:lnTo>
                  <a:lnTo>
                    <a:pt x="2240524" y="694273"/>
                  </a:lnTo>
                  <a:lnTo>
                    <a:pt x="2241185" y="683580"/>
                  </a:lnTo>
                  <a:lnTo>
                    <a:pt x="2241845" y="701423"/>
                  </a:lnTo>
                  <a:lnTo>
                    <a:pt x="2242506" y="701928"/>
                  </a:lnTo>
                  <a:lnTo>
                    <a:pt x="2243167" y="694831"/>
                  </a:lnTo>
                  <a:lnTo>
                    <a:pt x="2243827" y="680243"/>
                  </a:lnTo>
                  <a:lnTo>
                    <a:pt x="2244488" y="688895"/>
                  </a:lnTo>
                  <a:lnTo>
                    <a:pt x="2245148" y="670437"/>
                  </a:lnTo>
                  <a:lnTo>
                    <a:pt x="2245809" y="664910"/>
                  </a:lnTo>
                  <a:lnTo>
                    <a:pt x="2246469" y="669725"/>
                  </a:lnTo>
                  <a:lnTo>
                    <a:pt x="2247130" y="634771"/>
                  </a:lnTo>
                  <a:lnTo>
                    <a:pt x="2247790" y="606935"/>
                  </a:lnTo>
                  <a:lnTo>
                    <a:pt x="2248451" y="652675"/>
                  </a:lnTo>
                  <a:lnTo>
                    <a:pt x="2249111" y="659930"/>
                  </a:lnTo>
                  <a:lnTo>
                    <a:pt x="2249772" y="676253"/>
                  </a:lnTo>
                  <a:lnTo>
                    <a:pt x="2250432" y="664910"/>
                  </a:lnTo>
                  <a:lnTo>
                    <a:pt x="2251093" y="685438"/>
                  </a:lnTo>
                  <a:lnTo>
                    <a:pt x="2251753" y="684181"/>
                  </a:lnTo>
                  <a:lnTo>
                    <a:pt x="2252414" y="691163"/>
                  </a:lnTo>
                  <a:lnTo>
                    <a:pt x="2253075" y="687638"/>
                  </a:lnTo>
                  <a:lnTo>
                    <a:pt x="2253735" y="667070"/>
                  </a:lnTo>
                  <a:lnTo>
                    <a:pt x="2254396" y="672104"/>
                  </a:lnTo>
                  <a:lnTo>
                    <a:pt x="2255056" y="649005"/>
                  </a:lnTo>
                  <a:lnTo>
                    <a:pt x="2255717" y="632699"/>
                  </a:lnTo>
                  <a:lnTo>
                    <a:pt x="2256377" y="635616"/>
                  </a:lnTo>
                  <a:lnTo>
                    <a:pt x="2257038" y="645593"/>
                  </a:lnTo>
                  <a:lnTo>
                    <a:pt x="2257698" y="656741"/>
                  </a:lnTo>
                  <a:lnTo>
                    <a:pt x="2258359" y="701764"/>
                  </a:lnTo>
                  <a:lnTo>
                    <a:pt x="2259019" y="701228"/>
                  </a:lnTo>
                  <a:lnTo>
                    <a:pt x="2259680" y="684422"/>
                  </a:lnTo>
                  <a:lnTo>
                    <a:pt x="2260340" y="670371"/>
                  </a:lnTo>
                  <a:lnTo>
                    <a:pt x="2261001" y="662971"/>
                  </a:lnTo>
                  <a:lnTo>
                    <a:pt x="2261661" y="649303"/>
                  </a:lnTo>
                  <a:lnTo>
                    <a:pt x="2262322" y="652360"/>
                  </a:lnTo>
                  <a:lnTo>
                    <a:pt x="2262982" y="654547"/>
                  </a:lnTo>
                  <a:lnTo>
                    <a:pt x="2263643" y="670707"/>
                  </a:lnTo>
                  <a:lnTo>
                    <a:pt x="2264304" y="689026"/>
                  </a:lnTo>
                  <a:lnTo>
                    <a:pt x="2264964" y="620757"/>
                  </a:lnTo>
                  <a:lnTo>
                    <a:pt x="2265625" y="605965"/>
                  </a:lnTo>
                  <a:lnTo>
                    <a:pt x="2266285" y="591980"/>
                  </a:lnTo>
                  <a:lnTo>
                    <a:pt x="2266946" y="621017"/>
                  </a:lnTo>
                  <a:lnTo>
                    <a:pt x="2267606" y="624924"/>
                  </a:lnTo>
                  <a:lnTo>
                    <a:pt x="2268267" y="660997"/>
                  </a:lnTo>
                  <a:lnTo>
                    <a:pt x="2268927" y="672803"/>
                  </a:lnTo>
                  <a:lnTo>
                    <a:pt x="2269588" y="654547"/>
                  </a:lnTo>
                  <a:lnTo>
                    <a:pt x="2270248" y="659364"/>
                  </a:lnTo>
                  <a:lnTo>
                    <a:pt x="2270909" y="670707"/>
                  </a:lnTo>
                  <a:lnTo>
                    <a:pt x="2271569" y="669770"/>
                  </a:lnTo>
                  <a:lnTo>
                    <a:pt x="2272230" y="660392"/>
                  </a:lnTo>
                  <a:lnTo>
                    <a:pt x="2272890" y="646798"/>
                  </a:lnTo>
                  <a:lnTo>
                    <a:pt x="2273551" y="673148"/>
                  </a:lnTo>
                  <a:lnTo>
                    <a:pt x="2274212" y="671618"/>
                  </a:lnTo>
                  <a:lnTo>
                    <a:pt x="2274872" y="666803"/>
                  </a:lnTo>
                  <a:lnTo>
                    <a:pt x="2275533" y="674370"/>
                  </a:lnTo>
                  <a:lnTo>
                    <a:pt x="2276193" y="677037"/>
                  </a:lnTo>
                  <a:lnTo>
                    <a:pt x="2276854" y="668829"/>
                  </a:lnTo>
                  <a:lnTo>
                    <a:pt x="2277514" y="678294"/>
                  </a:lnTo>
                  <a:lnTo>
                    <a:pt x="2278175" y="704890"/>
                  </a:lnTo>
                  <a:lnTo>
                    <a:pt x="2278835" y="699319"/>
                  </a:lnTo>
                  <a:lnTo>
                    <a:pt x="2279496" y="683293"/>
                  </a:lnTo>
                  <a:lnTo>
                    <a:pt x="2280156" y="685085"/>
                  </a:lnTo>
                  <a:lnTo>
                    <a:pt x="2280817" y="663425"/>
                  </a:lnTo>
                  <a:lnTo>
                    <a:pt x="2281477" y="665209"/>
                  </a:lnTo>
                  <a:lnTo>
                    <a:pt x="2282138" y="688347"/>
                  </a:lnTo>
                  <a:lnTo>
                    <a:pt x="2282798" y="684724"/>
                  </a:lnTo>
                  <a:lnTo>
                    <a:pt x="2283459" y="662021"/>
                  </a:lnTo>
                  <a:lnTo>
                    <a:pt x="2284120" y="633707"/>
                  </a:lnTo>
                  <a:lnTo>
                    <a:pt x="2284780" y="629726"/>
                  </a:lnTo>
                  <a:lnTo>
                    <a:pt x="2285441" y="652598"/>
                  </a:lnTo>
                  <a:lnTo>
                    <a:pt x="2286101" y="670366"/>
                  </a:lnTo>
                  <a:lnTo>
                    <a:pt x="2286762" y="662850"/>
                  </a:lnTo>
                  <a:lnTo>
                    <a:pt x="2287422" y="676343"/>
                  </a:lnTo>
                  <a:lnTo>
                    <a:pt x="2288083" y="668531"/>
                  </a:lnTo>
                  <a:lnTo>
                    <a:pt x="2288743" y="682123"/>
                  </a:lnTo>
                  <a:lnTo>
                    <a:pt x="2289404" y="678581"/>
                  </a:lnTo>
                  <a:lnTo>
                    <a:pt x="2290064" y="676343"/>
                  </a:lnTo>
                  <a:lnTo>
                    <a:pt x="2290725" y="657115"/>
                  </a:lnTo>
                  <a:lnTo>
                    <a:pt x="2291385" y="657115"/>
                  </a:lnTo>
                  <a:lnTo>
                    <a:pt x="2292046" y="671073"/>
                  </a:lnTo>
                  <a:lnTo>
                    <a:pt x="2292706" y="686934"/>
                  </a:lnTo>
                  <a:lnTo>
                    <a:pt x="2293367" y="659700"/>
                  </a:lnTo>
                  <a:lnTo>
                    <a:pt x="2294028" y="665891"/>
                  </a:lnTo>
                  <a:lnTo>
                    <a:pt x="2294688" y="677279"/>
                  </a:lnTo>
                  <a:lnTo>
                    <a:pt x="2295349" y="687499"/>
                  </a:lnTo>
                  <a:lnTo>
                    <a:pt x="2296009" y="686503"/>
                  </a:lnTo>
                  <a:lnTo>
                    <a:pt x="2296670" y="669831"/>
                  </a:lnTo>
                  <a:lnTo>
                    <a:pt x="2297330" y="642565"/>
                  </a:lnTo>
                  <a:lnTo>
                    <a:pt x="2297991" y="624712"/>
                  </a:lnTo>
                  <a:lnTo>
                    <a:pt x="2298651" y="633169"/>
                  </a:lnTo>
                  <a:lnTo>
                    <a:pt x="2299312" y="638451"/>
                  </a:lnTo>
                  <a:lnTo>
                    <a:pt x="2299972" y="633370"/>
                  </a:lnTo>
                  <a:lnTo>
                    <a:pt x="2300633" y="634201"/>
                  </a:lnTo>
                  <a:lnTo>
                    <a:pt x="2301293" y="666908"/>
                  </a:lnTo>
                  <a:lnTo>
                    <a:pt x="2301954" y="684368"/>
                  </a:lnTo>
                  <a:lnTo>
                    <a:pt x="2302614" y="676486"/>
                  </a:lnTo>
                  <a:lnTo>
                    <a:pt x="2303275" y="667174"/>
                  </a:lnTo>
                  <a:lnTo>
                    <a:pt x="2303935" y="676486"/>
                  </a:lnTo>
                  <a:lnTo>
                    <a:pt x="2304596" y="680099"/>
                  </a:lnTo>
                  <a:lnTo>
                    <a:pt x="2305257" y="654246"/>
                  </a:lnTo>
                  <a:lnTo>
                    <a:pt x="2305917" y="621744"/>
                  </a:lnTo>
                  <a:lnTo>
                    <a:pt x="2306578" y="618816"/>
                  </a:lnTo>
                  <a:lnTo>
                    <a:pt x="2307238" y="629871"/>
                  </a:lnTo>
                  <a:lnTo>
                    <a:pt x="2307899" y="669040"/>
                  </a:lnTo>
                  <a:lnTo>
                    <a:pt x="2308559" y="676486"/>
                  </a:lnTo>
                  <a:lnTo>
                    <a:pt x="2309220" y="665119"/>
                  </a:lnTo>
                  <a:lnTo>
                    <a:pt x="2309880" y="639029"/>
                  </a:lnTo>
                  <a:lnTo>
                    <a:pt x="2310541" y="626307"/>
                  </a:lnTo>
                  <a:lnTo>
                    <a:pt x="2311201" y="626307"/>
                  </a:lnTo>
                  <a:lnTo>
                    <a:pt x="2311862" y="622866"/>
                  </a:lnTo>
                  <a:lnTo>
                    <a:pt x="2312522" y="636498"/>
                  </a:lnTo>
                  <a:lnTo>
                    <a:pt x="2313183" y="638867"/>
                  </a:lnTo>
                  <a:lnTo>
                    <a:pt x="2313843" y="633477"/>
                  </a:lnTo>
                  <a:lnTo>
                    <a:pt x="2314504" y="639639"/>
                  </a:lnTo>
                  <a:lnTo>
                    <a:pt x="2315165" y="639016"/>
                  </a:lnTo>
                  <a:lnTo>
                    <a:pt x="2315825" y="629433"/>
                  </a:lnTo>
                  <a:lnTo>
                    <a:pt x="2316486" y="625390"/>
                  </a:lnTo>
                  <a:lnTo>
                    <a:pt x="2317146" y="633625"/>
                  </a:lnTo>
                  <a:lnTo>
                    <a:pt x="2317807" y="650009"/>
                  </a:lnTo>
                  <a:lnTo>
                    <a:pt x="2318467" y="656591"/>
                  </a:lnTo>
                  <a:lnTo>
                    <a:pt x="2319128" y="656591"/>
                  </a:lnTo>
                  <a:lnTo>
                    <a:pt x="2319788" y="665272"/>
                  </a:lnTo>
                  <a:lnTo>
                    <a:pt x="2320449" y="676908"/>
                  </a:lnTo>
                  <a:lnTo>
                    <a:pt x="2321109" y="679622"/>
                  </a:lnTo>
                  <a:lnTo>
                    <a:pt x="2321770" y="685064"/>
                  </a:lnTo>
                  <a:lnTo>
                    <a:pt x="2322430" y="680166"/>
                  </a:lnTo>
                  <a:lnTo>
                    <a:pt x="2323091" y="672521"/>
                  </a:lnTo>
                  <a:lnTo>
                    <a:pt x="2323751" y="676671"/>
                  </a:lnTo>
                  <a:lnTo>
                    <a:pt x="2324412" y="676671"/>
                  </a:lnTo>
                  <a:lnTo>
                    <a:pt x="2325073" y="667205"/>
                  </a:lnTo>
                  <a:lnTo>
                    <a:pt x="2325733" y="668224"/>
                  </a:lnTo>
                  <a:lnTo>
                    <a:pt x="2326394" y="671162"/>
                  </a:lnTo>
                  <a:lnTo>
                    <a:pt x="2327054" y="650003"/>
                  </a:lnTo>
                  <a:lnTo>
                    <a:pt x="2327715" y="639087"/>
                  </a:lnTo>
                  <a:lnTo>
                    <a:pt x="2328375" y="639711"/>
                  </a:lnTo>
                  <a:lnTo>
                    <a:pt x="2329036" y="644105"/>
                  </a:lnTo>
                  <a:lnTo>
                    <a:pt x="2329696" y="645712"/>
                  </a:lnTo>
                  <a:lnTo>
                    <a:pt x="2330357" y="638916"/>
                  </a:lnTo>
                  <a:lnTo>
                    <a:pt x="2331017" y="656564"/>
                  </a:lnTo>
                  <a:lnTo>
                    <a:pt x="2331678" y="669041"/>
                  </a:lnTo>
                  <a:lnTo>
                    <a:pt x="2332338" y="654812"/>
                  </a:lnTo>
                  <a:lnTo>
                    <a:pt x="2332999" y="657950"/>
                  </a:lnTo>
                  <a:lnTo>
                    <a:pt x="2333659" y="673226"/>
                  </a:lnTo>
                  <a:lnTo>
                    <a:pt x="2334320" y="669088"/>
                  </a:lnTo>
                  <a:lnTo>
                    <a:pt x="2334980" y="654812"/>
                  </a:lnTo>
                  <a:lnTo>
                    <a:pt x="2335641" y="645430"/>
                  </a:lnTo>
                  <a:lnTo>
                    <a:pt x="2336302" y="643489"/>
                  </a:lnTo>
                  <a:lnTo>
                    <a:pt x="2336962" y="670448"/>
                  </a:lnTo>
                  <a:lnTo>
                    <a:pt x="2337623" y="688482"/>
                  </a:lnTo>
                  <a:lnTo>
                    <a:pt x="2338283" y="678554"/>
                  </a:lnTo>
                  <a:lnTo>
                    <a:pt x="2338944" y="686829"/>
                  </a:lnTo>
                  <a:lnTo>
                    <a:pt x="2339604" y="684792"/>
                  </a:lnTo>
                  <a:lnTo>
                    <a:pt x="2340265" y="686049"/>
                  </a:lnTo>
                  <a:lnTo>
                    <a:pt x="2340925" y="678554"/>
                  </a:lnTo>
                  <a:lnTo>
                    <a:pt x="2341586" y="675887"/>
                  </a:lnTo>
                  <a:lnTo>
                    <a:pt x="2342246" y="669088"/>
                  </a:lnTo>
                  <a:lnTo>
                    <a:pt x="2342907" y="684758"/>
                  </a:lnTo>
                  <a:lnTo>
                    <a:pt x="2343567" y="679263"/>
                  </a:lnTo>
                  <a:lnTo>
                    <a:pt x="2344228" y="674674"/>
                  </a:lnTo>
                  <a:lnTo>
                    <a:pt x="2344888" y="660137"/>
                  </a:lnTo>
                  <a:lnTo>
                    <a:pt x="2345549" y="669089"/>
                  </a:lnTo>
                  <a:lnTo>
                    <a:pt x="2346210" y="683045"/>
                  </a:lnTo>
                  <a:lnTo>
                    <a:pt x="2346870" y="677500"/>
                  </a:lnTo>
                  <a:lnTo>
                    <a:pt x="2347531" y="662646"/>
                  </a:lnTo>
                  <a:lnTo>
                    <a:pt x="2348191" y="681588"/>
                  </a:lnTo>
                  <a:lnTo>
                    <a:pt x="2348852" y="671740"/>
                  </a:lnTo>
                  <a:lnTo>
                    <a:pt x="2349512" y="661630"/>
                  </a:lnTo>
                  <a:lnTo>
                    <a:pt x="2350173" y="667674"/>
                  </a:lnTo>
                  <a:lnTo>
                    <a:pt x="2350833" y="673910"/>
                  </a:lnTo>
                  <a:lnTo>
                    <a:pt x="2351494" y="656104"/>
                  </a:lnTo>
                  <a:lnTo>
                    <a:pt x="2352154" y="643706"/>
                  </a:lnTo>
                  <a:lnTo>
                    <a:pt x="2352815" y="629423"/>
                  </a:lnTo>
                  <a:lnTo>
                    <a:pt x="2353475" y="614135"/>
                  </a:lnTo>
                  <a:lnTo>
                    <a:pt x="2354136" y="609286"/>
                  </a:lnTo>
                  <a:lnTo>
                    <a:pt x="2354796" y="618309"/>
                  </a:lnTo>
                  <a:lnTo>
                    <a:pt x="2355457" y="607398"/>
                  </a:lnTo>
                  <a:lnTo>
                    <a:pt x="2356118" y="617968"/>
                  </a:lnTo>
                  <a:lnTo>
                    <a:pt x="2356778" y="617968"/>
                  </a:lnTo>
                  <a:lnTo>
                    <a:pt x="2357439" y="629960"/>
                  </a:lnTo>
                  <a:lnTo>
                    <a:pt x="2358099" y="636303"/>
                  </a:lnTo>
                  <a:lnTo>
                    <a:pt x="2358760" y="636400"/>
                  </a:lnTo>
                  <a:lnTo>
                    <a:pt x="2359420" y="660418"/>
                  </a:lnTo>
                  <a:lnTo>
                    <a:pt x="2360081" y="663239"/>
                  </a:lnTo>
                  <a:lnTo>
                    <a:pt x="2360741" y="667413"/>
                  </a:lnTo>
                  <a:lnTo>
                    <a:pt x="2361402" y="641902"/>
                  </a:lnTo>
                  <a:lnTo>
                    <a:pt x="2362062" y="649080"/>
                  </a:lnTo>
                  <a:lnTo>
                    <a:pt x="2362723" y="641548"/>
                  </a:lnTo>
                  <a:lnTo>
                    <a:pt x="2363383" y="641548"/>
                  </a:lnTo>
                  <a:lnTo>
                    <a:pt x="2364044" y="654147"/>
                  </a:lnTo>
                  <a:lnTo>
                    <a:pt x="2364704" y="665127"/>
                  </a:lnTo>
                  <a:lnTo>
                    <a:pt x="2365365" y="668065"/>
                  </a:lnTo>
                  <a:lnTo>
                    <a:pt x="2366026" y="676151"/>
                  </a:lnTo>
                  <a:lnTo>
                    <a:pt x="2366686" y="683731"/>
                  </a:lnTo>
                  <a:lnTo>
                    <a:pt x="2367347" y="682396"/>
                  </a:lnTo>
                  <a:lnTo>
                    <a:pt x="2368007" y="668814"/>
                  </a:lnTo>
                  <a:lnTo>
                    <a:pt x="2368668" y="683208"/>
                  </a:lnTo>
                  <a:lnTo>
                    <a:pt x="2369328" y="688656"/>
                  </a:lnTo>
                  <a:lnTo>
                    <a:pt x="2369989" y="669773"/>
                  </a:lnTo>
                  <a:lnTo>
                    <a:pt x="2370649" y="637912"/>
                  </a:lnTo>
                  <a:lnTo>
                    <a:pt x="2371310" y="660904"/>
                  </a:lnTo>
                  <a:lnTo>
                    <a:pt x="2371970" y="686230"/>
                  </a:lnTo>
                  <a:lnTo>
                    <a:pt x="2372631" y="675296"/>
                  </a:lnTo>
                  <a:lnTo>
                    <a:pt x="2373291" y="665806"/>
                  </a:lnTo>
                  <a:lnTo>
                    <a:pt x="2373952" y="665806"/>
                  </a:lnTo>
                  <a:lnTo>
                    <a:pt x="2374612" y="675892"/>
                  </a:lnTo>
                  <a:lnTo>
                    <a:pt x="2375273" y="692624"/>
                  </a:lnTo>
                  <a:lnTo>
                    <a:pt x="2375933" y="691744"/>
                  </a:lnTo>
                  <a:lnTo>
                    <a:pt x="2376594" y="664504"/>
                  </a:lnTo>
                  <a:lnTo>
                    <a:pt x="2377255" y="672152"/>
                  </a:lnTo>
                  <a:lnTo>
                    <a:pt x="2377915" y="691744"/>
                  </a:lnTo>
                  <a:lnTo>
                    <a:pt x="2378576" y="681027"/>
                  </a:lnTo>
                  <a:lnTo>
                    <a:pt x="2379236" y="670453"/>
                  </a:lnTo>
                  <a:lnTo>
                    <a:pt x="2379897" y="678788"/>
                  </a:lnTo>
                  <a:lnTo>
                    <a:pt x="2380557" y="675931"/>
                  </a:lnTo>
                  <a:lnTo>
                    <a:pt x="2381218" y="672749"/>
                  </a:lnTo>
                  <a:lnTo>
                    <a:pt x="2381878" y="660665"/>
                  </a:lnTo>
                  <a:lnTo>
                    <a:pt x="2382539" y="641353"/>
                  </a:lnTo>
                  <a:lnTo>
                    <a:pt x="2383199" y="636232"/>
                  </a:lnTo>
                  <a:lnTo>
                    <a:pt x="2383860" y="639702"/>
                  </a:lnTo>
                  <a:lnTo>
                    <a:pt x="2384520" y="630622"/>
                  </a:lnTo>
                  <a:lnTo>
                    <a:pt x="2385181" y="629780"/>
                  </a:lnTo>
                  <a:lnTo>
                    <a:pt x="2385841" y="639450"/>
                  </a:lnTo>
                  <a:lnTo>
                    <a:pt x="2386502" y="638586"/>
                  </a:lnTo>
                  <a:lnTo>
                    <a:pt x="2387163" y="635105"/>
                  </a:lnTo>
                  <a:lnTo>
                    <a:pt x="2387823" y="629046"/>
                  </a:lnTo>
                  <a:lnTo>
                    <a:pt x="2388484" y="622000"/>
                  </a:lnTo>
                  <a:lnTo>
                    <a:pt x="2389144" y="622063"/>
                  </a:lnTo>
                  <a:lnTo>
                    <a:pt x="2389805" y="620707"/>
                  </a:lnTo>
                  <a:lnTo>
                    <a:pt x="2390465" y="623269"/>
                  </a:lnTo>
                  <a:lnTo>
                    <a:pt x="2391126" y="620919"/>
                  </a:lnTo>
                  <a:lnTo>
                    <a:pt x="2391786" y="620707"/>
                  </a:lnTo>
                  <a:lnTo>
                    <a:pt x="2392447" y="613083"/>
                  </a:lnTo>
                  <a:lnTo>
                    <a:pt x="2393107" y="613083"/>
                  </a:lnTo>
                  <a:lnTo>
                    <a:pt x="2393768" y="612822"/>
                  </a:lnTo>
                  <a:lnTo>
                    <a:pt x="2394428" y="609620"/>
                  </a:lnTo>
                  <a:lnTo>
                    <a:pt x="2395089" y="613788"/>
                  </a:lnTo>
                  <a:lnTo>
                    <a:pt x="2395749" y="617968"/>
                  </a:lnTo>
                  <a:lnTo>
                    <a:pt x="2396410" y="646299"/>
                  </a:lnTo>
                  <a:lnTo>
                    <a:pt x="2397071" y="657363"/>
                  </a:lnTo>
                  <a:lnTo>
                    <a:pt x="2397731" y="637656"/>
                  </a:lnTo>
                  <a:lnTo>
                    <a:pt x="2398392" y="604435"/>
                  </a:lnTo>
                  <a:lnTo>
                    <a:pt x="2399052" y="598755"/>
                  </a:lnTo>
                  <a:lnTo>
                    <a:pt x="2399713" y="586050"/>
                  </a:lnTo>
                  <a:lnTo>
                    <a:pt x="2400373" y="584648"/>
                  </a:lnTo>
                  <a:lnTo>
                    <a:pt x="2401034" y="585804"/>
                  </a:lnTo>
                  <a:lnTo>
                    <a:pt x="2401694" y="584299"/>
                  </a:lnTo>
                  <a:lnTo>
                    <a:pt x="2402355" y="591060"/>
                  </a:lnTo>
                  <a:lnTo>
                    <a:pt x="2403015" y="591196"/>
                  </a:lnTo>
                  <a:lnTo>
                    <a:pt x="2403676" y="591196"/>
                  </a:lnTo>
                  <a:lnTo>
                    <a:pt x="2404336" y="591060"/>
                  </a:lnTo>
                  <a:lnTo>
                    <a:pt x="2404997" y="567595"/>
                  </a:lnTo>
                  <a:lnTo>
                    <a:pt x="2405657" y="524542"/>
                  </a:lnTo>
                  <a:lnTo>
                    <a:pt x="2406318" y="524548"/>
                  </a:lnTo>
                  <a:lnTo>
                    <a:pt x="2406978" y="505518"/>
                  </a:lnTo>
                  <a:lnTo>
                    <a:pt x="2407639" y="531332"/>
                  </a:lnTo>
                  <a:lnTo>
                    <a:pt x="2408300" y="550870"/>
                  </a:lnTo>
                  <a:lnTo>
                    <a:pt x="2408960" y="528903"/>
                  </a:lnTo>
                  <a:lnTo>
                    <a:pt x="2409621" y="545016"/>
                  </a:lnTo>
                  <a:lnTo>
                    <a:pt x="2410281" y="555381"/>
                  </a:lnTo>
                  <a:lnTo>
                    <a:pt x="2410942" y="561884"/>
                  </a:lnTo>
                  <a:lnTo>
                    <a:pt x="2411602" y="578297"/>
                  </a:lnTo>
                  <a:lnTo>
                    <a:pt x="2412263" y="581983"/>
                  </a:lnTo>
                  <a:lnTo>
                    <a:pt x="2412923" y="593779"/>
                  </a:lnTo>
                  <a:lnTo>
                    <a:pt x="2413584" y="594476"/>
                  </a:lnTo>
                  <a:lnTo>
                    <a:pt x="2414244" y="620204"/>
                  </a:lnTo>
                  <a:lnTo>
                    <a:pt x="2414905" y="638033"/>
                  </a:lnTo>
                  <a:lnTo>
                    <a:pt x="2415565" y="634535"/>
                  </a:lnTo>
                  <a:lnTo>
                    <a:pt x="2416226" y="649856"/>
                  </a:lnTo>
                  <a:lnTo>
                    <a:pt x="2416886" y="592064"/>
                  </a:lnTo>
                  <a:lnTo>
                    <a:pt x="2417547" y="597115"/>
                  </a:lnTo>
                  <a:lnTo>
                    <a:pt x="2418208" y="613451"/>
                  </a:lnTo>
                  <a:lnTo>
                    <a:pt x="2418868" y="615970"/>
                  </a:lnTo>
                  <a:lnTo>
                    <a:pt x="2419529" y="614607"/>
                  </a:lnTo>
                  <a:lnTo>
                    <a:pt x="2420189" y="630675"/>
                  </a:lnTo>
                  <a:lnTo>
                    <a:pt x="2420850" y="618247"/>
                  </a:lnTo>
                  <a:lnTo>
                    <a:pt x="2421510" y="582360"/>
                  </a:lnTo>
                  <a:lnTo>
                    <a:pt x="2422171" y="590118"/>
                  </a:lnTo>
                  <a:lnTo>
                    <a:pt x="2422831" y="559406"/>
                  </a:lnTo>
                  <a:lnTo>
                    <a:pt x="2423492" y="552396"/>
                  </a:lnTo>
                  <a:lnTo>
                    <a:pt x="2424152" y="546956"/>
                  </a:lnTo>
                  <a:lnTo>
                    <a:pt x="2424813" y="516267"/>
                  </a:lnTo>
                  <a:lnTo>
                    <a:pt x="2425473" y="552039"/>
                  </a:lnTo>
                  <a:lnTo>
                    <a:pt x="2426134" y="533315"/>
                  </a:lnTo>
                  <a:lnTo>
                    <a:pt x="2426794" y="518099"/>
                  </a:lnTo>
                  <a:lnTo>
                    <a:pt x="2427455" y="504011"/>
                  </a:lnTo>
                  <a:lnTo>
                    <a:pt x="2428116" y="475029"/>
                  </a:lnTo>
                  <a:lnTo>
                    <a:pt x="2428776" y="434502"/>
                  </a:lnTo>
                  <a:lnTo>
                    <a:pt x="2429437" y="401136"/>
                  </a:lnTo>
                  <a:lnTo>
                    <a:pt x="2430097" y="400053"/>
                  </a:lnTo>
                  <a:lnTo>
                    <a:pt x="2430758" y="400053"/>
                  </a:lnTo>
                  <a:lnTo>
                    <a:pt x="2431418" y="398877"/>
                  </a:lnTo>
                  <a:lnTo>
                    <a:pt x="2432079" y="411327"/>
                  </a:lnTo>
                  <a:lnTo>
                    <a:pt x="2432739" y="437719"/>
                  </a:lnTo>
                  <a:lnTo>
                    <a:pt x="2433400" y="449801"/>
                  </a:lnTo>
                  <a:lnTo>
                    <a:pt x="2434060" y="455702"/>
                  </a:lnTo>
                  <a:lnTo>
                    <a:pt x="2434721" y="478325"/>
                  </a:lnTo>
                  <a:lnTo>
                    <a:pt x="2435381" y="523454"/>
                  </a:lnTo>
                  <a:lnTo>
                    <a:pt x="2436042" y="501758"/>
                  </a:lnTo>
                  <a:lnTo>
                    <a:pt x="2436702" y="510403"/>
                  </a:lnTo>
                  <a:lnTo>
                    <a:pt x="2437363" y="508831"/>
                  </a:lnTo>
                  <a:lnTo>
                    <a:pt x="2438024" y="517811"/>
                  </a:lnTo>
                  <a:lnTo>
                    <a:pt x="2438684" y="517246"/>
                  </a:lnTo>
                  <a:lnTo>
                    <a:pt x="2439345" y="523041"/>
                  </a:lnTo>
                  <a:lnTo>
                    <a:pt x="2440005" y="530119"/>
                  </a:lnTo>
                  <a:lnTo>
                    <a:pt x="2440666" y="549246"/>
                  </a:lnTo>
                  <a:lnTo>
                    <a:pt x="2441326" y="556424"/>
                  </a:lnTo>
                  <a:lnTo>
                    <a:pt x="2441987" y="541200"/>
                  </a:lnTo>
                  <a:lnTo>
                    <a:pt x="2442647" y="538594"/>
                  </a:lnTo>
                  <a:lnTo>
                    <a:pt x="2443308" y="559605"/>
                  </a:lnTo>
                  <a:lnTo>
                    <a:pt x="2443968" y="561962"/>
                  </a:lnTo>
                  <a:lnTo>
                    <a:pt x="2444629" y="565112"/>
                  </a:lnTo>
                  <a:lnTo>
                    <a:pt x="2445289" y="550105"/>
                  </a:lnTo>
                  <a:lnTo>
                    <a:pt x="2445950" y="542276"/>
                  </a:lnTo>
                  <a:lnTo>
                    <a:pt x="2446610" y="539540"/>
                  </a:lnTo>
                  <a:lnTo>
                    <a:pt x="2447271" y="552837"/>
                  </a:lnTo>
                  <a:lnTo>
                    <a:pt x="2447931" y="572450"/>
                  </a:lnTo>
                  <a:lnTo>
                    <a:pt x="2448592" y="601792"/>
                  </a:lnTo>
                  <a:lnTo>
                    <a:pt x="2449253" y="547228"/>
                  </a:lnTo>
                  <a:lnTo>
                    <a:pt x="2449913" y="539505"/>
                  </a:lnTo>
                  <a:lnTo>
                    <a:pt x="2450574" y="479425"/>
                  </a:lnTo>
                  <a:lnTo>
                    <a:pt x="2451234" y="454007"/>
                  </a:lnTo>
                  <a:lnTo>
                    <a:pt x="2451895" y="491560"/>
                  </a:lnTo>
                  <a:lnTo>
                    <a:pt x="2452555" y="545041"/>
                  </a:lnTo>
                  <a:lnTo>
                    <a:pt x="2453216" y="564151"/>
                  </a:lnTo>
                  <a:lnTo>
                    <a:pt x="2453876" y="586070"/>
                  </a:lnTo>
                  <a:lnTo>
                    <a:pt x="2454537" y="584166"/>
                  </a:lnTo>
                  <a:lnTo>
                    <a:pt x="2455197" y="595229"/>
                  </a:lnTo>
                  <a:lnTo>
                    <a:pt x="2455858" y="598614"/>
                  </a:lnTo>
                  <a:lnTo>
                    <a:pt x="2456518" y="617430"/>
                  </a:lnTo>
                  <a:lnTo>
                    <a:pt x="2457179" y="637718"/>
                  </a:lnTo>
                  <a:lnTo>
                    <a:pt x="2457839" y="647513"/>
                  </a:lnTo>
                  <a:lnTo>
                    <a:pt x="2458500" y="664970"/>
                  </a:lnTo>
                  <a:lnTo>
                    <a:pt x="2459161" y="643999"/>
                  </a:lnTo>
                  <a:lnTo>
                    <a:pt x="2459821" y="642431"/>
                  </a:lnTo>
                  <a:lnTo>
                    <a:pt x="2460482" y="635451"/>
                  </a:lnTo>
                  <a:lnTo>
                    <a:pt x="2461142" y="647395"/>
                  </a:lnTo>
                  <a:lnTo>
                    <a:pt x="2461803" y="664284"/>
                  </a:lnTo>
                  <a:lnTo>
                    <a:pt x="2462463" y="631249"/>
                  </a:lnTo>
                  <a:lnTo>
                    <a:pt x="2463124" y="597326"/>
                  </a:lnTo>
                  <a:lnTo>
                    <a:pt x="2463784" y="578231"/>
                  </a:lnTo>
                  <a:lnTo>
                    <a:pt x="2464445" y="586263"/>
                  </a:lnTo>
                  <a:lnTo>
                    <a:pt x="2465105" y="591161"/>
                  </a:lnTo>
                  <a:lnTo>
                    <a:pt x="2465766" y="593022"/>
                  </a:lnTo>
                  <a:lnTo>
                    <a:pt x="2466426" y="593022"/>
                  </a:lnTo>
                  <a:lnTo>
                    <a:pt x="2467087" y="608740"/>
                  </a:lnTo>
                  <a:lnTo>
                    <a:pt x="2467747" y="632269"/>
                  </a:lnTo>
                  <a:lnTo>
                    <a:pt x="2468408" y="630391"/>
                  </a:lnTo>
                  <a:lnTo>
                    <a:pt x="2469069" y="624377"/>
                  </a:lnTo>
                  <a:lnTo>
                    <a:pt x="2469729" y="615955"/>
                  </a:lnTo>
                  <a:lnTo>
                    <a:pt x="2470390" y="631063"/>
                  </a:lnTo>
                  <a:lnTo>
                    <a:pt x="2471050" y="639139"/>
                  </a:lnTo>
                  <a:lnTo>
                    <a:pt x="2471711" y="602510"/>
                  </a:lnTo>
                  <a:lnTo>
                    <a:pt x="2472371" y="589168"/>
                  </a:lnTo>
                  <a:lnTo>
                    <a:pt x="2473032" y="567471"/>
                  </a:lnTo>
                  <a:lnTo>
                    <a:pt x="2473692" y="598992"/>
                  </a:lnTo>
                  <a:lnTo>
                    <a:pt x="2474353" y="620078"/>
                  </a:lnTo>
                  <a:lnTo>
                    <a:pt x="2475013" y="643164"/>
                  </a:lnTo>
                  <a:lnTo>
                    <a:pt x="2475674" y="642159"/>
                  </a:lnTo>
                  <a:lnTo>
                    <a:pt x="2476334" y="630124"/>
                  </a:lnTo>
                  <a:lnTo>
                    <a:pt x="2476995" y="660830"/>
                  </a:lnTo>
                  <a:lnTo>
                    <a:pt x="2477655" y="668499"/>
                  </a:lnTo>
                  <a:lnTo>
                    <a:pt x="2478316" y="648452"/>
                  </a:lnTo>
                  <a:lnTo>
                    <a:pt x="2478976" y="633922"/>
                  </a:lnTo>
                  <a:lnTo>
                    <a:pt x="2479637" y="616662"/>
                  </a:lnTo>
                  <a:lnTo>
                    <a:pt x="2480298" y="604307"/>
                  </a:lnTo>
                  <a:lnTo>
                    <a:pt x="2480958" y="580385"/>
                  </a:lnTo>
                  <a:lnTo>
                    <a:pt x="2481619" y="604307"/>
                  </a:lnTo>
                  <a:lnTo>
                    <a:pt x="2482279" y="609423"/>
                  </a:lnTo>
                  <a:lnTo>
                    <a:pt x="2482940" y="618580"/>
                  </a:lnTo>
                  <a:lnTo>
                    <a:pt x="2483600" y="629218"/>
                  </a:lnTo>
                  <a:lnTo>
                    <a:pt x="2484261" y="617897"/>
                  </a:lnTo>
                  <a:lnTo>
                    <a:pt x="2484921" y="638039"/>
                  </a:lnTo>
                  <a:lnTo>
                    <a:pt x="2485582" y="628800"/>
                  </a:lnTo>
                  <a:lnTo>
                    <a:pt x="2486242" y="649344"/>
                  </a:lnTo>
                  <a:lnTo>
                    <a:pt x="2486903" y="651338"/>
                  </a:lnTo>
                  <a:lnTo>
                    <a:pt x="2487563" y="620069"/>
                  </a:lnTo>
                  <a:lnTo>
                    <a:pt x="2488224" y="612530"/>
                  </a:lnTo>
                  <a:lnTo>
                    <a:pt x="2488884" y="592034"/>
                  </a:lnTo>
                  <a:lnTo>
                    <a:pt x="2489545" y="590532"/>
                  </a:lnTo>
                  <a:lnTo>
                    <a:pt x="2490206" y="590532"/>
                  </a:lnTo>
                  <a:lnTo>
                    <a:pt x="2490866" y="586482"/>
                  </a:lnTo>
                  <a:lnTo>
                    <a:pt x="2491527" y="560968"/>
                  </a:lnTo>
                  <a:lnTo>
                    <a:pt x="2492187" y="576546"/>
                  </a:lnTo>
                  <a:lnTo>
                    <a:pt x="2492848" y="600468"/>
                  </a:lnTo>
                  <a:lnTo>
                    <a:pt x="2493508" y="603371"/>
                  </a:lnTo>
                  <a:lnTo>
                    <a:pt x="2494169" y="612823"/>
                  </a:lnTo>
                  <a:lnTo>
                    <a:pt x="2494829" y="635542"/>
                  </a:lnTo>
                  <a:lnTo>
                    <a:pt x="2495490" y="646835"/>
                  </a:lnTo>
                  <a:lnTo>
                    <a:pt x="2496150" y="604116"/>
                  </a:lnTo>
                  <a:lnTo>
                    <a:pt x="2496811" y="595993"/>
                  </a:lnTo>
                  <a:lnTo>
                    <a:pt x="2497471" y="615568"/>
                  </a:lnTo>
                  <a:lnTo>
                    <a:pt x="2498132" y="653375"/>
                  </a:lnTo>
                  <a:lnTo>
                    <a:pt x="2498792" y="657748"/>
                  </a:lnTo>
                  <a:lnTo>
                    <a:pt x="2499453" y="648067"/>
                  </a:lnTo>
                  <a:lnTo>
                    <a:pt x="2500114" y="614767"/>
                  </a:lnTo>
                  <a:lnTo>
                    <a:pt x="2500774" y="596957"/>
                  </a:lnTo>
                  <a:lnTo>
                    <a:pt x="2501435" y="597552"/>
                  </a:lnTo>
                  <a:lnTo>
                    <a:pt x="2502095" y="571112"/>
                  </a:lnTo>
                  <a:lnTo>
                    <a:pt x="2502756" y="582064"/>
                  </a:lnTo>
                  <a:lnTo>
                    <a:pt x="2503416" y="596050"/>
                  </a:lnTo>
                  <a:lnTo>
                    <a:pt x="2504077" y="586113"/>
                  </a:lnTo>
                  <a:lnTo>
                    <a:pt x="2504737" y="596050"/>
                  </a:lnTo>
                  <a:lnTo>
                    <a:pt x="2505398" y="605999"/>
                  </a:lnTo>
                  <a:lnTo>
                    <a:pt x="2506058" y="601165"/>
                  </a:lnTo>
                  <a:lnTo>
                    <a:pt x="2506719" y="614143"/>
                  </a:lnTo>
                  <a:lnTo>
                    <a:pt x="2507379" y="627796"/>
                  </a:lnTo>
                  <a:lnTo>
                    <a:pt x="2508040" y="625925"/>
                  </a:lnTo>
                  <a:lnTo>
                    <a:pt x="2508700" y="622471"/>
                  </a:lnTo>
                  <a:lnTo>
                    <a:pt x="2509361" y="628485"/>
                  </a:lnTo>
                  <a:lnTo>
                    <a:pt x="2510022" y="615328"/>
                  </a:lnTo>
                  <a:lnTo>
                    <a:pt x="2510682" y="604480"/>
                  </a:lnTo>
                  <a:lnTo>
                    <a:pt x="2511343" y="599513"/>
                  </a:lnTo>
                  <a:lnTo>
                    <a:pt x="2512003" y="607831"/>
                  </a:lnTo>
                  <a:lnTo>
                    <a:pt x="2512664" y="622960"/>
                  </a:lnTo>
                  <a:lnTo>
                    <a:pt x="2513324" y="615568"/>
                  </a:lnTo>
                  <a:lnTo>
                    <a:pt x="2513985" y="612198"/>
                  </a:lnTo>
                  <a:lnTo>
                    <a:pt x="2514645" y="651227"/>
                  </a:lnTo>
                  <a:lnTo>
                    <a:pt x="2515306" y="667761"/>
                  </a:lnTo>
                  <a:lnTo>
                    <a:pt x="2515966" y="664683"/>
                  </a:lnTo>
                  <a:lnTo>
                    <a:pt x="2516627" y="666522"/>
                  </a:lnTo>
                  <a:lnTo>
                    <a:pt x="2517287" y="660256"/>
                  </a:lnTo>
                  <a:lnTo>
                    <a:pt x="2517948" y="668586"/>
                  </a:lnTo>
                  <a:lnTo>
                    <a:pt x="2518608" y="659439"/>
                  </a:lnTo>
                  <a:lnTo>
                    <a:pt x="2519269" y="659439"/>
                  </a:lnTo>
                  <a:lnTo>
                    <a:pt x="2519929" y="643465"/>
                  </a:lnTo>
                  <a:lnTo>
                    <a:pt x="2520590" y="642049"/>
                  </a:lnTo>
                  <a:lnTo>
                    <a:pt x="2521251" y="650924"/>
                  </a:lnTo>
                  <a:lnTo>
                    <a:pt x="2521911" y="650924"/>
                  </a:lnTo>
                  <a:lnTo>
                    <a:pt x="2522572" y="660717"/>
                  </a:lnTo>
                  <a:lnTo>
                    <a:pt x="2523232" y="667875"/>
                  </a:lnTo>
                  <a:lnTo>
                    <a:pt x="2523893" y="667056"/>
                  </a:lnTo>
                  <a:lnTo>
                    <a:pt x="2524553" y="660634"/>
                  </a:lnTo>
                  <a:lnTo>
                    <a:pt x="2525214" y="655438"/>
                  </a:lnTo>
                  <a:lnTo>
                    <a:pt x="2525874" y="635283"/>
                  </a:lnTo>
                  <a:lnTo>
                    <a:pt x="2526535" y="655438"/>
                  </a:lnTo>
                  <a:lnTo>
                    <a:pt x="2527195" y="661981"/>
                  </a:lnTo>
                  <a:lnTo>
                    <a:pt x="2527856" y="652882"/>
                  </a:lnTo>
                  <a:lnTo>
                    <a:pt x="2528516" y="645620"/>
                  </a:lnTo>
                  <a:lnTo>
                    <a:pt x="2529177" y="660840"/>
                  </a:lnTo>
                  <a:lnTo>
                    <a:pt x="2529837" y="658775"/>
                  </a:lnTo>
                  <a:lnTo>
                    <a:pt x="2530498" y="657958"/>
                  </a:lnTo>
                  <a:lnTo>
                    <a:pt x="2531159" y="677263"/>
                  </a:lnTo>
                  <a:lnTo>
                    <a:pt x="2531819" y="660695"/>
                  </a:lnTo>
                  <a:lnTo>
                    <a:pt x="2532480" y="655431"/>
                  </a:lnTo>
                  <a:lnTo>
                    <a:pt x="2533140" y="653381"/>
                  </a:lnTo>
                  <a:lnTo>
                    <a:pt x="2533801" y="639838"/>
                  </a:lnTo>
                  <a:lnTo>
                    <a:pt x="2534461" y="652119"/>
                  </a:lnTo>
                  <a:lnTo>
                    <a:pt x="2535122" y="668776"/>
                  </a:lnTo>
                  <a:lnTo>
                    <a:pt x="2535782" y="677496"/>
                  </a:lnTo>
                  <a:lnTo>
                    <a:pt x="2536443" y="645751"/>
                  </a:lnTo>
                  <a:lnTo>
                    <a:pt x="2537103" y="622452"/>
                  </a:lnTo>
                  <a:lnTo>
                    <a:pt x="2537764" y="632122"/>
                  </a:lnTo>
                  <a:lnTo>
                    <a:pt x="2538424" y="632849"/>
                  </a:lnTo>
                  <a:lnTo>
                    <a:pt x="2539085" y="637963"/>
                  </a:lnTo>
                  <a:lnTo>
                    <a:pt x="2539745" y="638328"/>
                  </a:lnTo>
                  <a:lnTo>
                    <a:pt x="2540406" y="620889"/>
                  </a:lnTo>
                  <a:lnTo>
                    <a:pt x="2541067" y="618811"/>
                  </a:lnTo>
                  <a:lnTo>
                    <a:pt x="2541727" y="645218"/>
                  </a:lnTo>
                  <a:lnTo>
                    <a:pt x="2542388" y="635583"/>
                  </a:lnTo>
                  <a:lnTo>
                    <a:pt x="2543048" y="634184"/>
                  </a:lnTo>
                  <a:lnTo>
                    <a:pt x="2543709" y="634184"/>
                  </a:lnTo>
                  <a:lnTo>
                    <a:pt x="2544369" y="613444"/>
                  </a:lnTo>
                  <a:lnTo>
                    <a:pt x="2545030" y="618324"/>
                  </a:lnTo>
                  <a:lnTo>
                    <a:pt x="2545690" y="640191"/>
                  </a:lnTo>
                  <a:lnTo>
                    <a:pt x="2546351" y="628601"/>
                  </a:lnTo>
                  <a:lnTo>
                    <a:pt x="2547011" y="627034"/>
                  </a:lnTo>
                  <a:lnTo>
                    <a:pt x="2547672" y="648841"/>
                  </a:lnTo>
                  <a:lnTo>
                    <a:pt x="2548332" y="644294"/>
                  </a:lnTo>
                  <a:lnTo>
                    <a:pt x="2548993" y="651658"/>
                  </a:lnTo>
                  <a:lnTo>
                    <a:pt x="2549653" y="648129"/>
                  </a:lnTo>
                  <a:lnTo>
                    <a:pt x="2550314" y="660662"/>
                  </a:lnTo>
                  <a:lnTo>
                    <a:pt x="2550974" y="657282"/>
                  </a:lnTo>
                  <a:lnTo>
                    <a:pt x="2551635" y="605756"/>
                  </a:lnTo>
                  <a:lnTo>
                    <a:pt x="2552296" y="624027"/>
                  </a:lnTo>
                  <a:lnTo>
                    <a:pt x="2552956" y="613792"/>
                  </a:lnTo>
                  <a:lnTo>
                    <a:pt x="2553617" y="609411"/>
                  </a:lnTo>
                  <a:lnTo>
                    <a:pt x="2554277" y="644778"/>
                  </a:lnTo>
                  <a:lnTo>
                    <a:pt x="2554938" y="619322"/>
                  </a:lnTo>
                  <a:lnTo>
                    <a:pt x="2555598" y="586328"/>
                  </a:lnTo>
                  <a:lnTo>
                    <a:pt x="2556259" y="531579"/>
                  </a:lnTo>
                  <a:lnTo>
                    <a:pt x="2556919" y="476147"/>
                  </a:lnTo>
                  <a:lnTo>
                    <a:pt x="2557580" y="475381"/>
                  </a:lnTo>
                  <a:lnTo>
                    <a:pt x="2558240" y="472645"/>
                  </a:lnTo>
                  <a:lnTo>
                    <a:pt x="2558901" y="477139"/>
                  </a:lnTo>
                  <a:lnTo>
                    <a:pt x="2559561" y="468563"/>
                  </a:lnTo>
                  <a:lnTo>
                    <a:pt x="2560222" y="432400"/>
                  </a:lnTo>
                  <a:lnTo>
                    <a:pt x="2560882" y="432400"/>
                  </a:lnTo>
                  <a:lnTo>
                    <a:pt x="2561543" y="442057"/>
                  </a:lnTo>
                  <a:lnTo>
                    <a:pt x="2562204" y="452444"/>
                  </a:lnTo>
                  <a:lnTo>
                    <a:pt x="2562864" y="488134"/>
                  </a:lnTo>
                  <a:lnTo>
                    <a:pt x="2563525" y="490420"/>
                  </a:lnTo>
                  <a:lnTo>
                    <a:pt x="2564185" y="486328"/>
                  </a:lnTo>
                  <a:lnTo>
                    <a:pt x="2564846" y="513019"/>
                  </a:lnTo>
                  <a:lnTo>
                    <a:pt x="2565506" y="517521"/>
                  </a:lnTo>
                  <a:lnTo>
                    <a:pt x="2566167" y="537414"/>
                  </a:lnTo>
                  <a:lnTo>
                    <a:pt x="2566827" y="546632"/>
                  </a:lnTo>
                  <a:lnTo>
                    <a:pt x="2567488" y="553794"/>
                  </a:lnTo>
                  <a:lnTo>
                    <a:pt x="2568148" y="548718"/>
                  </a:lnTo>
                  <a:lnTo>
                    <a:pt x="2568809" y="572887"/>
                  </a:lnTo>
                  <a:lnTo>
                    <a:pt x="2569469" y="549344"/>
                  </a:lnTo>
                  <a:lnTo>
                    <a:pt x="2570130" y="544229"/>
                  </a:lnTo>
                  <a:lnTo>
                    <a:pt x="2570790" y="521679"/>
                  </a:lnTo>
                  <a:lnTo>
                    <a:pt x="2571451" y="550575"/>
                  </a:lnTo>
                  <a:lnTo>
                    <a:pt x="2572112" y="615884"/>
                  </a:lnTo>
                  <a:lnTo>
                    <a:pt x="2572772" y="619413"/>
                  </a:lnTo>
                  <a:lnTo>
                    <a:pt x="2573433" y="597963"/>
                  </a:lnTo>
                  <a:lnTo>
                    <a:pt x="2574093" y="603109"/>
                  </a:lnTo>
                  <a:lnTo>
                    <a:pt x="2574754" y="615195"/>
                  </a:lnTo>
                  <a:lnTo>
                    <a:pt x="2575414" y="643578"/>
                  </a:lnTo>
                  <a:lnTo>
                    <a:pt x="2576075" y="645070"/>
                  </a:lnTo>
                  <a:lnTo>
                    <a:pt x="2576735" y="633374"/>
                  </a:lnTo>
                  <a:lnTo>
                    <a:pt x="2577396" y="628924"/>
                  </a:lnTo>
                  <a:lnTo>
                    <a:pt x="2578056" y="633208"/>
                  </a:lnTo>
                  <a:lnTo>
                    <a:pt x="2578717" y="645399"/>
                  </a:lnTo>
                  <a:lnTo>
                    <a:pt x="2579377" y="664155"/>
                  </a:lnTo>
                  <a:lnTo>
                    <a:pt x="2580038" y="662499"/>
                  </a:lnTo>
                  <a:lnTo>
                    <a:pt x="2580698" y="648966"/>
                  </a:lnTo>
                  <a:lnTo>
                    <a:pt x="2581359" y="669851"/>
                  </a:lnTo>
                  <a:lnTo>
                    <a:pt x="2582020" y="675775"/>
                  </a:lnTo>
                  <a:lnTo>
                    <a:pt x="2582680" y="677274"/>
                  </a:lnTo>
                  <a:lnTo>
                    <a:pt x="2583341" y="676116"/>
                  </a:lnTo>
                  <a:lnTo>
                    <a:pt x="2584001" y="662635"/>
                  </a:lnTo>
                  <a:lnTo>
                    <a:pt x="2584662" y="658508"/>
                  </a:lnTo>
                  <a:lnTo>
                    <a:pt x="2585322" y="681784"/>
                  </a:lnTo>
                  <a:lnTo>
                    <a:pt x="2585983" y="679212"/>
                  </a:lnTo>
                  <a:lnTo>
                    <a:pt x="2586643" y="652361"/>
                  </a:lnTo>
                  <a:lnTo>
                    <a:pt x="2587304" y="641087"/>
                  </a:lnTo>
                  <a:lnTo>
                    <a:pt x="2587964" y="635285"/>
                  </a:lnTo>
                  <a:lnTo>
                    <a:pt x="2588625" y="636930"/>
                  </a:lnTo>
                  <a:lnTo>
                    <a:pt x="2589285" y="652813"/>
                  </a:lnTo>
                  <a:lnTo>
                    <a:pt x="2589946" y="640468"/>
                  </a:lnTo>
                  <a:lnTo>
                    <a:pt x="2590606" y="629426"/>
                  </a:lnTo>
                  <a:lnTo>
                    <a:pt x="2591267" y="618290"/>
                  </a:lnTo>
                  <a:lnTo>
                    <a:pt x="2591927" y="637418"/>
                  </a:lnTo>
                  <a:lnTo>
                    <a:pt x="2592588" y="678907"/>
                  </a:lnTo>
                  <a:lnTo>
                    <a:pt x="2593249" y="668061"/>
                  </a:lnTo>
                  <a:lnTo>
                    <a:pt x="2593909" y="653983"/>
                  </a:lnTo>
                  <a:lnTo>
                    <a:pt x="2594570" y="654465"/>
                  </a:lnTo>
                  <a:lnTo>
                    <a:pt x="2595230" y="636051"/>
                  </a:lnTo>
                  <a:lnTo>
                    <a:pt x="2595891" y="643149"/>
                  </a:lnTo>
                  <a:lnTo>
                    <a:pt x="2596551" y="647599"/>
                  </a:lnTo>
                  <a:lnTo>
                    <a:pt x="2597212" y="648688"/>
                  </a:lnTo>
                  <a:lnTo>
                    <a:pt x="2597872" y="653884"/>
                  </a:lnTo>
                  <a:lnTo>
                    <a:pt x="2598533" y="654248"/>
                  </a:lnTo>
                  <a:lnTo>
                    <a:pt x="2599193" y="670488"/>
                  </a:lnTo>
                  <a:lnTo>
                    <a:pt x="2599854" y="677596"/>
                  </a:lnTo>
                  <a:lnTo>
                    <a:pt x="2600514" y="670488"/>
                  </a:lnTo>
                  <a:lnTo>
                    <a:pt x="2601175" y="646283"/>
                  </a:lnTo>
                  <a:lnTo>
                    <a:pt x="2601835" y="653219"/>
                  </a:lnTo>
                  <a:lnTo>
                    <a:pt x="2602496" y="655687"/>
                  </a:lnTo>
                  <a:lnTo>
                    <a:pt x="2603157" y="641578"/>
                  </a:lnTo>
                  <a:lnTo>
                    <a:pt x="2603817" y="653007"/>
                  </a:lnTo>
                  <a:lnTo>
                    <a:pt x="2604478" y="685302"/>
                  </a:lnTo>
                  <a:lnTo>
                    <a:pt x="2605138" y="690370"/>
                  </a:lnTo>
                  <a:lnTo>
                    <a:pt x="2605799" y="666997"/>
                  </a:lnTo>
                  <a:lnTo>
                    <a:pt x="2606459" y="658833"/>
                  </a:lnTo>
                  <a:lnTo>
                    <a:pt x="2607120" y="640419"/>
                  </a:lnTo>
                  <a:lnTo>
                    <a:pt x="2607780" y="641521"/>
                  </a:lnTo>
                  <a:lnTo>
                    <a:pt x="2608441" y="667845"/>
                  </a:lnTo>
                  <a:lnTo>
                    <a:pt x="2609101" y="669737"/>
                  </a:lnTo>
                  <a:lnTo>
                    <a:pt x="2609762" y="655213"/>
                  </a:lnTo>
                  <a:lnTo>
                    <a:pt x="2610422" y="632351"/>
                  </a:lnTo>
                  <a:lnTo>
                    <a:pt x="2611083" y="646913"/>
                  </a:lnTo>
                  <a:lnTo>
                    <a:pt x="2611743" y="666886"/>
                  </a:lnTo>
                  <a:lnTo>
                    <a:pt x="2612404" y="660596"/>
                  </a:lnTo>
                  <a:lnTo>
                    <a:pt x="2613065" y="629413"/>
                  </a:lnTo>
                  <a:lnTo>
                    <a:pt x="2613725" y="635560"/>
                  </a:lnTo>
                  <a:lnTo>
                    <a:pt x="2614386" y="650595"/>
                  </a:lnTo>
                  <a:lnTo>
                    <a:pt x="2615046" y="663948"/>
                  </a:lnTo>
                  <a:lnTo>
                    <a:pt x="2615707" y="663948"/>
                  </a:lnTo>
                  <a:lnTo>
                    <a:pt x="2616367" y="665079"/>
                  </a:lnTo>
                  <a:lnTo>
                    <a:pt x="2617028" y="667948"/>
                  </a:lnTo>
                  <a:lnTo>
                    <a:pt x="2617688" y="678193"/>
                  </a:lnTo>
                  <a:lnTo>
                    <a:pt x="2618349" y="699860"/>
                  </a:lnTo>
                  <a:lnTo>
                    <a:pt x="2619009" y="692366"/>
                  </a:lnTo>
                  <a:lnTo>
                    <a:pt x="2619670" y="665079"/>
                  </a:lnTo>
                  <a:lnTo>
                    <a:pt x="2620330" y="663948"/>
                  </a:lnTo>
                  <a:lnTo>
                    <a:pt x="2620991" y="672350"/>
                  </a:lnTo>
                  <a:lnTo>
                    <a:pt x="2621651" y="666903"/>
                  </a:lnTo>
                  <a:lnTo>
                    <a:pt x="2622312" y="663764"/>
                  </a:lnTo>
                  <a:lnTo>
                    <a:pt x="2622972" y="668047"/>
                  </a:lnTo>
                  <a:lnTo>
                    <a:pt x="2623633" y="670714"/>
                  </a:lnTo>
                  <a:lnTo>
                    <a:pt x="2624294" y="670714"/>
                  </a:lnTo>
                  <a:lnTo>
                    <a:pt x="2624954" y="663931"/>
                  </a:lnTo>
                  <a:lnTo>
                    <a:pt x="2625615" y="662235"/>
                  </a:lnTo>
                  <a:lnTo>
                    <a:pt x="2626275" y="662334"/>
                  </a:lnTo>
                  <a:lnTo>
                    <a:pt x="2626936" y="683678"/>
                  </a:lnTo>
                  <a:lnTo>
                    <a:pt x="2627596" y="684885"/>
                  </a:lnTo>
                  <a:lnTo>
                    <a:pt x="2628257" y="667421"/>
                  </a:lnTo>
                  <a:lnTo>
                    <a:pt x="2628917" y="661316"/>
                  </a:lnTo>
                  <a:lnTo>
                    <a:pt x="2629578" y="671093"/>
                  </a:lnTo>
                  <a:lnTo>
                    <a:pt x="2630238" y="680054"/>
                  </a:lnTo>
                  <a:lnTo>
                    <a:pt x="2630899" y="678486"/>
                  </a:lnTo>
                  <a:lnTo>
                    <a:pt x="2631559" y="654987"/>
                  </a:lnTo>
                  <a:lnTo>
                    <a:pt x="2632220" y="652403"/>
                  </a:lnTo>
                  <a:lnTo>
                    <a:pt x="2632880" y="674203"/>
                  </a:lnTo>
                  <a:lnTo>
                    <a:pt x="2633541" y="691219"/>
                  </a:lnTo>
                  <a:lnTo>
                    <a:pt x="2634202" y="681312"/>
                  </a:lnTo>
                  <a:lnTo>
                    <a:pt x="2634862" y="676442"/>
                  </a:lnTo>
                  <a:lnTo>
                    <a:pt x="2635523" y="660058"/>
                  </a:lnTo>
                  <a:lnTo>
                    <a:pt x="2636183" y="667421"/>
                  </a:lnTo>
                  <a:lnTo>
                    <a:pt x="2636844" y="683086"/>
                  </a:lnTo>
                  <a:lnTo>
                    <a:pt x="2637504" y="683129"/>
                  </a:lnTo>
                  <a:lnTo>
                    <a:pt x="2638165" y="630423"/>
                  </a:lnTo>
                  <a:lnTo>
                    <a:pt x="2638825" y="633988"/>
                  </a:lnTo>
                  <a:lnTo>
                    <a:pt x="2639486" y="623993"/>
                  </a:lnTo>
                  <a:lnTo>
                    <a:pt x="2640146" y="622463"/>
                  </a:lnTo>
                  <a:lnTo>
                    <a:pt x="2640807" y="630296"/>
                  </a:lnTo>
                  <a:lnTo>
                    <a:pt x="2641467" y="651657"/>
                  </a:lnTo>
                  <a:lnTo>
                    <a:pt x="2642128" y="656064"/>
                  </a:lnTo>
                  <a:lnTo>
                    <a:pt x="2642788" y="665037"/>
                  </a:lnTo>
                  <a:lnTo>
                    <a:pt x="2643449" y="671410"/>
                  </a:lnTo>
                  <a:lnTo>
                    <a:pt x="2644110" y="645329"/>
                  </a:lnTo>
                  <a:lnTo>
                    <a:pt x="2644770" y="639332"/>
                  </a:lnTo>
                  <a:lnTo>
                    <a:pt x="2645431" y="650799"/>
                  </a:lnTo>
                  <a:lnTo>
                    <a:pt x="2646091" y="651590"/>
                  </a:lnTo>
                  <a:lnTo>
                    <a:pt x="2646752" y="679068"/>
                  </a:lnTo>
                  <a:lnTo>
                    <a:pt x="2647412" y="661760"/>
                  </a:lnTo>
                  <a:lnTo>
                    <a:pt x="2648073" y="660285"/>
                  </a:lnTo>
                  <a:lnTo>
                    <a:pt x="2648733" y="648605"/>
                  </a:lnTo>
                  <a:lnTo>
                    <a:pt x="2649394" y="630296"/>
                  </a:lnTo>
                  <a:lnTo>
                    <a:pt x="2650054" y="646602"/>
                  </a:lnTo>
                  <a:lnTo>
                    <a:pt x="2650715" y="674304"/>
                  </a:lnTo>
                  <a:lnTo>
                    <a:pt x="2651375" y="688299"/>
                  </a:lnTo>
                  <a:lnTo>
                    <a:pt x="2652036" y="682012"/>
                  </a:lnTo>
                  <a:lnTo>
                    <a:pt x="2652696" y="657428"/>
                  </a:lnTo>
                  <a:lnTo>
                    <a:pt x="2653357" y="656645"/>
                  </a:lnTo>
                  <a:lnTo>
                    <a:pt x="2654018" y="662442"/>
                  </a:lnTo>
                  <a:lnTo>
                    <a:pt x="2654678" y="651798"/>
                  </a:lnTo>
                  <a:lnTo>
                    <a:pt x="2655339" y="659306"/>
                  </a:lnTo>
                  <a:lnTo>
                    <a:pt x="2655999" y="671778"/>
                  </a:lnTo>
                  <a:lnTo>
                    <a:pt x="2656660" y="681327"/>
                  </a:lnTo>
                  <a:lnTo>
                    <a:pt x="2657320" y="686852"/>
                  </a:lnTo>
                  <a:lnTo>
                    <a:pt x="2657981" y="662442"/>
                  </a:lnTo>
                  <a:lnTo>
                    <a:pt x="2658641" y="660912"/>
                  </a:lnTo>
                  <a:lnTo>
                    <a:pt x="2659302" y="659073"/>
                  </a:lnTo>
                  <a:lnTo>
                    <a:pt x="2659962" y="658800"/>
                  </a:lnTo>
                  <a:lnTo>
                    <a:pt x="2660623" y="659921"/>
                  </a:lnTo>
                  <a:lnTo>
                    <a:pt x="2661283" y="668895"/>
                  </a:lnTo>
                  <a:lnTo>
                    <a:pt x="2661944" y="658452"/>
                  </a:lnTo>
                  <a:lnTo>
                    <a:pt x="2662604" y="692331"/>
                  </a:lnTo>
                  <a:lnTo>
                    <a:pt x="2663265" y="671498"/>
                  </a:lnTo>
                  <a:lnTo>
                    <a:pt x="2663925" y="661207"/>
                  </a:lnTo>
                  <a:lnTo>
                    <a:pt x="2664586" y="643237"/>
                  </a:lnTo>
                  <a:lnTo>
                    <a:pt x="2665247" y="640005"/>
                  </a:lnTo>
                  <a:lnTo>
                    <a:pt x="2665907" y="664375"/>
                  </a:lnTo>
                  <a:lnTo>
                    <a:pt x="2666568" y="673699"/>
                  </a:lnTo>
                  <a:lnTo>
                    <a:pt x="2667228" y="677805"/>
                  </a:lnTo>
                  <a:lnTo>
                    <a:pt x="2667889" y="657178"/>
                  </a:lnTo>
                  <a:lnTo>
                    <a:pt x="2668549" y="670825"/>
                  </a:lnTo>
                  <a:lnTo>
                    <a:pt x="2669210" y="681050"/>
                  </a:lnTo>
                  <a:lnTo>
                    <a:pt x="2669870" y="672577"/>
                  </a:lnTo>
                  <a:lnTo>
                    <a:pt x="2670531" y="642569"/>
                  </a:lnTo>
                  <a:lnTo>
                    <a:pt x="2671191" y="632794"/>
                  </a:lnTo>
                  <a:lnTo>
                    <a:pt x="2671852" y="631244"/>
                  </a:lnTo>
                  <a:lnTo>
                    <a:pt x="2672512" y="624463"/>
                  </a:lnTo>
                  <a:lnTo>
                    <a:pt x="2673173" y="625734"/>
                  </a:lnTo>
                  <a:lnTo>
                    <a:pt x="2673833" y="667789"/>
                  </a:lnTo>
                  <a:lnTo>
                    <a:pt x="2674494" y="691075"/>
                  </a:lnTo>
                  <a:lnTo>
                    <a:pt x="2675155" y="659022"/>
                  </a:lnTo>
                  <a:lnTo>
                    <a:pt x="2675815" y="670022"/>
                  </a:lnTo>
                  <a:lnTo>
                    <a:pt x="2676476" y="647437"/>
                  </a:lnTo>
                  <a:lnTo>
                    <a:pt x="2677136" y="650452"/>
                  </a:lnTo>
                  <a:lnTo>
                    <a:pt x="2677797" y="667329"/>
                  </a:lnTo>
                  <a:lnTo>
                    <a:pt x="2678457" y="674438"/>
                  </a:lnTo>
                  <a:lnTo>
                    <a:pt x="2679118" y="682645"/>
                  </a:lnTo>
                  <a:lnTo>
                    <a:pt x="2679778" y="670825"/>
                  </a:lnTo>
                  <a:lnTo>
                    <a:pt x="2680439" y="667657"/>
                  </a:lnTo>
                  <a:lnTo>
                    <a:pt x="2681099" y="668586"/>
                  </a:lnTo>
                  <a:lnTo>
                    <a:pt x="2681760" y="668586"/>
                  </a:lnTo>
                  <a:lnTo>
                    <a:pt x="2682420" y="664866"/>
                  </a:lnTo>
                  <a:lnTo>
                    <a:pt x="2683081" y="658485"/>
                  </a:lnTo>
                  <a:lnTo>
                    <a:pt x="2683741" y="663627"/>
                  </a:lnTo>
                  <a:lnTo>
                    <a:pt x="2684402" y="653475"/>
                  </a:lnTo>
                  <a:lnTo>
                    <a:pt x="2685063" y="646778"/>
                  </a:lnTo>
                  <a:lnTo>
                    <a:pt x="2685723" y="649098"/>
                  </a:lnTo>
                  <a:lnTo>
                    <a:pt x="2686384" y="646778"/>
                  </a:lnTo>
                  <a:lnTo>
                    <a:pt x="2687044" y="672365"/>
                  </a:lnTo>
                  <a:lnTo>
                    <a:pt x="2687705" y="671655"/>
                  </a:lnTo>
                  <a:lnTo>
                    <a:pt x="2688365" y="686805"/>
                  </a:lnTo>
                  <a:lnTo>
                    <a:pt x="2689026" y="654372"/>
                  </a:lnTo>
                  <a:lnTo>
                    <a:pt x="2689686" y="633466"/>
                  </a:lnTo>
                  <a:lnTo>
                    <a:pt x="2690347" y="644221"/>
                  </a:lnTo>
                  <a:lnTo>
                    <a:pt x="2691007" y="626946"/>
                  </a:lnTo>
                  <a:lnTo>
                    <a:pt x="2691668" y="626946"/>
                  </a:lnTo>
                  <a:lnTo>
                    <a:pt x="2692328" y="653115"/>
                  </a:lnTo>
                  <a:lnTo>
                    <a:pt x="2692989" y="665980"/>
                  </a:lnTo>
                  <a:lnTo>
                    <a:pt x="2693649" y="654372"/>
                  </a:lnTo>
                  <a:lnTo>
                    <a:pt x="2694310" y="644221"/>
                  </a:lnTo>
                  <a:lnTo>
                    <a:pt x="2694970" y="636403"/>
                  </a:lnTo>
                  <a:lnTo>
                    <a:pt x="2695631" y="648799"/>
                  </a:lnTo>
                  <a:lnTo>
                    <a:pt x="2696292" y="603806"/>
                  </a:lnTo>
                  <a:lnTo>
                    <a:pt x="2696952" y="577127"/>
                  </a:lnTo>
                  <a:lnTo>
                    <a:pt x="2697613" y="591203"/>
                  </a:lnTo>
                  <a:lnTo>
                    <a:pt x="2698273" y="587547"/>
                  </a:lnTo>
                  <a:lnTo>
                    <a:pt x="2698934" y="573850"/>
                  </a:lnTo>
                  <a:lnTo>
                    <a:pt x="2699594" y="572261"/>
                  </a:lnTo>
                  <a:lnTo>
                    <a:pt x="2700255" y="594843"/>
                  </a:lnTo>
                  <a:lnTo>
                    <a:pt x="2700915" y="600880"/>
                  </a:lnTo>
                  <a:lnTo>
                    <a:pt x="2701576" y="581040"/>
                  </a:lnTo>
                  <a:lnTo>
                    <a:pt x="2702236" y="560749"/>
                  </a:lnTo>
                  <a:lnTo>
                    <a:pt x="2702897" y="542385"/>
                  </a:lnTo>
                  <a:lnTo>
                    <a:pt x="2703557" y="530734"/>
                  </a:lnTo>
                  <a:lnTo>
                    <a:pt x="2704218" y="525933"/>
                  </a:lnTo>
                  <a:lnTo>
                    <a:pt x="2704878" y="537051"/>
                  </a:lnTo>
                  <a:lnTo>
                    <a:pt x="2705539" y="528323"/>
                  </a:lnTo>
                  <a:lnTo>
                    <a:pt x="2706200" y="481247"/>
                  </a:lnTo>
                  <a:lnTo>
                    <a:pt x="2706860" y="501138"/>
                  </a:lnTo>
                  <a:lnTo>
                    <a:pt x="2707521" y="460258"/>
                  </a:lnTo>
                  <a:lnTo>
                    <a:pt x="2708181" y="431635"/>
                  </a:lnTo>
                  <a:lnTo>
                    <a:pt x="2708842" y="414061"/>
                  </a:lnTo>
                  <a:lnTo>
                    <a:pt x="2709502" y="407295"/>
                  </a:lnTo>
                  <a:lnTo>
                    <a:pt x="2710163" y="418158"/>
                  </a:lnTo>
                  <a:lnTo>
                    <a:pt x="2710823" y="426852"/>
                  </a:lnTo>
                  <a:lnTo>
                    <a:pt x="2711484" y="432623"/>
                  </a:lnTo>
                  <a:lnTo>
                    <a:pt x="2712144" y="467439"/>
                  </a:lnTo>
                  <a:lnTo>
                    <a:pt x="2712805" y="497285"/>
                  </a:lnTo>
                  <a:lnTo>
                    <a:pt x="2713465" y="526211"/>
                  </a:lnTo>
                  <a:lnTo>
                    <a:pt x="2714126" y="557759"/>
                  </a:lnTo>
                  <a:lnTo>
                    <a:pt x="2714786" y="573289"/>
                  </a:lnTo>
                  <a:lnTo>
                    <a:pt x="2715447" y="569251"/>
                  </a:lnTo>
                  <a:lnTo>
                    <a:pt x="2716108" y="538775"/>
                  </a:lnTo>
                  <a:lnTo>
                    <a:pt x="2716768" y="565197"/>
                  </a:lnTo>
                  <a:lnTo>
                    <a:pt x="2717429" y="557199"/>
                  </a:lnTo>
                  <a:lnTo>
                    <a:pt x="2718089" y="538710"/>
                  </a:lnTo>
                  <a:lnTo>
                    <a:pt x="2718750" y="533627"/>
                  </a:lnTo>
                  <a:lnTo>
                    <a:pt x="2719410" y="530795"/>
                  </a:lnTo>
                  <a:lnTo>
                    <a:pt x="2720071" y="514262"/>
                  </a:lnTo>
                  <a:lnTo>
                    <a:pt x="2720731" y="514173"/>
                  </a:lnTo>
                  <a:lnTo>
                    <a:pt x="2721392" y="520446"/>
                  </a:lnTo>
                  <a:lnTo>
                    <a:pt x="2722052" y="505317"/>
                  </a:lnTo>
                  <a:lnTo>
                    <a:pt x="2722713" y="505553"/>
                  </a:lnTo>
                  <a:lnTo>
                    <a:pt x="2723373" y="485376"/>
                  </a:lnTo>
                  <a:lnTo>
                    <a:pt x="2724034" y="450949"/>
                  </a:lnTo>
                  <a:lnTo>
                    <a:pt x="2724694" y="414695"/>
                  </a:lnTo>
                  <a:lnTo>
                    <a:pt x="2725355" y="414695"/>
                  </a:lnTo>
                  <a:lnTo>
                    <a:pt x="2726016" y="405199"/>
                  </a:lnTo>
                  <a:lnTo>
                    <a:pt x="2726676" y="409211"/>
                  </a:lnTo>
                  <a:lnTo>
                    <a:pt x="2727337" y="410188"/>
                  </a:lnTo>
                  <a:lnTo>
                    <a:pt x="2727997" y="408320"/>
                  </a:lnTo>
                  <a:lnTo>
                    <a:pt x="2728658" y="429387"/>
                  </a:lnTo>
                  <a:lnTo>
                    <a:pt x="2729318" y="457128"/>
                  </a:lnTo>
                  <a:lnTo>
                    <a:pt x="2729979" y="494075"/>
                  </a:lnTo>
                  <a:lnTo>
                    <a:pt x="2730639" y="526282"/>
                  </a:lnTo>
                  <a:lnTo>
                    <a:pt x="2731300" y="563598"/>
                  </a:lnTo>
                  <a:lnTo>
                    <a:pt x="2731960" y="592876"/>
                  </a:lnTo>
                  <a:lnTo>
                    <a:pt x="2732621" y="580575"/>
                  </a:lnTo>
                  <a:lnTo>
                    <a:pt x="2733281" y="560749"/>
                  </a:lnTo>
                  <a:lnTo>
                    <a:pt x="2733942" y="542317"/>
                  </a:lnTo>
                  <a:lnTo>
                    <a:pt x="2734602" y="571000"/>
                  </a:lnTo>
                  <a:lnTo>
                    <a:pt x="2735263" y="601084"/>
                  </a:lnTo>
                  <a:lnTo>
                    <a:pt x="2735923" y="606158"/>
                  </a:lnTo>
                  <a:lnTo>
                    <a:pt x="2736584" y="588497"/>
                  </a:lnTo>
                  <a:lnTo>
                    <a:pt x="2737245" y="578001"/>
                  </a:lnTo>
                  <a:lnTo>
                    <a:pt x="2737905" y="587169"/>
                  </a:lnTo>
                  <a:lnTo>
                    <a:pt x="2738566" y="599095"/>
                  </a:lnTo>
                  <a:lnTo>
                    <a:pt x="2739226" y="620067"/>
                  </a:lnTo>
                  <a:lnTo>
                    <a:pt x="2739887" y="623205"/>
                  </a:lnTo>
                  <a:lnTo>
                    <a:pt x="2740547" y="602468"/>
                  </a:lnTo>
                  <a:lnTo>
                    <a:pt x="2741208" y="616723"/>
                  </a:lnTo>
                  <a:lnTo>
                    <a:pt x="2741868" y="632835"/>
                  </a:lnTo>
                  <a:lnTo>
                    <a:pt x="2742529" y="614437"/>
                  </a:lnTo>
                  <a:lnTo>
                    <a:pt x="2743189" y="595592"/>
                  </a:lnTo>
                  <a:lnTo>
                    <a:pt x="2743850" y="575777"/>
                  </a:lnTo>
                  <a:lnTo>
                    <a:pt x="2744510" y="573912"/>
                  </a:lnTo>
                  <a:lnTo>
                    <a:pt x="2745171" y="603580"/>
                  </a:lnTo>
                  <a:lnTo>
                    <a:pt x="2745831" y="613560"/>
                  </a:lnTo>
                  <a:lnTo>
                    <a:pt x="2746492" y="609659"/>
                  </a:lnTo>
                  <a:lnTo>
                    <a:pt x="2747153" y="588294"/>
                  </a:lnTo>
                  <a:lnTo>
                    <a:pt x="2747813" y="569684"/>
                  </a:lnTo>
                  <a:lnTo>
                    <a:pt x="2748474" y="587140"/>
                  </a:lnTo>
                  <a:lnTo>
                    <a:pt x="2749134" y="619447"/>
                  </a:lnTo>
                  <a:lnTo>
                    <a:pt x="2749795" y="628389"/>
                  </a:lnTo>
                  <a:lnTo>
                    <a:pt x="2750455" y="655035"/>
                  </a:lnTo>
                  <a:lnTo>
                    <a:pt x="2751116" y="659392"/>
                  </a:lnTo>
                  <a:lnTo>
                    <a:pt x="2751776" y="627973"/>
                  </a:lnTo>
                  <a:lnTo>
                    <a:pt x="2752437" y="619732"/>
                  </a:lnTo>
                  <a:lnTo>
                    <a:pt x="2753097" y="609536"/>
                  </a:lnTo>
                  <a:lnTo>
                    <a:pt x="2753758" y="602644"/>
                  </a:lnTo>
                  <a:lnTo>
                    <a:pt x="2754418" y="567410"/>
                  </a:lnTo>
                  <a:lnTo>
                    <a:pt x="2755079" y="539733"/>
                  </a:lnTo>
                  <a:lnTo>
                    <a:pt x="2755739" y="524458"/>
                  </a:lnTo>
                  <a:lnTo>
                    <a:pt x="2756400" y="498972"/>
                  </a:lnTo>
                  <a:lnTo>
                    <a:pt x="2757061" y="499822"/>
                  </a:lnTo>
                  <a:lnTo>
                    <a:pt x="2757721" y="515786"/>
                  </a:lnTo>
                  <a:lnTo>
                    <a:pt x="2758382" y="506428"/>
                  </a:lnTo>
                  <a:lnTo>
                    <a:pt x="2759042" y="506022"/>
                  </a:lnTo>
                  <a:lnTo>
                    <a:pt x="2759703" y="476565"/>
                  </a:lnTo>
                  <a:lnTo>
                    <a:pt x="2760363" y="476848"/>
                  </a:lnTo>
                  <a:lnTo>
                    <a:pt x="2761024" y="550675"/>
                  </a:lnTo>
                  <a:lnTo>
                    <a:pt x="2761684" y="578907"/>
                  </a:lnTo>
                  <a:lnTo>
                    <a:pt x="2762345" y="582949"/>
                  </a:lnTo>
                  <a:lnTo>
                    <a:pt x="2763005" y="587784"/>
                  </a:lnTo>
                  <a:lnTo>
                    <a:pt x="2763666" y="650882"/>
                  </a:lnTo>
                  <a:lnTo>
                    <a:pt x="2764326" y="646314"/>
                  </a:lnTo>
                  <a:lnTo>
                    <a:pt x="2764987" y="616234"/>
                  </a:lnTo>
                  <a:lnTo>
                    <a:pt x="2765647" y="635337"/>
                  </a:lnTo>
                  <a:lnTo>
                    <a:pt x="2766308" y="636709"/>
                  </a:lnTo>
                  <a:lnTo>
                    <a:pt x="2766968" y="624856"/>
                  </a:lnTo>
                  <a:lnTo>
                    <a:pt x="2767629" y="635100"/>
                  </a:lnTo>
                  <a:lnTo>
                    <a:pt x="2768290" y="646718"/>
                  </a:lnTo>
                  <a:lnTo>
                    <a:pt x="2768950" y="650975"/>
                  </a:lnTo>
                  <a:lnTo>
                    <a:pt x="2769611" y="678337"/>
                  </a:lnTo>
                  <a:lnTo>
                    <a:pt x="2770271" y="696242"/>
                  </a:lnTo>
                  <a:lnTo>
                    <a:pt x="2770932" y="674141"/>
                  </a:lnTo>
                  <a:lnTo>
                    <a:pt x="2771592" y="654105"/>
                  </a:lnTo>
                  <a:lnTo>
                    <a:pt x="2772253" y="687602"/>
                  </a:lnTo>
                  <a:lnTo>
                    <a:pt x="2772913" y="657979"/>
                  </a:lnTo>
                  <a:lnTo>
                    <a:pt x="2773574" y="602504"/>
                  </a:lnTo>
                  <a:lnTo>
                    <a:pt x="2774234" y="614774"/>
                  </a:lnTo>
                  <a:lnTo>
                    <a:pt x="2774895" y="641631"/>
                  </a:lnTo>
                  <a:lnTo>
                    <a:pt x="2775555" y="645591"/>
                  </a:lnTo>
                  <a:lnTo>
                    <a:pt x="2776216" y="648160"/>
                  </a:lnTo>
                  <a:lnTo>
                    <a:pt x="2776876" y="657550"/>
                  </a:lnTo>
                  <a:lnTo>
                    <a:pt x="2777537" y="655032"/>
                  </a:lnTo>
                  <a:lnTo>
                    <a:pt x="2778198" y="654760"/>
                  </a:lnTo>
                  <a:lnTo>
                    <a:pt x="2778858" y="632926"/>
                  </a:lnTo>
                  <a:lnTo>
                    <a:pt x="2779519" y="654708"/>
                  </a:lnTo>
                  <a:lnTo>
                    <a:pt x="2780179" y="658285"/>
                  </a:lnTo>
                  <a:lnTo>
                    <a:pt x="2780840" y="654059"/>
                  </a:lnTo>
                  <a:lnTo>
                    <a:pt x="2781500" y="642763"/>
                  </a:lnTo>
                  <a:lnTo>
                    <a:pt x="2782161" y="634934"/>
                  </a:lnTo>
                  <a:lnTo>
                    <a:pt x="2782821" y="628041"/>
                  </a:lnTo>
                  <a:lnTo>
                    <a:pt x="2783482" y="608100"/>
                  </a:lnTo>
                  <a:lnTo>
                    <a:pt x="2784142" y="597665"/>
                  </a:lnTo>
                  <a:lnTo>
                    <a:pt x="2784803" y="592993"/>
                  </a:lnTo>
                  <a:lnTo>
                    <a:pt x="2785463" y="601660"/>
                  </a:lnTo>
                  <a:lnTo>
                    <a:pt x="2786124" y="612599"/>
                  </a:lnTo>
                  <a:lnTo>
                    <a:pt x="2786784" y="633930"/>
                  </a:lnTo>
                  <a:lnTo>
                    <a:pt x="2787445" y="652021"/>
                  </a:lnTo>
                  <a:lnTo>
                    <a:pt x="2788106" y="652563"/>
                  </a:lnTo>
                  <a:lnTo>
                    <a:pt x="2788766" y="651463"/>
                  </a:lnTo>
                  <a:lnTo>
                    <a:pt x="2789427" y="629266"/>
                  </a:lnTo>
                  <a:lnTo>
                    <a:pt x="2790087" y="609196"/>
                  </a:lnTo>
                  <a:lnTo>
                    <a:pt x="2790748" y="639541"/>
                  </a:lnTo>
                  <a:lnTo>
                    <a:pt x="2791408" y="626242"/>
                  </a:lnTo>
                  <a:lnTo>
                    <a:pt x="2792069" y="599620"/>
                  </a:lnTo>
                  <a:lnTo>
                    <a:pt x="2792729" y="618901"/>
                  </a:lnTo>
                  <a:lnTo>
                    <a:pt x="2793390" y="662395"/>
                  </a:lnTo>
                  <a:lnTo>
                    <a:pt x="2794050" y="686740"/>
                  </a:lnTo>
                  <a:lnTo>
                    <a:pt x="2794711" y="683074"/>
                  </a:lnTo>
                  <a:lnTo>
                    <a:pt x="2795371" y="655577"/>
                  </a:lnTo>
                  <a:lnTo>
                    <a:pt x="2796032" y="684173"/>
                  </a:lnTo>
                  <a:lnTo>
                    <a:pt x="2796692" y="684026"/>
                  </a:lnTo>
                  <a:lnTo>
                    <a:pt x="2797353" y="668773"/>
                  </a:lnTo>
                  <a:lnTo>
                    <a:pt x="2798014" y="677959"/>
                  </a:lnTo>
                  <a:lnTo>
                    <a:pt x="2798674" y="668773"/>
                  </a:lnTo>
                  <a:lnTo>
                    <a:pt x="2799335" y="675242"/>
                  </a:lnTo>
                  <a:lnTo>
                    <a:pt x="2799995" y="681615"/>
                  </a:lnTo>
                  <a:lnTo>
                    <a:pt x="2800656" y="657425"/>
                  </a:lnTo>
                  <a:lnTo>
                    <a:pt x="2801316" y="644978"/>
                  </a:lnTo>
                  <a:lnTo>
                    <a:pt x="2801977" y="652398"/>
                  </a:lnTo>
                  <a:lnTo>
                    <a:pt x="2802637" y="681671"/>
                  </a:lnTo>
                  <a:lnTo>
                    <a:pt x="2803298" y="687149"/>
                  </a:lnTo>
                  <a:lnTo>
                    <a:pt x="2803958" y="662730"/>
                  </a:lnTo>
                  <a:lnTo>
                    <a:pt x="2804619" y="683783"/>
                  </a:lnTo>
                  <a:lnTo>
                    <a:pt x="2805279" y="669183"/>
                  </a:lnTo>
                  <a:lnTo>
                    <a:pt x="2805940" y="652398"/>
                  </a:lnTo>
                  <a:lnTo>
                    <a:pt x="2806600" y="663248"/>
                  </a:lnTo>
                  <a:lnTo>
                    <a:pt x="2807261" y="662623"/>
                  </a:lnTo>
                  <a:lnTo>
                    <a:pt x="2807921" y="660303"/>
                  </a:lnTo>
                  <a:lnTo>
                    <a:pt x="2808582" y="660303"/>
                  </a:lnTo>
                  <a:lnTo>
                    <a:pt x="2809243" y="680895"/>
                  </a:lnTo>
                  <a:lnTo>
                    <a:pt x="2809903" y="676312"/>
                  </a:lnTo>
                  <a:lnTo>
                    <a:pt x="2810564" y="670253"/>
                  </a:lnTo>
                  <a:lnTo>
                    <a:pt x="2811224" y="669405"/>
                  </a:lnTo>
                  <a:lnTo>
                    <a:pt x="2811885" y="677793"/>
                  </a:lnTo>
                  <a:lnTo>
                    <a:pt x="2812545" y="684063"/>
                  </a:lnTo>
                  <a:lnTo>
                    <a:pt x="2813206" y="663471"/>
                  </a:lnTo>
                  <a:lnTo>
                    <a:pt x="2813866" y="653649"/>
                  </a:lnTo>
                  <a:lnTo>
                    <a:pt x="2814527" y="678181"/>
                  </a:lnTo>
                  <a:lnTo>
                    <a:pt x="2815187" y="679401"/>
                  </a:lnTo>
                  <a:lnTo>
                    <a:pt x="2815848" y="659823"/>
                  </a:lnTo>
                  <a:lnTo>
                    <a:pt x="2816508" y="659046"/>
                  </a:lnTo>
                  <a:lnTo>
                    <a:pt x="2817169" y="656518"/>
                  </a:lnTo>
                  <a:lnTo>
                    <a:pt x="2817829" y="659960"/>
                  </a:lnTo>
                  <a:lnTo>
                    <a:pt x="2818490" y="667873"/>
                  </a:lnTo>
                  <a:lnTo>
                    <a:pt x="2819151" y="678820"/>
                  </a:lnTo>
                  <a:lnTo>
                    <a:pt x="2819811" y="659954"/>
                  </a:lnTo>
                  <a:lnTo>
                    <a:pt x="2820472" y="661761"/>
                  </a:lnTo>
                  <a:lnTo>
                    <a:pt x="2821132" y="678432"/>
                  </a:lnTo>
                  <a:lnTo>
                    <a:pt x="2821793" y="671596"/>
                  </a:lnTo>
                  <a:lnTo>
                    <a:pt x="2822453" y="653753"/>
                  </a:lnTo>
                  <a:lnTo>
                    <a:pt x="2823114" y="649792"/>
                  </a:lnTo>
                  <a:lnTo>
                    <a:pt x="2823774" y="631804"/>
                  </a:lnTo>
                  <a:lnTo>
                    <a:pt x="2824435" y="640253"/>
                  </a:lnTo>
                  <a:lnTo>
                    <a:pt x="2825095" y="661212"/>
                  </a:lnTo>
                  <a:lnTo>
                    <a:pt x="2825756" y="674527"/>
                  </a:lnTo>
                  <a:lnTo>
                    <a:pt x="2826416" y="695108"/>
                  </a:lnTo>
                  <a:lnTo>
                    <a:pt x="2827077" y="661212"/>
                  </a:lnTo>
                  <a:lnTo>
                    <a:pt x="2827737" y="661212"/>
                  </a:lnTo>
                  <a:lnTo>
                    <a:pt x="2828398" y="652762"/>
                  </a:lnTo>
                  <a:lnTo>
                    <a:pt x="2829059" y="648974"/>
                  </a:lnTo>
                  <a:lnTo>
                    <a:pt x="2829719" y="656365"/>
                  </a:lnTo>
                  <a:lnTo>
                    <a:pt x="2830380" y="666187"/>
                  </a:lnTo>
                  <a:lnTo>
                    <a:pt x="2831040" y="641343"/>
                  </a:lnTo>
                  <a:lnTo>
                    <a:pt x="2831701" y="648154"/>
                  </a:lnTo>
                  <a:lnTo>
                    <a:pt x="2832361" y="641261"/>
                  </a:lnTo>
                  <a:lnTo>
                    <a:pt x="2833022" y="631082"/>
                  </a:lnTo>
                  <a:lnTo>
                    <a:pt x="2833682" y="619634"/>
                  </a:lnTo>
                  <a:lnTo>
                    <a:pt x="2834343" y="663290"/>
                  </a:lnTo>
                  <a:lnTo>
                    <a:pt x="2835003" y="682678"/>
                  </a:lnTo>
                  <a:lnTo>
                    <a:pt x="2835664" y="681428"/>
                  </a:lnTo>
                  <a:lnTo>
                    <a:pt x="2836324" y="656809"/>
                  </a:lnTo>
                  <a:lnTo>
                    <a:pt x="2836985" y="644362"/>
                  </a:lnTo>
                  <a:lnTo>
                    <a:pt x="2837645" y="631168"/>
                  </a:lnTo>
                  <a:lnTo>
                    <a:pt x="2838306" y="656284"/>
                  </a:lnTo>
                  <a:lnTo>
                    <a:pt x="2838966" y="664642"/>
                  </a:lnTo>
                  <a:lnTo>
                    <a:pt x="2839627" y="634870"/>
                  </a:lnTo>
                  <a:lnTo>
                    <a:pt x="2840288" y="645695"/>
                  </a:lnTo>
                  <a:lnTo>
                    <a:pt x="2840948" y="661474"/>
                  </a:lnTo>
                  <a:lnTo>
                    <a:pt x="2841609" y="643083"/>
                  </a:lnTo>
                  <a:lnTo>
                    <a:pt x="2842269" y="637943"/>
                  </a:lnTo>
                  <a:lnTo>
                    <a:pt x="2842930" y="640527"/>
                  </a:lnTo>
                  <a:lnTo>
                    <a:pt x="2843590" y="636280"/>
                  </a:lnTo>
                  <a:lnTo>
                    <a:pt x="2844251" y="605177"/>
                  </a:lnTo>
                  <a:lnTo>
                    <a:pt x="2844911" y="637165"/>
                  </a:lnTo>
                  <a:lnTo>
                    <a:pt x="2845572" y="665184"/>
                  </a:lnTo>
                  <a:lnTo>
                    <a:pt x="2846232" y="655835"/>
                  </a:lnTo>
                  <a:lnTo>
                    <a:pt x="2846893" y="639782"/>
                  </a:lnTo>
                  <a:lnTo>
                    <a:pt x="2847553" y="627334"/>
                  </a:lnTo>
                  <a:lnTo>
                    <a:pt x="2848214" y="606342"/>
                  </a:lnTo>
                  <a:lnTo>
                    <a:pt x="2848874" y="614860"/>
                  </a:lnTo>
                  <a:lnTo>
                    <a:pt x="2849535" y="611484"/>
                  </a:lnTo>
                  <a:lnTo>
                    <a:pt x="2850196" y="569041"/>
                  </a:lnTo>
                  <a:lnTo>
                    <a:pt x="2850856" y="536410"/>
                  </a:lnTo>
                  <a:lnTo>
                    <a:pt x="2851517" y="559248"/>
                  </a:lnTo>
                  <a:lnTo>
                    <a:pt x="2852177" y="561956"/>
                  </a:lnTo>
                  <a:lnTo>
                    <a:pt x="2852838" y="533158"/>
                  </a:lnTo>
                  <a:lnTo>
                    <a:pt x="2853498" y="515877"/>
                  </a:lnTo>
                  <a:lnTo>
                    <a:pt x="2854159" y="549114"/>
                  </a:lnTo>
                  <a:lnTo>
                    <a:pt x="2854819" y="469320"/>
                  </a:lnTo>
                  <a:lnTo>
                    <a:pt x="2855480" y="458892"/>
                  </a:lnTo>
                  <a:lnTo>
                    <a:pt x="2856140" y="512589"/>
                  </a:lnTo>
                  <a:lnTo>
                    <a:pt x="2856801" y="510415"/>
                  </a:lnTo>
                  <a:lnTo>
                    <a:pt x="2857461" y="523009"/>
                  </a:lnTo>
                  <a:lnTo>
                    <a:pt x="2858122" y="534671"/>
                  </a:lnTo>
                  <a:lnTo>
                    <a:pt x="2858782" y="589046"/>
                  </a:lnTo>
                  <a:lnTo>
                    <a:pt x="2859443" y="621138"/>
                  </a:lnTo>
                  <a:lnTo>
                    <a:pt x="2860104" y="617878"/>
                  </a:lnTo>
                  <a:lnTo>
                    <a:pt x="2860764" y="604061"/>
                  </a:lnTo>
                  <a:lnTo>
                    <a:pt x="2861425" y="604773"/>
                  </a:lnTo>
                  <a:lnTo>
                    <a:pt x="2862085" y="621435"/>
                  </a:lnTo>
                  <a:lnTo>
                    <a:pt x="2862746" y="629624"/>
                  </a:lnTo>
                  <a:lnTo>
                    <a:pt x="2863406" y="620711"/>
                  </a:lnTo>
                  <a:lnTo>
                    <a:pt x="2864067" y="639815"/>
                  </a:lnTo>
                  <a:lnTo>
                    <a:pt x="2864727" y="637157"/>
                  </a:lnTo>
                  <a:lnTo>
                    <a:pt x="2865388" y="638964"/>
                  </a:lnTo>
                  <a:lnTo>
                    <a:pt x="2866048" y="631266"/>
                  </a:lnTo>
                  <a:lnTo>
                    <a:pt x="2866709" y="644428"/>
                  </a:lnTo>
                  <a:lnTo>
                    <a:pt x="2867369" y="658661"/>
                  </a:lnTo>
                  <a:lnTo>
                    <a:pt x="2868030" y="639111"/>
                  </a:lnTo>
                  <a:lnTo>
                    <a:pt x="2868690" y="656391"/>
                  </a:lnTo>
                  <a:lnTo>
                    <a:pt x="2869351" y="637661"/>
                  </a:lnTo>
                  <a:lnTo>
                    <a:pt x="2870012" y="623673"/>
                  </a:lnTo>
                  <a:lnTo>
                    <a:pt x="2870672" y="626258"/>
                  </a:lnTo>
                  <a:lnTo>
                    <a:pt x="2871333" y="620838"/>
                  </a:lnTo>
                  <a:lnTo>
                    <a:pt x="2871993" y="620713"/>
                  </a:lnTo>
                  <a:lnTo>
                    <a:pt x="2872654" y="592879"/>
                  </a:lnTo>
                  <a:lnTo>
                    <a:pt x="2873314" y="558783"/>
                  </a:lnTo>
                  <a:lnTo>
                    <a:pt x="2873975" y="529220"/>
                  </a:lnTo>
                  <a:lnTo>
                    <a:pt x="2874635" y="598273"/>
                  </a:lnTo>
                  <a:lnTo>
                    <a:pt x="2875296" y="614141"/>
                  </a:lnTo>
                  <a:lnTo>
                    <a:pt x="2875956" y="611003"/>
                  </a:lnTo>
                  <a:lnTo>
                    <a:pt x="2876617" y="619129"/>
                  </a:lnTo>
                  <a:lnTo>
                    <a:pt x="2877277" y="607248"/>
                  </a:lnTo>
                  <a:lnTo>
                    <a:pt x="2877938" y="607248"/>
                  </a:lnTo>
                  <a:lnTo>
                    <a:pt x="2878598" y="604924"/>
                  </a:lnTo>
                  <a:lnTo>
                    <a:pt x="2879259" y="617568"/>
                  </a:lnTo>
                  <a:lnTo>
                    <a:pt x="2879919" y="633433"/>
                  </a:lnTo>
                  <a:lnTo>
                    <a:pt x="2880580" y="636370"/>
                  </a:lnTo>
                  <a:lnTo>
                    <a:pt x="2881241" y="640870"/>
                  </a:lnTo>
                  <a:lnTo>
                    <a:pt x="2881901" y="642478"/>
                  </a:lnTo>
                  <a:lnTo>
                    <a:pt x="2882562" y="636751"/>
                  </a:lnTo>
                  <a:lnTo>
                    <a:pt x="2883222" y="614416"/>
                  </a:lnTo>
                  <a:lnTo>
                    <a:pt x="2883883" y="611967"/>
                  </a:lnTo>
                  <a:lnTo>
                    <a:pt x="2884543" y="617357"/>
                  </a:lnTo>
                  <a:lnTo>
                    <a:pt x="2885204" y="654156"/>
                  </a:lnTo>
                  <a:lnTo>
                    <a:pt x="2885864" y="656862"/>
                  </a:lnTo>
                  <a:lnTo>
                    <a:pt x="2886525" y="653155"/>
                  </a:lnTo>
                  <a:lnTo>
                    <a:pt x="2887185" y="639169"/>
                  </a:lnTo>
                  <a:lnTo>
                    <a:pt x="2887846" y="621422"/>
                  </a:lnTo>
                  <a:lnTo>
                    <a:pt x="2888506" y="629822"/>
                  </a:lnTo>
                  <a:lnTo>
                    <a:pt x="2889167" y="642924"/>
                  </a:lnTo>
                  <a:lnTo>
                    <a:pt x="2889827" y="662897"/>
                  </a:lnTo>
                  <a:lnTo>
                    <a:pt x="2890488" y="690364"/>
                  </a:lnTo>
                  <a:lnTo>
                    <a:pt x="2891149" y="691096"/>
                  </a:lnTo>
                  <a:lnTo>
                    <a:pt x="2891809" y="671163"/>
                  </a:lnTo>
                  <a:lnTo>
                    <a:pt x="2892470" y="682827"/>
                  </a:lnTo>
                  <a:lnTo>
                    <a:pt x="2893130" y="658119"/>
                  </a:lnTo>
                  <a:lnTo>
                    <a:pt x="2893791" y="669366"/>
                  </a:lnTo>
                  <a:lnTo>
                    <a:pt x="2894451" y="663307"/>
                  </a:lnTo>
                  <a:lnTo>
                    <a:pt x="2895112" y="653156"/>
                  </a:lnTo>
                  <a:lnTo>
                    <a:pt x="2895772" y="677017"/>
                  </a:lnTo>
                  <a:lnTo>
                    <a:pt x="2896433" y="689898"/>
                  </a:lnTo>
                  <a:lnTo>
                    <a:pt x="2897093" y="658164"/>
                  </a:lnTo>
                  <a:lnTo>
                    <a:pt x="2897754" y="636845"/>
                  </a:lnTo>
                  <a:lnTo>
                    <a:pt x="2898414" y="652906"/>
                  </a:lnTo>
                  <a:lnTo>
                    <a:pt x="2899075" y="664946"/>
                  </a:lnTo>
                  <a:lnTo>
                    <a:pt x="2899735" y="677183"/>
                  </a:lnTo>
                  <a:lnTo>
                    <a:pt x="2900396" y="676055"/>
                  </a:lnTo>
                  <a:lnTo>
                    <a:pt x="2901057" y="684620"/>
                  </a:lnTo>
                  <a:lnTo>
                    <a:pt x="2901717" y="683916"/>
                  </a:lnTo>
                  <a:lnTo>
                    <a:pt x="2902378" y="672803"/>
                  </a:lnTo>
                  <a:lnTo>
                    <a:pt x="2903038" y="673799"/>
                  </a:lnTo>
                  <a:lnTo>
                    <a:pt x="2903699" y="665794"/>
                  </a:lnTo>
                  <a:lnTo>
                    <a:pt x="2904359" y="672903"/>
                  </a:lnTo>
                  <a:lnTo>
                    <a:pt x="2905020" y="663128"/>
                  </a:lnTo>
                  <a:lnTo>
                    <a:pt x="2905680" y="652906"/>
                  </a:lnTo>
                  <a:lnTo>
                    <a:pt x="2906341" y="655827"/>
                  </a:lnTo>
                  <a:lnTo>
                    <a:pt x="2907001" y="655844"/>
                  </a:lnTo>
                  <a:lnTo>
                    <a:pt x="2907662" y="658164"/>
                  </a:lnTo>
                  <a:lnTo>
                    <a:pt x="2908322" y="664537"/>
                  </a:lnTo>
                  <a:lnTo>
                    <a:pt x="2908983" y="657754"/>
                  </a:lnTo>
                  <a:lnTo>
                    <a:pt x="2909643" y="668032"/>
                  </a:lnTo>
                  <a:lnTo>
                    <a:pt x="2910304" y="663941"/>
                  </a:lnTo>
                  <a:lnTo>
                    <a:pt x="2910964" y="645550"/>
                  </a:lnTo>
                  <a:lnTo>
                    <a:pt x="2911625" y="665794"/>
                  </a:lnTo>
                  <a:lnTo>
                    <a:pt x="2912286" y="679512"/>
                  </a:lnTo>
                  <a:lnTo>
                    <a:pt x="2912946" y="664537"/>
                  </a:lnTo>
                  <a:lnTo>
                    <a:pt x="2913607" y="642660"/>
                  </a:lnTo>
                  <a:lnTo>
                    <a:pt x="2914267" y="641284"/>
                  </a:lnTo>
                  <a:lnTo>
                    <a:pt x="2914928" y="656250"/>
                  </a:lnTo>
                  <a:lnTo>
                    <a:pt x="2915588" y="658706"/>
                  </a:lnTo>
                  <a:lnTo>
                    <a:pt x="2916249" y="672597"/>
                  </a:lnTo>
                  <a:lnTo>
                    <a:pt x="2916909" y="650327"/>
                  </a:lnTo>
                  <a:lnTo>
                    <a:pt x="2917570" y="646200"/>
                  </a:lnTo>
                  <a:lnTo>
                    <a:pt x="2918230" y="662584"/>
                  </a:lnTo>
                  <a:lnTo>
                    <a:pt x="2918891" y="646327"/>
                  </a:lnTo>
                  <a:lnTo>
                    <a:pt x="2919551" y="664612"/>
                  </a:lnTo>
                  <a:lnTo>
                    <a:pt x="2920212" y="658744"/>
                  </a:lnTo>
                  <a:lnTo>
                    <a:pt x="2920872" y="656202"/>
                  </a:lnTo>
                  <a:lnTo>
                    <a:pt x="2921533" y="656202"/>
                  </a:lnTo>
                  <a:lnTo>
                    <a:pt x="2922194" y="646050"/>
                  </a:lnTo>
                  <a:lnTo>
                    <a:pt x="2922854" y="623613"/>
                  </a:lnTo>
                  <a:lnTo>
                    <a:pt x="2923515" y="598793"/>
                  </a:lnTo>
                  <a:lnTo>
                    <a:pt x="2924175" y="603097"/>
                  </a:lnTo>
                  <a:lnTo>
                    <a:pt x="2924836" y="610379"/>
                  </a:lnTo>
                  <a:lnTo>
                    <a:pt x="2925496" y="631817"/>
                  </a:lnTo>
                  <a:lnTo>
                    <a:pt x="2926157" y="661358"/>
                  </a:lnTo>
                  <a:lnTo>
                    <a:pt x="2926817" y="667891"/>
                  </a:lnTo>
                  <a:lnTo>
                    <a:pt x="2927478" y="607462"/>
                  </a:lnTo>
                  <a:lnTo>
                    <a:pt x="2928138" y="603481"/>
                  </a:lnTo>
                  <a:lnTo>
                    <a:pt x="2928799" y="599629"/>
                  </a:lnTo>
                  <a:lnTo>
                    <a:pt x="2929459" y="599629"/>
                  </a:lnTo>
                  <a:lnTo>
                    <a:pt x="2930120" y="599629"/>
                  </a:lnTo>
                  <a:lnTo>
                    <a:pt x="2930780" y="618358"/>
                  </a:lnTo>
                  <a:lnTo>
                    <a:pt x="2931441" y="667401"/>
                  </a:lnTo>
                  <a:lnTo>
                    <a:pt x="2932102" y="657060"/>
                  </a:lnTo>
                  <a:lnTo>
                    <a:pt x="2932762" y="651025"/>
                  </a:lnTo>
                  <a:lnTo>
                    <a:pt x="2933423" y="626352"/>
                  </a:lnTo>
                  <a:lnTo>
                    <a:pt x="2934083" y="599629"/>
                  </a:lnTo>
                  <a:lnTo>
                    <a:pt x="2934744" y="599629"/>
                  </a:lnTo>
                  <a:lnTo>
                    <a:pt x="2935404" y="626120"/>
                  </a:lnTo>
                  <a:lnTo>
                    <a:pt x="2936065" y="667788"/>
                  </a:lnTo>
                  <a:lnTo>
                    <a:pt x="2936725" y="668658"/>
                  </a:lnTo>
                  <a:lnTo>
                    <a:pt x="2937386" y="633115"/>
                  </a:lnTo>
                  <a:lnTo>
                    <a:pt x="2938046" y="620136"/>
                  </a:lnTo>
                  <a:lnTo>
                    <a:pt x="2938707" y="624992"/>
                  </a:lnTo>
                  <a:lnTo>
                    <a:pt x="2939367" y="620136"/>
                  </a:lnTo>
                  <a:lnTo>
                    <a:pt x="2940028" y="604265"/>
                  </a:lnTo>
                  <a:lnTo>
                    <a:pt x="2940688" y="612098"/>
                  </a:lnTo>
                  <a:lnTo>
                    <a:pt x="2941349" y="632013"/>
                  </a:lnTo>
                  <a:lnTo>
                    <a:pt x="2942010" y="636527"/>
                  </a:lnTo>
                  <a:lnTo>
                    <a:pt x="2942670" y="627552"/>
                  </a:lnTo>
                  <a:lnTo>
                    <a:pt x="2943331" y="623750"/>
                  </a:lnTo>
                  <a:lnTo>
                    <a:pt x="2943991" y="607636"/>
                  </a:lnTo>
                  <a:lnTo>
                    <a:pt x="2944652" y="621150"/>
                  </a:lnTo>
                  <a:lnTo>
                    <a:pt x="2945312" y="632065"/>
                  </a:lnTo>
                  <a:lnTo>
                    <a:pt x="2945973" y="615674"/>
                  </a:lnTo>
                  <a:lnTo>
                    <a:pt x="2946633" y="643898"/>
                  </a:lnTo>
                  <a:lnTo>
                    <a:pt x="2947294" y="657235"/>
                  </a:lnTo>
                  <a:lnTo>
                    <a:pt x="2947954" y="637261"/>
                  </a:lnTo>
                  <a:lnTo>
                    <a:pt x="2948615" y="632065"/>
                  </a:lnTo>
                  <a:lnTo>
                    <a:pt x="2949275" y="628653"/>
                  </a:lnTo>
                  <a:lnTo>
                    <a:pt x="2949936" y="664239"/>
                  </a:lnTo>
                  <a:lnTo>
                    <a:pt x="2950596" y="638356"/>
                  </a:lnTo>
                  <a:lnTo>
                    <a:pt x="2951257" y="621150"/>
                  </a:lnTo>
                  <a:lnTo>
                    <a:pt x="2951917" y="599803"/>
                  </a:lnTo>
                  <a:lnTo>
                    <a:pt x="2952578" y="603980"/>
                  </a:lnTo>
                  <a:lnTo>
                    <a:pt x="2953239" y="626903"/>
                  </a:lnTo>
                  <a:lnTo>
                    <a:pt x="2953899" y="639574"/>
                  </a:lnTo>
                  <a:lnTo>
                    <a:pt x="2954560" y="612103"/>
                  </a:lnTo>
                  <a:lnTo>
                    <a:pt x="2955220" y="590133"/>
                  </a:lnTo>
                  <a:lnTo>
                    <a:pt x="2955881" y="580183"/>
                  </a:lnTo>
                  <a:lnTo>
                    <a:pt x="2956541" y="588306"/>
                  </a:lnTo>
                  <a:lnTo>
                    <a:pt x="2957202" y="610473"/>
                  </a:lnTo>
                  <a:lnTo>
                    <a:pt x="2957862" y="630179"/>
                  </a:lnTo>
                  <a:lnTo>
                    <a:pt x="2958523" y="613279"/>
                  </a:lnTo>
                  <a:lnTo>
                    <a:pt x="2959183" y="591379"/>
                  </a:lnTo>
                  <a:lnTo>
                    <a:pt x="2959844" y="589963"/>
                  </a:lnTo>
                  <a:lnTo>
                    <a:pt x="2960504" y="572002"/>
                  </a:lnTo>
                  <a:lnTo>
                    <a:pt x="2961165" y="589986"/>
                  </a:lnTo>
                  <a:lnTo>
                    <a:pt x="2961825" y="598397"/>
                  </a:lnTo>
                  <a:lnTo>
                    <a:pt x="2962486" y="626344"/>
                  </a:lnTo>
                  <a:lnTo>
                    <a:pt x="2963147" y="628896"/>
                  </a:lnTo>
                  <a:lnTo>
                    <a:pt x="2963807" y="609246"/>
                  </a:lnTo>
                  <a:lnTo>
                    <a:pt x="2964468" y="602918"/>
                  </a:lnTo>
                  <a:lnTo>
                    <a:pt x="2965128" y="588950"/>
                  </a:lnTo>
                  <a:lnTo>
                    <a:pt x="2965789" y="595899"/>
                  </a:lnTo>
                  <a:lnTo>
                    <a:pt x="2966449" y="621685"/>
                  </a:lnTo>
                  <a:lnTo>
                    <a:pt x="2967110" y="620001"/>
                  </a:lnTo>
                  <a:lnTo>
                    <a:pt x="2967770" y="620001"/>
                  </a:lnTo>
                  <a:lnTo>
                    <a:pt x="2968431" y="620001"/>
                  </a:lnTo>
                  <a:lnTo>
                    <a:pt x="2969091" y="627639"/>
                  </a:lnTo>
                  <a:lnTo>
                    <a:pt x="2969752" y="618744"/>
                  </a:lnTo>
                  <a:lnTo>
                    <a:pt x="2970412" y="612895"/>
                  </a:lnTo>
                  <a:lnTo>
                    <a:pt x="2971073" y="622826"/>
                  </a:lnTo>
                  <a:lnTo>
                    <a:pt x="2971733" y="618305"/>
                  </a:lnTo>
                  <a:lnTo>
                    <a:pt x="2972394" y="642832"/>
                  </a:lnTo>
                  <a:lnTo>
                    <a:pt x="2973055" y="640332"/>
                  </a:lnTo>
                  <a:lnTo>
                    <a:pt x="2973715" y="623674"/>
                  </a:lnTo>
                  <a:lnTo>
                    <a:pt x="2974376" y="612183"/>
                  </a:lnTo>
                  <a:lnTo>
                    <a:pt x="2975036" y="619153"/>
                  </a:lnTo>
                  <a:lnTo>
                    <a:pt x="2975697" y="612895"/>
                  </a:lnTo>
                  <a:lnTo>
                    <a:pt x="2976357" y="632862"/>
                  </a:lnTo>
                  <a:lnTo>
                    <a:pt x="2977018" y="640202"/>
                  </a:lnTo>
                  <a:lnTo>
                    <a:pt x="2977678" y="625959"/>
                  </a:lnTo>
                  <a:lnTo>
                    <a:pt x="2978339" y="602107"/>
                  </a:lnTo>
                  <a:lnTo>
                    <a:pt x="2978999" y="621120"/>
                  </a:lnTo>
                  <a:lnTo>
                    <a:pt x="2979660" y="635054"/>
                  </a:lnTo>
                  <a:lnTo>
                    <a:pt x="2980320" y="595346"/>
                  </a:lnTo>
                  <a:lnTo>
                    <a:pt x="2980981" y="583919"/>
                  </a:lnTo>
                  <a:lnTo>
                    <a:pt x="2981641" y="581234"/>
                  </a:lnTo>
                  <a:lnTo>
                    <a:pt x="2982302" y="570068"/>
                  </a:lnTo>
                  <a:lnTo>
                    <a:pt x="2982962" y="574261"/>
                  </a:lnTo>
                  <a:lnTo>
                    <a:pt x="2983623" y="564736"/>
                  </a:lnTo>
                  <a:lnTo>
                    <a:pt x="2984284" y="535461"/>
                  </a:lnTo>
                  <a:lnTo>
                    <a:pt x="2984944" y="522833"/>
                  </a:lnTo>
                  <a:lnTo>
                    <a:pt x="2985605" y="543110"/>
                  </a:lnTo>
                  <a:lnTo>
                    <a:pt x="2986265" y="519935"/>
                  </a:lnTo>
                  <a:lnTo>
                    <a:pt x="2986926" y="483216"/>
                  </a:lnTo>
                  <a:lnTo>
                    <a:pt x="2987586" y="433209"/>
                  </a:lnTo>
                  <a:lnTo>
                    <a:pt x="2988247" y="447114"/>
                  </a:lnTo>
                  <a:lnTo>
                    <a:pt x="2988907" y="440441"/>
                  </a:lnTo>
                  <a:lnTo>
                    <a:pt x="2989568" y="444160"/>
                  </a:lnTo>
                  <a:lnTo>
                    <a:pt x="2990228" y="462355"/>
                  </a:lnTo>
                  <a:lnTo>
                    <a:pt x="2990889" y="469780"/>
                  </a:lnTo>
                  <a:lnTo>
                    <a:pt x="2991549" y="422886"/>
                  </a:lnTo>
                  <a:lnTo>
                    <a:pt x="2992210" y="404103"/>
                  </a:lnTo>
                  <a:lnTo>
                    <a:pt x="2992870" y="400124"/>
                  </a:lnTo>
                  <a:lnTo>
                    <a:pt x="2993531" y="400590"/>
                  </a:lnTo>
                  <a:lnTo>
                    <a:pt x="2994192" y="367602"/>
                  </a:lnTo>
                  <a:lnTo>
                    <a:pt x="2994852" y="350757"/>
                  </a:lnTo>
                  <a:lnTo>
                    <a:pt x="2995513" y="305765"/>
                  </a:lnTo>
                  <a:lnTo>
                    <a:pt x="2996173" y="302875"/>
                  </a:lnTo>
                  <a:lnTo>
                    <a:pt x="2996834" y="262638"/>
                  </a:lnTo>
                  <a:lnTo>
                    <a:pt x="2997494" y="229535"/>
                  </a:lnTo>
                  <a:lnTo>
                    <a:pt x="2998155" y="223773"/>
                  </a:lnTo>
                  <a:lnTo>
                    <a:pt x="2998815" y="187322"/>
                  </a:lnTo>
                  <a:lnTo>
                    <a:pt x="2999476" y="154179"/>
                  </a:lnTo>
                  <a:lnTo>
                    <a:pt x="3000136" y="146856"/>
                  </a:lnTo>
                  <a:lnTo>
                    <a:pt x="3000797" y="145344"/>
                  </a:lnTo>
                  <a:lnTo>
                    <a:pt x="3001457" y="145344"/>
                  </a:lnTo>
                  <a:lnTo>
                    <a:pt x="3002118" y="149143"/>
                  </a:lnTo>
                  <a:lnTo>
                    <a:pt x="3002778" y="145802"/>
                  </a:lnTo>
                  <a:lnTo>
                    <a:pt x="3003439" y="128859"/>
                  </a:lnTo>
                  <a:lnTo>
                    <a:pt x="3004100" y="128859"/>
                  </a:lnTo>
                  <a:lnTo>
                    <a:pt x="3004760" y="128859"/>
                  </a:lnTo>
                  <a:lnTo>
                    <a:pt x="3005421" y="89888"/>
                  </a:lnTo>
                  <a:lnTo>
                    <a:pt x="3006081" y="89888"/>
                  </a:lnTo>
                  <a:lnTo>
                    <a:pt x="3006742" y="89430"/>
                  </a:lnTo>
                  <a:lnTo>
                    <a:pt x="3007402" y="81596"/>
                  </a:lnTo>
                  <a:lnTo>
                    <a:pt x="3008063" y="81596"/>
                  </a:lnTo>
                  <a:lnTo>
                    <a:pt x="3008723" y="82302"/>
                  </a:lnTo>
                  <a:lnTo>
                    <a:pt x="3009384" y="103792"/>
                  </a:lnTo>
                  <a:lnTo>
                    <a:pt x="3010044" y="111750"/>
                  </a:lnTo>
                  <a:lnTo>
                    <a:pt x="3010705" y="144198"/>
                  </a:lnTo>
                  <a:lnTo>
                    <a:pt x="3011365" y="173104"/>
                  </a:lnTo>
                  <a:lnTo>
                    <a:pt x="3012026" y="245118"/>
                  </a:lnTo>
                  <a:lnTo>
                    <a:pt x="3012686" y="289572"/>
                  </a:lnTo>
                  <a:lnTo>
                    <a:pt x="3013347" y="317640"/>
                  </a:lnTo>
                  <a:lnTo>
                    <a:pt x="3014008" y="321989"/>
                  </a:lnTo>
                  <a:lnTo>
                    <a:pt x="3014668" y="350580"/>
                  </a:lnTo>
                  <a:lnTo>
                    <a:pt x="3015329" y="366607"/>
                  </a:lnTo>
                  <a:lnTo>
                    <a:pt x="3015989" y="358183"/>
                  </a:lnTo>
                  <a:lnTo>
                    <a:pt x="3016650" y="332666"/>
                  </a:lnTo>
                  <a:lnTo>
                    <a:pt x="3017310" y="291325"/>
                  </a:lnTo>
                  <a:lnTo>
                    <a:pt x="3017971" y="297158"/>
                  </a:lnTo>
                  <a:lnTo>
                    <a:pt x="3018631" y="258721"/>
                  </a:lnTo>
                  <a:lnTo>
                    <a:pt x="3019292" y="221125"/>
                  </a:lnTo>
                  <a:lnTo>
                    <a:pt x="3019952" y="227235"/>
                  </a:lnTo>
                  <a:lnTo>
                    <a:pt x="3020613" y="201410"/>
                  </a:lnTo>
                  <a:lnTo>
                    <a:pt x="3021273" y="150461"/>
                  </a:lnTo>
                  <a:lnTo>
                    <a:pt x="3021934" y="126814"/>
                  </a:lnTo>
                  <a:lnTo>
                    <a:pt x="3022594" y="82476"/>
                  </a:lnTo>
                  <a:lnTo>
                    <a:pt x="3023255" y="68657"/>
                  </a:lnTo>
                  <a:lnTo>
                    <a:pt x="3023915" y="45385"/>
                  </a:lnTo>
                  <a:lnTo>
                    <a:pt x="3024576" y="62308"/>
                  </a:lnTo>
                  <a:lnTo>
                    <a:pt x="3025237" y="48665"/>
                  </a:lnTo>
                  <a:lnTo>
                    <a:pt x="3025897" y="48667"/>
                  </a:lnTo>
                  <a:lnTo>
                    <a:pt x="3026558" y="58367"/>
                  </a:lnTo>
                  <a:lnTo>
                    <a:pt x="3027218" y="65387"/>
                  </a:lnTo>
                  <a:lnTo>
                    <a:pt x="3027879" y="80598"/>
                  </a:lnTo>
                  <a:lnTo>
                    <a:pt x="3028539" y="82460"/>
                  </a:lnTo>
                  <a:lnTo>
                    <a:pt x="3029200" y="95223"/>
                  </a:lnTo>
                  <a:lnTo>
                    <a:pt x="3029860" y="149400"/>
                  </a:lnTo>
                  <a:lnTo>
                    <a:pt x="3030521" y="154801"/>
                  </a:lnTo>
                  <a:lnTo>
                    <a:pt x="3031181" y="169808"/>
                  </a:lnTo>
                  <a:lnTo>
                    <a:pt x="3031842" y="167903"/>
                  </a:lnTo>
                  <a:lnTo>
                    <a:pt x="3032502" y="192333"/>
                  </a:lnTo>
                  <a:lnTo>
                    <a:pt x="3033163" y="167028"/>
                  </a:lnTo>
                  <a:lnTo>
                    <a:pt x="3033823" y="183524"/>
                  </a:lnTo>
                  <a:lnTo>
                    <a:pt x="3034484" y="188024"/>
                  </a:lnTo>
                  <a:lnTo>
                    <a:pt x="3035145" y="194287"/>
                  </a:lnTo>
                  <a:lnTo>
                    <a:pt x="3035805" y="176374"/>
                  </a:lnTo>
                  <a:lnTo>
                    <a:pt x="3036466" y="189172"/>
                  </a:lnTo>
                  <a:lnTo>
                    <a:pt x="3037126" y="199695"/>
                  </a:lnTo>
                  <a:lnTo>
                    <a:pt x="3037787" y="197542"/>
                  </a:lnTo>
                  <a:lnTo>
                    <a:pt x="3038447" y="205848"/>
                  </a:lnTo>
                  <a:lnTo>
                    <a:pt x="3039108" y="238548"/>
                  </a:lnTo>
                  <a:lnTo>
                    <a:pt x="3039768" y="262083"/>
                  </a:lnTo>
                  <a:lnTo>
                    <a:pt x="3040429" y="252311"/>
                  </a:lnTo>
                  <a:lnTo>
                    <a:pt x="3041089" y="263135"/>
                  </a:lnTo>
                  <a:lnTo>
                    <a:pt x="3041750" y="290188"/>
                  </a:lnTo>
                  <a:lnTo>
                    <a:pt x="3042410" y="299487"/>
                  </a:lnTo>
                  <a:lnTo>
                    <a:pt x="3043071" y="349133"/>
                  </a:lnTo>
                  <a:lnTo>
                    <a:pt x="3043731" y="356992"/>
                  </a:lnTo>
                  <a:lnTo>
                    <a:pt x="3044392" y="361202"/>
                  </a:lnTo>
                  <a:lnTo>
                    <a:pt x="3045053" y="363031"/>
                  </a:lnTo>
                  <a:lnTo>
                    <a:pt x="3045713" y="361615"/>
                  </a:lnTo>
                  <a:lnTo>
                    <a:pt x="3046374" y="394942"/>
                  </a:lnTo>
                  <a:lnTo>
                    <a:pt x="3047034" y="443468"/>
                  </a:lnTo>
                  <a:lnTo>
                    <a:pt x="3047695" y="488407"/>
                  </a:lnTo>
                  <a:lnTo>
                    <a:pt x="3048355" y="485985"/>
                  </a:lnTo>
                  <a:lnTo>
                    <a:pt x="3049016" y="502684"/>
                  </a:lnTo>
                  <a:lnTo>
                    <a:pt x="3049676" y="501083"/>
                  </a:lnTo>
                  <a:lnTo>
                    <a:pt x="3050337" y="494264"/>
                  </a:lnTo>
                  <a:lnTo>
                    <a:pt x="3050997" y="511799"/>
                  </a:lnTo>
                  <a:lnTo>
                    <a:pt x="3051658" y="500488"/>
                  </a:lnTo>
                  <a:lnTo>
                    <a:pt x="3052318" y="509522"/>
                  </a:lnTo>
                  <a:lnTo>
                    <a:pt x="3052979" y="507729"/>
                  </a:lnTo>
                  <a:lnTo>
                    <a:pt x="3053639" y="525574"/>
                  </a:lnTo>
                  <a:lnTo>
                    <a:pt x="3054300" y="526425"/>
                  </a:lnTo>
                  <a:lnTo>
                    <a:pt x="3054960" y="513003"/>
                  </a:lnTo>
                  <a:lnTo>
                    <a:pt x="3055621" y="513003"/>
                  </a:lnTo>
                  <a:lnTo>
                    <a:pt x="3056282" y="530351"/>
                  </a:lnTo>
                  <a:lnTo>
                    <a:pt x="3056942" y="541109"/>
                  </a:lnTo>
                  <a:lnTo>
                    <a:pt x="3057603" y="545653"/>
                  </a:lnTo>
                  <a:lnTo>
                    <a:pt x="3058263" y="583776"/>
                  </a:lnTo>
                  <a:lnTo>
                    <a:pt x="3058924" y="621003"/>
                  </a:lnTo>
                  <a:lnTo>
                    <a:pt x="3059584" y="606641"/>
                  </a:lnTo>
                  <a:lnTo>
                    <a:pt x="3060245" y="591471"/>
                  </a:lnTo>
                  <a:lnTo>
                    <a:pt x="3060905" y="600383"/>
                  </a:lnTo>
                  <a:lnTo>
                    <a:pt x="3061566" y="629314"/>
                  </a:lnTo>
                  <a:lnTo>
                    <a:pt x="3062226" y="623417"/>
                  </a:lnTo>
                  <a:lnTo>
                    <a:pt x="3062887" y="626898"/>
                  </a:lnTo>
                  <a:lnTo>
                    <a:pt x="3063547" y="604012"/>
                  </a:lnTo>
                  <a:lnTo>
                    <a:pt x="3064208" y="596025"/>
                  </a:lnTo>
                  <a:lnTo>
                    <a:pt x="3064868" y="587415"/>
                  </a:lnTo>
                  <a:lnTo>
                    <a:pt x="3065529" y="570776"/>
                  </a:lnTo>
                  <a:lnTo>
                    <a:pt x="3066190" y="573023"/>
                  </a:lnTo>
                  <a:lnTo>
                    <a:pt x="3066850" y="585155"/>
                  </a:lnTo>
                  <a:lnTo>
                    <a:pt x="3067511" y="600408"/>
                  </a:lnTo>
                  <a:lnTo>
                    <a:pt x="3068171" y="576823"/>
                  </a:lnTo>
                  <a:lnTo>
                    <a:pt x="3068832" y="580339"/>
                  </a:lnTo>
                  <a:lnTo>
                    <a:pt x="3069492" y="599036"/>
                  </a:lnTo>
                  <a:lnTo>
                    <a:pt x="3070153" y="580785"/>
                  </a:lnTo>
                  <a:lnTo>
                    <a:pt x="3070813" y="569657"/>
                  </a:lnTo>
                  <a:lnTo>
                    <a:pt x="3071474" y="576172"/>
                  </a:lnTo>
                  <a:lnTo>
                    <a:pt x="3072134" y="596889"/>
                  </a:lnTo>
                  <a:lnTo>
                    <a:pt x="3072795" y="596333"/>
                  </a:lnTo>
                  <a:lnTo>
                    <a:pt x="3073455" y="594926"/>
                  </a:lnTo>
                  <a:lnTo>
                    <a:pt x="3074116" y="567864"/>
                  </a:lnTo>
                  <a:lnTo>
                    <a:pt x="3074776" y="575297"/>
                  </a:lnTo>
                  <a:lnTo>
                    <a:pt x="3075437" y="530327"/>
                  </a:lnTo>
                  <a:lnTo>
                    <a:pt x="3076098" y="494218"/>
                  </a:lnTo>
                  <a:lnTo>
                    <a:pt x="3076758" y="494218"/>
                  </a:lnTo>
                  <a:lnTo>
                    <a:pt x="3077419" y="474948"/>
                  </a:lnTo>
                  <a:lnTo>
                    <a:pt x="3078079" y="509960"/>
                  </a:lnTo>
                  <a:lnTo>
                    <a:pt x="3078740" y="521056"/>
                  </a:lnTo>
                  <a:lnTo>
                    <a:pt x="3079400" y="518705"/>
                  </a:lnTo>
                  <a:lnTo>
                    <a:pt x="3080061" y="526388"/>
                  </a:lnTo>
                  <a:lnTo>
                    <a:pt x="3080721" y="526989"/>
                  </a:lnTo>
                  <a:lnTo>
                    <a:pt x="3081382" y="543734"/>
                  </a:lnTo>
                  <a:lnTo>
                    <a:pt x="3082042" y="556035"/>
                  </a:lnTo>
                  <a:lnTo>
                    <a:pt x="3082703" y="557847"/>
                  </a:lnTo>
                  <a:lnTo>
                    <a:pt x="3083363" y="567668"/>
                  </a:lnTo>
                  <a:lnTo>
                    <a:pt x="3084024" y="595152"/>
                  </a:lnTo>
                  <a:lnTo>
                    <a:pt x="3084684" y="615683"/>
                  </a:lnTo>
                  <a:lnTo>
                    <a:pt x="3085345" y="607492"/>
                  </a:lnTo>
                  <a:lnTo>
                    <a:pt x="3086006" y="583554"/>
                  </a:lnTo>
                  <a:lnTo>
                    <a:pt x="3086666" y="557589"/>
                  </a:lnTo>
                  <a:lnTo>
                    <a:pt x="3087327" y="561652"/>
                  </a:lnTo>
                  <a:lnTo>
                    <a:pt x="3087987" y="583818"/>
                  </a:lnTo>
                  <a:lnTo>
                    <a:pt x="3088648" y="643385"/>
                  </a:lnTo>
                  <a:lnTo>
                    <a:pt x="3089308" y="631309"/>
                  </a:lnTo>
                  <a:lnTo>
                    <a:pt x="3089969" y="619613"/>
                  </a:lnTo>
                  <a:lnTo>
                    <a:pt x="3090629" y="623150"/>
                  </a:lnTo>
                  <a:lnTo>
                    <a:pt x="3091290" y="641882"/>
                  </a:lnTo>
                  <a:lnTo>
                    <a:pt x="3091950" y="611447"/>
                  </a:lnTo>
                  <a:lnTo>
                    <a:pt x="3092611" y="590623"/>
                  </a:lnTo>
                  <a:lnTo>
                    <a:pt x="3093271" y="578962"/>
                  </a:lnTo>
                  <a:lnTo>
                    <a:pt x="3093932" y="572948"/>
                  </a:lnTo>
                  <a:lnTo>
                    <a:pt x="3094592" y="600826"/>
                  </a:lnTo>
                  <a:lnTo>
                    <a:pt x="3095253" y="608249"/>
                  </a:lnTo>
                  <a:lnTo>
                    <a:pt x="3095913" y="570562"/>
                  </a:lnTo>
                  <a:lnTo>
                    <a:pt x="3096574" y="554142"/>
                  </a:lnTo>
                  <a:lnTo>
                    <a:pt x="3097235" y="540157"/>
                  </a:lnTo>
                  <a:lnTo>
                    <a:pt x="3097895" y="582827"/>
                  </a:lnTo>
                  <a:lnTo>
                    <a:pt x="3098556" y="606258"/>
                  </a:lnTo>
                  <a:lnTo>
                    <a:pt x="3099216" y="606511"/>
                  </a:lnTo>
                  <a:lnTo>
                    <a:pt x="3099877" y="612593"/>
                  </a:lnTo>
                  <a:lnTo>
                    <a:pt x="3100537" y="613762"/>
                  </a:lnTo>
                  <a:lnTo>
                    <a:pt x="3101198" y="591508"/>
                  </a:lnTo>
                  <a:lnTo>
                    <a:pt x="3101858" y="603746"/>
                  </a:lnTo>
                  <a:lnTo>
                    <a:pt x="3102519" y="614255"/>
                  </a:lnTo>
                  <a:lnTo>
                    <a:pt x="3103179" y="614390"/>
                  </a:lnTo>
                  <a:lnTo>
                    <a:pt x="3103840" y="593643"/>
                  </a:lnTo>
                  <a:lnTo>
                    <a:pt x="3104500" y="585396"/>
                  </a:lnTo>
                  <a:lnTo>
                    <a:pt x="3105161" y="604814"/>
                  </a:lnTo>
                  <a:lnTo>
                    <a:pt x="3105821" y="640313"/>
                  </a:lnTo>
                  <a:lnTo>
                    <a:pt x="3106482" y="631418"/>
                  </a:lnTo>
                  <a:lnTo>
                    <a:pt x="3107143" y="638891"/>
                  </a:lnTo>
                  <a:lnTo>
                    <a:pt x="3107803" y="653707"/>
                  </a:lnTo>
                  <a:lnTo>
                    <a:pt x="3108464" y="630764"/>
                  </a:lnTo>
                  <a:lnTo>
                    <a:pt x="3109124" y="637613"/>
                  </a:lnTo>
                  <a:lnTo>
                    <a:pt x="3109785" y="658266"/>
                  </a:lnTo>
                  <a:lnTo>
                    <a:pt x="3110445" y="646231"/>
                  </a:lnTo>
                  <a:lnTo>
                    <a:pt x="3111106" y="617778"/>
                  </a:lnTo>
                  <a:lnTo>
                    <a:pt x="3111766" y="588099"/>
                  </a:lnTo>
                  <a:lnTo>
                    <a:pt x="3112427" y="568283"/>
                  </a:lnTo>
                  <a:lnTo>
                    <a:pt x="3113087" y="606118"/>
                  </a:lnTo>
                  <a:lnTo>
                    <a:pt x="3113748" y="609821"/>
                  </a:lnTo>
                  <a:lnTo>
                    <a:pt x="3114408" y="599699"/>
                  </a:lnTo>
                  <a:lnTo>
                    <a:pt x="3115069" y="612521"/>
                  </a:lnTo>
                  <a:lnTo>
                    <a:pt x="3115729" y="638499"/>
                  </a:lnTo>
                  <a:lnTo>
                    <a:pt x="3116390" y="667408"/>
                  </a:lnTo>
                  <a:lnTo>
                    <a:pt x="3117051" y="651238"/>
                  </a:lnTo>
                  <a:lnTo>
                    <a:pt x="3117711" y="629604"/>
                  </a:lnTo>
                  <a:lnTo>
                    <a:pt x="3118372" y="615133"/>
                  </a:lnTo>
                  <a:lnTo>
                    <a:pt x="3119032" y="595066"/>
                  </a:lnTo>
                  <a:lnTo>
                    <a:pt x="3119693" y="604083"/>
                  </a:lnTo>
                  <a:lnTo>
                    <a:pt x="3120353" y="606026"/>
                  </a:lnTo>
                  <a:lnTo>
                    <a:pt x="3121014" y="611526"/>
                  </a:lnTo>
                  <a:lnTo>
                    <a:pt x="3121674" y="628659"/>
                  </a:lnTo>
                  <a:lnTo>
                    <a:pt x="3122335" y="630816"/>
                  </a:lnTo>
                  <a:lnTo>
                    <a:pt x="3122995" y="620909"/>
                  </a:lnTo>
                  <a:lnTo>
                    <a:pt x="3123656" y="598794"/>
                  </a:lnTo>
                  <a:lnTo>
                    <a:pt x="3124316" y="605876"/>
                  </a:lnTo>
                  <a:lnTo>
                    <a:pt x="3124977" y="605050"/>
                  </a:lnTo>
                  <a:lnTo>
                    <a:pt x="3125637" y="603949"/>
                  </a:lnTo>
                  <a:lnTo>
                    <a:pt x="3126298" y="611212"/>
                  </a:lnTo>
                  <a:lnTo>
                    <a:pt x="3126958" y="602022"/>
                  </a:lnTo>
                  <a:lnTo>
                    <a:pt x="3127619" y="588978"/>
                  </a:lnTo>
                  <a:lnTo>
                    <a:pt x="3128280" y="573583"/>
                  </a:lnTo>
                  <a:lnTo>
                    <a:pt x="3128940" y="571683"/>
                  </a:lnTo>
                  <a:lnTo>
                    <a:pt x="3129601" y="577384"/>
                  </a:lnTo>
                  <a:lnTo>
                    <a:pt x="3130261" y="574337"/>
                  </a:lnTo>
                  <a:lnTo>
                    <a:pt x="3130922" y="570536"/>
                  </a:lnTo>
                  <a:lnTo>
                    <a:pt x="3131582" y="558675"/>
                  </a:lnTo>
                  <a:lnTo>
                    <a:pt x="3132243" y="549371"/>
                  </a:lnTo>
                  <a:lnTo>
                    <a:pt x="3132903" y="553762"/>
                  </a:lnTo>
                  <a:lnTo>
                    <a:pt x="3133564" y="559850"/>
                  </a:lnTo>
                  <a:lnTo>
                    <a:pt x="3134224" y="578663"/>
                  </a:lnTo>
                  <a:lnTo>
                    <a:pt x="3134885" y="580039"/>
                  </a:lnTo>
                  <a:lnTo>
                    <a:pt x="3135545" y="586906"/>
                  </a:lnTo>
                  <a:lnTo>
                    <a:pt x="3136206" y="607505"/>
                  </a:lnTo>
                  <a:lnTo>
                    <a:pt x="3136866" y="584533"/>
                  </a:lnTo>
                  <a:lnTo>
                    <a:pt x="3137527" y="563120"/>
                  </a:lnTo>
                  <a:lnTo>
                    <a:pt x="3138188" y="565761"/>
                  </a:lnTo>
                  <a:lnTo>
                    <a:pt x="3138848" y="558872"/>
                  </a:lnTo>
                  <a:lnTo>
                    <a:pt x="3139509" y="571334"/>
                  </a:lnTo>
                  <a:lnTo>
                    <a:pt x="3140169" y="520505"/>
                  </a:lnTo>
                  <a:lnTo>
                    <a:pt x="3140830" y="519169"/>
                  </a:lnTo>
                  <a:lnTo>
                    <a:pt x="3141490" y="502624"/>
                  </a:lnTo>
                  <a:lnTo>
                    <a:pt x="3142151" y="521026"/>
                  </a:lnTo>
                  <a:lnTo>
                    <a:pt x="3142811" y="533309"/>
                  </a:lnTo>
                  <a:lnTo>
                    <a:pt x="3143472" y="511362"/>
                  </a:lnTo>
                  <a:lnTo>
                    <a:pt x="3144132" y="503097"/>
                  </a:lnTo>
                  <a:lnTo>
                    <a:pt x="3144793" y="487746"/>
                  </a:lnTo>
                  <a:lnTo>
                    <a:pt x="3145453" y="461338"/>
                  </a:lnTo>
                  <a:lnTo>
                    <a:pt x="3146114" y="445761"/>
                  </a:lnTo>
                  <a:lnTo>
                    <a:pt x="3146774" y="395223"/>
                  </a:lnTo>
                  <a:lnTo>
                    <a:pt x="3147435" y="370251"/>
                  </a:lnTo>
                  <a:lnTo>
                    <a:pt x="3148096" y="359659"/>
                  </a:lnTo>
                  <a:lnTo>
                    <a:pt x="3148756" y="332450"/>
                  </a:lnTo>
                  <a:lnTo>
                    <a:pt x="3149417" y="314729"/>
                  </a:lnTo>
                  <a:lnTo>
                    <a:pt x="3150077" y="315288"/>
                  </a:lnTo>
                  <a:lnTo>
                    <a:pt x="3150738" y="320454"/>
                  </a:lnTo>
                  <a:lnTo>
                    <a:pt x="3151398" y="314216"/>
                  </a:lnTo>
                  <a:lnTo>
                    <a:pt x="3152059" y="308684"/>
                  </a:lnTo>
                  <a:lnTo>
                    <a:pt x="3152719" y="332780"/>
                  </a:lnTo>
                  <a:lnTo>
                    <a:pt x="3153380" y="341464"/>
                  </a:lnTo>
                  <a:lnTo>
                    <a:pt x="3154040" y="364961"/>
                  </a:lnTo>
                  <a:lnTo>
                    <a:pt x="3154701" y="417359"/>
                  </a:lnTo>
                  <a:lnTo>
                    <a:pt x="3155361" y="464872"/>
                  </a:lnTo>
                  <a:lnTo>
                    <a:pt x="3156022" y="465769"/>
                  </a:lnTo>
                  <a:lnTo>
                    <a:pt x="3156682" y="490176"/>
                  </a:lnTo>
                  <a:lnTo>
                    <a:pt x="3157343" y="492578"/>
                  </a:lnTo>
                  <a:lnTo>
                    <a:pt x="3158004" y="510158"/>
                  </a:lnTo>
                  <a:lnTo>
                    <a:pt x="3158664" y="505928"/>
                  </a:lnTo>
                  <a:lnTo>
                    <a:pt x="3159325" y="524093"/>
                  </a:lnTo>
                  <a:lnTo>
                    <a:pt x="3159985" y="527553"/>
                  </a:lnTo>
                  <a:lnTo>
                    <a:pt x="3160646" y="529755"/>
                  </a:lnTo>
                  <a:lnTo>
                    <a:pt x="3161306" y="550838"/>
                  </a:lnTo>
                  <a:lnTo>
                    <a:pt x="3161967" y="557351"/>
                  </a:lnTo>
                  <a:lnTo>
                    <a:pt x="3162627" y="555021"/>
                  </a:lnTo>
                  <a:lnTo>
                    <a:pt x="3163288" y="558753"/>
                  </a:lnTo>
                  <a:lnTo>
                    <a:pt x="3163948" y="582146"/>
                  </a:lnTo>
                  <a:lnTo>
                    <a:pt x="3164609" y="603369"/>
                  </a:lnTo>
                  <a:lnTo>
                    <a:pt x="3165269" y="594729"/>
                  </a:lnTo>
                  <a:lnTo>
                    <a:pt x="3165930" y="599875"/>
                  </a:lnTo>
                  <a:lnTo>
                    <a:pt x="3166590" y="577316"/>
                  </a:lnTo>
                  <a:lnTo>
                    <a:pt x="3167251" y="573994"/>
                  </a:lnTo>
                  <a:lnTo>
                    <a:pt x="3167911" y="570373"/>
                  </a:lnTo>
                  <a:lnTo>
                    <a:pt x="3168572" y="572003"/>
                  </a:lnTo>
                  <a:lnTo>
                    <a:pt x="3169233" y="596184"/>
                  </a:lnTo>
                  <a:lnTo>
                    <a:pt x="3169893" y="603346"/>
                  </a:lnTo>
                  <a:lnTo>
                    <a:pt x="3170554" y="610315"/>
                  </a:lnTo>
                  <a:lnTo>
                    <a:pt x="3171214" y="600755"/>
                  </a:lnTo>
                  <a:lnTo>
                    <a:pt x="3171875" y="600654"/>
                  </a:lnTo>
                  <a:lnTo>
                    <a:pt x="3172535" y="605182"/>
                  </a:lnTo>
                  <a:lnTo>
                    <a:pt x="3173196" y="621524"/>
                  </a:lnTo>
                  <a:lnTo>
                    <a:pt x="3173856" y="638501"/>
                  </a:lnTo>
                  <a:lnTo>
                    <a:pt x="3174517" y="622750"/>
                  </a:lnTo>
                  <a:lnTo>
                    <a:pt x="3175177" y="625193"/>
                  </a:lnTo>
                  <a:lnTo>
                    <a:pt x="3175838" y="637796"/>
                  </a:lnTo>
                  <a:lnTo>
                    <a:pt x="3176498" y="644440"/>
                  </a:lnTo>
                  <a:lnTo>
                    <a:pt x="3177159" y="638208"/>
                  </a:lnTo>
                  <a:lnTo>
                    <a:pt x="3177819" y="653334"/>
                  </a:lnTo>
                  <a:lnTo>
                    <a:pt x="3178480" y="641252"/>
                  </a:lnTo>
                  <a:lnTo>
                    <a:pt x="3179141" y="614012"/>
                  </a:lnTo>
                  <a:lnTo>
                    <a:pt x="3179801" y="627721"/>
                  </a:lnTo>
                  <a:lnTo>
                    <a:pt x="3180462" y="624057"/>
                  </a:lnTo>
                  <a:lnTo>
                    <a:pt x="3181122" y="628484"/>
                  </a:lnTo>
                  <a:lnTo>
                    <a:pt x="3181783" y="619624"/>
                  </a:lnTo>
                  <a:lnTo>
                    <a:pt x="3182443" y="621502"/>
                  </a:lnTo>
                  <a:lnTo>
                    <a:pt x="3183104" y="623832"/>
                  </a:lnTo>
                  <a:lnTo>
                    <a:pt x="3183764" y="631409"/>
                  </a:lnTo>
                  <a:lnTo>
                    <a:pt x="3184425" y="645421"/>
                  </a:lnTo>
                  <a:lnTo>
                    <a:pt x="3185085" y="670800"/>
                  </a:lnTo>
                  <a:lnTo>
                    <a:pt x="3185746" y="642186"/>
                  </a:lnTo>
                  <a:lnTo>
                    <a:pt x="3186406" y="617563"/>
                  </a:lnTo>
                  <a:lnTo>
                    <a:pt x="3187067" y="618554"/>
                  </a:lnTo>
                  <a:lnTo>
                    <a:pt x="3187727" y="599707"/>
                  </a:lnTo>
                  <a:lnTo>
                    <a:pt x="3188388" y="605377"/>
                  </a:lnTo>
                  <a:lnTo>
                    <a:pt x="3189049" y="621152"/>
                  </a:lnTo>
                  <a:lnTo>
                    <a:pt x="3189709" y="653667"/>
                  </a:lnTo>
                  <a:lnTo>
                    <a:pt x="3190370" y="681182"/>
                  </a:lnTo>
                  <a:lnTo>
                    <a:pt x="3191030" y="683335"/>
                  </a:lnTo>
                  <a:lnTo>
                    <a:pt x="3191691" y="634492"/>
                  </a:lnTo>
                  <a:lnTo>
                    <a:pt x="3192351" y="620368"/>
                  </a:lnTo>
                  <a:lnTo>
                    <a:pt x="3193012" y="617653"/>
                  </a:lnTo>
                  <a:lnTo>
                    <a:pt x="3193672" y="632685"/>
                  </a:lnTo>
                  <a:lnTo>
                    <a:pt x="3194333" y="642011"/>
                  </a:lnTo>
                  <a:lnTo>
                    <a:pt x="3194993" y="636319"/>
                  </a:lnTo>
                  <a:lnTo>
                    <a:pt x="3195654" y="635966"/>
                  </a:lnTo>
                  <a:lnTo>
                    <a:pt x="3196314" y="657260"/>
                  </a:lnTo>
                  <a:lnTo>
                    <a:pt x="3196975" y="646260"/>
                  </a:lnTo>
                  <a:lnTo>
                    <a:pt x="3197635" y="650664"/>
                  </a:lnTo>
                  <a:lnTo>
                    <a:pt x="3198296" y="647108"/>
                  </a:lnTo>
                  <a:lnTo>
                    <a:pt x="3198956" y="662359"/>
                  </a:lnTo>
                  <a:lnTo>
                    <a:pt x="3199617" y="663922"/>
                  </a:lnTo>
                  <a:lnTo>
                    <a:pt x="3200278" y="672097"/>
                  </a:lnTo>
                  <a:lnTo>
                    <a:pt x="3200938" y="654636"/>
                  </a:lnTo>
                  <a:lnTo>
                    <a:pt x="3201599" y="672379"/>
                  </a:lnTo>
                  <a:lnTo>
                    <a:pt x="3202259" y="672485"/>
                  </a:lnTo>
                  <a:lnTo>
                    <a:pt x="3202920" y="653562"/>
                  </a:lnTo>
                  <a:lnTo>
                    <a:pt x="3203580" y="648599"/>
                  </a:lnTo>
                  <a:lnTo>
                    <a:pt x="3204241" y="669584"/>
                  </a:lnTo>
                  <a:lnTo>
                    <a:pt x="3204901" y="673783"/>
                  </a:lnTo>
                  <a:lnTo>
                    <a:pt x="3205562" y="638261"/>
                  </a:lnTo>
                  <a:lnTo>
                    <a:pt x="3206222" y="612968"/>
                  </a:lnTo>
                  <a:lnTo>
                    <a:pt x="3206883" y="594849"/>
                  </a:lnTo>
                  <a:lnTo>
                    <a:pt x="3207543" y="594849"/>
                  </a:lnTo>
                  <a:lnTo>
                    <a:pt x="3208204" y="624275"/>
                  </a:lnTo>
                  <a:lnTo>
                    <a:pt x="3208864" y="641269"/>
                  </a:lnTo>
                  <a:lnTo>
                    <a:pt x="3209525" y="634776"/>
                  </a:lnTo>
                  <a:lnTo>
                    <a:pt x="3210186" y="629580"/>
                  </a:lnTo>
                  <a:lnTo>
                    <a:pt x="3210846" y="623460"/>
                  </a:lnTo>
                  <a:lnTo>
                    <a:pt x="3211507" y="633823"/>
                  </a:lnTo>
                  <a:lnTo>
                    <a:pt x="3212167" y="636407"/>
                  </a:lnTo>
                  <a:lnTo>
                    <a:pt x="3212828" y="645512"/>
                  </a:lnTo>
                  <a:lnTo>
                    <a:pt x="3213488" y="633247"/>
                  </a:lnTo>
                  <a:lnTo>
                    <a:pt x="3214149" y="603946"/>
                  </a:lnTo>
                  <a:lnTo>
                    <a:pt x="3214809" y="603946"/>
                  </a:lnTo>
                  <a:lnTo>
                    <a:pt x="3215470" y="632469"/>
                  </a:lnTo>
                  <a:lnTo>
                    <a:pt x="3216130" y="663000"/>
                  </a:lnTo>
                  <a:lnTo>
                    <a:pt x="3216791" y="649639"/>
                  </a:lnTo>
                  <a:lnTo>
                    <a:pt x="3217451" y="641029"/>
                  </a:lnTo>
                  <a:lnTo>
                    <a:pt x="3218112" y="637779"/>
                  </a:lnTo>
                  <a:lnTo>
                    <a:pt x="3218772" y="615644"/>
                  </a:lnTo>
                  <a:lnTo>
                    <a:pt x="3219433" y="611315"/>
                  </a:lnTo>
                  <a:lnTo>
                    <a:pt x="3220094" y="624284"/>
                  </a:lnTo>
                  <a:lnTo>
                    <a:pt x="3220754" y="646712"/>
                  </a:lnTo>
                  <a:lnTo>
                    <a:pt x="3221415" y="637634"/>
                  </a:lnTo>
                  <a:lnTo>
                    <a:pt x="3222075" y="646547"/>
                  </a:lnTo>
                  <a:lnTo>
                    <a:pt x="3222736" y="651952"/>
                  </a:lnTo>
                  <a:lnTo>
                    <a:pt x="3223396" y="652652"/>
                  </a:lnTo>
                  <a:lnTo>
                    <a:pt x="3224057" y="614908"/>
                  </a:lnTo>
                  <a:lnTo>
                    <a:pt x="3224717" y="596922"/>
                  </a:lnTo>
                  <a:lnTo>
                    <a:pt x="3225378" y="633815"/>
                  </a:lnTo>
                  <a:lnTo>
                    <a:pt x="3226038" y="631902"/>
                  </a:lnTo>
                  <a:lnTo>
                    <a:pt x="3226699" y="639417"/>
                  </a:lnTo>
                  <a:lnTo>
                    <a:pt x="3227359" y="646717"/>
                  </a:lnTo>
                  <a:lnTo>
                    <a:pt x="3228020" y="648277"/>
                  </a:lnTo>
                  <a:lnTo>
                    <a:pt x="3228680" y="654849"/>
                  </a:lnTo>
                  <a:lnTo>
                    <a:pt x="3229341" y="648277"/>
                  </a:lnTo>
                  <a:lnTo>
                    <a:pt x="3230002" y="634369"/>
                  </a:lnTo>
                  <a:lnTo>
                    <a:pt x="3230662" y="615530"/>
                  </a:lnTo>
                  <a:lnTo>
                    <a:pt x="3231323" y="586767"/>
                  </a:lnTo>
                  <a:lnTo>
                    <a:pt x="3231983" y="592512"/>
                  </a:lnTo>
                  <a:lnTo>
                    <a:pt x="3232644" y="639225"/>
                  </a:lnTo>
                  <a:lnTo>
                    <a:pt x="3233304" y="665105"/>
                  </a:lnTo>
                  <a:lnTo>
                    <a:pt x="3233965" y="639446"/>
                  </a:lnTo>
                  <a:lnTo>
                    <a:pt x="3234625" y="608419"/>
                  </a:lnTo>
                  <a:lnTo>
                    <a:pt x="3235286" y="621616"/>
                  </a:lnTo>
                  <a:lnTo>
                    <a:pt x="3235946" y="665557"/>
                  </a:lnTo>
                  <a:lnTo>
                    <a:pt x="3236607" y="673193"/>
                  </a:lnTo>
                  <a:lnTo>
                    <a:pt x="3237267" y="644101"/>
                  </a:lnTo>
                  <a:lnTo>
                    <a:pt x="3237928" y="645448"/>
                  </a:lnTo>
                  <a:lnTo>
                    <a:pt x="3238588" y="669084"/>
                  </a:lnTo>
                  <a:lnTo>
                    <a:pt x="3239249" y="669084"/>
                  </a:lnTo>
                  <a:lnTo>
                    <a:pt x="3239909" y="652524"/>
                  </a:lnTo>
                  <a:lnTo>
                    <a:pt x="3240570" y="642485"/>
                  </a:lnTo>
                  <a:lnTo>
                    <a:pt x="3241231" y="642485"/>
                  </a:lnTo>
                  <a:lnTo>
                    <a:pt x="3241891" y="634201"/>
                  </a:lnTo>
                  <a:lnTo>
                    <a:pt x="3242552" y="630122"/>
                  </a:lnTo>
                  <a:lnTo>
                    <a:pt x="3243212" y="629327"/>
                  </a:lnTo>
                  <a:lnTo>
                    <a:pt x="3243873" y="625718"/>
                  </a:lnTo>
                  <a:lnTo>
                    <a:pt x="3244533" y="619987"/>
                  </a:lnTo>
                  <a:lnTo>
                    <a:pt x="3245194" y="604729"/>
                  </a:lnTo>
                  <a:lnTo>
                    <a:pt x="3245854" y="611749"/>
                  </a:lnTo>
                  <a:lnTo>
                    <a:pt x="3246515" y="599223"/>
                  </a:lnTo>
                  <a:lnTo>
                    <a:pt x="3247175" y="560431"/>
                  </a:lnTo>
                  <a:lnTo>
                    <a:pt x="3247836" y="565461"/>
                  </a:lnTo>
                  <a:lnTo>
                    <a:pt x="3248496" y="552264"/>
                  </a:lnTo>
                  <a:lnTo>
                    <a:pt x="3249157" y="551233"/>
                  </a:lnTo>
                  <a:lnTo>
                    <a:pt x="3249817" y="548773"/>
                  </a:lnTo>
                  <a:lnTo>
                    <a:pt x="3250478" y="545666"/>
                  </a:lnTo>
                  <a:lnTo>
                    <a:pt x="3251139" y="549284"/>
                  </a:lnTo>
                  <a:lnTo>
                    <a:pt x="3251799" y="524551"/>
                  </a:lnTo>
                  <a:lnTo>
                    <a:pt x="3252460" y="494586"/>
                  </a:lnTo>
                  <a:lnTo>
                    <a:pt x="3253120" y="494586"/>
                  </a:lnTo>
                  <a:lnTo>
                    <a:pt x="3253781" y="533319"/>
                  </a:lnTo>
                  <a:lnTo>
                    <a:pt x="3254441" y="590190"/>
                  </a:lnTo>
                  <a:lnTo>
                    <a:pt x="3255102" y="608310"/>
                  </a:lnTo>
                  <a:lnTo>
                    <a:pt x="3255762" y="597630"/>
                  </a:lnTo>
                  <a:lnTo>
                    <a:pt x="3256423" y="616149"/>
                  </a:lnTo>
                  <a:lnTo>
                    <a:pt x="3257083" y="619198"/>
                  </a:lnTo>
                  <a:lnTo>
                    <a:pt x="3257744" y="625795"/>
                  </a:lnTo>
                  <a:lnTo>
                    <a:pt x="3258404" y="635554"/>
                  </a:lnTo>
                  <a:lnTo>
                    <a:pt x="3259065" y="622039"/>
                  </a:lnTo>
                  <a:lnTo>
                    <a:pt x="3259725" y="625234"/>
                  </a:lnTo>
                  <a:lnTo>
                    <a:pt x="3260386" y="663232"/>
                  </a:lnTo>
                  <a:lnTo>
                    <a:pt x="3261047" y="678974"/>
                  </a:lnTo>
                  <a:lnTo>
                    <a:pt x="3261707" y="654050"/>
                  </a:lnTo>
                  <a:lnTo>
                    <a:pt x="3262368" y="662659"/>
                  </a:lnTo>
                  <a:lnTo>
                    <a:pt x="3263028" y="637080"/>
                  </a:lnTo>
                  <a:lnTo>
                    <a:pt x="3263689" y="630511"/>
                  </a:lnTo>
                  <a:lnTo>
                    <a:pt x="3264349" y="616826"/>
                  </a:lnTo>
                  <a:lnTo>
                    <a:pt x="3265010" y="616279"/>
                  </a:lnTo>
                  <a:lnTo>
                    <a:pt x="3265670" y="646604"/>
                  </a:lnTo>
                  <a:lnTo>
                    <a:pt x="3266331" y="668860"/>
                  </a:lnTo>
                  <a:lnTo>
                    <a:pt x="3266991" y="650433"/>
                  </a:lnTo>
                  <a:lnTo>
                    <a:pt x="3267652" y="647915"/>
                  </a:lnTo>
                  <a:lnTo>
                    <a:pt x="3268312" y="633111"/>
                  </a:lnTo>
                  <a:lnTo>
                    <a:pt x="3268973" y="614557"/>
                  </a:lnTo>
                  <a:lnTo>
                    <a:pt x="3269633" y="614557"/>
                  </a:lnTo>
                  <a:lnTo>
                    <a:pt x="3270294" y="627737"/>
                  </a:lnTo>
                  <a:lnTo>
                    <a:pt x="3270954" y="627737"/>
                  </a:lnTo>
                  <a:lnTo>
                    <a:pt x="3271615" y="627737"/>
                  </a:lnTo>
                  <a:lnTo>
                    <a:pt x="3272276" y="619098"/>
                  </a:lnTo>
                  <a:lnTo>
                    <a:pt x="3272936" y="602394"/>
                  </a:lnTo>
                  <a:lnTo>
                    <a:pt x="3273597" y="598202"/>
                  </a:lnTo>
                  <a:lnTo>
                    <a:pt x="3274257" y="584952"/>
                  </a:lnTo>
                  <a:lnTo>
                    <a:pt x="3274918" y="590068"/>
                  </a:lnTo>
                  <a:lnTo>
                    <a:pt x="3275578" y="584804"/>
                  </a:lnTo>
                  <a:lnTo>
                    <a:pt x="3276239" y="607542"/>
                  </a:lnTo>
                  <a:lnTo>
                    <a:pt x="3276899" y="625877"/>
                  </a:lnTo>
                  <a:lnTo>
                    <a:pt x="3277560" y="610371"/>
                  </a:lnTo>
                  <a:lnTo>
                    <a:pt x="3278220" y="597671"/>
                  </a:lnTo>
                  <a:lnTo>
                    <a:pt x="3278881" y="625228"/>
                  </a:lnTo>
                  <a:lnTo>
                    <a:pt x="3279541" y="633931"/>
                  </a:lnTo>
                  <a:lnTo>
                    <a:pt x="3280202" y="624437"/>
                  </a:lnTo>
                  <a:lnTo>
                    <a:pt x="3280862" y="606292"/>
                  </a:lnTo>
                  <a:lnTo>
                    <a:pt x="3281523" y="595209"/>
                  </a:lnTo>
                  <a:lnTo>
                    <a:pt x="3282184" y="609943"/>
                  </a:lnTo>
                  <a:lnTo>
                    <a:pt x="3282844" y="601549"/>
                  </a:lnTo>
                  <a:lnTo>
                    <a:pt x="3283505" y="586261"/>
                  </a:lnTo>
                  <a:lnTo>
                    <a:pt x="3284165" y="590428"/>
                  </a:lnTo>
                  <a:lnTo>
                    <a:pt x="3284826" y="616369"/>
                  </a:lnTo>
                  <a:lnTo>
                    <a:pt x="3285486" y="626148"/>
                  </a:lnTo>
                  <a:lnTo>
                    <a:pt x="3286147" y="593492"/>
                  </a:lnTo>
                  <a:lnTo>
                    <a:pt x="3286807" y="586261"/>
                  </a:lnTo>
                  <a:lnTo>
                    <a:pt x="3287468" y="590428"/>
                  </a:lnTo>
                  <a:lnTo>
                    <a:pt x="3288128" y="593492"/>
                  </a:lnTo>
                  <a:lnTo>
                    <a:pt x="3288789" y="610671"/>
                  </a:lnTo>
                  <a:lnTo>
                    <a:pt x="3289449" y="610829"/>
                  </a:lnTo>
                  <a:lnTo>
                    <a:pt x="3290110" y="622259"/>
                  </a:lnTo>
                  <a:lnTo>
                    <a:pt x="3290770" y="635463"/>
                  </a:lnTo>
                  <a:lnTo>
                    <a:pt x="3291431" y="623879"/>
                  </a:lnTo>
                  <a:lnTo>
                    <a:pt x="3292092" y="620392"/>
                  </a:lnTo>
                  <a:lnTo>
                    <a:pt x="3292752" y="626512"/>
                  </a:lnTo>
                  <a:lnTo>
                    <a:pt x="3293413" y="609942"/>
                  </a:lnTo>
                  <a:lnTo>
                    <a:pt x="3294073" y="605106"/>
                  </a:lnTo>
                  <a:lnTo>
                    <a:pt x="3294734" y="626450"/>
                  </a:lnTo>
                  <a:lnTo>
                    <a:pt x="3295394" y="632818"/>
                  </a:lnTo>
                  <a:lnTo>
                    <a:pt x="3296055" y="628519"/>
                  </a:lnTo>
                  <a:lnTo>
                    <a:pt x="3296715" y="604452"/>
                  </a:lnTo>
                  <a:lnTo>
                    <a:pt x="3297376" y="604241"/>
                  </a:lnTo>
                  <a:lnTo>
                    <a:pt x="3298036" y="608877"/>
                  </a:lnTo>
                  <a:lnTo>
                    <a:pt x="3298697" y="604834"/>
                  </a:lnTo>
                  <a:lnTo>
                    <a:pt x="3299357" y="612699"/>
                  </a:lnTo>
                  <a:lnTo>
                    <a:pt x="3300018" y="633194"/>
                  </a:lnTo>
                  <a:lnTo>
                    <a:pt x="3300678" y="646650"/>
                  </a:lnTo>
                  <a:lnTo>
                    <a:pt x="3301339" y="646367"/>
                  </a:lnTo>
                  <a:lnTo>
                    <a:pt x="3302000" y="629791"/>
                  </a:lnTo>
                  <a:lnTo>
                    <a:pt x="3302660" y="629642"/>
                  </a:lnTo>
                  <a:lnTo>
                    <a:pt x="3303321" y="641492"/>
                  </a:lnTo>
                  <a:lnTo>
                    <a:pt x="3303981" y="669803"/>
                  </a:lnTo>
                  <a:lnTo>
                    <a:pt x="3304642" y="667177"/>
                  </a:lnTo>
                  <a:lnTo>
                    <a:pt x="3305302" y="654791"/>
                  </a:lnTo>
                  <a:lnTo>
                    <a:pt x="3305963" y="629416"/>
                  </a:lnTo>
                  <a:lnTo>
                    <a:pt x="3306623" y="626912"/>
                  </a:lnTo>
                  <a:lnTo>
                    <a:pt x="3307284" y="626394"/>
                  </a:lnTo>
                  <a:lnTo>
                    <a:pt x="3307944" y="619275"/>
                  </a:lnTo>
                  <a:lnTo>
                    <a:pt x="3308605" y="624700"/>
                  </a:lnTo>
                  <a:lnTo>
                    <a:pt x="3309265" y="619466"/>
                  </a:lnTo>
                  <a:lnTo>
                    <a:pt x="3309926" y="586728"/>
                  </a:lnTo>
                  <a:lnTo>
                    <a:pt x="3310586" y="568439"/>
                  </a:lnTo>
                  <a:lnTo>
                    <a:pt x="3311247" y="601640"/>
                  </a:lnTo>
                  <a:lnTo>
                    <a:pt x="3311907" y="606926"/>
                  </a:lnTo>
                  <a:lnTo>
                    <a:pt x="3312568" y="601200"/>
                  </a:lnTo>
                  <a:lnTo>
                    <a:pt x="3313229" y="576593"/>
                  </a:lnTo>
                  <a:lnTo>
                    <a:pt x="3313889" y="520510"/>
                  </a:lnTo>
                  <a:lnTo>
                    <a:pt x="3314550" y="517071"/>
                  </a:lnTo>
                  <a:lnTo>
                    <a:pt x="3315210" y="539922"/>
                  </a:lnTo>
                  <a:lnTo>
                    <a:pt x="3315871" y="586252"/>
                  </a:lnTo>
                  <a:lnTo>
                    <a:pt x="3316531" y="585560"/>
                  </a:lnTo>
                  <a:lnTo>
                    <a:pt x="3317192" y="576370"/>
                  </a:lnTo>
                  <a:lnTo>
                    <a:pt x="3317852" y="579155"/>
                  </a:lnTo>
                  <a:lnTo>
                    <a:pt x="3318513" y="593911"/>
                  </a:lnTo>
                  <a:lnTo>
                    <a:pt x="3319173" y="564432"/>
                  </a:lnTo>
                  <a:lnTo>
                    <a:pt x="3319834" y="582416"/>
                  </a:lnTo>
                  <a:lnTo>
                    <a:pt x="3320494" y="607178"/>
                  </a:lnTo>
                  <a:lnTo>
                    <a:pt x="3321155" y="588877"/>
                  </a:lnTo>
                  <a:lnTo>
                    <a:pt x="3321815" y="586145"/>
                  </a:lnTo>
                  <a:lnTo>
                    <a:pt x="3322476" y="542865"/>
                  </a:lnTo>
                  <a:lnTo>
                    <a:pt x="3323137" y="529759"/>
                  </a:lnTo>
                  <a:lnTo>
                    <a:pt x="3323797" y="540221"/>
                  </a:lnTo>
                  <a:lnTo>
                    <a:pt x="3324458" y="553097"/>
                  </a:lnTo>
                  <a:lnTo>
                    <a:pt x="3325118" y="557205"/>
                  </a:lnTo>
                  <a:lnTo>
                    <a:pt x="3325779" y="572198"/>
                  </a:lnTo>
                  <a:lnTo>
                    <a:pt x="3326439" y="570097"/>
                  </a:lnTo>
                  <a:lnTo>
                    <a:pt x="3327100" y="552745"/>
                  </a:lnTo>
                  <a:lnTo>
                    <a:pt x="3327760" y="553095"/>
                  </a:lnTo>
                  <a:lnTo>
                    <a:pt x="3328421" y="548387"/>
                  </a:lnTo>
                  <a:lnTo>
                    <a:pt x="3329081" y="544896"/>
                  </a:lnTo>
                  <a:lnTo>
                    <a:pt x="3329742" y="557679"/>
                  </a:lnTo>
                  <a:lnTo>
                    <a:pt x="3330402" y="563500"/>
                  </a:lnTo>
                  <a:lnTo>
                    <a:pt x="3331063" y="557824"/>
                  </a:lnTo>
                  <a:lnTo>
                    <a:pt x="3331723" y="552475"/>
                  </a:lnTo>
                  <a:lnTo>
                    <a:pt x="3332384" y="554877"/>
                  </a:lnTo>
                  <a:lnTo>
                    <a:pt x="3333045" y="559219"/>
                  </a:lnTo>
                  <a:lnTo>
                    <a:pt x="3333705" y="565298"/>
                  </a:lnTo>
                  <a:lnTo>
                    <a:pt x="3334366" y="571568"/>
                  </a:lnTo>
                  <a:lnTo>
                    <a:pt x="3335026" y="554714"/>
                  </a:lnTo>
                  <a:lnTo>
                    <a:pt x="3335687" y="556670"/>
                  </a:lnTo>
                  <a:lnTo>
                    <a:pt x="3336347" y="560889"/>
                  </a:lnTo>
                  <a:lnTo>
                    <a:pt x="3337008" y="551068"/>
                  </a:lnTo>
                  <a:lnTo>
                    <a:pt x="3337668" y="541867"/>
                  </a:lnTo>
                  <a:lnTo>
                    <a:pt x="3338329" y="546291"/>
                  </a:lnTo>
                  <a:lnTo>
                    <a:pt x="3338989" y="539790"/>
                  </a:lnTo>
                  <a:lnTo>
                    <a:pt x="3339650" y="512006"/>
                  </a:lnTo>
                  <a:lnTo>
                    <a:pt x="3340310" y="495038"/>
                  </a:lnTo>
                  <a:lnTo>
                    <a:pt x="3340971" y="421315"/>
                  </a:lnTo>
                  <a:lnTo>
                    <a:pt x="3341631" y="386169"/>
                  </a:lnTo>
                  <a:lnTo>
                    <a:pt x="3342292" y="347438"/>
                  </a:lnTo>
                  <a:lnTo>
                    <a:pt x="3342952" y="295766"/>
                  </a:lnTo>
                  <a:lnTo>
                    <a:pt x="3343613" y="281957"/>
                  </a:lnTo>
                  <a:lnTo>
                    <a:pt x="3344274" y="273687"/>
                  </a:lnTo>
                  <a:lnTo>
                    <a:pt x="3344934" y="237008"/>
                  </a:lnTo>
                  <a:lnTo>
                    <a:pt x="3345595" y="217247"/>
                  </a:lnTo>
                  <a:lnTo>
                    <a:pt x="3346255" y="211618"/>
                  </a:lnTo>
                  <a:lnTo>
                    <a:pt x="3346916" y="217710"/>
                  </a:lnTo>
                  <a:lnTo>
                    <a:pt x="3347576" y="213822"/>
                  </a:lnTo>
                  <a:lnTo>
                    <a:pt x="3348237" y="201482"/>
                  </a:lnTo>
                  <a:lnTo>
                    <a:pt x="3348897" y="200367"/>
                  </a:lnTo>
                  <a:lnTo>
                    <a:pt x="3349558" y="220213"/>
                  </a:lnTo>
                  <a:lnTo>
                    <a:pt x="3350218" y="232845"/>
                  </a:lnTo>
                  <a:lnTo>
                    <a:pt x="3350879" y="241863"/>
                  </a:lnTo>
                  <a:lnTo>
                    <a:pt x="3351539" y="267659"/>
                  </a:lnTo>
                  <a:lnTo>
                    <a:pt x="3352200" y="322366"/>
                  </a:lnTo>
                  <a:lnTo>
                    <a:pt x="3352860" y="302962"/>
                  </a:lnTo>
                  <a:lnTo>
                    <a:pt x="3353521" y="317783"/>
                  </a:lnTo>
                  <a:lnTo>
                    <a:pt x="3354182" y="361014"/>
                  </a:lnTo>
                  <a:lnTo>
                    <a:pt x="3354842" y="397646"/>
                  </a:lnTo>
                  <a:lnTo>
                    <a:pt x="3355503" y="423338"/>
                  </a:lnTo>
                  <a:lnTo>
                    <a:pt x="3356163" y="424961"/>
                  </a:lnTo>
                  <a:lnTo>
                    <a:pt x="3356824" y="455264"/>
                  </a:lnTo>
                  <a:lnTo>
                    <a:pt x="3357484" y="457860"/>
                  </a:lnTo>
                  <a:lnTo>
                    <a:pt x="3358145" y="460621"/>
                  </a:lnTo>
                  <a:lnTo>
                    <a:pt x="3358805" y="482995"/>
                  </a:lnTo>
                  <a:lnTo>
                    <a:pt x="3359466" y="491459"/>
                  </a:lnTo>
                  <a:lnTo>
                    <a:pt x="3360126" y="521516"/>
                  </a:lnTo>
                  <a:lnTo>
                    <a:pt x="3360787" y="534326"/>
                  </a:lnTo>
                  <a:lnTo>
                    <a:pt x="3361447" y="530690"/>
                  </a:lnTo>
                  <a:lnTo>
                    <a:pt x="3362108" y="519596"/>
                  </a:lnTo>
                  <a:lnTo>
                    <a:pt x="3362768" y="530690"/>
                  </a:lnTo>
                  <a:lnTo>
                    <a:pt x="3363429" y="579713"/>
                  </a:lnTo>
                  <a:lnTo>
                    <a:pt x="3364090" y="544387"/>
                  </a:lnTo>
                  <a:lnTo>
                    <a:pt x="3364750" y="598063"/>
                  </a:lnTo>
                  <a:lnTo>
                    <a:pt x="3365411" y="571375"/>
                  </a:lnTo>
                  <a:lnTo>
                    <a:pt x="3366071" y="554942"/>
                  </a:lnTo>
                  <a:lnTo>
                    <a:pt x="3366732" y="550085"/>
                  </a:lnTo>
                  <a:lnTo>
                    <a:pt x="3367392" y="558175"/>
                  </a:lnTo>
                  <a:lnTo>
                    <a:pt x="3368053" y="579261"/>
                  </a:lnTo>
                  <a:lnTo>
                    <a:pt x="3368713" y="593964"/>
                  </a:lnTo>
                  <a:lnTo>
                    <a:pt x="3369374" y="614823"/>
                  </a:lnTo>
                  <a:lnTo>
                    <a:pt x="3370034" y="623219"/>
                  </a:lnTo>
                  <a:lnTo>
                    <a:pt x="3370695" y="605135"/>
                  </a:lnTo>
                  <a:lnTo>
                    <a:pt x="3371355" y="587091"/>
                  </a:lnTo>
                  <a:lnTo>
                    <a:pt x="3372016" y="595076"/>
                  </a:lnTo>
                  <a:lnTo>
                    <a:pt x="3372676" y="627823"/>
                  </a:lnTo>
                  <a:lnTo>
                    <a:pt x="3373337" y="637537"/>
                  </a:lnTo>
                  <a:lnTo>
                    <a:pt x="3373997" y="613842"/>
                  </a:lnTo>
                  <a:lnTo>
                    <a:pt x="3374658" y="588658"/>
                  </a:lnTo>
                  <a:lnTo>
                    <a:pt x="3375319" y="592043"/>
                  </a:lnTo>
                  <a:lnTo>
                    <a:pt x="3375979" y="619154"/>
                  </a:lnTo>
                  <a:lnTo>
                    <a:pt x="3376640" y="646600"/>
                  </a:lnTo>
                  <a:lnTo>
                    <a:pt x="3377300" y="640272"/>
                  </a:lnTo>
                  <a:lnTo>
                    <a:pt x="3377961" y="656508"/>
                  </a:lnTo>
                  <a:lnTo>
                    <a:pt x="3378621" y="667507"/>
                  </a:lnTo>
                  <a:lnTo>
                    <a:pt x="3379282" y="670520"/>
                  </a:lnTo>
                  <a:lnTo>
                    <a:pt x="3379942" y="646473"/>
                  </a:lnTo>
                  <a:lnTo>
                    <a:pt x="3380603" y="655875"/>
                  </a:lnTo>
                  <a:lnTo>
                    <a:pt x="3381263" y="629995"/>
                  </a:lnTo>
                  <a:lnTo>
                    <a:pt x="3381924" y="621291"/>
                  </a:lnTo>
                  <a:lnTo>
                    <a:pt x="3382584" y="627411"/>
                  </a:lnTo>
                  <a:lnTo>
                    <a:pt x="3383245" y="629995"/>
                  </a:lnTo>
                  <a:lnTo>
                    <a:pt x="3383905" y="642148"/>
                  </a:lnTo>
                  <a:lnTo>
                    <a:pt x="3384566" y="658894"/>
                  </a:lnTo>
                  <a:lnTo>
                    <a:pt x="3385227" y="638032"/>
                  </a:lnTo>
                  <a:lnTo>
                    <a:pt x="3385887" y="634223"/>
                  </a:lnTo>
                  <a:lnTo>
                    <a:pt x="3386548" y="637161"/>
                  </a:lnTo>
                  <a:lnTo>
                    <a:pt x="3387208" y="672451"/>
                  </a:lnTo>
                  <a:lnTo>
                    <a:pt x="3387869" y="674943"/>
                  </a:lnTo>
                  <a:lnTo>
                    <a:pt x="3388529" y="650542"/>
                  </a:lnTo>
                  <a:lnTo>
                    <a:pt x="3389190" y="618444"/>
                  </a:lnTo>
                  <a:lnTo>
                    <a:pt x="3389850" y="623257"/>
                  </a:lnTo>
                  <a:lnTo>
                    <a:pt x="3390511" y="638307"/>
                  </a:lnTo>
                  <a:lnTo>
                    <a:pt x="3391171" y="634470"/>
                  </a:lnTo>
                  <a:lnTo>
                    <a:pt x="3391832" y="633046"/>
                  </a:lnTo>
                  <a:lnTo>
                    <a:pt x="3392492" y="629633"/>
                  </a:lnTo>
                  <a:lnTo>
                    <a:pt x="3393153" y="626925"/>
                  </a:lnTo>
                  <a:lnTo>
                    <a:pt x="3393813" y="632078"/>
                  </a:lnTo>
                  <a:lnTo>
                    <a:pt x="3394474" y="637324"/>
                  </a:lnTo>
                  <a:lnTo>
                    <a:pt x="3395135" y="622841"/>
                  </a:lnTo>
                  <a:lnTo>
                    <a:pt x="3395795" y="594989"/>
                  </a:lnTo>
                  <a:lnTo>
                    <a:pt x="3396456" y="583327"/>
                  </a:lnTo>
                  <a:lnTo>
                    <a:pt x="3397116" y="587860"/>
                  </a:lnTo>
                  <a:lnTo>
                    <a:pt x="3397777" y="592856"/>
                  </a:lnTo>
                  <a:lnTo>
                    <a:pt x="3398437" y="603199"/>
                  </a:lnTo>
                  <a:lnTo>
                    <a:pt x="3399098" y="604337"/>
                  </a:lnTo>
                  <a:lnTo>
                    <a:pt x="3399758" y="605916"/>
                  </a:lnTo>
                  <a:lnTo>
                    <a:pt x="3400419" y="595620"/>
                  </a:lnTo>
                  <a:lnTo>
                    <a:pt x="3401079" y="580276"/>
                  </a:lnTo>
                  <a:lnTo>
                    <a:pt x="3401740" y="577273"/>
                  </a:lnTo>
                  <a:lnTo>
                    <a:pt x="3402400" y="570964"/>
                  </a:lnTo>
                  <a:lnTo>
                    <a:pt x="3403061" y="583300"/>
                  </a:lnTo>
                  <a:lnTo>
                    <a:pt x="3403721" y="606559"/>
                  </a:lnTo>
                  <a:lnTo>
                    <a:pt x="3404382" y="622188"/>
                  </a:lnTo>
                  <a:lnTo>
                    <a:pt x="3405043" y="611585"/>
                  </a:lnTo>
                  <a:lnTo>
                    <a:pt x="3405703" y="599837"/>
                  </a:lnTo>
                  <a:lnTo>
                    <a:pt x="3406364" y="581665"/>
                  </a:lnTo>
                  <a:lnTo>
                    <a:pt x="3407024" y="576998"/>
                  </a:lnTo>
                  <a:lnTo>
                    <a:pt x="3407685" y="584913"/>
                  </a:lnTo>
                  <a:lnTo>
                    <a:pt x="3408345" y="546978"/>
                  </a:lnTo>
                  <a:lnTo>
                    <a:pt x="3409006" y="554153"/>
                  </a:lnTo>
                  <a:lnTo>
                    <a:pt x="3409666" y="512923"/>
                  </a:lnTo>
                  <a:lnTo>
                    <a:pt x="3410327" y="469435"/>
                  </a:lnTo>
                  <a:lnTo>
                    <a:pt x="3410987" y="468331"/>
                  </a:lnTo>
                  <a:lnTo>
                    <a:pt x="3411648" y="469435"/>
                  </a:lnTo>
                  <a:lnTo>
                    <a:pt x="3412308" y="530453"/>
                  </a:lnTo>
                  <a:lnTo>
                    <a:pt x="3412969" y="577183"/>
                  </a:lnTo>
                  <a:lnTo>
                    <a:pt x="3413629" y="571734"/>
                  </a:lnTo>
                  <a:lnTo>
                    <a:pt x="3414290" y="563702"/>
                  </a:lnTo>
                  <a:lnTo>
                    <a:pt x="3414950" y="598881"/>
                  </a:lnTo>
                  <a:lnTo>
                    <a:pt x="3415611" y="637603"/>
                  </a:lnTo>
                  <a:lnTo>
                    <a:pt x="3416272" y="624313"/>
                  </a:lnTo>
                  <a:lnTo>
                    <a:pt x="3416932" y="602175"/>
                  </a:lnTo>
                  <a:lnTo>
                    <a:pt x="3417593" y="584454"/>
                  </a:lnTo>
                  <a:lnTo>
                    <a:pt x="3418253" y="608078"/>
                  </a:lnTo>
                  <a:lnTo>
                    <a:pt x="3418914" y="633725"/>
                  </a:lnTo>
                  <a:lnTo>
                    <a:pt x="3419574" y="625018"/>
                  </a:lnTo>
                  <a:lnTo>
                    <a:pt x="3420235" y="611361"/>
                  </a:lnTo>
                  <a:lnTo>
                    <a:pt x="3420895" y="615123"/>
                  </a:lnTo>
                  <a:lnTo>
                    <a:pt x="3421556" y="636637"/>
                  </a:lnTo>
                  <a:lnTo>
                    <a:pt x="3422216" y="636637"/>
                  </a:lnTo>
                  <a:lnTo>
                    <a:pt x="3422877" y="620927"/>
                  </a:lnTo>
                  <a:lnTo>
                    <a:pt x="3423537" y="622635"/>
                  </a:lnTo>
                  <a:lnTo>
                    <a:pt x="3424198" y="636918"/>
                  </a:lnTo>
                  <a:lnTo>
                    <a:pt x="3424858" y="613774"/>
                  </a:lnTo>
                  <a:lnTo>
                    <a:pt x="3425519" y="620939"/>
                  </a:lnTo>
                  <a:lnTo>
                    <a:pt x="3426180" y="630053"/>
                  </a:lnTo>
                  <a:lnTo>
                    <a:pt x="3426840" y="630437"/>
                  </a:lnTo>
                  <a:lnTo>
                    <a:pt x="3427501" y="626376"/>
                  </a:lnTo>
                  <a:lnTo>
                    <a:pt x="3428161" y="594054"/>
                  </a:lnTo>
                  <a:lnTo>
                    <a:pt x="3428822" y="604859"/>
                  </a:lnTo>
                  <a:lnTo>
                    <a:pt x="3429482" y="594468"/>
                  </a:lnTo>
                  <a:lnTo>
                    <a:pt x="3430143" y="597928"/>
                  </a:lnTo>
                  <a:lnTo>
                    <a:pt x="3430803" y="569798"/>
                  </a:lnTo>
                  <a:lnTo>
                    <a:pt x="3431464" y="572748"/>
                  </a:lnTo>
                  <a:lnTo>
                    <a:pt x="3432124" y="571783"/>
                  </a:lnTo>
                  <a:lnTo>
                    <a:pt x="3432785" y="571783"/>
                  </a:lnTo>
                  <a:lnTo>
                    <a:pt x="3433445" y="559522"/>
                  </a:lnTo>
                  <a:lnTo>
                    <a:pt x="3434106" y="540553"/>
                  </a:lnTo>
                  <a:lnTo>
                    <a:pt x="3434766" y="487399"/>
                  </a:lnTo>
                  <a:lnTo>
                    <a:pt x="3435427" y="469637"/>
                  </a:lnTo>
                  <a:lnTo>
                    <a:pt x="3436088" y="429990"/>
                  </a:lnTo>
                  <a:lnTo>
                    <a:pt x="3436748" y="392909"/>
                  </a:lnTo>
                  <a:lnTo>
                    <a:pt x="3437409" y="405500"/>
                  </a:lnTo>
                  <a:lnTo>
                    <a:pt x="3438069" y="374494"/>
                  </a:lnTo>
                  <a:lnTo>
                    <a:pt x="3438730" y="372796"/>
                  </a:lnTo>
                  <a:lnTo>
                    <a:pt x="3439390" y="351408"/>
                  </a:lnTo>
                  <a:lnTo>
                    <a:pt x="3440051" y="393805"/>
                  </a:lnTo>
                  <a:lnTo>
                    <a:pt x="3440711" y="384012"/>
                  </a:lnTo>
                  <a:lnTo>
                    <a:pt x="3441372" y="367410"/>
                  </a:lnTo>
                  <a:lnTo>
                    <a:pt x="3442032" y="375680"/>
                  </a:lnTo>
                  <a:lnTo>
                    <a:pt x="3442693" y="397105"/>
                  </a:lnTo>
                  <a:lnTo>
                    <a:pt x="3443353" y="449490"/>
                  </a:lnTo>
                  <a:lnTo>
                    <a:pt x="3444014" y="477577"/>
                  </a:lnTo>
                  <a:lnTo>
                    <a:pt x="3444674" y="514956"/>
                  </a:lnTo>
                  <a:lnTo>
                    <a:pt x="3445335" y="537261"/>
                  </a:lnTo>
                  <a:lnTo>
                    <a:pt x="3445995" y="518915"/>
                  </a:lnTo>
                  <a:lnTo>
                    <a:pt x="3446656" y="497095"/>
                  </a:lnTo>
                  <a:lnTo>
                    <a:pt x="3447317" y="521723"/>
                  </a:lnTo>
                  <a:lnTo>
                    <a:pt x="3447977" y="539069"/>
                  </a:lnTo>
                  <a:lnTo>
                    <a:pt x="3448638" y="563979"/>
                  </a:lnTo>
                  <a:lnTo>
                    <a:pt x="3449298" y="513492"/>
                  </a:lnTo>
                  <a:lnTo>
                    <a:pt x="3449959" y="538602"/>
                  </a:lnTo>
                  <a:lnTo>
                    <a:pt x="3450619" y="556833"/>
                  </a:lnTo>
                  <a:lnTo>
                    <a:pt x="3451280" y="554464"/>
                  </a:lnTo>
                  <a:lnTo>
                    <a:pt x="3451940" y="588782"/>
                  </a:lnTo>
                  <a:lnTo>
                    <a:pt x="3452601" y="596249"/>
                  </a:lnTo>
                  <a:lnTo>
                    <a:pt x="3453261" y="619309"/>
                  </a:lnTo>
                  <a:lnTo>
                    <a:pt x="3453922" y="599576"/>
                  </a:lnTo>
                  <a:lnTo>
                    <a:pt x="3454582" y="584782"/>
                  </a:lnTo>
                  <a:lnTo>
                    <a:pt x="3455243" y="565558"/>
                  </a:lnTo>
                  <a:lnTo>
                    <a:pt x="3455903" y="555876"/>
                  </a:lnTo>
                  <a:lnTo>
                    <a:pt x="3456564" y="560411"/>
                  </a:lnTo>
                  <a:lnTo>
                    <a:pt x="3457225" y="570192"/>
                  </a:lnTo>
                  <a:lnTo>
                    <a:pt x="3457885" y="576629"/>
                  </a:lnTo>
                  <a:lnTo>
                    <a:pt x="3458546" y="567135"/>
                  </a:lnTo>
                  <a:lnTo>
                    <a:pt x="3459206" y="593414"/>
                  </a:lnTo>
                  <a:lnTo>
                    <a:pt x="3459867" y="602687"/>
                  </a:lnTo>
                  <a:lnTo>
                    <a:pt x="3460527" y="591173"/>
                  </a:lnTo>
                  <a:lnTo>
                    <a:pt x="3461188" y="609796"/>
                  </a:lnTo>
                  <a:lnTo>
                    <a:pt x="3461848" y="609706"/>
                  </a:lnTo>
                  <a:lnTo>
                    <a:pt x="3462509" y="632078"/>
                  </a:lnTo>
                  <a:lnTo>
                    <a:pt x="3463169" y="664570"/>
                  </a:lnTo>
                  <a:lnTo>
                    <a:pt x="3463830" y="660922"/>
                  </a:lnTo>
                  <a:lnTo>
                    <a:pt x="3464490" y="635577"/>
                  </a:lnTo>
                  <a:lnTo>
                    <a:pt x="3465151" y="615823"/>
                  </a:lnTo>
                  <a:lnTo>
                    <a:pt x="3465811" y="613140"/>
                  </a:lnTo>
                  <a:lnTo>
                    <a:pt x="3466472" y="621548"/>
                  </a:lnTo>
                  <a:lnTo>
                    <a:pt x="3467133" y="577369"/>
                  </a:lnTo>
                  <a:lnTo>
                    <a:pt x="3467793" y="555456"/>
                  </a:lnTo>
                  <a:lnTo>
                    <a:pt x="3468454" y="523364"/>
                  </a:lnTo>
                  <a:lnTo>
                    <a:pt x="3469114" y="508996"/>
                  </a:lnTo>
                  <a:lnTo>
                    <a:pt x="3469775" y="566737"/>
                  </a:lnTo>
                  <a:lnTo>
                    <a:pt x="3470435" y="612780"/>
                  </a:lnTo>
                  <a:lnTo>
                    <a:pt x="3471096" y="613089"/>
                  </a:lnTo>
                  <a:lnTo>
                    <a:pt x="3471756" y="612048"/>
                  </a:lnTo>
                  <a:lnTo>
                    <a:pt x="3472417" y="613380"/>
                  </a:lnTo>
                  <a:lnTo>
                    <a:pt x="3473077" y="616938"/>
                  </a:lnTo>
                  <a:lnTo>
                    <a:pt x="3473738" y="640047"/>
                  </a:lnTo>
                  <a:lnTo>
                    <a:pt x="3474398" y="647281"/>
                  </a:lnTo>
                  <a:lnTo>
                    <a:pt x="3475059" y="655490"/>
                  </a:lnTo>
                  <a:lnTo>
                    <a:pt x="3475719" y="612147"/>
                  </a:lnTo>
                  <a:lnTo>
                    <a:pt x="3476380" y="591967"/>
                  </a:lnTo>
                  <a:lnTo>
                    <a:pt x="3477041" y="592823"/>
                  </a:lnTo>
                  <a:lnTo>
                    <a:pt x="3477701" y="591150"/>
                  </a:lnTo>
                  <a:lnTo>
                    <a:pt x="3478362" y="601529"/>
                  </a:lnTo>
                  <a:lnTo>
                    <a:pt x="3479022" y="587983"/>
                  </a:lnTo>
                  <a:lnTo>
                    <a:pt x="3479683" y="615339"/>
                  </a:lnTo>
                  <a:lnTo>
                    <a:pt x="3480343" y="617615"/>
                  </a:lnTo>
                  <a:lnTo>
                    <a:pt x="3481004" y="613629"/>
                  </a:lnTo>
                  <a:lnTo>
                    <a:pt x="3481664" y="595915"/>
                  </a:lnTo>
                  <a:lnTo>
                    <a:pt x="3482325" y="587505"/>
                  </a:lnTo>
                  <a:lnTo>
                    <a:pt x="3482985" y="575095"/>
                  </a:lnTo>
                  <a:lnTo>
                    <a:pt x="3483646" y="569046"/>
                  </a:lnTo>
                  <a:lnTo>
                    <a:pt x="3484306" y="525406"/>
                  </a:lnTo>
                  <a:lnTo>
                    <a:pt x="3484967" y="495449"/>
                  </a:lnTo>
                  <a:lnTo>
                    <a:pt x="3485627" y="489554"/>
                  </a:lnTo>
                  <a:lnTo>
                    <a:pt x="3486288" y="441044"/>
                  </a:lnTo>
                  <a:lnTo>
                    <a:pt x="3486948" y="409281"/>
                  </a:lnTo>
                  <a:lnTo>
                    <a:pt x="3487609" y="387818"/>
                  </a:lnTo>
                  <a:lnTo>
                    <a:pt x="3488270" y="374067"/>
                  </a:lnTo>
                  <a:lnTo>
                    <a:pt x="3488930" y="389567"/>
                  </a:lnTo>
                  <a:lnTo>
                    <a:pt x="3489591" y="399079"/>
                  </a:lnTo>
                  <a:lnTo>
                    <a:pt x="3490251" y="416809"/>
                  </a:lnTo>
                  <a:lnTo>
                    <a:pt x="3490912" y="437181"/>
                  </a:lnTo>
                  <a:lnTo>
                    <a:pt x="3491572" y="462778"/>
                  </a:lnTo>
                  <a:lnTo>
                    <a:pt x="3492233" y="490710"/>
                  </a:lnTo>
                  <a:lnTo>
                    <a:pt x="3492893" y="507964"/>
                  </a:lnTo>
                  <a:lnTo>
                    <a:pt x="3493554" y="552501"/>
                  </a:lnTo>
                  <a:lnTo>
                    <a:pt x="3494214" y="583231"/>
                  </a:lnTo>
                  <a:lnTo>
                    <a:pt x="3494875" y="600034"/>
                  </a:lnTo>
                  <a:lnTo>
                    <a:pt x="3495535" y="576416"/>
                  </a:lnTo>
                  <a:lnTo>
                    <a:pt x="3496196" y="555152"/>
                  </a:lnTo>
                  <a:lnTo>
                    <a:pt x="3496856" y="554737"/>
                  </a:lnTo>
                  <a:lnTo>
                    <a:pt x="3497517" y="561125"/>
                  </a:lnTo>
                  <a:lnTo>
                    <a:pt x="3498178" y="557005"/>
                  </a:lnTo>
                  <a:lnTo>
                    <a:pt x="3498838" y="592490"/>
                  </a:lnTo>
                  <a:lnTo>
                    <a:pt x="3499499" y="575454"/>
                  </a:lnTo>
                  <a:lnTo>
                    <a:pt x="3500159" y="594070"/>
                  </a:lnTo>
                  <a:lnTo>
                    <a:pt x="3500820" y="595077"/>
                  </a:lnTo>
                  <a:lnTo>
                    <a:pt x="3501480" y="589343"/>
                  </a:lnTo>
                  <a:lnTo>
                    <a:pt x="3502141" y="583033"/>
                  </a:lnTo>
                  <a:lnTo>
                    <a:pt x="3502801" y="581535"/>
                  </a:lnTo>
                  <a:lnTo>
                    <a:pt x="3503462" y="588052"/>
                  </a:lnTo>
                  <a:lnTo>
                    <a:pt x="3504122" y="598588"/>
                  </a:lnTo>
                  <a:lnTo>
                    <a:pt x="3504783" y="610667"/>
                  </a:lnTo>
                  <a:lnTo>
                    <a:pt x="3505443" y="592500"/>
                  </a:lnTo>
                  <a:lnTo>
                    <a:pt x="3506104" y="592288"/>
                  </a:lnTo>
                  <a:lnTo>
                    <a:pt x="3506764" y="587225"/>
                  </a:lnTo>
                  <a:lnTo>
                    <a:pt x="3507425" y="594256"/>
                  </a:lnTo>
                  <a:lnTo>
                    <a:pt x="3508086" y="602713"/>
                  </a:lnTo>
                  <a:lnTo>
                    <a:pt x="3508746" y="601609"/>
                  </a:lnTo>
                  <a:lnTo>
                    <a:pt x="3509407" y="609695"/>
                  </a:lnTo>
                  <a:lnTo>
                    <a:pt x="3510067" y="597933"/>
                  </a:lnTo>
                  <a:lnTo>
                    <a:pt x="3510728" y="585238"/>
                  </a:lnTo>
                  <a:lnTo>
                    <a:pt x="3511388" y="595354"/>
                  </a:lnTo>
                  <a:lnTo>
                    <a:pt x="3512049" y="602429"/>
                  </a:lnTo>
                  <a:lnTo>
                    <a:pt x="3512709" y="621932"/>
                  </a:lnTo>
                  <a:lnTo>
                    <a:pt x="3513370" y="610934"/>
                  </a:lnTo>
                  <a:lnTo>
                    <a:pt x="3514030" y="598941"/>
                  </a:lnTo>
                  <a:lnTo>
                    <a:pt x="3514691" y="604486"/>
                  </a:lnTo>
                  <a:lnTo>
                    <a:pt x="3515351" y="613173"/>
                  </a:lnTo>
                  <a:lnTo>
                    <a:pt x="3516012" y="612760"/>
                  </a:lnTo>
                  <a:lnTo>
                    <a:pt x="3516672" y="603966"/>
                  </a:lnTo>
                  <a:lnTo>
                    <a:pt x="3517333" y="630332"/>
                  </a:lnTo>
                  <a:lnTo>
                    <a:pt x="3517993" y="644432"/>
                  </a:lnTo>
                  <a:lnTo>
                    <a:pt x="3518654" y="643009"/>
                  </a:lnTo>
                  <a:lnTo>
                    <a:pt x="3519315" y="640235"/>
                  </a:lnTo>
                  <a:lnTo>
                    <a:pt x="3519975" y="636883"/>
                  </a:lnTo>
                  <a:lnTo>
                    <a:pt x="3520636" y="622136"/>
                  </a:lnTo>
                  <a:lnTo>
                    <a:pt x="3521296" y="609415"/>
                  </a:lnTo>
                  <a:lnTo>
                    <a:pt x="3521957" y="601103"/>
                  </a:lnTo>
                  <a:lnTo>
                    <a:pt x="3522617" y="615116"/>
                  </a:lnTo>
                  <a:lnTo>
                    <a:pt x="3523278" y="635266"/>
                  </a:lnTo>
                  <a:lnTo>
                    <a:pt x="3523938" y="641516"/>
                  </a:lnTo>
                  <a:lnTo>
                    <a:pt x="3524599" y="652526"/>
                  </a:lnTo>
                  <a:lnTo>
                    <a:pt x="3525259" y="686543"/>
                  </a:lnTo>
                  <a:lnTo>
                    <a:pt x="3525920" y="681117"/>
                  </a:lnTo>
                  <a:lnTo>
                    <a:pt x="3526580" y="663674"/>
                  </a:lnTo>
                  <a:lnTo>
                    <a:pt x="3527241" y="653499"/>
                  </a:lnTo>
                  <a:lnTo>
                    <a:pt x="3527901" y="629116"/>
                  </a:lnTo>
                  <a:lnTo>
                    <a:pt x="3528562" y="643370"/>
                  </a:lnTo>
                  <a:lnTo>
                    <a:pt x="3529223" y="641282"/>
                  </a:lnTo>
                  <a:lnTo>
                    <a:pt x="3529883" y="622914"/>
                  </a:lnTo>
                  <a:lnTo>
                    <a:pt x="3530544" y="607900"/>
                  </a:lnTo>
                  <a:lnTo>
                    <a:pt x="3531204" y="614362"/>
                  </a:lnTo>
                  <a:lnTo>
                    <a:pt x="3531865" y="617316"/>
                  </a:lnTo>
                  <a:lnTo>
                    <a:pt x="3532525" y="618996"/>
                  </a:lnTo>
                  <a:lnTo>
                    <a:pt x="3533186" y="611738"/>
                  </a:lnTo>
                  <a:lnTo>
                    <a:pt x="3533846" y="601789"/>
                  </a:lnTo>
                  <a:lnTo>
                    <a:pt x="3534507" y="611738"/>
                  </a:lnTo>
                  <a:lnTo>
                    <a:pt x="3535167" y="621044"/>
                  </a:lnTo>
                  <a:lnTo>
                    <a:pt x="3535828" y="627076"/>
                  </a:lnTo>
                  <a:lnTo>
                    <a:pt x="3536488" y="646388"/>
                  </a:lnTo>
                  <a:lnTo>
                    <a:pt x="3537149" y="672812"/>
                  </a:lnTo>
                  <a:lnTo>
                    <a:pt x="3537809" y="664578"/>
                  </a:lnTo>
                  <a:lnTo>
                    <a:pt x="3538470" y="662701"/>
                  </a:lnTo>
                  <a:lnTo>
                    <a:pt x="3539131" y="664578"/>
                  </a:lnTo>
                  <a:lnTo>
                    <a:pt x="3539791" y="651152"/>
                  </a:lnTo>
                  <a:lnTo>
                    <a:pt x="3540452" y="639496"/>
                  </a:lnTo>
                  <a:lnTo>
                    <a:pt x="3541112" y="619849"/>
                  </a:lnTo>
                  <a:lnTo>
                    <a:pt x="3541773" y="609498"/>
                  </a:lnTo>
                  <a:lnTo>
                    <a:pt x="3542433" y="594784"/>
                  </a:lnTo>
                  <a:lnTo>
                    <a:pt x="3543094" y="591582"/>
                  </a:lnTo>
                  <a:lnTo>
                    <a:pt x="3543754" y="602458"/>
                  </a:lnTo>
                  <a:lnTo>
                    <a:pt x="3544415" y="607425"/>
                  </a:lnTo>
                  <a:lnTo>
                    <a:pt x="3545075" y="617323"/>
                  </a:lnTo>
                  <a:lnTo>
                    <a:pt x="3545736" y="611140"/>
                  </a:lnTo>
                  <a:lnTo>
                    <a:pt x="3546396" y="618050"/>
                  </a:lnTo>
                  <a:lnTo>
                    <a:pt x="3547057" y="605704"/>
                  </a:lnTo>
                  <a:lnTo>
                    <a:pt x="3547717" y="610538"/>
                  </a:lnTo>
                  <a:lnTo>
                    <a:pt x="3548378" y="616536"/>
                  </a:lnTo>
                  <a:lnTo>
                    <a:pt x="3549039" y="641530"/>
                  </a:lnTo>
                  <a:lnTo>
                    <a:pt x="3549699" y="623885"/>
                  </a:lnTo>
                  <a:lnTo>
                    <a:pt x="3550360" y="617710"/>
                  </a:lnTo>
                  <a:lnTo>
                    <a:pt x="3551020" y="642334"/>
                  </a:lnTo>
                  <a:lnTo>
                    <a:pt x="3551681" y="627806"/>
                  </a:lnTo>
                  <a:lnTo>
                    <a:pt x="3552341" y="599952"/>
                  </a:lnTo>
                  <a:lnTo>
                    <a:pt x="3553002" y="601963"/>
                  </a:lnTo>
                  <a:lnTo>
                    <a:pt x="3553662" y="601562"/>
                  </a:lnTo>
                  <a:lnTo>
                    <a:pt x="3554323" y="586848"/>
                  </a:lnTo>
                  <a:lnTo>
                    <a:pt x="3554983" y="597724"/>
                  </a:lnTo>
                  <a:lnTo>
                    <a:pt x="3555644" y="597724"/>
                  </a:lnTo>
                  <a:lnTo>
                    <a:pt x="3556304" y="599956"/>
                  </a:lnTo>
                  <a:lnTo>
                    <a:pt x="3556965" y="602840"/>
                  </a:lnTo>
                  <a:lnTo>
                    <a:pt x="3557625" y="604970"/>
                  </a:lnTo>
                  <a:lnTo>
                    <a:pt x="3558286" y="604970"/>
                  </a:lnTo>
                  <a:lnTo>
                    <a:pt x="3558946" y="600456"/>
                  </a:lnTo>
                  <a:lnTo>
                    <a:pt x="3559607" y="600456"/>
                  </a:lnTo>
                  <a:lnTo>
                    <a:pt x="3560268" y="605572"/>
                  </a:lnTo>
                  <a:lnTo>
                    <a:pt x="3560928" y="610209"/>
                  </a:lnTo>
                  <a:lnTo>
                    <a:pt x="3561589" y="627899"/>
                  </a:lnTo>
                  <a:lnTo>
                    <a:pt x="3562249" y="633067"/>
                  </a:lnTo>
                  <a:lnTo>
                    <a:pt x="3562910" y="622881"/>
                  </a:lnTo>
                  <a:lnTo>
                    <a:pt x="3563570" y="622732"/>
                  </a:lnTo>
                  <a:lnTo>
                    <a:pt x="3564231" y="628123"/>
                  </a:lnTo>
                  <a:lnTo>
                    <a:pt x="3564891" y="618917"/>
                  </a:lnTo>
                  <a:lnTo>
                    <a:pt x="3565552" y="617042"/>
                  </a:lnTo>
                  <a:lnTo>
                    <a:pt x="3566212" y="615665"/>
                  </a:lnTo>
                  <a:lnTo>
                    <a:pt x="3566873" y="613112"/>
                  </a:lnTo>
                  <a:lnTo>
                    <a:pt x="3567533" y="618973"/>
                  </a:lnTo>
                  <a:lnTo>
                    <a:pt x="3568194" y="617023"/>
                  </a:lnTo>
                  <a:lnTo>
                    <a:pt x="3568854" y="595133"/>
                  </a:lnTo>
                  <a:lnTo>
                    <a:pt x="3569515" y="612170"/>
                  </a:lnTo>
                  <a:lnTo>
                    <a:pt x="3570176" y="616342"/>
                  </a:lnTo>
                  <a:lnTo>
                    <a:pt x="3570836" y="601661"/>
                  </a:lnTo>
                  <a:lnTo>
                    <a:pt x="3571497" y="570936"/>
                  </a:lnTo>
                  <a:lnTo>
                    <a:pt x="3572157" y="548392"/>
                  </a:lnTo>
                  <a:lnTo>
                    <a:pt x="3572818" y="562805"/>
                  </a:lnTo>
                  <a:lnTo>
                    <a:pt x="3573478" y="576790"/>
                  </a:lnTo>
                  <a:lnTo>
                    <a:pt x="3574139" y="587667"/>
                  </a:lnTo>
                  <a:lnTo>
                    <a:pt x="3574799" y="590877"/>
                  </a:lnTo>
                  <a:lnTo>
                    <a:pt x="3575460" y="580001"/>
                  </a:lnTo>
                  <a:lnTo>
                    <a:pt x="3576120" y="590877"/>
                  </a:lnTo>
                  <a:lnTo>
                    <a:pt x="3576781" y="592468"/>
                  </a:lnTo>
                  <a:lnTo>
                    <a:pt x="3577441" y="614685"/>
                  </a:lnTo>
                  <a:lnTo>
                    <a:pt x="3578102" y="636492"/>
                  </a:lnTo>
                  <a:lnTo>
                    <a:pt x="3578762" y="650136"/>
                  </a:lnTo>
                  <a:lnTo>
                    <a:pt x="3579423" y="647540"/>
                  </a:lnTo>
                  <a:lnTo>
                    <a:pt x="3580084" y="628521"/>
                  </a:lnTo>
                  <a:lnTo>
                    <a:pt x="3580744" y="616125"/>
                  </a:lnTo>
                  <a:lnTo>
                    <a:pt x="3581405" y="613676"/>
                  </a:lnTo>
                  <a:lnTo>
                    <a:pt x="3582065" y="610767"/>
                  </a:lnTo>
                  <a:lnTo>
                    <a:pt x="3582726" y="609325"/>
                  </a:lnTo>
                  <a:lnTo>
                    <a:pt x="3583386" y="609325"/>
                  </a:lnTo>
                  <a:lnTo>
                    <a:pt x="3584047" y="617590"/>
                  </a:lnTo>
                  <a:lnTo>
                    <a:pt x="3584707" y="612787"/>
                  </a:lnTo>
                  <a:lnTo>
                    <a:pt x="3585368" y="607672"/>
                  </a:lnTo>
                  <a:lnTo>
                    <a:pt x="3586028" y="620953"/>
                  </a:lnTo>
                  <a:lnTo>
                    <a:pt x="3586689" y="632769"/>
                  </a:lnTo>
                  <a:lnTo>
                    <a:pt x="3587349" y="618254"/>
                  </a:lnTo>
                  <a:lnTo>
                    <a:pt x="3588010" y="617961"/>
                  </a:lnTo>
                  <a:lnTo>
                    <a:pt x="3588670" y="608042"/>
                  </a:lnTo>
                  <a:lnTo>
                    <a:pt x="3589331" y="608042"/>
                  </a:lnTo>
                  <a:lnTo>
                    <a:pt x="3589991" y="608042"/>
                  </a:lnTo>
                  <a:lnTo>
                    <a:pt x="3590652" y="613158"/>
                  </a:lnTo>
                  <a:lnTo>
                    <a:pt x="3591313" y="608042"/>
                  </a:lnTo>
                  <a:lnTo>
                    <a:pt x="3591973" y="611543"/>
                  </a:lnTo>
                  <a:lnTo>
                    <a:pt x="3592634" y="609650"/>
                  </a:lnTo>
                  <a:lnTo>
                    <a:pt x="3593294" y="638009"/>
                  </a:lnTo>
                  <a:lnTo>
                    <a:pt x="3593955" y="631565"/>
                  </a:lnTo>
                  <a:lnTo>
                    <a:pt x="3594615" y="614334"/>
                  </a:lnTo>
                  <a:lnTo>
                    <a:pt x="3595276" y="609650"/>
                  </a:lnTo>
                  <a:lnTo>
                    <a:pt x="3595936" y="609650"/>
                  </a:lnTo>
                  <a:lnTo>
                    <a:pt x="3596597" y="615284"/>
                  </a:lnTo>
                  <a:lnTo>
                    <a:pt x="3597257" y="620923"/>
                  </a:lnTo>
                  <a:lnTo>
                    <a:pt x="3597918" y="634346"/>
                  </a:lnTo>
                  <a:lnTo>
                    <a:pt x="3598578" y="676838"/>
                  </a:lnTo>
                  <a:lnTo>
                    <a:pt x="3599239" y="676855"/>
                  </a:lnTo>
                  <a:lnTo>
                    <a:pt x="3599899" y="660465"/>
                  </a:lnTo>
                  <a:lnTo>
                    <a:pt x="3600560" y="651587"/>
                  </a:lnTo>
                  <a:lnTo>
                    <a:pt x="3601221" y="648385"/>
                  </a:lnTo>
                  <a:lnTo>
                    <a:pt x="3601881" y="648385"/>
                  </a:lnTo>
                  <a:lnTo>
                    <a:pt x="3602542" y="645625"/>
                  </a:lnTo>
                  <a:lnTo>
                    <a:pt x="3603202" y="645625"/>
                  </a:lnTo>
                  <a:lnTo>
                    <a:pt x="3603863" y="647395"/>
                  </a:lnTo>
                  <a:lnTo>
                    <a:pt x="3604523" y="641625"/>
                  </a:lnTo>
                  <a:lnTo>
                    <a:pt x="3605184" y="648632"/>
                  </a:lnTo>
                  <a:lnTo>
                    <a:pt x="3605844" y="667336"/>
                  </a:lnTo>
                  <a:lnTo>
                    <a:pt x="3606505" y="653395"/>
                  </a:lnTo>
                  <a:lnTo>
                    <a:pt x="3607165" y="649177"/>
                  </a:lnTo>
                  <a:lnTo>
                    <a:pt x="3607826" y="631922"/>
                  </a:lnTo>
                  <a:lnTo>
                    <a:pt x="3608486" y="619841"/>
                  </a:lnTo>
                  <a:lnTo>
                    <a:pt x="3609147" y="614926"/>
                  </a:lnTo>
                  <a:lnTo>
                    <a:pt x="3609807" y="604762"/>
                  </a:lnTo>
                  <a:lnTo>
                    <a:pt x="3610468" y="576032"/>
                  </a:lnTo>
                  <a:lnTo>
                    <a:pt x="3611129" y="591796"/>
                  </a:lnTo>
                  <a:lnTo>
                    <a:pt x="3611789" y="601732"/>
                  </a:lnTo>
                  <a:lnTo>
                    <a:pt x="3612450" y="601732"/>
                  </a:lnTo>
                  <a:lnTo>
                    <a:pt x="3613110" y="601732"/>
                  </a:lnTo>
                  <a:lnTo>
                    <a:pt x="3613771" y="608135"/>
                  </a:lnTo>
                  <a:lnTo>
                    <a:pt x="3614431" y="595748"/>
                  </a:lnTo>
                  <a:lnTo>
                    <a:pt x="3615092" y="585812"/>
                  </a:lnTo>
                  <a:lnTo>
                    <a:pt x="3615752" y="595748"/>
                  </a:lnTo>
                  <a:lnTo>
                    <a:pt x="3616413" y="595748"/>
                  </a:lnTo>
                  <a:lnTo>
                    <a:pt x="3617073" y="608264"/>
                  </a:lnTo>
                  <a:lnTo>
                    <a:pt x="3617734" y="613632"/>
                  </a:lnTo>
                  <a:lnTo>
                    <a:pt x="3618394" y="626853"/>
                  </a:lnTo>
                  <a:lnTo>
                    <a:pt x="3619055" y="608242"/>
                  </a:lnTo>
                  <a:lnTo>
                    <a:pt x="3619715" y="598700"/>
                  </a:lnTo>
                  <a:lnTo>
                    <a:pt x="3620376" y="603815"/>
                  </a:lnTo>
                  <a:lnTo>
                    <a:pt x="3621037" y="544146"/>
                  </a:lnTo>
                  <a:lnTo>
                    <a:pt x="3621697" y="560755"/>
                  </a:lnTo>
                  <a:lnTo>
                    <a:pt x="3622358" y="519232"/>
                  </a:lnTo>
                  <a:lnTo>
                    <a:pt x="3623018" y="502969"/>
                  </a:lnTo>
                  <a:lnTo>
                    <a:pt x="3623679" y="516954"/>
                  </a:lnTo>
                  <a:lnTo>
                    <a:pt x="3624339" y="599309"/>
                  </a:lnTo>
                  <a:lnTo>
                    <a:pt x="3625000" y="585536"/>
                  </a:lnTo>
                  <a:lnTo>
                    <a:pt x="3625660" y="552230"/>
                  </a:lnTo>
                  <a:lnTo>
                    <a:pt x="3626321" y="581486"/>
                  </a:lnTo>
                  <a:lnTo>
                    <a:pt x="3626981" y="616782"/>
                  </a:lnTo>
                  <a:lnTo>
                    <a:pt x="3627642" y="616434"/>
                  </a:lnTo>
                  <a:lnTo>
                    <a:pt x="3628302" y="619228"/>
                  </a:lnTo>
                  <a:lnTo>
                    <a:pt x="3628963" y="633502"/>
                  </a:lnTo>
                  <a:lnTo>
                    <a:pt x="3629623" y="636210"/>
                  </a:lnTo>
                  <a:lnTo>
                    <a:pt x="3630284" y="639764"/>
                  </a:lnTo>
                  <a:lnTo>
                    <a:pt x="3630944" y="647130"/>
                  </a:lnTo>
                  <a:lnTo>
                    <a:pt x="3631605" y="643505"/>
                  </a:lnTo>
                  <a:lnTo>
                    <a:pt x="3632266" y="628075"/>
                  </a:lnTo>
                  <a:lnTo>
                    <a:pt x="3632926" y="644259"/>
                  </a:lnTo>
                  <a:lnTo>
                    <a:pt x="3633587" y="645635"/>
                  </a:lnTo>
                  <a:lnTo>
                    <a:pt x="3634247" y="645635"/>
                  </a:lnTo>
                  <a:lnTo>
                    <a:pt x="3634908" y="623444"/>
                  </a:lnTo>
                  <a:lnTo>
                    <a:pt x="3635568" y="608819"/>
                  </a:lnTo>
                  <a:lnTo>
                    <a:pt x="3636229" y="607529"/>
                  </a:lnTo>
                  <a:lnTo>
                    <a:pt x="3636889" y="600707"/>
                  </a:lnTo>
                  <a:lnTo>
                    <a:pt x="3637550" y="617239"/>
                  </a:lnTo>
                  <a:lnTo>
                    <a:pt x="3638210" y="614766"/>
                  </a:lnTo>
                  <a:lnTo>
                    <a:pt x="3638871" y="629749"/>
                  </a:lnTo>
                  <a:lnTo>
                    <a:pt x="3639531" y="640389"/>
                  </a:lnTo>
                  <a:lnTo>
                    <a:pt x="3640192" y="641641"/>
                  </a:lnTo>
                  <a:lnTo>
                    <a:pt x="3640852" y="644226"/>
                  </a:lnTo>
                  <a:lnTo>
                    <a:pt x="3641513" y="616783"/>
                  </a:lnTo>
                  <a:lnTo>
                    <a:pt x="3642174" y="599626"/>
                  </a:lnTo>
                  <a:lnTo>
                    <a:pt x="3642834" y="614841"/>
                  </a:lnTo>
                  <a:lnTo>
                    <a:pt x="3643495" y="627827"/>
                  </a:lnTo>
                  <a:lnTo>
                    <a:pt x="3644155" y="660980"/>
                  </a:lnTo>
                  <a:lnTo>
                    <a:pt x="3644816" y="660980"/>
                  </a:lnTo>
                  <a:lnTo>
                    <a:pt x="3645476" y="658241"/>
                  </a:lnTo>
                  <a:lnTo>
                    <a:pt x="3646137" y="652877"/>
                  </a:lnTo>
                  <a:lnTo>
                    <a:pt x="3646797" y="662216"/>
                  </a:lnTo>
                  <a:lnTo>
                    <a:pt x="3647458" y="625512"/>
                  </a:lnTo>
                  <a:lnTo>
                    <a:pt x="3648118" y="582857"/>
                  </a:lnTo>
                  <a:lnTo>
                    <a:pt x="3648779" y="620571"/>
                  </a:lnTo>
                  <a:lnTo>
                    <a:pt x="3649439" y="620571"/>
                  </a:lnTo>
                  <a:lnTo>
                    <a:pt x="3650100" y="577142"/>
                  </a:lnTo>
                  <a:lnTo>
                    <a:pt x="3650760" y="556942"/>
                  </a:lnTo>
                  <a:lnTo>
                    <a:pt x="3651421" y="531119"/>
                  </a:lnTo>
                  <a:lnTo>
                    <a:pt x="3652082" y="526021"/>
                  </a:lnTo>
                  <a:lnTo>
                    <a:pt x="3652742" y="526478"/>
                  </a:lnTo>
                  <a:lnTo>
                    <a:pt x="3653403" y="513536"/>
                  </a:lnTo>
                  <a:lnTo>
                    <a:pt x="3654063" y="505116"/>
                  </a:lnTo>
                  <a:lnTo>
                    <a:pt x="3654724" y="492082"/>
                  </a:lnTo>
                  <a:lnTo>
                    <a:pt x="3655384" y="447460"/>
                  </a:lnTo>
                  <a:lnTo>
                    <a:pt x="3656045" y="449286"/>
                  </a:lnTo>
                  <a:lnTo>
                    <a:pt x="3656705" y="449286"/>
                  </a:lnTo>
                  <a:lnTo>
                    <a:pt x="3657366" y="449051"/>
                  </a:lnTo>
                  <a:lnTo>
                    <a:pt x="3658026" y="456264"/>
                  </a:lnTo>
                  <a:lnTo>
                    <a:pt x="3658687" y="495153"/>
                  </a:lnTo>
                  <a:lnTo>
                    <a:pt x="3659347" y="523028"/>
                  </a:lnTo>
                  <a:lnTo>
                    <a:pt x="3660008" y="575845"/>
                  </a:lnTo>
                  <a:lnTo>
                    <a:pt x="3660668" y="586587"/>
                  </a:lnTo>
                  <a:lnTo>
                    <a:pt x="3661329" y="599105"/>
                  </a:lnTo>
                  <a:lnTo>
                    <a:pt x="3661989" y="585285"/>
                  </a:lnTo>
                  <a:lnTo>
                    <a:pt x="3662650" y="592819"/>
                  </a:lnTo>
                  <a:lnTo>
                    <a:pt x="3663311" y="610912"/>
                  </a:lnTo>
                  <a:lnTo>
                    <a:pt x="3663971" y="613024"/>
                  </a:lnTo>
                  <a:lnTo>
                    <a:pt x="3664632" y="603233"/>
                  </a:lnTo>
                  <a:lnTo>
                    <a:pt x="3665292" y="625098"/>
                  </a:lnTo>
                  <a:lnTo>
                    <a:pt x="3665953" y="639269"/>
                  </a:lnTo>
                  <a:lnTo>
                    <a:pt x="3666613" y="617093"/>
                  </a:lnTo>
                  <a:lnTo>
                    <a:pt x="3667274" y="630918"/>
                  </a:lnTo>
                  <a:lnTo>
                    <a:pt x="3667934" y="633040"/>
                  </a:lnTo>
                  <a:lnTo>
                    <a:pt x="3668595" y="624733"/>
                  </a:lnTo>
                  <a:lnTo>
                    <a:pt x="3669255" y="629897"/>
                  </a:lnTo>
                  <a:lnTo>
                    <a:pt x="3669916" y="648670"/>
                  </a:lnTo>
                  <a:lnTo>
                    <a:pt x="3670576" y="668061"/>
                  </a:lnTo>
                  <a:lnTo>
                    <a:pt x="3671237" y="638911"/>
                  </a:lnTo>
                  <a:lnTo>
                    <a:pt x="3671897" y="630806"/>
                  </a:lnTo>
                  <a:lnTo>
                    <a:pt x="3672558" y="632986"/>
                  </a:lnTo>
                  <a:lnTo>
                    <a:pt x="3673219" y="633441"/>
                  </a:lnTo>
                  <a:lnTo>
                    <a:pt x="3673879" y="644653"/>
                  </a:lnTo>
                  <a:lnTo>
                    <a:pt x="3674540" y="657097"/>
                  </a:lnTo>
                  <a:lnTo>
                    <a:pt x="3675200" y="639457"/>
                  </a:lnTo>
                  <a:lnTo>
                    <a:pt x="3675861" y="634365"/>
                  </a:lnTo>
                  <a:lnTo>
                    <a:pt x="3676521" y="641842"/>
                  </a:lnTo>
                  <a:lnTo>
                    <a:pt x="3677182" y="635950"/>
                  </a:lnTo>
                  <a:lnTo>
                    <a:pt x="3677842" y="629282"/>
                  </a:lnTo>
                  <a:lnTo>
                    <a:pt x="3678503" y="617490"/>
                  </a:lnTo>
                  <a:lnTo>
                    <a:pt x="3679163" y="616404"/>
                  </a:lnTo>
                  <a:lnTo>
                    <a:pt x="3679824" y="635530"/>
                  </a:lnTo>
                  <a:lnTo>
                    <a:pt x="3680484" y="638014"/>
                  </a:lnTo>
                  <a:lnTo>
                    <a:pt x="3681145" y="650498"/>
                  </a:lnTo>
                  <a:lnTo>
                    <a:pt x="3681805" y="650498"/>
                  </a:lnTo>
                  <a:lnTo>
                    <a:pt x="3682466" y="634421"/>
                  </a:lnTo>
                  <a:lnTo>
                    <a:pt x="3683127" y="623866"/>
                  </a:lnTo>
                  <a:lnTo>
                    <a:pt x="3683787" y="627286"/>
                  </a:lnTo>
                  <a:lnTo>
                    <a:pt x="3684448" y="633406"/>
                  </a:lnTo>
                  <a:lnTo>
                    <a:pt x="3685108" y="638906"/>
                  </a:lnTo>
                  <a:lnTo>
                    <a:pt x="3685769" y="624078"/>
                  </a:lnTo>
                  <a:lnTo>
                    <a:pt x="3686429" y="640229"/>
                  </a:lnTo>
                  <a:lnTo>
                    <a:pt x="3687090" y="637644"/>
                  </a:lnTo>
                  <a:lnTo>
                    <a:pt x="3687750" y="643375"/>
                  </a:lnTo>
                  <a:lnTo>
                    <a:pt x="3688411" y="648638"/>
                  </a:lnTo>
                  <a:lnTo>
                    <a:pt x="3689071" y="685324"/>
                  </a:lnTo>
                  <a:lnTo>
                    <a:pt x="3689732" y="679649"/>
                  </a:lnTo>
                  <a:lnTo>
                    <a:pt x="3690392" y="651012"/>
                  </a:lnTo>
                  <a:lnTo>
                    <a:pt x="3691053" y="660316"/>
                  </a:lnTo>
                  <a:lnTo>
                    <a:pt x="3691713" y="693023"/>
                  </a:lnTo>
                  <a:lnTo>
                    <a:pt x="3692374" y="671978"/>
                  </a:lnTo>
                  <a:lnTo>
                    <a:pt x="3693035" y="625708"/>
                  </a:lnTo>
                  <a:lnTo>
                    <a:pt x="3693695" y="613411"/>
                  </a:lnTo>
                  <a:lnTo>
                    <a:pt x="3694356" y="622413"/>
                  </a:lnTo>
                  <a:lnTo>
                    <a:pt x="3695016" y="620606"/>
                  </a:lnTo>
                  <a:lnTo>
                    <a:pt x="3695677" y="628053"/>
                  </a:lnTo>
                  <a:lnTo>
                    <a:pt x="3696337" y="623885"/>
                  </a:lnTo>
                  <a:lnTo>
                    <a:pt x="3696998" y="627030"/>
                  </a:lnTo>
                  <a:lnTo>
                    <a:pt x="3697658" y="664150"/>
                  </a:lnTo>
                  <a:lnTo>
                    <a:pt x="3698319" y="672053"/>
                  </a:lnTo>
                  <a:lnTo>
                    <a:pt x="3698979" y="636022"/>
                  </a:lnTo>
                  <a:lnTo>
                    <a:pt x="3699640" y="644641"/>
                  </a:lnTo>
                  <a:lnTo>
                    <a:pt x="3700300" y="594280"/>
                  </a:lnTo>
                  <a:lnTo>
                    <a:pt x="3700961" y="580718"/>
                  </a:lnTo>
                  <a:lnTo>
                    <a:pt x="3701621" y="584003"/>
                  </a:lnTo>
                  <a:lnTo>
                    <a:pt x="3702282" y="585419"/>
                  </a:lnTo>
                  <a:lnTo>
                    <a:pt x="3702942" y="579218"/>
                  </a:lnTo>
                  <a:lnTo>
                    <a:pt x="3703603" y="526085"/>
                  </a:lnTo>
                  <a:lnTo>
                    <a:pt x="3704264" y="516593"/>
                  </a:lnTo>
                  <a:lnTo>
                    <a:pt x="3704924" y="487294"/>
                  </a:lnTo>
                  <a:lnTo>
                    <a:pt x="3705585" y="461603"/>
                  </a:lnTo>
                  <a:lnTo>
                    <a:pt x="3706245" y="443246"/>
                  </a:lnTo>
                  <a:lnTo>
                    <a:pt x="3706906" y="378686"/>
                  </a:lnTo>
                  <a:lnTo>
                    <a:pt x="3707566" y="368542"/>
                  </a:lnTo>
                  <a:lnTo>
                    <a:pt x="3708227" y="364480"/>
                  </a:lnTo>
                  <a:lnTo>
                    <a:pt x="3708887" y="346598"/>
                  </a:lnTo>
                  <a:lnTo>
                    <a:pt x="3709548" y="353342"/>
                  </a:lnTo>
                  <a:lnTo>
                    <a:pt x="3710208" y="367619"/>
                  </a:lnTo>
                  <a:lnTo>
                    <a:pt x="3710869" y="409549"/>
                  </a:lnTo>
                  <a:lnTo>
                    <a:pt x="3711529" y="432058"/>
                  </a:lnTo>
                  <a:lnTo>
                    <a:pt x="3712190" y="411290"/>
                  </a:lnTo>
                  <a:lnTo>
                    <a:pt x="3712850" y="412345"/>
                  </a:lnTo>
                  <a:lnTo>
                    <a:pt x="3713511" y="507374"/>
                  </a:lnTo>
                  <a:lnTo>
                    <a:pt x="3714172" y="525586"/>
                  </a:lnTo>
                  <a:lnTo>
                    <a:pt x="3714832" y="494742"/>
                  </a:lnTo>
                  <a:lnTo>
                    <a:pt x="3715493" y="479371"/>
                  </a:lnTo>
                  <a:lnTo>
                    <a:pt x="3716153" y="457907"/>
                  </a:lnTo>
                  <a:lnTo>
                    <a:pt x="3716814" y="412726"/>
                  </a:lnTo>
                  <a:lnTo>
                    <a:pt x="3717474" y="356079"/>
                  </a:lnTo>
                  <a:lnTo>
                    <a:pt x="3718135" y="307241"/>
                  </a:lnTo>
                  <a:lnTo>
                    <a:pt x="3718795" y="296106"/>
                  </a:lnTo>
                  <a:lnTo>
                    <a:pt x="3719456" y="291750"/>
                  </a:lnTo>
                  <a:lnTo>
                    <a:pt x="3720116" y="253745"/>
                  </a:lnTo>
                  <a:lnTo>
                    <a:pt x="3720777" y="239014"/>
                  </a:lnTo>
                  <a:lnTo>
                    <a:pt x="3721437" y="216794"/>
                  </a:lnTo>
                  <a:lnTo>
                    <a:pt x="3722098" y="225313"/>
                  </a:lnTo>
                  <a:lnTo>
                    <a:pt x="3722758" y="222276"/>
                  </a:lnTo>
                  <a:lnTo>
                    <a:pt x="3723419" y="222276"/>
                  </a:lnTo>
                  <a:lnTo>
                    <a:pt x="3724080" y="224463"/>
                  </a:lnTo>
                  <a:lnTo>
                    <a:pt x="3724740" y="241542"/>
                  </a:lnTo>
                  <a:lnTo>
                    <a:pt x="3725401" y="267384"/>
                  </a:lnTo>
                  <a:lnTo>
                    <a:pt x="3726061" y="286965"/>
                  </a:lnTo>
                  <a:lnTo>
                    <a:pt x="3726722" y="319710"/>
                  </a:lnTo>
                  <a:lnTo>
                    <a:pt x="3727382" y="344810"/>
                  </a:lnTo>
                  <a:lnTo>
                    <a:pt x="3728043" y="391740"/>
                  </a:lnTo>
                  <a:lnTo>
                    <a:pt x="3728703" y="428157"/>
                  </a:lnTo>
                  <a:lnTo>
                    <a:pt x="3729364" y="474734"/>
                  </a:lnTo>
                  <a:lnTo>
                    <a:pt x="3730024" y="509263"/>
                  </a:lnTo>
                  <a:lnTo>
                    <a:pt x="3730685" y="522586"/>
                  </a:lnTo>
                  <a:lnTo>
                    <a:pt x="3731345" y="550979"/>
                  </a:lnTo>
                  <a:lnTo>
                    <a:pt x="3732006" y="561074"/>
                  </a:lnTo>
                  <a:lnTo>
                    <a:pt x="3732666" y="583599"/>
                  </a:lnTo>
                  <a:lnTo>
                    <a:pt x="3733327" y="577965"/>
                  </a:lnTo>
                  <a:lnTo>
                    <a:pt x="3733987" y="557509"/>
                  </a:lnTo>
                  <a:lnTo>
                    <a:pt x="3734648" y="559974"/>
                  </a:lnTo>
                  <a:lnTo>
                    <a:pt x="3735309" y="565681"/>
                  </a:lnTo>
                  <a:lnTo>
                    <a:pt x="3735969" y="572461"/>
                  </a:lnTo>
                  <a:lnTo>
                    <a:pt x="3736630" y="609871"/>
                  </a:lnTo>
                  <a:lnTo>
                    <a:pt x="3737290" y="598293"/>
                  </a:lnTo>
                  <a:lnTo>
                    <a:pt x="3737951" y="585334"/>
                  </a:lnTo>
                  <a:lnTo>
                    <a:pt x="3738611" y="577509"/>
                  </a:lnTo>
                  <a:lnTo>
                    <a:pt x="3739272" y="600949"/>
                  </a:lnTo>
                  <a:lnTo>
                    <a:pt x="3739932" y="579188"/>
                  </a:lnTo>
                  <a:lnTo>
                    <a:pt x="3740593" y="576644"/>
                  </a:lnTo>
                  <a:lnTo>
                    <a:pt x="3741253" y="555398"/>
                  </a:lnTo>
                  <a:lnTo>
                    <a:pt x="3741914" y="545261"/>
                  </a:lnTo>
                  <a:lnTo>
                    <a:pt x="3742574" y="529372"/>
                  </a:lnTo>
                  <a:lnTo>
                    <a:pt x="3743235" y="529389"/>
                  </a:lnTo>
                  <a:lnTo>
                    <a:pt x="3743895" y="551327"/>
                  </a:lnTo>
                  <a:lnTo>
                    <a:pt x="3744556" y="567661"/>
                  </a:lnTo>
                  <a:lnTo>
                    <a:pt x="3745217" y="533484"/>
                  </a:lnTo>
                  <a:lnTo>
                    <a:pt x="3745877" y="514036"/>
                  </a:lnTo>
                  <a:lnTo>
                    <a:pt x="3746538" y="497695"/>
                  </a:lnTo>
                  <a:lnTo>
                    <a:pt x="3747198" y="504975"/>
                  </a:lnTo>
                  <a:lnTo>
                    <a:pt x="3747859" y="453656"/>
                  </a:lnTo>
                  <a:lnTo>
                    <a:pt x="3748519" y="422297"/>
                  </a:lnTo>
                  <a:lnTo>
                    <a:pt x="3749180" y="391777"/>
                  </a:lnTo>
                  <a:lnTo>
                    <a:pt x="3749840" y="390114"/>
                  </a:lnTo>
                  <a:lnTo>
                    <a:pt x="3750501" y="386451"/>
                  </a:lnTo>
                  <a:lnTo>
                    <a:pt x="3751161" y="397400"/>
                  </a:lnTo>
                  <a:lnTo>
                    <a:pt x="3751822" y="383017"/>
                  </a:lnTo>
                  <a:lnTo>
                    <a:pt x="3752482" y="396857"/>
                  </a:lnTo>
                  <a:lnTo>
                    <a:pt x="3753143" y="424348"/>
                  </a:lnTo>
                  <a:lnTo>
                    <a:pt x="3753803" y="448162"/>
                  </a:lnTo>
                  <a:lnTo>
                    <a:pt x="3754464" y="502458"/>
                  </a:lnTo>
                  <a:lnTo>
                    <a:pt x="3755125" y="539336"/>
                  </a:lnTo>
                  <a:lnTo>
                    <a:pt x="3755785" y="546228"/>
                  </a:lnTo>
                  <a:lnTo>
                    <a:pt x="3756446" y="570497"/>
                  </a:lnTo>
                  <a:lnTo>
                    <a:pt x="3757106" y="572869"/>
                  </a:lnTo>
                  <a:lnTo>
                    <a:pt x="3757767" y="564423"/>
                  </a:lnTo>
                  <a:lnTo>
                    <a:pt x="3758427" y="596556"/>
                  </a:lnTo>
                  <a:lnTo>
                    <a:pt x="3759088" y="591013"/>
                  </a:lnTo>
                  <a:lnTo>
                    <a:pt x="3759748" y="576425"/>
                  </a:lnTo>
                  <a:lnTo>
                    <a:pt x="3760409" y="582007"/>
                  </a:lnTo>
                  <a:lnTo>
                    <a:pt x="3761069" y="574048"/>
                  </a:lnTo>
                  <a:lnTo>
                    <a:pt x="3761730" y="581464"/>
                  </a:lnTo>
                  <a:lnTo>
                    <a:pt x="3762390" y="571156"/>
                  </a:lnTo>
                  <a:lnTo>
                    <a:pt x="3763051" y="567682"/>
                  </a:lnTo>
                  <a:lnTo>
                    <a:pt x="3763711" y="562759"/>
                  </a:lnTo>
                  <a:lnTo>
                    <a:pt x="3764372" y="559905"/>
                  </a:lnTo>
                  <a:lnTo>
                    <a:pt x="3765033" y="580202"/>
                  </a:lnTo>
                  <a:lnTo>
                    <a:pt x="3765693" y="589290"/>
                  </a:lnTo>
                  <a:lnTo>
                    <a:pt x="3766354" y="586712"/>
                  </a:lnTo>
                  <a:lnTo>
                    <a:pt x="3767014" y="589647"/>
                  </a:lnTo>
                  <a:lnTo>
                    <a:pt x="3767675" y="591384"/>
                  </a:lnTo>
                  <a:lnTo>
                    <a:pt x="3768335" y="588339"/>
                  </a:lnTo>
                  <a:lnTo>
                    <a:pt x="3768996" y="589585"/>
                  </a:lnTo>
                  <a:lnTo>
                    <a:pt x="3769656" y="585539"/>
                  </a:lnTo>
                  <a:lnTo>
                    <a:pt x="3770317" y="592017"/>
                  </a:lnTo>
                  <a:lnTo>
                    <a:pt x="3770977" y="596131"/>
                  </a:lnTo>
                  <a:lnTo>
                    <a:pt x="3771638" y="610504"/>
                  </a:lnTo>
                  <a:lnTo>
                    <a:pt x="3772298" y="612481"/>
                  </a:lnTo>
                  <a:lnTo>
                    <a:pt x="3772959" y="601972"/>
                  </a:lnTo>
                  <a:lnTo>
                    <a:pt x="3773619" y="597452"/>
                  </a:lnTo>
                  <a:lnTo>
                    <a:pt x="3774280" y="591643"/>
                  </a:lnTo>
                  <a:lnTo>
                    <a:pt x="3774940" y="602937"/>
                  </a:lnTo>
                  <a:lnTo>
                    <a:pt x="3775601" y="616824"/>
                  </a:lnTo>
                  <a:lnTo>
                    <a:pt x="3776262" y="636817"/>
                  </a:lnTo>
                  <a:lnTo>
                    <a:pt x="3776922" y="662316"/>
                  </a:lnTo>
                  <a:lnTo>
                    <a:pt x="3777583" y="649709"/>
                  </a:lnTo>
                  <a:lnTo>
                    <a:pt x="3778243" y="641741"/>
                  </a:lnTo>
                  <a:lnTo>
                    <a:pt x="3778904" y="643729"/>
                  </a:lnTo>
                  <a:lnTo>
                    <a:pt x="3779564" y="637640"/>
                  </a:lnTo>
                  <a:lnTo>
                    <a:pt x="3780225" y="637884"/>
                  </a:lnTo>
                  <a:lnTo>
                    <a:pt x="3780885" y="631887"/>
                  </a:lnTo>
                  <a:lnTo>
                    <a:pt x="3781546" y="630786"/>
                  </a:lnTo>
                  <a:lnTo>
                    <a:pt x="3782206" y="604444"/>
                  </a:lnTo>
                  <a:lnTo>
                    <a:pt x="3782867" y="574908"/>
                  </a:lnTo>
                  <a:lnTo>
                    <a:pt x="3783527" y="575986"/>
                  </a:lnTo>
                  <a:lnTo>
                    <a:pt x="3784188" y="627081"/>
                  </a:lnTo>
                  <a:lnTo>
                    <a:pt x="3784848" y="637934"/>
                  </a:lnTo>
                  <a:lnTo>
                    <a:pt x="3785509" y="661064"/>
                  </a:lnTo>
                  <a:lnTo>
                    <a:pt x="3786170" y="674274"/>
                  </a:lnTo>
                  <a:lnTo>
                    <a:pt x="3786830" y="676954"/>
                  </a:lnTo>
                  <a:lnTo>
                    <a:pt x="3787491" y="675891"/>
                  </a:lnTo>
                  <a:lnTo>
                    <a:pt x="3788151" y="700442"/>
                  </a:lnTo>
                  <a:lnTo>
                    <a:pt x="3788812" y="691214"/>
                  </a:lnTo>
                  <a:lnTo>
                    <a:pt x="3789472" y="647870"/>
                  </a:lnTo>
                  <a:lnTo>
                    <a:pt x="3790133" y="645340"/>
                  </a:lnTo>
                  <a:lnTo>
                    <a:pt x="3790793" y="634018"/>
                  </a:lnTo>
                  <a:lnTo>
                    <a:pt x="3791454" y="671305"/>
                  </a:lnTo>
                  <a:lnTo>
                    <a:pt x="3792114" y="668484"/>
                  </a:lnTo>
                  <a:lnTo>
                    <a:pt x="3792775" y="646004"/>
                  </a:lnTo>
                  <a:lnTo>
                    <a:pt x="3793435" y="671534"/>
                  </a:lnTo>
                  <a:lnTo>
                    <a:pt x="3794096" y="689449"/>
                  </a:lnTo>
                  <a:lnTo>
                    <a:pt x="3794756" y="657878"/>
                  </a:lnTo>
                  <a:lnTo>
                    <a:pt x="3795417" y="638673"/>
                  </a:lnTo>
                  <a:lnTo>
                    <a:pt x="3796078" y="619501"/>
                  </a:lnTo>
                  <a:lnTo>
                    <a:pt x="3796738" y="556623"/>
                  </a:lnTo>
                  <a:lnTo>
                    <a:pt x="3797399" y="530410"/>
                  </a:lnTo>
                  <a:lnTo>
                    <a:pt x="3798059" y="535575"/>
                  </a:lnTo>
                  <a:lnTo>
                    <a:pt x="3798720" y="558541"/>
                  </a:lnTo>
                  <a:lnTo>
                    <a:pt x="3799380" y="625679"/>
                  </a:lnTo>
                  <a:lnTo>
                    <a:pt x="3800041" y="651068"/>
                  </a:lnTo>
                  <a:lnTo>
                    <a:pt x="3800701" y="645935"/>
                  </a:lnTo>
                  <a:lnTo>
                    <a:pt x="3801362" y="648130"/>
                  </a:lnTo>
                  <a:lnTo>
                    <a:pt x="3802022" y="673620"/>
                  </a:lnTo>
                  <a:lnTo>
                    <a:pt x="3802683" y="666253"/>
                  </a:lnTo>
                  <a:lnTo>
                    <a:pt x="3803343" y="639169"/>
                  </a:lnTo>
                  <a:lnTo>
                    <a:pt x="3804004" y="638068"/>
                  </a:lnTo>
                  <a:lnTo>
                    <a:pt x="3804664" y="632225"/>
                  </a:lnTo>
                  <a:lnTo>
                    <a:pt x="3805325" y="646713"/>
                  </a:lnTo>
                  <a:lnTo>
                    <a:pt x="3805985" y="656590"/>
                  </a:lnTo>
                  <a:lnTo>
                    <a:pt x="3806646" y="645171"/>
                  </a:lnTo>
                  <a:lnTo>
                    <a:pt x="3807307" y="628194"/>
                  </a:lnTo>
                  <a:lnTo>
                    <a:pt x="3807967" y="618507"/>
                  </a:lnTo>
                  <a:lnTo>
                    <a:pt x="3808628" y="604839"/>
                  </a:lnTo>
                  <a:lnTo>
                    <a:pt x="3809288" y="594715"/>
                  </a:lnTo>
                  <a:lnTo>
                    <a:pt x="3809949" y="606936"/>
                  </a:lnTo>
                  <a:lnTo>
                    <a:pt x="3810609" y="628751"/>
                  </a:lnTo>
                  <a:lnTo>
                    <a:pt x="3811270" y="609840"/>
                  </a:lnTo>
                  <a:lnTo>
                    <a:pt x="3811930" y="585476"/>
                  </a:lnTo>
                  <a:lnTo>
                    <a:pt x="3812591" y="585476"/>
                  </a:lnTo>
                  <a:lnTo>
                    <a:pt x="3813251" y="601598"/>
                  </a:lnTo>
                  <a:lnTo>
                    <a:pt x="3813912" y="594824"/>
                  </a:lnTo>
                  <a:lnTo>
                    <a:pt x="3814572" y="612691"/>
                  </a:lnTo>
                  <a:lnTo>
                    <a:pt x="3815233" y="641001"/>
                  </a:lnTo>
                  <a:lnTo>
                    <a:pt x="3815893" y="623080"/>
                  </a:lnTo>
                  <a:lnTo>
                    <a:pt x="3816554" y="616762"/>
                  </a:lnTo>
                  <a:lnTo>
                    <a:pt x="3817215" y="577420"/>
                  </a:lnTo>
                  <a:lnTo>
                    <a:pt x="3817875" y="524343"/>
                  </a:lnTo>
                  <a:lnTo>
                    <a:pt x="3818536" y="491298"/>
                  </a:lnTo>
                  <a:lnTo>
                    <a:pt x="3819196" y="479976"/>
                  </a:lnTo>
                  <a:lnTo>
                    <a:pt x="3819857" y="478065"/>
                  </a:lnTo>
                  <a:lnTo>
                    <a:pt x="3820517" y="486509"/>
                  </a:lnTo>
                  <a:lnTo>
                    <a:pt x="3821178" y="533284"/>
                  </a:lnTo>
                  <a:lnTo>
                    <a:pt x="3821838" y="531366"/>
                  </a:lnTo>
                  <a:lnTo>
                    <a:pt x="3822499" y="526251"/>
                  </a:lnTo>
                  <a:lnTo>
                    <a:pt x="3823159" y="556227"/>
                  </a:lnTo>
                  <a:lnTo>
                    <a:pt x="3823820" y="606433"/>
                  </a:lnTo>
                  <a:lnTo>
                    <a:pt x="3824480" y="615212"/>
                  </a:lnTo>
                  <a:lnTo>
                    <a:pt x="3825141" y="624709"/>
                  </a:lnTo>
                  <a:lnTo>
                    <a:pt x="3825801" y="607355"/>
                  </a:lnTo>
                  <a:lnTo>
                    <a:pt x="3826462" y="576507"/>
                  </a:lnTo>
                  <a:lnTo>
                    <a:pt x="3827123" y="565631"/>
                  </a:lnTo>
                  <a:lnTo>
                    <a:pt x="3827783" y="590392"/>
                  </a:lnTo>
                  <a:lnTo>
                    <a:pt x="3828444" y="616777"/>
                  </a:lnTo>
                  <a:lnTo>
                    <a:pt x="3829104" y="627765"/>
                  </a:lnTo>
                  <a:lnTo>
                    <a:pt x="3829765" y="611950"/>
                  </a:lnTo>
                  <a:lnTo>
                    <a:pt x="3830425" y="603792"/>
                  </a:lnTo>
                  <a:lnTo>
                    <a:pt x="3831086" y="592265"/>
                  </a:lnTo>
                  <a:lnTo>
                    <a:pt x="3831746" y="614801"/>
                  </a:lnTo>
                  <a:lnTo>
                    <a:pt x="3832407" y="641714"/>
                  </a:lnTo>
                  <a:lnTo>
                    <a:pt x="3833067" y="601022"/>
                  </a:lnTo>
                  <a:lnTo>
                    <a:pt x="3833728" y="578371"/>
                  </a:lnTo>
                  <a:lnTo>
                    <a:pt x="3834388" y="572079"/>
                  </a:lnTo>
                  <a:lnTo>
                    <a:pt x="3835049" y="574641"/>
                  </a:lnTo>
                  <a:lnTo>
                    <a:pt x="3835709" y="585517"/>
                  </a:lnTo>
                  <a:lnTo>
                    <a:pt x="3836370" y="566981"/>
                  </a:lnTo>
                  <a:lnTo>
                    <a:pt x="3837031" y="560964"/>
                  </a:lnTo>
                  <a:lnTo>
                    <a:pt x="3837691" y="544482"/>
                  </a:lnTo>
                  <a:lnTo>
                    <a:pt x="3838352" y="527429"/>
                  </a:lnTo>
                  <a:lnTo>
                    <a:pt x="3839012" y="568691"/>
                  </a:lnTo>
                  <a:lnTo>
                    <a:pt x="3839673" y="549371"/>
                  </a:lnTo>
                  <a:lnTo>
                    <a:pt x="3840333" y="520672"/>
                  </a:lnTo>
                  <a:lnTo>
                    <a:pt x="3840994" y="520483"/>
                  </a:lnTo>
                  <a:lnTo>
                    <a:pt x="3841654" y="525649"/>
                  </a:lnTo>
                  <a:lnTo>
                    <a:pt x="3842315" y="594077"/>
                  </a:lnTo>
                  <a:lnTo>
                    <a:pt x="3842975" y="607066"/>
                  </a:lnTo>
                  <a:lnTo>
                    <a:pt x="3843636" y="597141"/>
                  </a:lnTo>
                  <a:lnTo>
                    <a:pt x="3844296" y="585176"/>
                  </a:lnTo>
                  <a:lnTo>
                    <a:pt x="3844957" y="606693"/>
                  </a:lnTo>
                  <a:lnTo>
                    <a:pt x="3845617" y="595816"/>
                  </a:lnTo>
                  <a:lnTo>
                    <a:pt x="3846278" y="608852"/>
                  </a:lnTo>
                  <a:lnTo>
                    <a:pt x="3846938" y="614665"/>
                  </a:lnTo>
                  <a:lnTo>
                    <a:pt x="3847599" y="611680"/>
                  </a:lnTo>
                  <a:lnTo>
                    <a:pt x="3848260" y="613895"/>
                  </a:lnTo>
                  <a:lnTo>
                    <a:pt x="3848920" y="614891"/>
                  </a:lnTo>
                  <a:lnTo>
                    <a:pt x="3849581" y="608779"/>
                  </a:lnTo>
                  <a:lnTo>
                    <a:pt x="3850241" y="614236"/>
                  </a:lnTo>
                  <a:lnTo>
                    <a:pt x="3850902" y="654020"/>
                  </a:lnTo>
                  <a:lnTo>
                    <a:pt x="3851562" y="667913"/>
                  </a:lnTo>
                  <a:lnTo>
                    <a:pt x="3852223" y="681732"/>
                  </a:lnTo>
                  <a:lnTo>
                    <a:pt x="3852883" y="653950"/>
                  </a:lnTo>
                  <a:lnTo>
                    <a:pt x="3853544" y="646234"/>
                  </a:lnTo>
                  <a:lnTo>
                    <a:pt x="3854204" y="641482"/>
                  </a:lnTo>
                  <a:lnTo>
                    <a:pt x="3854865" y="602544"/>
                  </a:lnTo>
                  <a:lnTo>
                    <a:pt x="3855525" y="600415"/>
                  </a:lnTo>
                  <a:lnTo>
                    <a:pt x="3856186" y="609432"/>
                  </a:lnTo>
                  <a:lnTo>
                    <a:pt x="3856846" y="592489"/>
                  </a:lnTo>
                  <a:lnTo>
                    <a:pt x="3857507" y="592489"/>
                  </a:lnTo>
                  <a:lnTo>
                    <a:pt x="3858168" y="592479"/>
                  </a:lnTo>
                  <a:lnTo>
                    <a:pt x="3858828" y="588932"/>
                  </a:lnTo>
                  <a:lnTo>
                    <a:pt x="3859489" y="588932"/>
                  </a:lnTo>
                  <a:lnTo>
                    <a:pt x="3860149" y="594047"/>
                  </a:lnTo>
                  <a:lnTo>
                    <a:pt x="3860810" y="593942"/>
                  </a:lnTo>
                  <a:lnTo>
                    <a:pt x="3861470" y="585547"/>
                  </a:lnTo>
                  <a:lnTo>
                    <a:pt x="3862131" y="585547"/>
                  </a:lnTo>
                  <a:lnTo>
                    <a:pt x="3862791" y="582017"/>
                  </a:lnTo>
                  <a:lnTo>
                    <a:pt x="3863452" y="579685"/>
                  </a:lnTo>
                  <a:lnTo>
                    <a:pt x="3864112" y="568808"/>
                  </a:lnTo>
                  <a:lnTo>
                    <a:pt x="3864773" y="588219"/>
                  </a:lnTo>
                  <a:lnTo>
                    <a:pt x="3865433" y="581679"/>
                  </a:lnTo>
                  <a:lnTo>
                    <a:pt x="3866094" y="587477"/>
                  </a:lnTo>
                  <a:lnTo>
                    <a:pt x="3866754" y="584212"/>
                  </a:lnTo>
                  <a:lnTo>
                    <a:pt x="3867415" y="584983"/>
                  </a:lnTo>
                  <a:lnTo>
                    <a:pt x="3868076" y="591755"/>
                  </a:lnTo>
                  <a:lnTo>
                    <a:pt x="3868736" y="596503"/>
                  </a:lnTo>
                  <a:lnTo>
                    <a:pt x="3869397" y="596668"/>
                  </a:lnTo>
                  <a:lnTo>
                    <a:pt x="3870057" y="621412"/>
                  </a:lnTo>
                  <a:lnTo>
                    <a:pt x="3870718" y="636045"/>
                  </a:lnTo>
                  <a:lnTo>
                    <a:pt x="3871378" y="606581"/>
                  </a:lnTo>
                  <a:lnTo>
                    <a:pt x="3872039" y="600870"/>
                  </a:lnTo>
                  <a:lnTo>
                    <a:pt x="3872699" y="618902"/>
                  </a:lnTo>
                  <a:lnTo>
                    <a:pt x="3873360" y="609527"/>
                  </a:lnTo>
                  <a:lnTo>
                    <a:pt x="3874020" y="601581"/>
                  </a:lnTo>
                  <a:lnTo>
                    <a:pt x="3874681" y="601550"/>
                  </a:lnTo>
                  <a:lnTo>
                    <a:pt x="3875341" y="584995"/>
                  </a:lnTo>
                  <a:lnTo>
                    <a:pt x="3876002" y="541717"/>
                  </a:lnTo>
                  <a:lnTo>
                    <a:pt x="3876662" y="544603"/>
                  </a:lnTo>
                  <a:lnTo>
                    <a:pt x="3877323" y="554055"/>
                  </a:lnTo>
                  <a:lnTo>
                    <a:pt x="3877983" y="549602"/>
                  </a:lnTo>
                  <a:lnTo>
                    <a:pt x="3878644" y="535854"/>
                  </a:lnTo>
                  <a:lnTo>
                    <a:pt x="3879305" y="544772"/>
                  </a:lnTo>
                  <a:lnTo>
                    <a:pt x="3879965" y="527517"/>
                  </a:lnTo>
                  <a:lnTo>
                    <a:pt x="3880626" y="616741"/>
                  </a:lnTo>
                  <a:lnTo>
                    <a:pt x="3881286" y="586290"/>
                  </a:lnTo>
                  <a:lnTo>
                    <a:pt x="3881947" y="538374"/>
                  </a:lnTo>
                  <a:lnTo>
                    <a:pt x="3882607" y="500307"/>
                  </a:lnTo>
                  <a:lnTo>
                    <a:pt x="3883268" y="497687"/>
                  </a:lnTo>
                  <a:lnTo>
                    <a:pt x="3883928" y="469856"/>
                  </a:lnTo>
                  <a:lnTo>
                    <a:pt x="3884589" y="441752"/>
                  </a:lnTo>
                  <a:lnTo>
                    <a:pt x="3885249" y="426552"/>
                  </a:lnTo>
                  <a:lnTo>
                    <a:pt x="3885910" y="449176"/>
                  </a:lnTo>
                  <a:lnTo>
                    <a:pt x="3886570" y="455333"/>
                  </a:lnTo>
                  <a:lnTo>
                    <a:pt x="3887231" y="474795"/>
                  </a:lnTo>
                  <a:lnTo>
                    <a:pt x="3887891" y="495637"/>
                  </a:lnTo>
                  <a:lnTo>
                    <a:pt x="3888552" y="532865"/>
                  </a:lnTo>
                  <a:lnTo>
                    <a:pt x="3889213" y="543030"/>
                  </a:lnTo>
                  <a:lnTo>
                    <a:pt x="3889873" y="574110"/>
                  </a:lnTo>
                  <a:lnTo>
                    <a:pt x="3890534" y="624382"/>
                  </a:lnTo>
                  <a:lnTo>
                    <a:pt x="3891194" y="587503"/>
                  </a:lnTo>
                  <a:lnTo>
                    <a:pt x="3891855" y="600718"/>
                  </a:lnTo>
                  <a:lnTo>
                    <a:pt x="3892515" y="642727"/>
                  </a:lnTo>
                  <a:lnTo>
                    <a:pt x="3893176" y="651256"/>
                  </a:lnTo>
                  <a:lnTo>
                    <a:pt x="3893836" y="637215"/>
                  </a:lnTo>
                  <a:lnTo>
                    <a:pt x="3894497" y="593646"/>
                  </a:lnTo>
                  <a:lnTo>
                    <a:pt x="3895157" y="593296"/>
                  </a:lnTo>
                  <a:lnTo>
                    <a:pt x="3895818" y="595008"/>
                  </a:lnTo>
                  <a:lnTo>
                    <a:pt x="3896478" y="608420"/>
                  </a:lnTo>
                  <a:lnTo>
                    <a:pt x="3897139" y="588269"/>
                  </a:lnTo>
                  <a:lnTo>
                    <a:pt x="3897799" y="591697"/>
                  </a:lnTo>
                  <a:lnTo>
                    <a:pt x="3898460" y="602815"/>
                  </a:lnTo>
                  <a:lnTo>
                    <a:pt x="3899121" y="604182"/>
                  </a:lnTo>
                  <a:lnTo>
                    <a:pt x="3899781" y="591131"/>
                  </a:lnTo>
                  <a:lnTo>
                    <a:pt x="3900442" y="585706"/>
                  </a:lnTo>
                  <a:lnTo>
                    <a:pt x="3901102" y="574132"/>
                  </a:lnTo>
                  <a:lnTo>
                    <a:pt x="3901763" y="582849"/>
                  </a:lnTo>
                  <a:lnTo>
                    <a:pt x="3902423" y="592768"/>
                  </a:lnTo>
                  <a:lnTo>
                    <a:pt x="3903084" y="589217"/>
                  </a:lnTo>
                  <a:lnTo>
                    <a:pt x="3903744" y="548080"/>
                  </a:lnTo>
                  <a:lnTo>
                    <a:pt x="3904405" y="548080"/>
                  </a:lnTo>
                  <a:lnTo>
                    <a:pt x="3905065" y="553196"/>
                  </a:lnTo>
                  <a:lnTo>
                    <a:pt x="3905726" y="551091"/>
                  </a:lnTo>
                  <a:lnTo>
                    <a:pt x="3906386" y="527649"/>
                  </a:lnTo>
                  <a:lnTo>
                    <a:pt x="3907047" y="526395"/>
                  </a:lnTo>
                  <a:lnTo>
                    <a:pt x="3907707" y="557127"/>
                  </a:lnTo>
                  <a:lnTo>
                    <a:pt x="3908368" y="560657"/>
                  </a:lnTo>
                  <a:lnTo>
                    <a:pt x="3909029" y="575145"/>
                  </a:lnTo>
                  <a:lnTo>
                    <a:pt x="3909689" y="575145"/>
                  </a:lnTo>
                  <a:lnTo>
                    <a:pt x="3910350" y="574894"/>
                  </a:lnTo>
                  <a:lnTo>
                    <a:pt x="3911010" y="578280"/>
                  </a:lnTo>
                  <a:lnTo>
                    <a:pt x="3911671" y="590604"/>
                  </a:lnTo>
                  <a:lnTo>
                    <a:pt x="3912331" y="590305"/>
                  </a:lnTo>
                  <a:lnTo>
                    <a:pt x="3912992" y="608445"/>
                  </a:lnTo>
                  <a:lnTo>
                    <a:pt x="3913652" y="636600"/>
                  </a:lnTo>
                  <a:lnTo>
                    <a:pt x="3914313" y="648026"/>
                  </a:lnTo>
                  <a:lnTo>
                    <a:pt x="3914973" y="644059"/>
                  </a:lnTo>
                  <a:lnTo>
                    <a:pt x="3915634" y="640777"/>
                  </a:lnTo>
                  <a:lnTo>
                    <a:pt x="3916294" y="637242"/>
                  </a:lnTo>
                  <a:lnTo>
                    <a:pt x="3916955" y="611977"/>
                  </a:lnTo>
                  <a:lnTo>
                    <a:pt x="3917615" y="602195"/>
                  </a:lnTo>
                  <a:lnTo>
                    <a:pt x="3918276" y="604940"/>
                  </a:lnTo>
                  <a:lnTo>
                    <a:pt x="3918936" y="611308"/>
                  </a:lnTo>
                  <a:lnTo>
                    <a:pt x="3919597" y="601389"/>
                  </a:lnTo>
                  <a:lnTo>
                    <a:pt x="3920258" y="587403"/>
                  </a:lnTo>
                  <a:lnTo>
                    <a:pt x="3920918" y="569079"/>
                  </a:lnTo>
                  <a:lnTo>
                    <a:pt x="3921579" y="554300"/>
                  </a:lnTo>
                  <a:lnTo>
                    <a:pt x="3922239" y="598482"/>
                  </a:lnTo>
                  <a:lnTo>
                    <a:pt x="3922900" y="599947"/>
                  </a:lnTo>
                  <a:lnTo>
                    <a:pt x="3923560" y="588820"/>
                  </a:lnTo>
                  <a:lnTo>
                    <a:pt x="3924221" y="599696"/>
                  </a:lnTo>
                  <a:lnTo>
                    <a:pt x="3924881" y="608715"/>
                  </a:lnTo>
                  <a:lnTo>
                    <a:pt x="3925542" y="588618"/>
                  </a:lnTo>
                  <a:lnTo>
                    <a:pt x="3926202" y="610056"/>
                  </a:lnTo>
                  <a:lnTo>
                    <a:pt x="3926863" y="621170"/>
                  </a:lnTo>
                  <a:lnTo>
                    <a:pt x="3927523" y="648411"/>
                  </a:lnTo>
                  <a:lnTo>
                    <a:pt x="3928184" y="650919"/>
                  </a:lnTo>
                  <a:lnTo>
                    <a:pt x="3928844" y="644791"/>
                  </a:lnTo>
                  <a:lnTo>
                    <a:pt x="3929505" y="672056"/>
                  </a:lnTo>
                  <a:lnTo>
                    <a:pt x="3930166" y="664971"/>
                  </a:lnTo>
                  <a:lnTo>
                    <a:pt x="3930826" y="686198"/>
                  </a:lnTo>
                  <a:lnTo>
                    <a:pt x="3931487" y="686198"/>
                  </a:lnTo>
                  <a:lnTo>
                    <a:pt x="3932147" y="655530"/>
                  </a:lnTo>
                  <a:lnTo>
                    <a:pt x="3932808" y="674852"/>
                  </a:lnTo>
                  <a:lnTo>
                    <a:pt x="3933468" y="684201"/>
                  </a:lnTo>
                  <a:lnTo>
                    <a:pt x="3934129" y="649566"/>
                  </a:lnTo>
                  <a:lnTo>
                    <a:pt x="3934789" y="628514"/>
                  </a:lnTo>
                  <a:lnTo>
                    <a:pt x="3935450" y="622249"/>
                  </a:lnTo>
                  <a:lnTo>
                    <a:pt x="3936110" y="620658"/>
                  </a:lnTo>
                  <a:lnTo>
                    <a:pt x="3936771" y="627018"/>
                  </a:lnTo>
                  <a:lnTo>
                    <a:pt x="3937431" y="637035"/>
                  </a:lnTo>
                  <a:lnTo>
                    <a:pt x="3938092" y="649978"/>
                  </a:lnTo>
                  <a:lnTo>
                    <a:pt x="3938752" y="625252"/>
                  </a:lnTo>
                  <a:lnTo>
                    <a:pt x="3939413" y="603902"/>
                  </a:lnTo>
                  <a:lnTo>
                    <a:pt x="3940074" y="598786"/>
                  </a:lnTo>
                  <a:lnTo>
                    <a:pt x="3940734" y="612772"/>
                  </a:lnTo>
                  <a:lnTo>
                    <a:pt x="3941395" y="612772"/>
                  </a:lnTo>
                  <a:lnTo>
                    <a:pt x="3942055" y="612772"/>
                  </a:lnTo>
                  <a:lnTo>
                    <a:pt x="3942716" y="601895"/>
                  </a:lnTo>
                  <a:lnTo>
                    <a:pt x="3943376" y="612772"/>
                  </a:lnTo>
                  <a:lnTo>
                    <a:pt x="3944037" y="616392"/>
                  </a:lnTo>
                  <a:lnTo>
                    <a:pt x="3944697" y="614976"/>
                  </a:lnTo>
                  <a:lnTo>
                    <a:pt x="3945358" y="624761"/>
                  </a:lnTo>
                  <a:lnTo>
                    <a:pt x="3946018" y="620066"/>
                  </a:lnTo>
                  <a:lnTo>
                    <a:pt x="3946679" y="612755"/>
                  </a:lnTo>
                  <a:lnTo>
                    <a:pt x="3947339" y="614925"/>
                  </a:lnTo>
                  <a:lnTo>
                    <a:pt x="3948000" y="619728"/>
                  </a:lnTo>
                  <a:lnTo>
                    <a:pt x="3948660" y="615526"/>
                  </a:lnTo>
                  <a:lnTo>
                    <a:pt x="3949321" y="620329"/>
                  </a:lnTo>
                  <a:lnTo>
                    <a:pt x="3949981" y="629471"/>
                  </a:lnTo>
                  <a:lnTo>
                    <a:pt x="3950642" y="614741"/>
                  </a:lnTo>
                  <a:lnTo>
                    <a:pt x="3951303" y="617306"/>
                  </a:lnTo>
                  <a:lnTo>
                    <a:pt x="3951963" y="623619"/>
                  </a:lnTo>
                  <a:lnTo>
                    <a:pt x="3952624" y="615281"/>
                  </a:lnTo>
                  <a:lnTo>
                    <a:pt x="3953284" y="619401"/>
                  </a:lnTo>
                  <a:lnTo>
                    <a:pt x="3953945" y="624768"/>
                  </a:lnTo>
                  <a:lnTo>
                    <a:pt x="3954605" y="651342"/>
                  </a:lnTo>
                  <a:lnTo>
                    <a:pt x="3955266" y="668251"/>
                  </a:lnTo>
                  <a:lnTo>
                    <a:pt x="3955926" y="658051"/>
                  </a:lnTo>
                  <a:lnTo>
                    <a:pt x="3956587" y="642683"/>
                  </a:lnTo>
                  <a:lnTo>
                    <a:pt x="3957247" y="609598"/>
                  </a:lnTo>
                  <a:lnTo>
                    <a:pt x="3957908" y="597575"/>
                  </a:lnTo>
                  <a:lnTo>
                    <a:pt x="3958568" y="610476"/>
                  </a:lnTo>
                  <a:lnTo>
                    <a:pt x="3959229" y="600240"/>
                  </a:lnTo>
                  <a:lnTo>
                    <a:pt x="3959889" y="559868"/>
                  </a:lnTo>
                  <a:lnTo>
                    <a:pt x="3960550" y="562876"/>
                  </a:lnTo>
                  <a:lnTo>
                    <a:pt x="3961211" y="565360"/>
                  </a:lnTo>
                  <a:lnTo>
                    <a:pt x="3961871" y="578727"/>
                  </a:lnTo>
                  <a:lnTo>
                    <a:pt x="3962532" y="615502"/>
                  </a:lnTo>
                  <a:lnTo>
                    <a:pt x="3963192" y="620357"/>
                  </a:lnTo>
                  <a:lnTo>
                    <a:pt x="3963853" y="625637"/>
                  </a:lnTo>
                  <a:lnTo>
                    <a:pt x="3964513" y="639874"/>
                  </a:lnTo>
                  <a:lnTo>
                    <a:pt x="3965174" y="652959"/>
                  </a:lnTo>
                  <a:lnTo>
                    <a:pt x="3965834" y="650801"/>
                  </a:lnTo>
                  <a:lnTo>
                    <a:pt x="3966495" y="641131"/>
                  </a:lnTo>
                  <a:lnTo>
                    <a:pt x="3967155" y="625421"/>
                  </a:lnTo>
                  <a:lnTo>
                    <a:pt x="3967816" y="584934"/>
                  </a:lnTo>
                  <a:lnTo>
                    <a:pt x="3968476" y="582774"/>
                  </a:lnTo>
                  <a:lnTo>
                    <a:pt x="3969137" y="602217"/>
                  </a:lnTo>
                  <a:lnTo>
                    <a:pt x="3969797" y="620086"/>
                  </a:lnTo>
                  <a:lnTo>
                    <a:pt x="3970458" y="614970"/>
                  </a:lnTo>
                  <a:lnTo>
                    <a:pt x="3971119" y="626738"/>
                  </a:lnTo>
                  <a:lnTo>
                    <a:pt x="3971779" y="637723"/>
                  </a:lnTo>
                  <a:lnTo>
                    <a:pt x="3972440" y="632866"/>
                  </a:lnTo>
                  <a:lnTo>
                    <a:pt x="3973100" y="616820"/>
                  </a:lnTo>
                  <a:lnTo>
                    <a:pt x="3973761" y="609849"/>
                  </a:lnTo>
                  <a:lnTo>
                    <a:pt x="3974421" y="619985"/>
                  </a:lnTo>
                  <a:lnTo>
                    <a:pt x="3975082" y="645389"/>
                  </a:lnTo>
                  <a:lnTo>
                    <a:pt x="3975742" y="650769"/>
                  </a:lnTo>
                  <a:lnTo>
                    <a:pt x="3976403" y="630115"/>
                  </a:lnTo>
                  <a:lnTo>
                    <a:pt x="3977063" y="647015"/>
                  </a:lnTo>
                  <a:lnTo>
                    <a:pt x="3977724" y="666229"/>
                  </a:lnTo>
                  <a:lnTo>
                    <a:pt x="3978384" y="671928"/>
                  </a:lnTo>
                  <a:lnTo>
                    <a:pt x="3979045" y="669154"/>
                  </a:lnTo>
                  <a:lnTo>
                    <a:pt x="3979705" y="668430"/>
                  </a:lnTo>
                  <a:lnTo>
                    <a:pt x="3980366" y="669357"/>
                  </a:lnTo>
                  <a:lnTo>
                    <a:pt x="3981027" y="634489"/>
                  </a:lnTo>
                  <a:lnTo>
                    <a:pt x="3981687" y="620378"/>
                  </a:lnTo>
                  <a:lnTo>
                    <a:pt x="3982348" y="610498"/>
                  </a:lnTo>
                  <a:lnTo>
                    <a:pt x="3983008" y="620378"/>
                  </a:lnTo>
                  <a:lnTo>
                    <a:pt x="3983669" y="611248"/>
                  </a:lnTo>
                  <a:lnTo>
                    <a:pt x="3984329" y="625234"/>
                  </a:lnTo>
                  <a:lnTo>
                    <a:pt x="3984990" y="629155"/>
                  </a:lnTo>
                  <a:lnTo>
                    <a:pt x="3985650" y="636093"/>
                  </a:lnTo>
                  <a:lnTo>
                    <a:pt x="3986311" y="642973"/>
                  </a:lnTo>
                  <a:lnTo>
                    <a:pt x="3986971" y="631324"/>
                  </a:lnTo>
                  <a:lnTo>
                    <a:pt x="3987632" y="645998"/>
                  </a:lnTo>
                  <a:lnTo>
                    <a:pt x="3988292" y="650743"/>
                  </a:lnTo>
                  <a:lnTo>
                    <a:pt x="3988953" y="626950"/>
                  </a:lnTo>
                  <a:lnTo>
                    <a:pt x="3989613" y="621675"/>
                  </a:lnTo>
                  <a:lnTo>
                    <a:pt x="3990274" y="617816"/>
                  </a:lnTo>
                  <a:lnTo>
                    <a:pt x="3990934" y="614557"/>
                  </a:lnTo>
                  <a:lnTo>
                    <a:pt x="3991595" y="614557"/>
                  </a:lnTo>
                  <a:lnTo>
                    <a:pt x="3992256" y="609702"/>
                  </a:lnTo>
                  <a:lnTo>
                    <a:pt x="3992916" y="601326"/>
                  </a:lnTo>
                  <a:lnTo>
                    <a:pt x="3993577" y="614070"/>
                  </a:lnTo>
                  <a:lnTo>
                    <a:pt x="3994237" y="588140"/>
                  </a:lnTo>
                  <a:lnTo>
                    <a:pt x="3994898" y="599015"/>
                  </a:lnTo>
                  <a:lnTo>
                    <a:pt x="3995558" y="616317"/>
                  </a:lnTo>
                  <a:lnTo>
                    <a:pt x="3996219" y="632154"/>
                  </a:lnTo>
                  <a:lnTo>
                    <a:pt x="3996879" y="644084"/>
                  </a:lnTo>
                  <a:lnTo>
                    <a:pt x="3997540" y="637964"/>
                  </a:lnTo>
                  <a:lnTo>
                    <a:pt x="3998200" y="634707"/>
                  </a:lnTo>
                  <a:lnTo>
                    <a:pt x="3998861" y="621569"/>
                  </a:lnTo>
                  <a:lnTo>
                    <a:pt x="3999521" y="624964"/>
                  </a:lnTo>
                  <a:lnTo>
                    <a:pt x="4000182" y="637858"/>
                  </a:lnTo>
                  <a:lnTo>
                    <a:pt x="4000842" y="640111"/>
                  </a:lnTo>
                  <a:lnTo>
                    <a:pt x="4001503" y="616218"/>
                  </a:lnTo>
                  <a:lnTo>
                    <a:pt x="4002164" y="616218"/>
                  </a:lnTo>
                  <a:lnTo>
                    <a:pt x="4002824" y="638509"/>
                  </a:lnTo>
                  <a:lnTo>
                    <a:pt x="4003485" y="661409"/>
                  </a:lnTo>
                  <a:lnTo>
                    <a:pt x="4004145" y="657046"/>
                  </a:lnTo>
                  <a:lnTo>
                    <a:pt x="4004806" y="650464"/>
                  </a:lnTo>
                  <a:lnTo>
                    <a:pt x="4005466" y="645950"/>
                  </a:lnTo>
                  <a:lnTo>
                    <a:pt x="4006127" y="629569"/>
                  </a:lnTo>
                  <a:lnTo>
                    <a:pt x="4006787" y="632633"/>
                  </a:lnTo>
                  <a:lnTo>
                    <a:pt x="4007448" y="645973"/>
                  </a:lnTo>
                  <a:lnTo>
                    <a:pt x="4008108" y="643551"/>
                  </a:lnTo>
                  <a:lnTo>
                    <a:pt x="4008769" y="639037"/>
                  </a:lnTo>
                  <a:lnTo>
                    <a:pt x="4009429" y="657617"/>
                  </a:lnTo>
                  <a:lnTo>
                    <a:pt x="4010090" y="624019"/>
                  </a:lnTo>
                  <a:lnTo>
                    <a:pt x="4010750" y="612298"/>
                  </a:lnTo>
                  <a:lnTo>
                    <a:pt x="4011411" y="617020"/>
                  </a:lnTo>
                  <a:lnTo>
                    <a:pt x="4012072" y="611904"/>
                  </a:lnTo>
                  <a:lnTo>
                    <a:pt x="4012732" y="633556"/>
                  </a:lnTo>
                  <a:lnTo>
                    <a:pt x="4013393" y="634196"/>
                  </a:lnTo>
                  <a:lnTo>
                    <a:pt x="4014053" y="617020"/>
                  </a:lnTo>
                  <a:lnTo>
                    <a:pt x="4014714" y="611904"/>
                  </a:lnTo>
                  <a:lnTo>
                    <a:pt x="4015374" y="601968"/>
                  </a:lnTo>
                  <a:lnTo>
                    <a:pt x="4016035" y="611904"/>
                  </a:lnTo>
                  <a:lnTo>
                    <a:pt x="4016695" y="637393"/>
                  </a:lnTo>
                  <a:lnTo>
                    <a:pt x="4017356" y="655574"/>
                  </a:lnTo>
                  <a:lnTo>
                    <a:pt x="4018016" y="623904"/>
                  </a:lnTo>
                  <a:lnTo>
                    <a:pt x="4018677" y="619861"/>
                  </a:lnTo>
                  <a:lnTo>
                    <a:pt x="4019337" y="619601"/>
                  </a:lnTo>
                  <a:lnTo>
                    <a:pt x="4019998" y="619861"/>
                  </a:lnTo>
                  <a:lnTo>
                    <a:pt x="4020658" y="614745"/>
                  </a:lnTo>
                  <a:lnTo>
                    <a:pt x="4021319" y="605805"/>
                  </a:lnTo>
                  <a:lnTo>
                    <a:pt x="4021979" y="601968"/>
                  </a:lnTo>
                  <a:lnTo>
                    <a:pt x="4022640" y="617020"/>
                  </a:lnTo>
                  <a:lnTo>
                    <a:pt x="4023301" y="620084"/>
                  </a:lnTo>
                  <a:lnTo>
                    <a:pt x="4023961" y="610899"/>
                  </a:lnTo>
                  <a:lnTo>
                    <a:pt x="4024622" y="617345"/>
                  </a:lnTo>
                  <a:lnTo>
                    <a:pt x="4025282" y="618595"/>
                  </a:lnTo>
                  <a:lnTo>
                    <a:pt x="4025943" y="612236"/>
                  </a:lnTo>
                  <a:lnTo>
                    <a:pt x="4026603" y="621395"/>
                  </a:lnTo>
                  <a:lnTo>
                    <a:pt x="4027264" y="618197"/>
                  </a:lnTo>
                  <a:lnTo>
                    <a:pt x="4027924" y="607189"/>
                  </a:lnTo>
                  <a:lnTo>
                    <a:pt x="4028585" y="597252"/>
                  </a:lnTo>
                  <a:lnTo>
                    <a:pt x="4029245" y="610793"/>
                  </a:lnTo>
                  <a:lnTo>
                    <a:pt x="4029906" y="604347"/>
                  </a:lnTo>
                  <a:lnTo>
                    <a:pt x="4030566" y="590641"/>
                  </a:lnTo>
                  <a:lnTo>
                    <a:pt x="4031227" y="590641"/>
                  </a:lnTo>
                  <a:lnTo>
                    <a:pt x="4031887" y="576655"/>
                  </a:lnTo>
                  <a:lnTo>
                    <a:pt x="4032548" y="590641"/>
                  </a:lnTo>
                  <a:lnTo>
                    <a:pt x="4033209" y="592232"/>
                  </a:lnTo>
                  <a:lnTo>
                    <a:pt x="4033869" y="604950"/>
                  </a:lnTo>
                  <a:lnTo>
                    <a:pt x="4034530" y="600095"/>
                  </a:lnTo>
                  <a:lnTo>
                    <a:pt x="4035190" y="609226"/>
                  </a:lnTo>
                  <a:lnTo>
                    <a:pt x="4035851" y="604950"/>
                  </a:lnTo>
                  <a:lnTo>
                    <a:pt x="4036511" y="614320"/>
                  </a:lnTo>
                  <a:lnTo>
                    <a:pt x="4037172" y="614081"/>
                  </a:lnTo>
                  <a:lnTo>
                    <a:pt x="4037832" y="598039"/>
                  </a:lnTo>
                  <a:lnTo>
                    <a:pt x="4038493" y="602745"/>
                  </a:lnTo>
                  <a:lnTo>
                    <a:pt x="4039153" y="617537"/>
                  </a:lnTo>
                  <a:lnTo>
                    <a:pt x="4039814" y="613687"/>
                  </a:lnTo>
                  <a:lnTo>
                    <a:pt x="4040474" y="600549"/>
                  </a:lnTo>
                  <a:lnTo>
                    <a:pt x="4041135" y="616591"/>
                  </a:lnTo>
                  <a:lnTo>
                    <a:pt x="4041795" y="631879"/>
                  </a:lnTo>
                  <a:lnTo>
                    <a:pt x="4042456" y="651224"/>
                  </a:lnTo>
                  <a:lnTo>
                    <a:pt x="4043117" y="633838"/>
                  </a:lnTo>
                  <a:lnTo>
                    <a:pt x="4043777" y="644673"/>
                  </a:lnTo>
                  <a:lnTo>
                    <a:pt x="4044438" y="661375"/>
                  </a:lnTo>
                  <a:lnTo>
                    <a:pt x="4045098" y="654777"/>
                  </a:lnTo>
                  <a:lnTo>
                    <a:pt x="4045759" y="662070"/>
                  </a:lnTo>
                  <a:lnTo>
                    <a:pt x="4046419" y="638797"/>
                  </a:lnTo>
                  <a:lnTo>
                    <a:pt x="4047080" y="619180"/>
                  </a:lnTo>
                  <a:lnTo>
                    <a:pt x="4047740" y="617056"/>
                  </a:lnTo>
                  <a:lnTo>
                    <a:pt x="4048401" y="609498"/>
                  </a:lnTo>
                  <a:lnTo>
                    <a:pt x="4049061" y="608606"/>
                  </a:lnTo>
                  <a:lnTo>
                    <a:pt x="4049722" y="621517"/>
                  </a:lnTo>
                  <a:lnTo>
                    <a:pt x="4050382" y="656248"/>
                  </a:lnTo>
                  <a:lnTo>
                    <a:pt x="4051043" y="670770"/>
                  </a:lnTo>
                  <a:lnTo>
                    <a:pt x="4051703" y="676395"/>
                  </a:lnTo>
                  <a:lnTo>
                    <a:pt x="4052364" y="657685"/>
                  </a:lnTo>
                  <a:lnTo>
                    <a:pt x="4053025" y="644707"/>
                  </a:lnTo>
                  <a:lnTo>
                    <a:pt x="4053685" y="636053"/>
                  </a:lnTo>
                  <a:lnTo>
                    <a:pt x="4054346" y="625635"/>
                  </a:lnTo>
                  <a:lnTo>
                    <a:pt x="4055006" y="639932"/>
                  </a:lnTo>
                  <a:lnTo>
                    <a:pt x="4055667" y="635342"/>
                  </a:lnTo>
                  <a:lnTo>
                    <a:pt x="4056327" y="632435"/>
                  </a:lnTo>
                  <a:lnTo>
                    <a:pt x="4056988" y="627300"/>
                  </a:lnTo>
                  <a:lnTo>
                    <a:pt x="4057648" y="633691"/>
                  </a:lnTo>
                  <a:lnTo>
                    <a:pt x="4058309" y="655326"/>
                  </a:lnTo>
                  <a:lnTo>
                    <a:pt x="4058969" y="621825"/>
                  </a:lnTo>
                  <a:lnTo>
                    <a:pt x="4059630" y="621614"/>
                  </a:lnTo>
                  <a:lnTo>
                    <a:pt x="4060290" y="618302"/>
                  </a:lnTo>
                  <a:lnTo>
                    <a:pt x="4060951" y="617170"/>
                  </a:lnTo>
                  <a:lnTo>
                    <a:pt x="4061611" y="641395"/>
                  </a:lnTo>
                  <a:lnTo>
                    <a:pt x="4062272" y="660088"/>
                  </a:lnTo>
                  <a:lnTo>
                    <a:pt x="4062932" y="668252"/>
                  </a:lnTo>
                  <a:lnTo>
                    <a:pt x="4063593" y="663062"/>
                  </a:lnTo>
                  <a:lnTo>
                    <a:pt x="4064254" y="634994"/>
                  </a:lnTo>
                  <a:lnTo>
                    <a:pt x="4064914" y="641322"/>
                  </a:lnTo>
                  <a:lnTo>
                    <a:pt x="4065575" y="664125"/>
                  </a:lnTo>
                  <a:lnTo>
                    <a:pt x="4066235" y="655280"/>
                  </a:lnTo>
                  <a:lnTo>
                    <a:pt x="4066896" y="637330"/>
                  </a:lnTo>
                  <a:lnTo>
                    <a:pt x="4067556" y="630838"/>
                  </a:lnTo>
                  <a:lnTo>
                    <a:pt x="4068217" y="648182"/>
                  </a:lnTo>
                  <a:lnTo>
                    <a:pt x="4068877" y="652829"/>
                  </a:lnTo>
                  <a:lnTo>
                    <a:pt x="4069538" y="660543"/>
                  </a:lnTo>
                  <a:lnTo>
                    <a:pt x="4070198" y="656827"/>
                  </a:lnTo>
                  <a:lnTo>
                    <a:pt x="4070859" y="632769"/>
                  </a:lnTo>
                  <a:lnTo>
                    <a:pt x="4071519" y="625101"/>
                  </a:lnTo>
                  <a:lnTo>
                    <a:pt x="4072180" y="623684"/>
                  </a:lnTo>
                  <a:lnTo>
                    <a:pt x="4072840" y="629887"/>
                  </a:lnTo>
                  <a:lnTo>
                    <a:pt x="4073501" y="612836"/>
                  </a:lnTo>
                  <a:lnTo>
                    <a:pt x="4074162" y="598262"/>
                  </a:lnTo>
                  <a:lnTo>
                    <a:pt x="4074822" y="625101"/>
                  </a:lnTo>
                  <a:lnTo>
                    <a:pt x="4075483" y="641710"/>
                  </a:lnTo>
                  <a:lnTo>
                    <a:pt x="4076143" y="633269"/>
                  </a:lnTo>
                  <a:lnTo>
                    <a:pt x="4076804" y="628508"/>
                  </a:lnTo>
                  <a:lnTo>
                    <a:pt x="4077464" y="654776"/>
                  </a:lnTo>
                  <a:lnTo>
                    <a:pt x="4078125" y="666693"/>
                  </a:lnTo>
                  <a:lnTo>
                    <a:pt x="4078785" y="646975"/>
                  </a:lnTo>
                  <a:lnTo>
                    <a:pt x="4079446" y="637005"/>
                  </a:lnTo>
                  <a:lnTo>
                    <a:pt x="4080106" y="643588"/>
                  </a:lnTo>
                  <a:lnTo>
                    <a:pt x="4080767" y="638223"/>
                  </a:lnTo>
                  <a:lnTo>
                    <a:pt x="4081427" y="631641"/>
                  </a:lnTo>
                  <a:lnTo>
                    <a:pt x="4082088" y="633623"/>
                  </a:lnTo>
                  <a:lnTo>
                    <a:pt x="4082748" y="639460"/>
                  </a:lnTo>
                  <a:lnTo>
                    <a:pt x="4083409" y="671039"/>
                  </a:lnTo>
                  <a:lnTo>
                    <a:pt x="4084070" y="667973"/>
                  </a:lnTo>
                  <a:lnTo>
                    <a:pt x="4084730" y="641019"/>
                  </a:lnTo>
                  <a:lnTo>
                    <a:pt x="4085391" y="638082"/>
                  </a:lnTo>
                  <a:lnTo>
                    <a:pt x="4086051" y="628765"/>
                  </a:lnTo>
                  <a:lnTo>
                    <a:pt x="4086712" y="586073"/>
                  </a:lnTo>
                  <a:lnTo>
                    <a:pt x="4087372" y="552201"/>
                  </a:lnTo>
                  <a:lnTo>
                    <a:pt x="4088033" y="535262"/>
                  </a:lnTo>
                  <a:lnTo>
                    <a:pt x="4088693" y="556508"/>
                  </a:lnTo>
                  <a:lnTo>
                    <a:pt x="4089354" y="586073"/>
                  </a:lnTo>
                  <a:lnTo>
                    <a:pt x="4090014" y="593503"/>
                  </a:lnTo>
                  <a:lnTo>
                    <a:pt x="4090675" y="586073"/>
                  </a:lnTo>
                  <a:lnTo>
                    <a:pt x="4091335" y="625353"/>
                  </a:lnTo>
                  <a:lnTo>
                    <a:pt x="4091996" y="628344"/>
                  </a:lnTo>
                  <a:lnTo>
                    <a:pt x="4092656" y="633701"/>
                  </a:lnTo>
                  <a:lnTo>
                    <a:pt x="4093317" y="660013"/>
                  </a:lnTo>
                  <a:lnTo>
                    <a:pt x="4093977" y="657410"/>
                  </a:lnTo>
                  <a:lnTo>
                    <a:pt x="4094638" y="659841"/>
                  </a:lnTo>
                  <a:lnTo>
                    <a:pt x="4095299" y="647196"/>
                  </a:lnTo>
                  <a:lnTo>
                    <a:pt x="4095959" y="675239"/>
                  </a:lnTo>
                  <a:lnTo>
                    <a:pt x="4096620" y="670907"/>
                  </a:lnTo>
                  <a:lnTo>
                    <a:pt x="4097280" y="632734"/>
                  </a:lnTo>
                  <a:lnTo>
                    <a:pt x="4097941" y="637017"/>
                  </a:lnTo>
                  <a:lnTo>
                    <a:pt x="4098601" y="621250"/>
                  </a:lnTo>
                  <a:lnTo>
                    <a:pt x="4099262" y="629540"/>
                  </a:lnTo>
                  <a:lnTo>
                    <a:pt x="4099922" y="640442"/>
                  </a:lnTo>
                  <a:lnTo>
                    <a:pt x="4100583" y="622427"/>
                  </a:lnTo>
                  <a:lnTo>
                    <a:pt x="4101243" y="618260"/>
                  </a:lnTo>
                  <a:lnTo>
                    <a:pt x="4101904" y="618372"/>
                  </a:lnTo>
                  <a:lnTo>
                    <a:pt x="4102564" y="618112"/>
                  </a:lnTo>
                  <a:lnTo>
                    <a:pt x="4103225" y="617675"/>
                  </a:lnTo>
                  <a:lnTo>
                    <a:pt x="4103885" y="616278"/>
                  </a:lnTo>
                  <a:lnTo>
                    <a:pt x="4104546" y="619720"/>
                  </a:lnTo>
                  <a:lnTo>
                    <a:pt x="4105207" y="610555"/>
                  </a:lnTo>
                  <a:lnTo>
                    <a:pt x="4105867" y="600618"/>
                  </a:lnTo>
                  <a:lnTo>
                    <a:pt x="4106528" y="615430"/>
                  </a:lnTo>
                  <a:lnTo>
                    <a:pt x="4107188" y="637744"/>
                  </a:lnTo>
                  <a:lnTo>
                    <a:pt x="4107849" y="638042"/>
                  </a:lnTo>
                  <a:lnTo>
                    <a:pt x="4108509" y="618281"/>
                  </a:lnTo>
                  <a:lnTo>
                    <a:pt x="4109170" y="604953"/>
                  </a:lnTo>
                  <a:lnTo>
                    <a:pt x="4109830" y="590968"/>
                  </a:lnTo>
                  <a:lnTo>
                    <a:pt x="4110491" y="600126"/>
                  </a:lnTo>
                  <a:lnTo>
                    <a:pt x="4111151" y="612878"/>
                  </a:lnTo>
                  <a:lnTo>
                    <a:pt x="4111812" y="607418"/>
                  </a:lnTo>
                  <a:lnTo>
                    <a:pt x="4112472" y="601230"/>
                  </a:lnTo>
                  <a:lnTo>
                    <a:pt x="4113133" y="626165"/>
                  </a:lnTo>
                  <a:lnTo>
                    <a:pt x="4113793" y="640822"/>
                  </a:lnTo>
                  <a:lnTo>
                    <a:pt x="4114454" y="597807"/>
                  </a:lnTo>
                  <a:lnTo>
                    <a:pt x="4115115" y="586904"/>
                  </a:lnTo>
                  <a:lnTo>
                    <a:pt x="4115775" y="585487"/>
                  </a:lnTo>
                  <a:lnTo>
                    <a:pt x="4116436" y="565531"/>
                  </a:lnTo>
                  <a:lnTo>
                    <a:pt x="4117096" y="567333"/>
                  </a:lnTo>
                  <a:lnTo>
                    <a:pt x="4117757" y="549308"/>
                  </a:lnTo>
                  <a:lnTo>
                    <a:pt x="4118417" y="551452"/>
                  </a:lnTo>
                  <a:lnTo>
                    <a:pt x="4119078" y="572722"/>
                  </a:lnTo>
                  <a:lnTo>
                    <a:pt x="4119738" y="574691"/>
                  </a:lnTo>
                  <a:lnTo>
                    <a:pt x="4120399" y="574691"/>
                  </a:lnTo>
                  <a:lnTo>
                    <a:pt x="4121059" y="558618"/>
                  </a:lnTo>
                  <a:lnTo>
                    <a:pt x="4121720" y="560484"/>
                  </a:lnTo>
                  <a:lnTo>
                    <a:pt x="4122380" y="561044"/>
                  </a:lnTo>
                  <a:lnTo>
                    <a:pt x="4123041" y="575120"/>
                  </a:lnTo>
                  <a:lnTo>
                    <a:pt x="4123701" y="499597"/>
                  </a:lnTo>
                  <a:lnTo>
                    <a:pt x="4124362" y="480880"/>
                  </a:lnTo>
                  <a:lnTo>
                    <a:pt x="4125023" y="484933"/>
                  </a:lnTo>
                  <a:lnTo>
                    <a:pt x="4125683" y="504104"/>
                  </a:lnTo>
                  <a:lnTo>
                    <a:pt x="4126344" y="511165"/>
                  </a:lnTo>
                  <a:lnTo>
                    <a:pt x="4127004" y="483008"/>
                  </a:lnTo>
                  <a:lnTo>
                    <a:pt x="4127665" y="473529"/>
                  </a:lnTo>
                  <a:lnTo>
                    <a:pt x="4128325" y="476411"/>
                  </a:lnTo>
                  <a:lnTo>
                    <a:pt x="4128986" y="476411"/>
                  </a:lnTo>
                  <a:lnTo>
                    <a:pt x="4129646" y="540022"/>
                  </a:lnTo>
                  <a:lnTo>
                    <a:pt x="4130307" y="600454"/>
                  </a:lnTo>
                  <a:lnTo>
                    <a:pt x="4130967" y="601055"/>
                  </a:lnTo>
                  <a:lnTo>
                    <a:pt x="4131628" y="643135"/>
                  </a:lnTo>
                  <a:lnTo>
                    <a:pt x="4132288" y="659653"/>
                  </a:lnTo>
                  <a:lnTo>
                    <a:pt x="4132949" y="645862"/>
                  </a:lnTo>
                  <a:lnTo>
                    <a:pt x="4133609" y="656405"/>
                  </a:lnTo>
                  <a:lnTo>
                    <a:pt x="4134270" y="653742"/>
                  </a:lnTo>
                  <a:lnTo>
                    <a:pt x="4134930" y="676554"/>
                  </a:lnTo>
                  <a:lnTo>
                    <a:pt x="4135591" y="668673"/>
                  </a:lnTo>
                  <a:lnTo>
                    <a:pt x="4136252" y="688054"/>
                  </a:lnTo>
                  <a:lnTo>
                    <a:pt x="4136912" y="668079"/>
                  </a:lnTo>
                  <a:lnTo>
                    <a:pt x="4137573" y="646406"/>
                  </a:lnTo>
                  <a:lnTo>
                    <a:pt x="4138233" y="635640"/>
                  </a:lnTo>
                  <a:lnTo>
                    <a:pt x="4138894" y="650261"/>
                  </a:lnTo>
                  <a:lnTo>
                    <a:pt x="4139554" y="655924"/>
                  </a:lnTo>
                  <a:lnTo>
                    <a:pt x="4140215" y="665168"/>
                  </a:lnTo>
                  <a:lnTo>
                    <a:pt x="4140875" y="652661"/>
                  </a:lnTo>
                  <a:lnTo>
                    <a:pt x="4141536" y="639815"/>
                  </a:lnTo>
                  <a:lnTo>
                    <a:pt x="4142196" y="652824"/>
                  </a:lnTo>
                  <a:lnTo>
                    <a:pt x="4142857" y="645804"/>
                  </a:lnTo>
                  <a:lnTo>
                    <a:pt x="4143517" y="645624"/>
                  </a:lnTo>
                  <a:lnTo>
                    <a:pt x="4144178" y="641715"/>
                  </a:lnTo>
                  <a:lnTo>
                    <a:pt x="4144838" y="642972"/>
                  </a:lnTo>
                  <a:lnTo>
                    <a:pt x="4145499" y="658670"/>
                  </a:lnTo>
                  <a:lnTo>
                    <a:pt x="4146160" y="664784"/>
                  </a:lnTo>
                  <a:lnTo>
                    <a:pt x="4146820" y="643440"/>
                  </a:lnTo>
                  <a:lnTo>
                    <a:pt x="4147481" y="631532"/>
                  </a:lnTo>
                  <a:lnTo>
                    <a:pt x="4148141" y="637004"/>
                  </a:lnTo>
                  <a:lnTo>
                    <a:pt x="4148802" y="657973"/>
                  </a:lnTo>
                  <a:lnTo>
                    <a:pt x="4149462" y="666011"/>
                  </a:lnTo>
                  <a:lnTo>
                    <a:pt x="4150123" y="662662"/>
                  </a:lnTo>
                  <a:lnTo>
                    <a:pt x="4150783" y="653968"/>
                  </a:lnTo>
                  <a:lnTo>
                    <a:pt x="4151444" y="669167"/>
                  </a:lnTo>
                  <a:lnTo>
                    <a:pt x="4152104" y="663920"/>
                  </a:lnTo>
                  <a:lnTo>
                    <a:pt x="4152765" y="655937"/>
                  </a:lnTo>
                  <a:lnTo>
                    <a:pt x="4153425" y="645960"/>
                  </a:lnTo>
                  <a:lnTo>
                    <a:pt x="4154086" y="619484"/>
                  </a:lnTo>
                  <a:lnTo>
                    <a:pt x="4154746" y="609618"/>
                  </a:lnTo>
                  <a:lnTo>
                    <a:pt x="4155407" y="599955"/>
                  </a:lnTo>
                  <a:lnTo>
                    <a:pt x="4156068" y="614284"/>
                  </a:lnTo>
                  <a:lnTo>
                    <a:pt x="4156728" y="625852"/>
                  </a:lnTo>
                  <a:lnTo>
                    <a:pt x="4157389" y="639031"/>
                  </a:lnTo>
                  <a:lnTo>
                    <a:pt x="4158049" y="640662"/>
                  </a:lnTo>
                  <a:lnTo>
                    <a:pt x="4158710" y="623533"/>
                  </a:lnTo>
                  <a:lnTo>
                    <a:pt x="4159370" y="609247"/>
                  </a:lnTo>
                  <a:lnTo>
                    <a:pt x="4160031" y="623052"/>
                  </a:lnTo>
                  <a:lnTo>
                    <a:pt x="4160691" y="634361"/>
                  </a:lnTo>
                  <a:lnTo>
                    <a:pt x="4161352" y="615180"/>
                  </a:lnTo>
                  <a:lnTo>
                    <a:pt x="4162012" y="599152"/>
                  </a:lnTo>
                  <a:lnTo>
                    <a:pt x="4162673" y="611008"/>
                  </a:lnTo>
                  <a:lnTo>
                    <a:pt x="4163333" y="617693"/>
                  </a:lnTo>
                  <a:lnTo>
                    <a:pt x="4163994" y="613179"/>
                  </a:lnTo>
                  <a:lnTo>
                    <a:pt x="4164654" y="618160"/>
                  </a:lnTo>
                  <a:lnTo>
                    <a:pt x="4165315" y="644107"/>
                  </a:lnTo>
                  <a:lnTo>
                    <a:pt x="4165975" y="666978"/>
                  </a:lnTo>
                  <a:lnTo>
                    <a:pt x="4166636" y="654950"/>
                  </a:lnTo>
                  <a:lnTo>
                    <a:pt x="4167297" y="620771"/>
                  </a:lnTo>
                  <a:lnTo>
                    <a:pt x="4167957" y="616133"/>
                  </a:lnTo>
                  <a:lnTo>
                    <a:pt x="4168618" y="609491"/>
                  </a:lnTo>
                  <a:lnTo>
                    <a:pt x="4169278" y="612469"/>
                  </a:lnTo>
                  <a:lnTo>
                    <a:pt x="4169939" y="618960"/>
                  </a:lnTo>
                  <a:lnTo>
                    <a:pt x="4170599" y="599884"/>
                  </a:lnTo>
                  <a:lnTo>
                    <a:pt x="4171260" y="595414"/>
                  </a:lnTo>
                  <a:lnTo>
                    <a:pt x="4171920" y="618121"/>
                  </a:lnTo>
                  <a:lnTo>
                    <a:pt x="4172581" y="655183"/>
                  </a:lnTo>
                  <a:lnTo>
                    <a:pt x="4173241" y="628213"/>
                  </a:lnTo>
                  <a:lnTo>
                    <a:pt x="4173902" y="617798"/>
                  </a:lnTo>
                  <a:lnTo>
                    <a:pt x="4174562" y="609598"/>
                  </a:lnTo>
                  <a:lnTo>
                    <a:pt x="4175223" y="617798"/>
                  </a:lnTo>
                  <a:lnTo>
                    <a:pt x="4175883" y="597237"/>
                  </a:lnTo>
                  <a:lnTo>
                    <a:pt x="4176544" y="617255"/>
                  </a:lnTo>
                  <a:lnTo>
                    <a:pt x="4177205" y="636586"/>
                  </a:lnTo>
                  <a:lnTo>
                    <a:pt x="4177865" y="593425"/>
                  </a:lnTo>
                  <a:lnTo>
                    <a:pt x="4178526" y="582540"/>
                  </a:lnTo>
                  <a:lnTo>
                    <a:pt x="4179186" y="601503"/>
                  </a:lnTo>
                  <a:lnTo>
                    <a:pt x="4179847" y="568179"/>
                  </a:lnTo>
                  <a:lnTo>
                    <a:pt x="4180507" y="560222"/>
                  </a:lnTo>
                  <a:lnTo>
                    <a:pt x="4181168" y="556665"/>
                  </a:lnTo>
                  <a:lnTo>
                    <a:pt x="4181828" y="534956"/>
                  </a:lnTo>
                  <a:lnTo>
                    <a:pt x="4182489" y="574311"/>
                  </a:lnTo>
                  <a:lnTo>
                    <a:pt x="4183149" y="555823"/>
                  </a:lnTo>
                  <a:lnTo>
                    <a:pt x="4183810" y="539540"/>
                  </a:lnTo>
                  <a:lnTo>
                    <a:pt x="4184470" y="554511"/>
                  </a:lnTo>
                  <a:lnTo>
                    <a:pt x="4185131" y="552231"/>
                  </a:lnTo>
                  <a:lnTo>
                    <a:pt x="4185791" y="539293"/>
                  </a:lnTo>
                  <a:lnTo>
                    <a:pt x="4186452" y="533401"/>
                  </a:lnTo>
                  <a:lnTo>
                    <a:pt x="4187113" y="509992"/>
                  </a:lnTo>
                  <a:lnTo>
                    <a:pt x="4187773" y="516146"/>
                  </a:lnTo>
                  <a:lnTo>
                    <a:pt x="4188434" y="501447"/>
                  </a:lnTo>
                  <a:lnTo>
                    <a:pt x="4189094" y="495756"/>
                  </a:lnTo>
                  <a:lnTo>
                    <a:pt x="4189755" y="477929"/>
                  </a:lnTo>
                  <a:lnTo>
                    <a:pt x="4190415" y="453717"/>
                  </a:lnTo>
                  <a:lnTo>
                    <a:pt x="4191076" y="425909"/>
                  </a:lnTo>
                  <a:lnTo>
                    <a:pt x="4191736" y="395421"/>
                  </a:lnTo>
                  <a:lnTo>
                    <a:pt x="4192397" y="379286"/>
                  </a:lnTo>
                  <a:lnTo>
                    <a:pt x="4193057" y="400880"/>
                  </a:lnTo>
                  <a:lnTo>
                    <a:pt x="4193718" y="398496"/>
                  </a:lnTo>
                  <a:lnTo>
                    <a:pt x="4194378" y="345914"/>
                  </a:lnTo>
                  <a:lnTo>
                    <a:pt x="4195039" y="315657"/>
                  </a:lnTo>
                  <a:lnTo>
                    <a:pt x="4195699" y="293390"/>
                  </a:lnTo>
                  <a:lnTo>
                    <a:pt x="4196360" y="295872"/>
                  </a:lnTo>
                  <a:lnTo>
                    <a:pt x="4197021" y="275979"/>
                  </a:lnTo>
                  <a:lnTo>
                    <a:pt x="4197681" y="226025"/>
                  </a:lnTo>
                  <a:lnTo>
                    <a:pt x="4198342" y="220621"/>
                  </a:lnTo>
                  <a:lnTo>
                    <a:pt x="4199002" y="209875"/>
                  </a:lnTo>
                  <a:lnTo>
                    <a:pt x="4199663" y="199283"/>
                  </a:lnTo>
                  <a:lnTo>
                    <a:pt x="4200323" y="221236"/>
                  </a:lnTo>
                  <a:lnTo>
                    <a:pt x="4200984" y="247598"/>
                  </a:lnTo>
                  <a:lnTo>
                    <a:pt x="4201644" y="253401"/>
                  </a:lnTo>
                  <a:lnTo>
                    <a:pt x="4202305" y="257963"/>
                  </a:lnTo>
                  <a:lnTo>
                    <a:pt x="4202965" y="278693"/>
                  </a:lnTo>
                  <a:lnTo>
                    <a:pt x="4203626" y="289840"/>
                  </a:lnTo>
                  <a:lnTo>
                    <a:pt x="4204286" y="303173"/>
                  </a:lnTo>
                  <a:lnTo>
                    <a:pt x="4204947" y="350631"/>
                  </a:lnTo>
                  <a:lnTo>
                    <a:pt x="4205607" y="341518"/>
                  </a:lnTo>
                  <a:lnTo>
                    <a:pt x="4206268" y="323770"/>
                  </a:lnTo>
                  <a:lnTo>
                    <a:pt x="4206928" y="315466"/>
                  </a:lnTo>
                  <a:lnTo>
                    <a:pt x="4207589" y="362373"/>
                  </a:lnTo>
                  <a:lnTo>
                    <a:pt x="4208250" y="381905"/>
                  </a:lnTo>
                  <a:lnTo>
                    <a:pt x="4208910" y="442703"/>
                  </a:lnTo>
                  <a:lnTo>
                    <a:pt x="4209571" y="450219"/>
                  </a:lnTo>
                  <a:lnTo>
                    <a:pt x="4210231" y="443224"/>
                  </a:lnTo>
                  <a:lnTo>
                    <a:pt x="4210892" y="468069"/>
                  </a:lnTo>
                  <a:lnTo>
                    <a:pt x="4211552" y="479309"/>
                  </a:lnTo>
                  <a:lnTo>
                    <a:pt x="4212213" y="477657"/>
                  </a:lnTo>
                  <a:lnTo>
                    <a:pt x="4212873" y="471343"/>
                  </a:lnTo>
                  <a:lnTo>
                    <a:pt x="4213534" y="486616"/>
                  </a:lnTo>
                  <a:lnTo>
                    <a:pt x="4214194" y="521972"/>
                  </a:lnTo>
                  <a:lnTo>
                    <a:pt x="4214855" y="557761"/>
                  </a:lnTo>
                  <a:lnTo>
                    <a:pt x="4215515" y="586678"/>
                  </a:lnTo>
                  <a:lnTo>
                    <a:pt x="4216176" y="549845"/>
                  </a:lnTo>
                  <a:lnTo>
                    <a:pt x="4216836" y="563302"/>
                  </a:lnTo>
                  <a:lnTo>
                    <a:pt x="4217497" y="588669"/>
                  </a:lnTo>
                  <a:lnTo>
                    <a:pt x="4218158" y="590094"/>
                  </a:lnTo>
                  <a:lnTo>
                    <a:pt x="4218818" y="560370"/>
                  </a:lnTo>
                  <a:lnTo>
                    <a:pt x="4219479" y="552554"/>
                  </a:lnTo>
                  <a:lnTo>
                    <a:pt x="4220139" y="556069"/>
                  </a:lnTo>
                  <a:lnTo>
                    <a:pt x="4220800" y="554647"/>
                  </a:lnTo>
                  <a:lnTo>
                    <a:pt x="4221460" y="530936"/>
                  </a:lnTo>
                  <a:lnTo>
                    <a:pt x="4222121" y="549629"/>
                  </a:lnTo>
                  <a:lnTo>
                    <a:pt x="4222781" y="574987"/>
                  </a:lnTo>
                  <a:lnTo>
                    <a:pt x="4223442" y="586155"/>
                  </a:lnTo>
                  <a:lnTo>
                    <a:pt x="4224102" y="595484"/>
                  </a:lnTo>
                  <a:lnTo>
                    <a:pt x="4224763" y="601463"/>
                  </a:lnTo>
                  <a:lnTo>
                    <a:pt x="4225423" y="622151"/>
                  </a:lnTo>
                  <a:lnTo>
                    <a:pt x="4226084" y="604264"/>
                  </a:lnTo>
                  <a:lnTo>
                    <a:pt x="4226744" y="582930"/>
                  </a:lnTo>
                  <a:lnTo>
                    <a:pt x="4227405" y="574726"/>
                  </a:lnTo>
                  <a:lnTo>
                    <a:pt x="4228066" y="547107"/>
                  </a:lnTo>
                  <a:lnTo>
                    <a:pt x="4228726" y="564569"/>
                  </a:lnTo>
                  <a:lnTo>
                    <a:pt x="4229387" y="604800"/>
                  </a:lnTo>
                  <a:lnTo>
                    <a:pt x="4230047" y="607285"/>
                  </a:lnTo>
                  <a:lnTo>
                    <a:pt x="4230708" y="608686"/>
                  </a:lnTo>
                  <a:lnTo>
                    <a:pt x="4231368" y="619890"/>
                  </a:lnTo>
                  <a:lnTo>
                    <a:pt x="4232029" y="622959"/>
                  </a:lnTo>
                  <a:lnTo>
                    <a:pt x="4232689" y="601296"/>
                  </a:lnTo>
                  <a:lnTo>
                    <a:pt x="4233350" y="605978"/>
                  </a:lnTo>
                  <a:lnTo>
                    <a:pt x="4234010" y="635191"/>
                  </a:lnTo>
                  <a:lnTo>
                    <a:pt x="4234671" y="640258"/>
                  </a:lnTo>
                  <a:lnTo>
                    <a:pt x="4235331" y="614145"/>
                  </a:lnTo>
                  <a:lnTo>
                    <a:pt x="4235992" y="626579"/>
                  </a:lnTo>
                  <a:lnTo>
                    <a:pt x="4236652" y="630843"/>
                  </a:lnTo>
                  <a:lnTo>
                    <a:pt x="4237313" y="639662"/>
                  </a:lnTo>
                  <a:lnTo>
                    <a:pt x="4237973" y="651307"/>
                  </a:lnTo>
                  <a:lnTo>
                    <a:pt x="4238634" y="620234"/>
                  </a:lnTo>
                  <a:lnTo>
                    <a:pt x="4239295" y="600978"/>
                  </a:lnTo>
                  <a:lnTo>
                    <a:pt x="4239955" y="613298"/>
                  </a:lnTo>
                  <a:lnTo>
                    <a:pt x="4240616" y="604762"/>
                  </a:lnTo>
                  <a:lnTo>
                    <a:pt x="4241276" y="609987"/>
                  </a:lnTo>
                  <a:lnTo>
                    <a:pt x="4241937" y="628314"/>
                  </a:lnTo>
                  <a:lnTo>
                    <a:pt x="4242597" y="653994"/>
                  </a:lnTo>
                  <a:lnTo>
                    <a:pt x="4243258" y="664828"/>
                  </a:lnTo>
                  <a:lnTo>
                    <a:pt x="4243918" y="640354"/>
                  </a:lnTo>
                  <a:lnTo>
                    <a:pt x="4244579" y="633804"/>
                  </a:lnTo>
                  <a:lnTo>
                    <a:pt x="4245239" y="625406"/>
                  </a:lnTo>
                  <a:lnTo>
                    <a:pt x="4245900" y="632514"/>
                  </a:lnTo>
                  <a:lnTo>
                    <a:pt x="4246560" y="613535"/>
                  </a:lnTo>
                  <a:lnTo>
                    <a:pt x="4247221" y="604557"/>
                  </a:lnTo>
                  <a:lnTo>
                    <a:pt x="4247881" y="642716"/>
                  </a:lnTo>
                  <a:lnTo>
                    <a:pt x="4248542" y="649656"/>
                  </a:lnTo>
                  <a:lnTo>
                    <a:pt x="4249203" y="642100"/>
                  </a:lnTo>
                  <a:lnTo>
                    <a:pt x="4249863" y="647706"/>
                  </a:lnTo>
                  <a:lnTo>
                    <a:pt x="4250524" y="658511"/>
                  </a:lnTo>
                  <a:lnTo>
                    <a:pt x="4251184" y="633360"/>
                  </a:lnTo>
                  <a:lnTo>
                    <a:pt x="4251845" y="637092"/>
                  </a:lnTo>
                  <a:lnTo>
                    <a:pt x="4252505" y="643592"/>
                  </a:lnTo>
                  <a:lnTo>
                    <a:pt x="4253166" y="639369"/>
                  </a:lnTo>
                  <a:lnTo>
                    <a:pt x="4253826" y="634880"/>
                  </a:lnTo>
                  <a:lnTo>
                    <a:pt x="4254487" y="613658"/>
                  </a:lnTo>
                  <a:lnTo>
                    <a:pt x="4255147" y="606245"/>
                  </a:lnTo>
                  <a:lnTo>
                    <a:pt x="4255808" y="602201"/>
                  </a:lnTo>
                  <a:lnTo>
                    <a:pt x="4256468" y="601941"/>
                  </a:lnTo>
                  <a:lnTo>
                    <a:pt x="4257129" y="631546"/>
                  </a:lnTo>
                  <a:lnTo>
                    <a:pt x="4257789" y="643115"/>
                  </a:lnTo>
                  <a:lnTo>
                    <a:pt x="4258450" y="630145"/>
                  </a:lnTo>
                  <a:lnTo>
                    <a:pt x="4259111" y="629450"/>
                  </a:lnTo>
                  <a:lnTo>
                    <a:pt x="4259771" y="638696"/>
                  </a:lnTo>
                  <a:lnTo>
                    <a:pt x="4260432" y="652254"/>
                  </a:lnTo>
                  <a:lnTo>
                    <a:pt x="4261092" y="614099"/>
                  </a:lnTo>
                  <a:lnTo>
                    <a:pt x="4261753" y="595199"/>
                  </a:lnTo>
                  <a:lnTo>
                    <a:pt x="4262413" y="637960"/>
                  </a:lnTo>
                  <a:lnTo>
                    <a:pt x="4263074" y="659702"/>
                  </a:lnTo>
                  <a:lnTo>
                    <a:pt x="4263734" y="638079"/>
                  </a:lnTo>
                  <a:lnTo>
                    <a:pt x="4264395" y="642341"/>
                  </a:lnTo>
                  <a:lnTo>
                    <a:pt x="4265055" y="645142"/>
                  </a:lnTo>
                  <a:lnTo>
                    <a:pt x="4265716" y="661941"/>
                  </a:lnTo>
                  <a:lnTo>
                    <a:pt x="4266376" y="681091"/>
                  </a:lnTo>
                  <a:lnTo>
                    <a:pt x="4267037" y="645750"/>
                  </a:lnTo>
                  <a:lnTo>
                    <a:pt x="4267697" y="637451"/>
                  </a:lnTo>
                  <a:lnTo>
                    <a:pt x="4268358" y="635797"/>
                  </a:lnTo>
                  <a:lnTo>
                    <a:pt x="4269019" y="640329"/>
                  </a:lnTo>
                  <a:lnTo>
                    <a:pt x="4269679" y="649283"/>
                  </a:lnTo>
                  <a:lnTo>
                    <a:pt x="4270340" y="672891"/>
                  </a:lnTo>
                  <a:lnTo>
                    <a:pt x="4271000" y="672697"/>
                  </a:lnTo>
                  <a:lnTo>
                    <a:pt x="4271661" y="663507"/>
                  </a:lnTo>
                  <a:lnTo>
                    <a:pt x="4272321" y="654732"/>
                  </a:lnTo>
                  <a:lnTo>
                    <a:pt x="4272982" y="645837"/>
                  </a:lnTo>
                  <a:lnTo>
                    <a:pt x="4273642" y="658196"/>
                  </a:lnTo>
                  <a:lnTo>
                    <a:pt x="4274303" y="646567"/>
                  </a:lnTo>
                  <a:lnTo>
                    <a:pt x="4274963" y="647966"/>
                  </a:lnTo>
                  <a:lnTo>
                    <a:pt x="4275624" y="660948"/>
                  </a:lnTo>
                  <a:lnTo>
                    <a:pt x="4276284" y="679655"/>
                  </a:lnTo>
                  <a:lnTo>
                    <a:pt x="4276945" y="647149"/>
                  </a:lnTo>
                  <a:lnTo>
                    <a:pt x="4277605" y="633400"/>
                  </a:lnTo>
                  <a:lnTo>
                    <a:pt x="4278266" y="612575"/>
                  </a:lnTo>
                  <a:lnTo>
                    <a:pt x="4278926" y="612575"/>
                  </a:lnTo>
                  <a:lnTo>
                    <a:pt x="4279587" y="616742"/>
                  </a:lnTo>
                  <a:lnTo>
                    <a:pt x="4280248" y="618765"/>
                  </a:lnTo>
                  <a:lnTo>
                    <a:pt x="4280908" y="607641"/>
                  </a:lnTo>
                  <a:lnTo>
                    <a:pt x="4281569" y="599170"/>
                  </a:lnTo>
                  <a:lnTo>
                    <a:pt x="4282229" y="607781"/>
                  </a:lnTo>
                  <a:lnTo>
                    <a:pt x="4282890" y="626272"/>
                  </a:lnTo>
                  <a:lnTo>
                    <a:pt x="4283550" y="622196"/>
                  </a:lnTo>
                  <a:lnTo>
                    <a:pt x="4284211" y="625132"/>
                  </a:lnTo>
                  <a:lnTo>
                    <a:pt x="4284871" y="607336"/>
                  </a:lnTo>
                  <a:lnTo>
                    <a:pt x="4285532" y="588790"/>
                  </a:lnTo>
                  <a:lnTo>
                    <a:pt x="4286192" y="597949"/>
                  </a:lnTo>
                  <a:lnTo>
                    <a:pt x="4286853" y="639514"/>
                  </a:lnTo>
                  <a:lnTo>
                    <a:pt x="4287513" y="649111"/>
                  </a:lnTo>
                  <a:lnTo>
                    <a:pt x="4288174" y="647859"/>
                  </a:lnTo>
                  <a:lnTo>
                    <a:pt x="4288834" y="646456"/>
                  </a:lnTo>
                  <a:lnTo>
                    <a:pt x="4289495" y="643518"/>
                  </a:lnTo>
                  <a:lnTo>
                    <a:pt x="4290156" y="663866"/>
                  </a:lnTo>
                  <a:lnTo>
                    <a:pt x="4290816" y="649657"/>
                  </a:lnTo>
                  <a:lnTo>
                    <a:pt x="4291477" y="664183"/>
                  </a:lnTo>
                  <a:lnTo>
                    <a:pt x="4292137" y="641085"/>
                  </a:lnTo>
                  <a:lnTo>
                    <a:pt x="4292798" y="623673"/>
                  </a:lnTo>
                  <a:lnTo>
                    <a:pt x="4293458" y="628143"/>
                  </a:lnTo>
                  <a:lnTo>
                    <a:pt x="4294119" y="637852"/>
                  </a:lnTo>
                  <a:lnTo>
                    <a:pt x="4294779" y="632150"/>
                  </a:lnTo>
                  <a:lnTo>
                    <a:pt x="4295440" y="615549"/>
                  </a:lnTo>
                  <a:lnTo>
                    <a:pt x="4296100" y="577768"/>
                  </a:lnTo>
                  <a:lnTo>
                    <a:pt x="4296761" y="560707"/>
                  </a:lnTo>
                  <a:lnTo>
                    <a:pt x="4297421" y="562146"/>
                  </a:lnTo>
                  <a:lnTo>
                    <a:pt x="4298082" y="607057"/>
                  </a:lnTo>
                  <a:lnTo>
                    <a:pt x="4298742" y="629236"/>
                  </a:lnTo>
                  <a:lnTo>
                    <a:pt x="4299403" y="632066"/>
                  </a:lnTo>
                  <a:lnTo>
                    <a:pt x="4300064" y="599868"/>
                  </a:lnTo>
                  <a:lnTo>
                    <a:pt x="4300724" y="573209"/>
                  </a:lnTo>
                  <a:lnTo>
                    <a:pt x="4301385" y="555920"/>
                  </a:lnTo>
                  <a:lnTo>
                    <a:pt x="4302045" y="570263"/>
                  </a:lnTo>
                  <a:lnTo>
                    <a:pt x="4302706" y="580199"/>
                  </a:lnTo>
                  <a:lnTo>
                    <a:pt x="4303366" y="596431"/>
                  </a:lnTo>
                  <a:lnTo>
                    <a:pt x="4304027" y="627402"/>
                  </a:lnTo>
                  <a:lnTo>
                    <a:pt x="4304687" y="606622"/>
                  </a:lnTo>
                  <a:lnTo>
                    <a:pt x="4305348" y="545610"/>
                  </a:lnTo>
                  <a:lnTo>
                    <a:pt x="4306008" y="545161"/>
                  </a:lnTo>
                  <a:lnTo>
                    <a:pt x="4306669" y="575174"/>
                  </a:lnTo>
                  <a:lnTo>
                    <a:pt x="4307329" y="600409"/>
                  </a:lnTo>
                  <a:lnTo>
                    <a:pt x="4307990" y="625864"/>
                  </a:lnTo>
                  <a:lnTo>
                    <a:pt x="4308650" y="626162"/>
                  </a:lnTo>
                  <a:lnTo>
                    <a:pt x="4309311" y="634732"/>
                  </a:lnTo>
                  <a:lnTo>
                    <a:pt x="4309971" y="662241"/>
                  </a:lnTo>
                  <a:lnTo>
                    <a:pt x="4310632" y="635721"/>
                  </a:lnTo>
                  <a:lnTo>
                    <a:pt x="4311293" y="629108"/>
                  </a:lnTo>
                  <a:lnTo>
                    <a:pt x="4311953" y="649400"/>
                  </a:lnTo>
                  <a:lnTo>
                    <a:pt x="4312614" y="665848"/>
                  </a:lnTo>
                  <a:lnTo>
                    <a:pt x="4313274" y="653606"/>
                  </a:lnTo>
                  <a:lnTo>
                    <a:pt x="4313935" y="682574"/>
                  </a:lnTo>
                  <a:lnTo>
                    <a:pt x="4314595" y="685789"/>
                  </a:lnTo>
                  <a:lnTo>
                    <a:pt x="4315256" y="678796"/>
                  </a:lnTo>
                  <a:lnTo>
                    <a:pt x="4315916" y="670245"/>
                  </a:lnTo>
                  <a:lnTo>
                    <a:pt x="4316577" y="633923"/>
                  </a:lnTo>
                  <a:lnTo>
                    <a:pt x="4317237" y="627353"/>
                  </a:lnTo>
                  <a:lnTo>
                    <a:pt x="4317898" y="664194"/>
                  </a:lnTo>
                  <a:lnTo>
                    <a:pt x="4318558" y="666564"/>
                  </a:lnTo>
                  <a:lnTo>
                    <a:pt x="4319219" y="631782"/>
                  </a:lnTo>
                  <a:lnTo>
                    <a:pt x="4319879" y="613645"/>
                  </a:lnTo>
                  <a:lnTo>
                    <a:pt x="4320540" y="600758"/>
                  </a:lnTo>
                  <a:lnTo>
                    <a:pt x="4321201" y="603002"/>
                  </a:lnTo>
                  <a:lnTo>
                    <a:pt x="4321861" y="622383"/>
                  </a:lnTo>
                  <a:lnTo>
                    <a:pt x="4322522" y="608060"/>
                  </a:lnTo>
                  <a:lnTo>
                    <a:pt x="4323182" y="559937"/>
                  </a:lnTo>
                  <a:lnTo>
                    <a:pt x="4323843" y="552718"/>
                  </a:lnTo>
                  <a:lnTo>
                    <a:pt x="4324503" y="533668"/>
                  </a:lnTo>
                  <a:lnTo>
                    <a:pt x="4325164" y="524608"/>
                  </a:lnTo>
                  <a:lnTo>
                    <a:pt x="4325824" y="522236"/>
                  </a:lnTo>
                  <a:lnTo>
                    <a:pt x="4326485" y="547020"/>
                  </a:lnTo>
                  <a:lnTo>
                    <a:pt x="4327145" y="531140"/>
                  </a:lnTo>
                  <a:lnTo>
                    <a:pt x="4327806" y="517952"/>
                  </a:lnTo>
                  <a:lnTo>
                    <a:pt x="4328466" y="504041"/>
                  </a:lnTo>
                  <a:lnTo>
                    <a:pt x="4329127" y="447778"/>
                  </a:lnTo>
                  <a:lnTo>
                    <a:pt x="4329787" y="445227"/>
                  </a:lnTo>
                  <a:lnTo>
                    <a:pt x="4330448" y="416965"/>
                  </a:lnTo>
                  <a:lnTo>
                    <a:pt x="4331109" y="416965"/>
                  </a:lnTo>
                  <a:lnTo>
                    <a:pt x="4331769" y="445850"/>
                  </a:lnTo>
                  <a:lnTo>
                    <a:pt x="4332430" y="492007"/>
                  </a:lnTo>
                  <a:lnTo>
                    <a:pt x="4333090" y="577557"/>
                  </a:lnTo>
                  <a:lnTo>
                    <a:pt x="4333751" y="583509"/>
                  </a:lnTo>
                  <a:lnTo>
                    <a:pt x="4334411" y="508957"/>
                  </a:lnTo>
                  <a:lnTo>
                    <a:pt x="4335072" y="508566"/>
                  </a:lnTo>
                  <a:lnTo>
                    <a:pt x="4335732" y="516204"/>
                  </a:lnTo>
                  <a:lnTo>
                    <a:pt x="4336393" y="589431"/>
                  </a:lnTo>
                  <a:lnTo>
                    <a:pt x="4337053" y="614292"/>
                  </a:lnTo>
                  <a:lnTo>
                    <a:pt x="4337714" y="599617"/>
                  </a:lnTo>
                  <a:lnTo>
                    <a:pt x="4338374" y="598845"/>
                  </a:lnTo>
                  <a:lnTo>
                    <a:pt x="4339035" y="588970"/>
                  </a:lnTo>
                  <a:lnTo>
                    <a:pt x="4339695" y="594088"/>
                  </a:lnTo>
                  <a:lnTo>
                    <a:pt x="4340356" y="598581"/>
                  </a:lnTo>
                  <a:lnTo>
                    <a:pt x="4341017" y="588607"/>
                  </a:lnTo>
                  <a:lnTo>
                    <a:pt x="4341677" y="585061"/>
                  </a:lnTo>
                  <a:lnTo>
                    <a:pt x="4342338" y="571294"/>
                  </a:lnTo>
                  <a:lnTo>
                    <a:pt x="4342998" y="535784"/>
                  </a:lnTo>
                  <a:lnTo>
                    <a:pt x="4343659" y="563614"/>
                  </a:lnTo>
                  <a:lnTo>
                    <a:pt x="4344319" y="597839"/>
                  </a:lnTo>
                  <a:lnTo>
                    <a:pt x="4344980" y="603758"/>
                  </a:lnTo>
                  <a:lnTo>
                    <a:pt x="4345640" y="584350"/>
                  </a:lnTo>
                  <a:lnTo>
                    <a:pt x="4346301" y="574873"/>
                  </a:lnTo>
                  <a:lnTo>
                    <a:pt x="4346961" y="567076"/>
                  </a:lnTo>
                  <a:lnTo>
                    <a:pt x="4347622" y="554905"/>
                  </a:lnTo>
                  <a:lnTo>
                    <a:pt x="4348282" y="558501"/>
                  </a:lnTo>
                  <a:lnTo>
                    <a:pt x="4348943" y="551275"/>
                  </a:lnTo>
                  <a:lnTo>
                    <a:pt x="4349603" y="549230"/>
                  </a:lnTo>
                  <a:lnTo>
                    <a:pt x="4350264" y="537765"/>
                  </a:lnTo>
                  <a:lnTo>
                    <a:pt x="4350924" y="525753"/>
                  </a:lnTo>
                  <a:lnTo>
                    <a:pt x="4351585" y="521746"/>
                  </a:lnTo>
                  <a:lnTo>
                    <a:pt x="4352246" y="519582"/>
                  </a:lnTo>
                  <a:lnTo>
                    <a:pt x="4352906" y="513991"/>
                  </a:lnTo>
                  <a:lnTo>
                    <a:pt x="4353567" y="522646"/>
                  </a:lnTo>
                  <a:lnTo>
                    <a:pt x="4354227" y="522852"/>
                  </a:lnTo>
                  <a:lnTo>
                    <a:pt x="4354888" y="509672"/>
                  </a:lnTo>
                  <a:lnTo>
                    <a:pt x="4355548" y="509366"/>
                  </a:lnTo>
                  <a:lnTo>
                    <a:pt x="4356209" y="502127"/>
                  </a:lnTo>
                  <a:lnTo>
                    <a:pt x="4356869" y="455206"/>
                  </a:lnTo>
                  <a:lnTo>
                    <a:pt x="4357530" y="411839"/>
                  </a:lnTo>
                  <a:lnTo>
                    <a:pt x="4358190" y="400820"/>
                  </a:lnTo>
                  <a:lnTo>
                    <a:pt x="4358851" y="387299"/>
                  </a:lnTo>
                  <a:lnTo>
                    <a:pt x="4359511" y="432695"/>
                  </a:lnTo>
                  <a:lnTo>
                    <a:pt x="4360172" y="415283"/>
                  </a:lnTo>
                  <a:lnTo>
                    <a:pt x="4360832" y="404337"/>
                  </a:lnTo>
                  <a:lnTo>
                    <a:pt x="4361493" y="403545"/>
                  </a:lnTo>
                  <a:lnTo>
                    <a:pt x="4362154" y="416451"/>
                  </a:lnTo>
                  <a:lnTo>
                    <a:pt x="4362814" y="453202"/>
                  </a:lnTo>
                  <a:lnTo>
                    <a:pt x="4363475" y="386878"/>
                  </a:lnTo>
                  <a:lnTo>
                    <a:pt x="4364135" y="384586"/>
                  </a:lnTo>
                  <a:lnTo>
                    <a:pt x="4364796" y="440873"/>
                  </a:lnTo>
                  <a:lnTo>
                    <a:pt x="4365456" y="467227"/>
                  </a:lnTo>
                  <a:lnTo>
                    <a:pt x="4366117" y="473235"/>
                  </a:lnTo>
                  <a:lnTo>
                    <a:pt x="4366777" y="494500"/>
                  </a:lnTo>
                  <a:lnTo>
                    <a:pt x="4367438" y="538168"/>
                  </a:lnTo>
                  <a:lnTo>
                    <a:pt x="4368098" y="542011"/>
                  </a:lnTo>
                  <a:lnTo>
                    <a:pt x="4368759" y="568725"/>
                  </a:lnTo>
                  <a:lnTo>
                    <a:pt x="4369419" y="552340"/>
                  </a:lnTo>
                  <a:lnTo>
                    <a:pt x="4370080" y="553803"/>
                  </a:lnTo>
                  <a:lnTo>
                    <a:pt x="4370740" y="571158"/>
                  </a:lnTo>
                  <a:lnTo>
                    <a:pt x="4371401" y="577712"/>
                  </a:lnTo>
                  <a:lnTo>
                    <a:pt x="4372062" y="568329"/>
                  </a:lnTo>
                  <a:lnTo>
                    <a:pt x="4372722" y="567593"/>
                  </a:lnTo>
                  <a:lnTo>
                    <a:pt x="4373383" y="573561"/>
                  </a:lnTo>
                  <a:lnTo>
                    <a:pt x="4374043" y="568664"/>
                  </a:lnTo>
                  <a:lnTo>
                    <a:pt x="4374704" y="566843"/>
                  </a:lnTo>
                  <a:lnTo>
                    <a:pt x="4375364" y="572097"/>
                  </a:lnTo>
                  <a:lnTo>
                    <a:pt x="4376025" y="576401"/>
                  </a:lnTo>
                  <a:lnTo>
                    <a:pt x="4376685" y="580340"/>
                  </a:lnTo>
                  <a:lnTo>
                    <a:pt x="4377346" y="580340"/>
                  </a:lnTo>
                  <a:lnTo>
                    <a:pt x="4378006" y="577669"/>
                  </a:lnTo>
                  <a:lnTo>
                    <a:pt x="4378667" y="576989"/>
                  </a:lnTo>
                  <a:lnTo>
                    <a:pt x="4379327" y="594928"/>
                  </a:lnTo>
                  <a:lnTo>
                    <a:pt x="4379988" y="595520"/>
                  </a:lnTo>
                  <a:lnTo>
                    <a:pt x="4380648" y="596911"/>
                  </a:lnTo>
                  <a:lnTo>
                    <a:pt x="4381309" y="599286"/>
                  </a:lnTo>
                  <a:lnTo>
                    <a:pt x="4381969" y="588745"/>
                  </a:lnTo>
                  <a:lnTo>
                    <a:pt x="4382630" y="590364"/>
                  </a:lnTo>
                  <a:lnTo>
                    <a:pt x="4383291" y="583957"/>
                  </a:lnTo>
                  <a:lnTo>
                    <a:pt x="4383951" y="583916"/>
                  </a:lnTo>
                  <a:lnTo>
                    <a:pt x="4384612" y="579821"/>
                  </a:lnTo>
                  <a:lnTo>
                    <a:pt x="4385272" y="550783"/>
                  </a:lnTo>
                  <a:lnTo>
                    <a:pt x="4385933" y="557519"/>
                  </a:lnTo>
                  <a:lnTo>
                    <a:pt x="4386593" y="583171"/>
                  </a:lnTo>
                  <a:lnTo>
                    <a:pt x="4387254" y="600046"/>
                  </a:lnTo>
                  <a:lnTo>
                    <a:pt x="4387914" y="596424"/>
                  </a:lnTo>
                  <a:lnTo>
                    <a:pt x="4388575" y="582358"/>
                  </a:lnTo>
                  <a:lnTo>
                    <a:pt x="4389235" y="582358"/>
                  </a:lnTo>
                  <a:lnTo>
                    <a:pt x="4389896" y="570995"/>
                  </a:lnTo>
                  <a:lnTo>
                    <a:pt x="4390556" y="573139"/>
                  </a:lnTo>
                  <a:lnTo>
                    <a:pt x="4391217" y="583061"/>
                  </a:lnTo>
                  <a:lnTo>
                    <a:pt x="4391877" y="596209"/>
                  </a:lnTo>
                  <a:lnTo>
                    <a:pt x="4392538" y="632217"/>
                  </a:lnTo>
                  <a:lnTo>
                    <a:pt x="4393199" y="626994"/>
                  </a:lnTo>
                  <a:lnTo>
                    <a:pt x="4393859" y="608126"/>
                  </a:lnTo>
                  <a:lnTo>
                    <a:pt x="4394520" y="602863"/>
                  </a:lnTo>
                  <a:lnTo>
                    <a:pt x="4395180" y="635341"/>
                  </a:lnTo>
                  <a:lnTo>
                    <a:pt x="4395841" y="631585"/>
                  </a:lnTo>
                  <a:lnTo>
                    <a:pt x="4396501" y="602004"/>
                  </a:lnTo>
                  <a:lnTo>
                    <a:pt x="4397162" y="587274"/>
                  </a:lnTo>
                  <a:lnTo>
                    <a:pt x="4397822" y="581562"/>
                  </a:lnTo>
                  <a:lnTo>
                    <a:pt x="4398483" y="583037"/>
                  </a:lnTo>
                  <a:lnTo>
                    <a:pt x="4399143" y="570704"/>
                  </a:lnTo>
                  <a:lnTo>
                    <a:pt x="4399804" y="561754"/>
                  </a:lnTo>
                  <a:lnTo>
                    <a:pt x="4400464" y="534324"/>
                  </a:lnTo>
                  <a:lnTo>
                    <a:pt x="4401125" y="522210"/>
                  </a:lnTo>
                  <a:lnTo>
                    <a:pt x="4401785" y="510331"/>
                  </a:lnTo>
                  <a:lnTo>
                    <a:pt x="4402446" y="493720"/>
                  </a:lnTo>
                  <a:lnTo>
                    <a:pt x="4403107" y="481690"/>
                  </a:lnTo>
                  <a:lnTo>
                    <a:pt x="4403767" y="476185"/>
                  </a:lnTo>
                  <a:lnTo>
                    <a:pt x="4404428" y="470242"/>
                  </a:lnTo>
                  <a:lnTo>
                    <a:pt x="4405088" y="447834"/>
                  </a:lnTo>
                  <a:lnTo>
                    <a:pt x="4405749" y="445939"/>
                  </a:lnTo>
                  <a:lnTo>
                    <a:pt x="4406409" y="444012"/>
                  </a:lnTo>
                  <a:lnTo>
                    <a:pt x="4407070" y="410134"/>
                  </a:lnTo>
                  <a:lnTo>
                    <a:pt x="4407730" y="352270"/>
                  </a:lnTo>
                  <a:lnTo>
                    <a:pt x="4408391" y="372440"/>
                  </a:lnTo>
                  <a:lnTo>
                    <a:pt x="4409051" y="372440"/>
                  </a:lnTo>
                  <a:lnTo>
                    <a:pt x="4409712" y="351481"/>
                  </a:lnTo>
                  <a:lnTo>
                    <a:pt x="4410372" y="333416"/>
                  </a:lnTo>
                  <a:lnTo>
                    <a:pt x="4411033" y="318142"/>
                  </a:lnTo>
                  <a:lnTo>
                    <a:pt x="4411693" y="323856"/>
                  </a:lnTo>
                  <a:lnTo>
                    <a:pt x="4412354" y="327918"/>
                  </a:lnTo>
                  <a:lnTo>
                    <a:pt x="4413015" y="341773"/>
                  </a:lnTo>
                  <a:lnTo>
                    <a:pt x="4413675" y="392312"/>
                  </a:lnTo>
                  <a:lnTo>
                    <a:pt x="4414336" y="415959"/>
                  </a:lnTo>
                  <a:lnTo>
                    <a:pt x="4414996" y="439941"/>
                  </a:lnTo>
                  <a:lnTo>
                    <a:pt x="4415657" y="478004"/>
                  </a:lnTo>
                  <a:lnTo>
                    <a:pt x="4416317" y="505990"/>
                  </a:lnTo>
                  <a:lnTo>
                    <a:pt x="4416978" y="531788"/>
                  </a:lnTo>
                  <a:lnTo>
                    <a:pt x="4417638" y="559152"/>
                  </a:lnTo>
                  <a:lnTo>
                    <a:pt x="4418299" y="572329"/>
                  </a:lnTo>
                  <a:lnTo>
                    <a:pt x="4418959" y="542159"/>
                  </a:lnTo>
                  <a:lnTo>
                    <a:pt x="4419620" y="563512"/>
                  </a:lnTo>
                  <a:lnTo>
                    <a:pt x="4420280" y="572614"/>
                  </a:lnTo>
                  <a:lnTo>
                    <a:pt x="4420941" y="572614"/>
                  </a:lnTo>
                  <a:lnTo>
                    <a:pt x="4421601" y="569966"/>
                  </a:lnTo>
                  <a:lnTo>
                    <a:pt x="4422262" y="568981"/>
                  </a:lnTo>
                  <a:lnTo>
                    <a:pt x="4422922" y="583606"/>
                  </a:lnTo>
                  <a:lnTo>
                    <a:pt x="4423583" y="608391"/>
                  </a:lnTo>
                  <a:lnTo>
                    <a:pt x="4424244" y="617462"/>
                  </a:lnTo>
                  <a:lnTo>
                    <a:pt x="4424904" y="606010"/>
                  </a:lnTo>
                  <a:lnTo>
                    <a:pt x="4425565" y="594362"/>
                  </a:lnTo>
                  <a:lnTo>
                    <a:pt x="4426225" y="601571"/>
                  </a:lnTo>
                  <a:lnTo>
                    <a:pt x="4426886" y="597515"/>
                  </a:lnTo>
                  <a:lnTo>
                    <a:pt x="4427546" y="605707"/>
                  </a:lnTo>
                  <a:lnTo>
                    <a:pt x="4428207" y="644378"/>
                  </a:lnTo>
                  <a:lnTo>
                    <a:pt x="4428867" y="634358"/>
                  </a:lnTo>
                  <a:lnTo>
                    <a:pt x="4429528" y="617588"/>
                  </a:lnTo>
                  <a:lnTo>
                    <a:pt x="4430188" y="622021"/>
                  </a:lnTo>
                  <a:lnTo>
                    <a:pt x="4430849" y="621147"/>
                  </a:lnTo>
                  <a:lnTo>
                    <a:pt x="4431509" y="652950"/>
                  </a:lnTo>
                  <a:lnTo>
                    <a:pt x="4432170" y="670000"/>
                  </a:lnTo>
                  <a:lnTo>
                    <a:pt x="4432830" y="659815"/>
                  </a:lnTo>
                  <a:lnTo>
                    <a:pt x="4433491" y="633322"/>
                  </a:lnTo>
                  <a:lnTo>
                    <a:pt x="4434152" y="608601"/>
                  </a:lnTo>
                  <a:lnTo>
                    <a:pt x="4434812" y="613991"/>
                  </a:lnTo>
                  <a:lnTo>
                    <a:pt x="4435473" y="635591"/>
                  </a:lnTo>
                  <a:lnTo>
                    <a:pt x="4436133" y="640668"/>
                  </a:lnTo>
                  <a:lnTo>
                    <a:pt x="4436794" y="642142"/>
                  </a:lnTo>
                  <a:lnTo>
                    <a:pt x="4437454" y="652253"/>
                  </a:lnTo>
                  <a:lnTo>
                    <a:pt x="4438115" y="633200"/>
                  </a:lnTo>
                  <a:lnTo>
                    <a:pt x="4438775" y="636173"/>
                  </a:lnTo>
                  <a:lnTo>
                    <a:pt x="4439436" y="647278"/>
                  </a:lnTo>
                  <a:lnTo>
                    <a:pt x="4440096" y="664134"/>
                  </a:lnTo>
                  <a:lnTo>
                    <a:pt x="4440757" y="678659"/>
                  </a:lnTo>
                  <a:lnTo>
                    <a:pt x="4441417" y="655883"/>
                  </a:lnTo>
                  <a:lnTo>
                    <a:pt x="4442078" y="653397"/>
                  </a:lnTo>
                  <a:lnTo>
                    <a:pt x="4442738" y="677854"/>
                  </a:lnTo>
                  <a:lnTo>
                    <a:pt x="4443399" y="687739"/>
                  </a:lnTo>
                  <a:lnTo>
                    <a:pt x="4444060" y="676453"/>
                  </a:lnTo>
                  <a:lnTo>
                    <a:pt x="4444720" y="692692"/>
                  </a:lnTo>
                  <a:lnTo>
                    <a:pt x="4445381" y="697378"/>
                  </a:lnTo>
                  <a:lnTo>
                    <a:pt x="4446041" y="692464"/>
                  </a:lnTo>
                  <a:lnTo>
                    <a:pt x="4446702" y="670903"/>
                  </a:lnTo>
                  <a:lnTo>
                    <a:pt x="4447362" y="676793"/>
                  </a:lnTo>
                  <a:lnTo>
                    <a:pt x="4448023" y="681184"/>
                  </a:lnTo>
                  <a:lnTo>
                    <a:pt x="4448683" y="677175"/>
                  </a:lnTo>
                  <a:lnTo>
                    <a:pt x="4449344" y="660257"/>
                  </a:lnTo>
                  <a:lnTo>
                    <a:pt x="4450004" y="669292"/>
                  </a:lnTo>
                  <a:lnTo>
                    <a:pt x="4450665" y="675205"/>
                  </a:lnTo>
                  <a:lnTo>
                    <a:pt x="4451325" y="698511"/>
                  </a:lnTo>
                  <a:lnTo>
                    <a:pt x="4451986" y="671286"/>
                  </a:lnTo>
                  <a:lnTo>
                    <a:pt x="4452646" y="662503"/>
                  </a:lnTo>
                  <a:lnTo>
                    <a:pt x="4453307" y="644845"/>
                  </a:lnTo>
                  <a:lnTo>
                    <a:pt x="4453967" y="628937"/>
                  </a:lnTo>
                  <a:lnTo>
                    <a:pt x="4454628" y="637539"/>
                  </a:lnTo>
                  <a:lnTo>
                    <a:pt x="4455289" y="635491"/>
                  </a:lnTo>
                  <a:lnTo>
                    <a:pt x="4455949" y="645718"/>
                  </a:lnTo>
                  <a:lnTo>
                    <a:pt x="4456610" y="625044"/>
                  </a:lnTo>
                  <a:lnTo>
                    <a:pt x="4457270" y="610087"/>
                  </a:lnTo>
                  <a:lnTo>
                    <a:pt x="4457931" y="635406"/>
                  </a:lnTo>
                  <a:lnTo>
                    <a:pt x="4458591" y="644947"/>
                  </a:lnTo>
                  <a:lnTo>
                    <a:pt x="4459252" y="599272"/>
                  </a:lnTo>
                  <a:lnTo>
                    <a:pt x="4459912" y="658261"/>
                  </a:lnTo>
                  <a:lnTo>
                    <a:pt x="4460573" y="658532"/>
                  </a:lnTo>
                  <a:lnTo>
                    <a:pt x="4461233" y="591750"/>
                  </a:lnTo>
                  <a:lnTo>
                    <a:pt x="4461894" y="536861"/>
                  </a:lnTo>
                  <a:lnTo>
                    <a:pt x="4462554" y="495455"/>
                  </a:lnTo>
                  <a:lnTo>
                    <a:pt x="4463215" y="493995"/>
                  </a:lnTo>
                  <a:lnTo>
                    <a:pt x="4463875" y="525333"/>
                  </a:lnTo>
                  <a:lnTo>
                    <a:pt x="4464536" y="543820"/>
                  </a:lnTo>
                  <a:lnTo>
                    <a:pt x="4465197" y="587296"/>
                  </a:lnTo>
                  <a:lnTo>
                    <a:pt x="4465857" y="587654"/>
                  </a:lnTo>
                  <a:lnTo>
                    <a:pt x="4466518" y="600600"/>
                  </a:lnTo>
                  <a:lnTo>
                    <a:pt x="4467178" y="604058"/>
                  </a:lnTo>
                  <a:lnTo>
                    <a:pt x="4467839" y="580819"/>
                  </a:lnTo>
                  <a:lnTo>
                    <a:pt x="4468499" y="556878"/>
                  </a:lnTo>
                  <a:lnTo>
                    <a:pt x="4469160" y="546928"/>
                  </a:lnTo>
                  <a:lnTo>
                    <a:pt x="4469820" y="570729"/>
                  </a:lnTo>
                  <a:lnTo>
                    <a:pt x="4470481" y="582616"/>
                  </a:lnTo>
                  <a:lnTo>
                    <a:pt x="4471141" y="612433"/>
                  </a:lnTo>
                  <a:lnTo>
                    <a:pt x="4471802" y="589610"/>
                  </a:lnTo>
                  <a:lnTo>
                    <a:pt x="4472462" y="582737"/>
                  </a:lnTo>
                  <a:lnTo>
                    <a:pt x="4473123" y="582948"/>
                  </a:lnTo>
                  <a:lnTo>
                    <a:pt x="4473783" y="618441"/>
                  </a:lnTo>
                  <a:lnTo>
                    <a:pt x="4474444" y="627882"/>
                  </a:lnTo>
                  <a:lnTo>
                    <a:pt x="4475105" y="626615"/>
                  </a:lnTo>
                  <a:lnTo>
                    <a:pt x="4475765" y="628962"/>
                  </a:lnTo>
                  <a:lnTo>
                    <a:pt x="4476426" y="634109"/>
                  </a:lnTo>
                  <a:lnTo>
                    <a:pt x="4477086" y="601104"/>
                  </a:lnTo>
                  <a:lnTo>
                    <a:pt x="4477747" y="571135"/>
                  </a:lnTo>
                  <a:lnTo>
                    <a:pt x="4478407" y="610971"/>
                  </a:lnTo>
                  <a:lnTo>
                    <a:pt x="4479068" y="615300"/>
                  </a:lnTo>
                  <a:lnTo>
                    <a:pt x="4479728" y="613799"/>
                  </a:lnTo>
                  <a:lnTo>
                    <a:pt x="4480389" y="608409"/>
                  </a:lnTo>
                  <a:lnTo>
                    <a:pt x="4481049" y="599779"/>
                  </a:lnTo>
                  <a:lnTo>
                    <a:pt x="4481710" y="597892"/>
                  </a:lnTo>
                  <a:lnTo>
                    <a:pt x="4482370" y="602146"/>
                  </a:lnTo>
                  <a:lnTo>
                    <a:pt x="4483031" y="622080"/>
                  </a:lnTo>
                  <a:lnTo>
                    <a:pt x="4483691" y="628201"/>
                  </a:lnTo>
                  <a:lnTo>
                    <a:pt x="4484352" y="621725"/>
                  </a:lnTo>
                  <a:lnTo>
                    <a:pt x="4485013" y="621207"/>
                  </a:lnTo>
                  <a:lnTo>
                    <a:pt x="4485673" y="606384"/>
                  </a:lnTo>
                  <a:lnTo>
                    <a:pt x="4486334" y="595169"/>
                  </a:lnTo>
                  <a:lnTo>
                    <a:pt x="4486994" y="586737"/>
                  </a:lnTo>
                  <a:lnTo>
                    <a:pt x="4487655" y="600059"/>
                  </a:lnTo>
                  <a:lnTo>
                    <a:pt x="4488315" y="616109"/>
                  </a:lnTo>
                  <a:lnTo>
                    <a:pt x="4488976" y="607713"/>
                  </a:lnTo>
                  <a:lnTo>
                    <a:pt x="4489636" y="630453"/>
                  </a:lnTo>
                  <a:lnTo>
                    <a:pt x="4490297" y="652294"/>
                  </a:lnTo>
                  <a:lnTo>
                    <a:pt x="4490957" y="616125"/>
                  </a:lnTo>
                  <a:lnTo>
                    <a:pt x="4491618" y="603996"/>
                  </a:lnTo>
                  <a:lnTo>
                    <a:pt x="4492278" y="609111"/>
                  </a:lnTo>
                  <a:lnTo>
                    <a:pt x="4492939" y="602997"/>
                  </a:lnTo>
                  <a:lnTo>
                    <a:pt x="4493599" y="591006"/>
                  </a:lnTo>
                  <a:lnTo>
                    <a:pt x="4494260" y="590010"/>
                  </a:lnTo>
                  <a:lnTo>
                    <a:pt x="4494920" y="608851"/>
                  </a:lnTo>
                  <a:lnTo>
                    <a:pt x="4495581" y="634569"/>
                  </a:lnTo>
                  <a:lnTo>
                    <a:pt x="4496242" y="639083"/>
                  </a:lnTo>
                  <a:lnTo>
                    <a:pt x="4496902" y="646923"/>
                  </a:lnTo>
                  <a:lnTo>
                    <a:pt x="4497563" y="646923"/>
                  </a:lnTo>
                  <a:lnTo>
                    <a:pt x="4498223" y="638434"/>
                  </a:lnTo>
                  <a:lnTo>
                    <a:pt x="4498884" y="625501"/>
                  </a:lnTo>
                  <a:lnTo>
                    <a:pt x="4499544" y="665013"/>
                  </a:lnTo>
                  <a:lnTo>
                    <a:pt x="4500205" y="667856"/>
                  </a:lnTo>
                  <a:lnTo>
                    <a:pt x="4500865" y="667856"/>
                  </a:lnTo>
                  <a:lnTo>
                    <a:pt x="4501526" y="634651"/>
                  </a:lnTo>
                  <a:lnTo>
                    <a:pt x="4502186" y="620273"/>
                  </a:lnTo>
                  <a:lnTo>
                    <a:pt x="4502847" y="612258"/>
                  </a:lnTo>
                  <a:lnTo>
                    <a:pt x="4503507" y="623615"/>
                  </a:lnTo>
                  <a:lnTo>
                    <a:pt x="4504168" y="651771"/>
                  </a:lnTo>
                  <a:lnTo>
                    <a:pt x="4504828" y="668512"/>
                  </a:lnTo>
                  <a:lnTo>
                    <a:pt x="4505489" y="641767"/>
                  </a:lnTo>
                  <a:lnTo>
                    <a:pt x="4506150" y="643355"/>
                  </a:lnTo>
                  <a:lnTo>
                    <a:pt x="4506810" y="636239"/>
                  </a:lnTo>
                  <a:lnTo>
                    <a:pt x="4507471" y="655522"/>
                  </a:lnTo>
                  <a:lnTo>
                    <a:pt x="4508131" y="666406"/>
                  </a:lnTo>
                  <a:lnTo>
                    <a:pt x="4508792" y="679562"/>
                  </a:lnTo>
                  <a:lnTo>
                    <a:pt x="4509452" y="659014"/>
                  </a:lnTo>
                  <a:lnTo>
                    <a:pt x="4510113" y="644480"/>
                  </a:lnTo>
                  <a:lnTo>
                    <a:pt x="4510773" y="655846"/>
                  </a:lnTo>
                  <a:lnTo>
                    <a:pt x="4511434" y="659014"/>
                  </a:lnTo>
                  <a:lnTo>
                    <a:pt x="4512094" y="643104"/>
                  </a:lnTo>
                  <a:lnTo>
                    <a:pt x="4512755" y="593875"/>
                  </a:lnTo>
                  <a:lnTo>
                    <a:pt x="4513415" y="577472"/>
                  </a:lnTo>
                  <a:lnTo>
                    <a:pt x="4514076" y="604777"/>
                  </a:lnTo>
                  <a:lnTo>
                    <a:pt x="4514736" y="643474"/>
                  </a:lnTo>
                  <a:lnTo>
                    <a:pt x="4515397" y="675416"/>
                  </a:lnTo>
                  <a:lnTo>
                    <a:pt x="4516058" y="672509"/>
                  </a:lnTo>
                  <a:lnTo>
                    <a:pt x="4516718" y="642998"/>
                  </a:lnTo>
                  <a:lnTo>
                    <a:pt x="4517379" y="645936"/>
                  </a:lnTo>
                  <a:lnTo>
                    <a:pt x="4518039" y="641245"/>
                  </a:lnTo>
                  <a:lnTo>
                    <a:pt x="4518700" y="660147"/>
                  </a:lnTo>
                  <a:lnTo>
                    <a:pt x="4519360" y="660805"/>
                  </a:lnTo>
                  <a:lnTo>
                    <a:pt x="4520021" y="621738"/>
                  </a:lnTo>
                  <a:lnTo>
                    <a:pt x="4520681" y="566665"/>
                  </a:lnTo>
                  <a:lnTo>
                    <a:pt x="4521342" y="577817"/>
                  </a:lnTo>
                  <a:lnTo>
                    <a:pt x="4522002" y="622508"/>
                  </a:lnTo>
                  <a:lnTo>
                    <a:pt x="4522663" y="626909"/>
                  </a:lnTo>
                  <a:lnTo>
                    <a:pt x="4523323" y="618702"/>
                  </a:lnTo>
                  <a:lnTo>
                    <a:pt x="4523984" y="588506"/>
                  </a:lnTo>
                  <a:lnTo>
                    <a:pt x="4524644" y="565310"/>
                  </a:lnTo>
                  <a:lnTo>
                    <a:pt x="4525305" y="597897"/>
                  </a:lnTo>
                  <a:lnTo>
                    <a:pt x="4525965" y="587947"/>
                  </a:lnTo>
                  <a:lnTo>
                    <a:pt x="4526626" y="572074"/>
                  </a:lnTo>
                  <a:lnTo>
                    <a:pt x="4527287" y="552760"/>
                  </a:lnTo>
                  <a:lnTo>
                    <a:pt x="4527947" y="558440"/>
                  </a:lnTo>
                  <a:lnTo>
                    <a:pt x="4528608" y="612052"/>
                  </a:lnTo>
                  <a:lnTo>
                    <a:pt x="4529268" y="582446"/>
                  </a:lnTo>
                  <a:lnTo>
                    <a:pt x="4529929" y="545098"/>
                  </a:lnTo>
                  <a:lnTo>
                    <a:pt x="4530589" y="502163"/>
                  </a:lnTo>
                  <a:lnTo>
                    <a:pt x="4531250" y="554656"/>
                  </a:lnTo>
                  <a:lnTo>
                    <a:pt x="4531910" y="583369"/>
                  </a:lnTo>
                  <a:lnTo>
                    <a:pt x="4532571" y="572517"/>
                  </a:lnTo>
                  <a:lnTo>
                    <a:pt x="4533231" y="580673"/>
                  </a:lnTo>
                  <a:lnTo>
                    <a:pt x="4533892" y="604172"/>
                  </a:lnTo>
                  <a:lnTo>
                    <a:pt x="4534552" y="600320"/>
                  </a:lnTo>
                  <a:lnTo>
                    <a:pt x="4535213" y="604172"/>
                  </a:lnTo>
                  <a:lnTo>
                    <a:pt x="4535873" y="631494"/>
                  </a:lnTo>
                  <a:lnTo>
                    <a:pt x="4536534" y="649912"/>
                  </a:lnTo>
                  <a:lnTo>
                    <a:pt x="4537195" y="651631"/>
                  </a:lnTo>
                  <a:lnTo>
                    <a:pt x="4537855" y="652986"/>
                  </a:lnTo>
                  <a:lnTo>
                    <a:pt x="4538516" y="632546"/>
                  </a:lnTo>
                  <a:lnTo>
                    <a:pt x="4539176" y="634756"/>
                  </a:lnTo>
                  <a:lnTo>
                    <a:pt x="4539837" y="654042"/>
                  </a:lnTo>
                  <a:lnTo>
                    <a:pt x="4540497" y="633183"/>
                  </a:lnTo>
                  <a:lnTo>
                    <a:pt x="4541158" y="610892"/>
                  </a:lnTo>
                  <a:lnTo>
                    <a:pt x="4541818" y="610892"/>
                  </a:lnTo>
                  <a:lnTo>
                    <a:pt x="4542479" y="616922"/>
                  </a:lnTo>
                  <a:lnTo>
                    <a:pt x="4543139" y="616779"/>
                  </a:lnTo>
                  <a:lnTo>
                    <a:pt x="4543800" y="606252"/>
                  </a:lnTo>
                  <a:lnTo>
                    <a:pt x="4544460" y="611368"/>
                  </a:lnTo>
                  <a:lnTo>
                    <a:pt x="4545121" y="633151"/>
                  </a:lnTo>
                  <a:lnTo>
                    <a:pt x="4545781" y="635265"/>
                  </a:lnTo>
                  <a:lnTo>
                    <a:pt x="4546442" y="636596"/>
                  </a:lnTo>
                  <a:lnTo>
                    <a:pt x="4547103" y="642889"/>
                  </a:lnTo>
                  <a:lnTo>
                    <a:pt x="4547763" y="632398"/>
                  </a:lnTo>
                  <a:lnTo>
                    <a:pt x="4548424" y="585534"/>
                  </a:lnTo>
                  <a:lnTo>
                    <a:pt x="4549084" y="614312"/>
                  </a:lnTo>
                  <a:lnTo>
                    <a:pt x="4549745" y="646025"/>
                  </a:lnTo>
                  <a:lnTo>
                    <a:pt x="4550405" y="653962"/>
                  </a:lnTo>
                  <a:lnTo>
                    <a:pt x="4551066" y="659489"/>
                  </a:lnTo>
                  <a:lnTo>
                    <a:pt x="4551726" y="651333"/>
                  </a:lnTo>
                  <a:lnTo>
                    <a:pt x="4552387" y="640452"/>
                  </a:lnTo>
                  <a:lnTo>
                    <a:pt x="4553047" y="659489"/>
                  </a:lnTo>
                  <a:lnTo>
                    <a:pt x="4553708" y="654217"/>
                  </a:lnTo>
                  <a:lnTo>
                    <a:pt x="4554368" y="674283"/>
                  </a:lnTo>
                  <a:lnTo>
                    <a:pt x="4555029" y="670787"/>
                  </a:lnTo>
                  <a:lnTo>
                    <a:pt x="4555689" y="656293"/>
                  </a:lnTo>
                  <a:lnTo>
                    <a:pt x="4556350" y="651678"/>
                  </a:lnTo>
                  <a:lnTo>
                    <a:pt x="4557011" y="657862"/>
                  </a:lnTo>
                  <a:lnTo>
                    <a:pt x="4557671" y="652604"/>
                  </a:lnTo>
                  <a:lnTo>
                    <a:pt x="4558332" y="630913"/>
                  </a:lnTo>
                  <a:lnTo>
                    <a:pt x="4558992" y="645578"/>
                  </a:lnTo>
                  <a:lnTo>
                    <a:pt x="4559653" y="665221"/>
                  </a:lnTo>
                  <a:lnTo>
                    <a:pt x="4560313" y="646821"/>
                  </a:lnTo>
                  <a:lnTo>
                    <a:pt x="4560974" y="605077"/>
                  </a:lnTo>
                  <a:lnTo>
                    <a:pt x="4561634" y="574308"/>
                  </a:lnTo>
                  <a:lnTo>
                    <a:pt x="4562295" y="586467"/>
                  </a:lnTo>
                  <a:lnTo>
                    <a:pt x="4562955" y="598829"/>
                  </a:lnTo>
                  <a:lnTo>
                    <a:pt x="4563616" y="623213"/>
                  </a:lnTo>
                  <a:lnTo>
                    <a:pt x="4564276" y="662371"/>
                  </a:lnTo>
                  <a:lnTo>
                    <a:pt x="4564937" y="657713"/>
                  </a:lnTo>
                  <a:lnTo>
                    <a:pt x="4565597" y="648803"/>
                  </a:lnTo>
                  <a:lnTo>
                    <a:pt x="4566258" y="642252"/>
                  </a:lnTo>
                  <a:lnTo>
                    <a:pt x="4566918" y="647448"/>
                  </a:lnTo>
                  <a:lnTo>
                    <a:pt x="4567579" y="651811"/>
                  </a:lnTo>
                  <a:lnTo>
                    <a:pt x="4568240" y="640876"/>
                  </a:lnTo>
                  <a:lnTo>
                    <a:pt x="4568900" y="615054"/>
                  </a:lnTo>
                  <a:lnTo>
                    <a:pt x="4569561" y="612727"/>
                  </a:lnTo>
                  <a:lnTo>
                    <a:pt x="4570221" y="616278"/>
                  </a:lnTo>
                  <a:lnTo>
                    <a:pt x="4570882" y="614218"/>
                  </a:lnTo>
                  <a:lnTo>
                    <a:pt x="4571542" y="614218"/>
                  </a:lnTo>
                  <a:lnTo>
                    <a:pt x="4572203" y="600739"/>
                  </a:lnTo>
                  <a:lnTo>
                    <a:pt x="4572863" y="605587"/>
                  </a:lnTo>
                  <a:lnTo>
                    <a:pt x="4573524" y="631016"/>
                  </a:lnTo>
                  <a:lnTo>
                    <a:pt x="4574184" y="661208"/>
                  </a:lnTo>
                  <a:lnTo>
                    <a:pt x="4574845" y="655756"/>
                  </a:lnTo>
                  <a:lnTo>
                    <a:pt x="4575505" y="657886"/>
                  </a:lnTo>
                  <a:lnTo>
                    <a:pt x="4576166" y="671610"/>
                  </a:lnTo>
                  <a:lnTo>
                    <a:pt x="4576826" y="691982"/>
                  </a:lnTo>
                  <a:lnTo>
                    <a:pt x="4577487" y="688219"/>
                  </a:lnTo>
                  <a:lnTo>
                    <a:pt x="4578148" y="686661"/>
                  </a:lnTo>
                  <a:lnTo>
                    <a:pt x="4578808" y="667864"/>
                  </a:lnTo>
                  <a:lnTo>
                    <a:pt x="4579469" y="663635"/>
                  </a:lnTo>
                  <a:lnTo>
                    <a:pt x="4580129" y="661886"/>
                  </a:lnTo>
                  <a:lnTo>
                    <a:pt x="4580790" y="672438"/>
                  </a:lnTo>
                  <a:lnTo>
                    <a:pt x="4581450" y="671958"/>
                  </a:lnTo>
                  <a:lnTo>
                    <a:pt x="4582111" y="678623"/>
                  </a:lnTo>
                  <a:lnTo>
                    <a:pt x="4582771" y="676730"/>
                  </a:lnTo>
                  <a:lnTo>
                    <a:pt x="4583432" y="677077"/>
                  </a:lnTo>
                  <a:lnTo>
                    <a:pt x="4584092" y="660422"/>
                  </a:lnTo>
                  <a:lnTo>
                    <a:pt x="4584753" y="635603"/>
                  </a:lnTo>
                  <a:lnTo>
                    <a:pt x="4585413" y="627939"/>
                  </a:lnTo>
                  <a:lnTo>
                    <a:pt x="4586074" y="629356"/>
                  </a:lnTo>
                  <a:lnTo>
                    <a:pt x="4586734" y="656573"/>
                  </a:lnTo>
                  <a:lnTo>
                    <a:pt x="4587395" y="665023"/>
                  </a:lnTo>
                  <a:lnTo>
                    <a:pt x="4588056" y="686103"/>
                  </a:lnTo>
                  <a:lnTo>
                    <a:pt x="4588716" y="697692"/>
                  </a:lnTo>
                  <a:lnTo>
                    <a:pt x="4589377" y="688643"/>
                  </a:lnTo>
                  <a:lnTo>
                    <a:pt x="4590037" y="671367"/>
                  </a:lnTo>
                  <a:lnTo>
                    <a:pt x="4590698" y="673997"/>
                  </a:lnTo>
                  <a:lnTo>
                    <a:pt x="4591358" y="667891"/>
                  </a:lnTo>
                  <a:lnTo>
                    <a:pt x="4592019" y="672739"/>
                  </a:lnTo>
                  <a:lnTo>
                    <a:pt x="4592679" y="673126"/>
                  </a:lnTo>
                  <a:lnTo>
                    <a:pt x="4593340" y="645477"/>
                  </a:lnTo>
                  <a:lnTo>
                    <a:pt x="4594000" y="639699"/>
                  </a:lnTo>
                  <a:lnTo>
                    <a:pt x="4594661" y="658441"/>
                  </a:lnTo>
                  <a:lnTo>
                    <a:pt x="4595321" y="657815"/>
                  </a:lnTo>
                  <a:lnTo>
                    <a:pt x="4595982" y="672962"/>
                  </a:lnTo>
                  <a:lnTo>
                    <a:pt x="4596642" y="677959"/>
                  </a:lnTo>
                  <a:lnTo>
                    <a:pt x="4597303" y="688490"/>
                  </a:lnTo>
                  <a:lnTo>
                    <a:pt x="4597963" y="703854"/>
                  </a:lnTo>
                  <a:lnTo>
                    <a:pt x="4598624" y="687888"/>
                  </a:lnTo>
                  <a:lnTo>
                    <a:pt x="4599285" y="673810"/>
                  </a:lnTo>
                  <a:lnTo>
                    <a:pt x="4599945" y="674219"/>
                  </a:lnTo>
                  <a:lnTo>
                    <a:pt x="4600606" y="657287"/>
                  </a:lnTo>
                  <a:lnTo>
                    <a:pt x="4601266" y="665610"/>
                  </a:lnTo>
                  <a:lnTo>
                    <a:pt x="4601927" y="665246"/>
                  </a:lnTo>
                  <a:lnTo>
                    <a:pt x="4602587" y="668962"/>
                  </a:lnTo>
                  <a:lnTo>
                    <a:pt x="4603248" y="685068"/>
                  </a:lnTo>
                  <a:lnTo>
                    <a:pt x="4603908" y="703980"/>
                  </a:lnTo>
                  <a:lnTo>
                    <a:pt x="4604569" y="685455"/>
                  </a:lnTo>
                  <a:lnTo>
                    <a:pt x="4605229" y="678369"/>
                  </a:lnTo>
                  <a:lnTo>
                    <a:pt x="4605890" y="645700"/>
                  </a:lnTo>
                  <a:lnTo>
                    <a:pt x="4606550" y="665919"/>
                  </a:lnTo>
                  <a:lnTo>
                    <a:pt x="4607211" y="685455"/>
                  </a:lnTo>
                  <a:lnTo>
                    <a:pt x="4607871" y="680256"/>
                  </a:lnTo>
                  <a:lnTo>
                    <a:pt x="4608532" y="673147"/>
                  </a:lnTo>
                  <a:lnTo>
                    <a:pt x="4609193" y="678395"/>
                  </a:lnTo>
                  <a:lnTo>
                    <a:pt x="4609853" y="666774"/>
                  </a:lnTo>
                  <a:lnTo>
                    <a:pt x="4610514" y="674405"/>
                  </a:lnTo>
                  <a:lnTo>
                    <a:pt x="4611174" y="690938"/>
                  </a:lnTo>
                  <a:lnTo>
                    <a:pt x="4611835" y="701541"/>
                  </a:lnTo>
                  <a:lnTo>
                    <a:pt x="4612495" y="683847"/>
                  </a:lnTo>
                  <a:lnTo>
                    <a:pt x="4613156" y="639861"/>
                  </a:lnTo>
                  <a:lnTo>
                    <a:pt x="4613816" y="655292"/>
                  </a:lnTo>
                  <a:lnTo>
                    <a:pt x="4614477" y="686940"/>
                  </a:lnTo>
                  <a:lnTo>
                    <a:pt x="4615137" y="671551"/>
                  </a:lnTo>
                  <a:lnTo>
                    <a:pt x="4615798" y="645433"/>
                  </a:lnTo>
                  <a:lnTo>
                    <a:pt x="4616458" y="654705"/>
                  </a:lnTo>
                  <a:lnTo>
                    <a:pt x="4617119" y="650745"/>
                  </a:lnTo>
                  <a:lnTo>
                    <a:pt x="4617779" y="656469"/>
                  </a:lnTo>
                  <a:lnTo>
                    <a:pt x="4618440" y="652121"/>
                  </a:lnTo>
                  <a:lnTo>
                    <a:pt x="4619101" y="659155"/>
                  </a:lnTo>
                  <a:lnTo>
                    <a:pt x="4619761" y="649867"/>
                  </a:lnTo>
                  <a:lnTo>
                    <a:pt x="4620422" y="627691"/>
                  </a:lnTo>
                  <a:lnTo>
                    <a:pt x="4621082" y="636564"/>
                  </a:lnTo>
                  <a:lnTo>
                    <a:pt x="4621743" y="643491"/>
                  </a:lnTo>
                  <a:lnTo>
                    <a:pt x="4622403" y="633199"/>
                  </a:lnTo>
                  <a:lnTo>
                    <a:pt x="4623064" y="623363"/>
                  </a:lnTo>
                  <a:lnTo>
                    <a:pt x="4623724" y="626061"/>
                  </a:lnTo>
                  <a:lnTo>
                    <a:pt x="4624385" y="653448"/>
                  </a:lnTo>
                  <a:lnTo>
                    <a:pt x="4625045" y="665881"/>
                  </a:lnTo>
                  <a:lnTo>
                    <a:pt x="4625706" y="672663"/>
                  </a:lnTo>
                  <a:lnTo>
                    <a:pt x="4626366" y="651032"/>
                  </a:lnTo>
                  <a:lnTo>
                    <a:pt x="4627027" y="649558"/>
                  </a:lnTo>
                  <a:lnTo>
                    <a:pt x="4627687" y="655037"/>
                  </a:lnTo>
                  <a:lnTo>
                    <a:pt x="4628348" y="680703"/>
                  </a:lnTo>
                  <a:lnTo>
                    <a:pt x="4629009" y="677318"/>
                  </a:lnTo>
                  <a:lnTo>
                    <a:pt x="4629669" y="623392"/>
                  </a:lnTo>
                  <a:lnTo>
                    <a:pt x="4630330" y="605789"/>
                  </a:lnTo>
                  <a:lnTo>
                    <a:pt x="4630990" y="630609"/>
                  </a:lnTo>
                  <a:lnTo>
                    <a:pt x="4631651" y="642622"/>
                  </a:lnTo>
                  <a:lnTo>
                    <a:pt x="4632311" y="646349"/>
                  </a:lnTo>
                  <a:lnTo>
                    <a:pt x="4632972" y="643004"/>
                  </a:lnTo>
                  <a:lnTo>
                    <a:pt x="4633632" y="640585"/>
                  </a:lnTo>
                  <a:lnTo>
                    <a:pt x="4634293" y="683859"/>
                  </a:lnTo>
                  <a:lnTo>
                    <a:pt x="4634953" y="677595"/>
                  </a:lnTo>
                  <a:lnTo>
                    <a:pt x="4635614" y="657495"/>
                  </a:lnTo>
                  <a:lnTo>
                    <a:pt x="4636274" y="652299"/>
                  </a:lnTo>
                  <a:lnTo>
                    <a:pt x="4636935" y="665691"/>
                  </a:lnTo>
                  <a:lnTo>
                    <a:pt x="4637595" y="671551"/>
                  </a:lnTo>
                  <a:lnTo>
                    <a:pt x="4638256" y="684719"/>
                  </a:lnTo>
                  <a:lnTo>
                    <a:pt x="4638916" y="676641"/>
                  </a:lnTo>
                  <a:lnTo>
                    <a:pt x="4639577" y="679346"/>
                  </a:lnTo>
                  <a:lnTo>
                    <a:pt x="4640238" y="686038"/>
                  </a:lnTo>
                  <a:lnTo>
                    <a:pt x="4640898" y="648017"/>
                  </a:lnTo>
                  <a:lnTo>
                    <a:pt x="4641559" y="626363"/>
                  </a:lnTo>
                  <a:lnTo>
                    <a:pt x="4642219" y="624226"/>
                  </a:lnTo>
                  <a:lnTo>
                    <a:pt x="4642880" y="618024"/>
                  </a:lnTo>
                  <a:lnTo>
                    <a:pt x="4643540" y="639257"/>
                  </a:lnTo>
                  <a:lnTo>
                    <a:pt x="4644201" y="670539"/>
                  </a:lnTo>
                  <a:lnTo>
                    <a:pt x="4644861" y="660835"/>
                  </a:lnTo>
                  <a:lnTo>
                    <a:pt x="4645522" y="655988"/>
                  </a:lnTo>
                  <a:lnTo>
                    <a:pt x="4646182" y="662642"/>
                  </a:lnTo>
                  <a:lnTo>
                    <a:pt x="4646843" y="655632"/>
                  </a:lnTo>
                  <a:lnTo>
                    <a:pt x="4647503" y="659705"/>
                  </a:lnTo>
                  <a:lnTo>
                    <a:pt x="4648164" y="662642"/>
                  </a:lnTo>
                  <a:lnTo>
                    <a:pt x="4648824" y="647865"/>
                  </a:lnTo>
                  <a:lnTo>
                    <a:pt x="4649485" y="647865"/>
                  </a:lnTo>
                  <a:lnTo>
                    <a:pt x="4650146" y="653713"/>
                  </a:lnTo>
                  <a:lnTo>
                    <a:pt x="4650806" y="676589"/>
                  </a:lnTo>
                  <a:lnTo>
                    <a:pt x="4651467" y="658613"/>
                  </a:lnTo>
                  <a:lnTo>
                    <a:pt x="4652127" y="668764"/>
                  </a:lnTo>
                  <a:lnTo>
                    <a:pt x="4652788" y="644005"/>
                  </a:lnTo>
                  <a:lnTo>
                    <a:pt x="4653448" y="634561"/>
                  </a:lnTo>
                  <a:lnTo>
                    <a:pt x="4654109" y="621528"/>
                  </a:lnTo>
                  <a:lnTo>
                    <a:pt x="4654769" y="643854"/>
                  </a:lnTo>
                  <a:lnTo>
                    <a:pt x="4655430" y="683780"/>
                  </a:lnTo>
                  <a:lnTo>
                    <a:pt x="4656090" y="669174"/>
                  </a:lnTo>
                  <a:lnTo>
                    <a:pt x="4656751" y="644853"/>
                  </a:lnTo>
                  <a:lnTo>
                    <a:pt x="4657411" y="620821"/>
                  </a:lnTo>
                  <a:lnTo>
                    <a:pt x="4658072" y="632613"/>
                  </a:lnTo>
                  <a:lnTo>
                    <a:pt x="4658732" y="632613"/>
                  </a:lnTo>
                  <a:lnTo>
                    <a:pt x="4659393" y="642323"/>
                  </a:lnTo>
                  <a:lnTo>
                    <a:pt x="4660054" y="677518"/>
                  </a:lnTo>
                  <a:lnTo>
                    <a:pt x="4660714" y="659023"/>
                  </a:lnTo>
                  <a:lnTo>
                    <a:pt x="4661375" y="647028"/>
                  </a:lnTo>
                  <a:lnTo>
                    <a:pt x="4662035" y="673518"/>
                  </a:lnTo>
                  <a:lnTo>
                    <a:pt x="4662696" y="690126"/>
                  </a:lnTo>
                  <a:lnTo>
                    <a:pt x="4663356" y="679512"/>
                  </a:lnTo>
                  <a:lnTo>
                    <a:pt x="4664017" y="659870"/>
                  </a:lnTo>
                  <a:lnTo>
                    <a:pt x="4664677" y="666058"/>
                  </a:lnTo>
                  <a:lnTo>
                    <a:pt x="4665338" y="632168"/>
                  </a:lnTo>
                  <a:lnTo>
                    <a:pt x="4665998" y="613959"/>
                  </a:lnTo>
                  <a:lnTo>
                    <a:pt x="4666659" y="625766"/>
                  </a:lnTo>
                  <a:lnTo>
                    <a:pt x="4667319" y="644407"/>
                  </a:lnTo>
                  <a:lnTo>
                    <a:pt x="4667980" y="625766"/>
                  </a:lnTo>
                  <a:lnTo>
                    <a:pt x="4668640" y="626390"/>
                  </a:lnTo>
                  <a:lnTo>
                    <a:pt x="4669301" y="656705"/>
                  </a:lnTo>
                  <a:lnTo>
                    <a:pt x="4669961" y="659506"/>
                  </a:lnTo>
                  <a:lnTo>
                    <a:pt x="4670622" y="670483"/>
                  </a:lnTo>
                  <a:lnTo>
                    <a:pt x="4671283" y="674340"/>
                  </a:lnTo>
                  <a:lnTo>
                    <a:pt x="4671943" y="650495"/>
                  </a:lnTo>
                  <a:lnTo>
                    <a:pt x="4672604" y="686941"/>
                  </a:lnTo>
                  <a:lnTo>
                    <a:pt x="4673264" y="695175"/>
                  </a:lnTo>
                  <a:lnTo>
                    <a:pt x="4673925" y="670254"/>
                  </a:lnTo>
                  <a:lnTo>
                    <a:pt x="4674585" y="679295"/>
                  </a:lnTo>
                  <a:lnTo>
                    <a:pt x="4675246" y="655166"/>
                  </a:lnTo>
                  <a:lnTo>
                    <a:pt x="4675906" y="656436"/>
                  </a:lnTo>
                  <a:lnTo>
                    <a:pt x="4676567" y="691605"/>
                  </a:lnTo>
                  <a:lnTo>
                    <a:pt x="4677227" y="686743"/>
                  </a:lnTo>
                  <a:lnTo>
                    <a:pt x="4677888" y="661221"/>
                  </a:lnTo>
                  <a:lnTo>
                    <a:pt x="4678548" y="639853"/>
                  </a:lnTo>
                  <a:lnTo>
                    <a:pt x="4679209" y="584496"/>
                  </a:lnTo>
                  <a:lnTo>
                    <a:pt x="4679869" y="563861"/>
                  </a:lnTo>
                  <a:lnTo>
                    <a:pt x="4680530" y="558970"/>
                  </a:lnTo>
                  <a:lnTo>
                    <a:pt x="4681191" y="547497"/>
                  </a:lnTo>
                  <a:lnTo>
                    <a:pt x="4681851" y="525116"/>
                  </a:lnTo>
                  <a:lnTo>
                    <a:pt x="4682512" y="518630"/>
                  </a:lnTo>
                  <a:lnTo>
                    <a:pt x="4683172" y="514487"/>
                  </a:lnTo>
                  <a:lnTo>
                    <a:pt x="4683833" y="496362"/>
                  </a:lnTo>
                  <a:lnTo>
                    <a:pt x="4684493" y="479886"/>
                  </a:lnTo>
                  <a:lnTo>
                    <a:pt x="4685154" y="479886"/>
                  </a:lnTo>
                  <a:lnTo>
                    <a:pt x="4685814" y="485367"/>
                  </a:lnTo>
                  <a:lnTo>
                    <a:pt x="4686475" y="511980"/>
                  </a:lnTo>
                  <a:lnTo>
                    <a:pt x="4687135" y="531288"/>
                  </a:lnTo>
                  <a:lnTo>
                    <a:pt x="4687796" y="562314"/>
                  </a:lnTo>
                  <a:lnTo>
                    <a:pt x="4688456" y="562734"/>
                  </a:lnTo>
                  <a:lnTo>
                    <a:pt x="4689117" y="538684"/>
                  </a:lnTo>
                  <a:lnTo>
                    <a:pt x="4689777" y="516842"/>
                  </a:lnTo>
                  <a:lnTo>
                    <a:pt x="4690438" y="543640"/>
                  </a:lnTo>
                  <a:lnTo>
                    <a:pt x="4691099" y="481527"/>
                  </a:lnTo>
                  <a:lnTo>
                    <a:pt x="4691759" y="473316"/>
                  </a:lnTo>
                  <a:lnTo>
                    <a:pt x="4692420" y="483500"/>
                  </a:lnTo>
                  <a:lnTo>
                    <a:pt x="4693080" y="488322"/>
                  </a:lnTo>
                  <a:lnTo>
                    <a:pt x="4693741" y="461514"/>
                  </a:lnTo>
                  <a:lnTo>
                    <a:pt x="4694401" y="488322"/>
                  </a:lnTo>
                  <a:lnTo>
                    <a:pt x="4695062" y="508123"/>
                  </a:lnTo>
                  <a:lnTo>
                    <a:pt x="4695722" y="494330"/>
                  </a:lnTo>
                  <a:lnTo>
                    <a:pt x="4696383" y="540244"/>
                  </a:lnTo>
                  <a:lnTo>
                    <a:pt x="4697043" y="547770"/>
                  </a:lnTo>
                  <a:lnTo>
                    <a:pt x="4697704" y="562532"/>
                  </a:lnTo>
                  <a:lnTo>
                    <a:pt x="4698364" y="578395"/>
                  </a:lnTo>
                  <a:lnTo>
                    <a:pt x="4699025" y="603427"/>
                  </a:lnTo>
                  <a:lnTo>
                    <a:pt x="4699685" y="580769"/>
                  </a:lnTo>
                  <a:lnTo>
                    <a:pt x="4700346" y="614668"/>
                  </a:lnTo>
                  <a:lnTo>
                    <a:pt x="4701007" y="627314"/>
                  </a:lnTo>
                  <a:lnTo>
                    <a:pt x="4701667" y="623348"/>
                  </a:lnTo>
                  <a:lnTo>
                    <a:pt x="4702328" y="616173"/>
                  </a:lnTo>
                  <a:lnTo>
                    <a:pt x="4702988" y="615135"/>
                  </a:lnTo>
                  <a:lnTo>
                    <a:pt x="4703649" y="623634"/>
                  </a:lnTo>
                  <a:lnTo>
                    <a:pt x="4704309" y="623528"/>
                  </a:lnTo>
                  <a:lnTo>
                    <a:pt x="4704970" y="632679"/>
                  </a:lnTo>
                  <a:lnTo>
                    <a:pt x="4705630" y="650234"/>
                  </a:lnTo>
                  <a:lnTo>
                    <a:pt x="4706291" y="643316"/>
                  </a:lnTo>
                  <a:lnTo>
                    <a:pt x="4706951" y="604774"/>
                  </a:lnTo>
                  <a:lnTo>
                    <a:pt x="4707612" y="619838"/>
                  </a:lnTo>
                  <a:lnTo>
                    <a:pt x="4708272" y="609970"/>
                  </a:lnTo>
                  <a:lnTo>
                    <a:pt x="4708933" y="580913"/>
                  </a:lnTo>
                  <a:lnTo>
                    <a:pt x="4709593" y="593905"/>
                  </a:lnTo>
                  <a:lnTo>
                    <a:pt x="4710254" y="626258"/>
                  </a:lnTo>
                  <a:lnTo>
                    <a:pt x="4710914" y="625819"/>
                  </a:lnTo>
                  <a:lnTo>
                    <a:pt x="4711575" y="597719"/>
                  </a:lnTo>
                  <a:lnTo>
                    <a:pt x="4712236" y="570498"/>
                  </a:lnTo>
                  <a:lnTo>
                    <a:pt x="4712896" y="586184"/>
                  </a:lnTo>
                  <a:lnTo>
                    <a:pt x="4713557" y="594656"/>
                  </a:lnTo>
                  <a:lnTo>
                    <a:pt x="4714217" y="578031"/>
                  </a:lnTo>
                  <a:lnTo>
                    <a:pt x="4714878" y="553686"/>
                  </a:lnTo>
                  <a:lnTo>
                    <a:pt x="4715538" y="562654"/>
                  </a:lnTo>
                  <a:lnTo>
                    <a:pt x="4716199" y="559243"/>
                  </a:lnTo>
                  <a:lnTo>
                    <a:pt x="4716859" y="563207"/>
                  </a:lnTo>
                  <a:lnTo>
                    <a:pt x="4717520" y="599390"/>
                  </a:lnTo>
                  <a:lnTo>
                    <a:pt x="4718180" y="605785"/>
                  </a:lnTo>
                  <a:lnTo>
                    <a:pt x="4718841" y="573491"/>
                  </a:lnTo>
                  <a:lnTo>
                    <a:pt x="4719501" y="542681"/>
                  </a:lnTo>
                  <a:lnTo>
                    <a:pt x="4720162" y="538876"/>
                  </a:lnTo>
                  <a:lnTo>
                    <a:pt x="4720822" y="481778"/>
                  </a:lnTo>
                  <a:lnTo>
                    <a:pt x="4721483" y="474817"/>
                  </a:lnTo>
                  <a:lnTo>
                    <a:pt x="4722144" y="466219"/>
                  </a:lnTo>
                  <a:lnTo>
                    <a:pt x="4722804" y="448230"/>
                  </a:lnTo>
                  <a:lnTo>
                    <a:pt x="4723465" y="393543"/>
                  </a:lnTo>
                  <a:lnTo>
                    <a:pt x="4724125" y="378550"/>
                  </a:lnTo>
                  <a:lnTo>
                    <a:pt x="4724786" y="368474"/>
                  </a:lnTo>
                  <a:lnTo>
                    <a:pt x="4725446" y="381473"/>
                  </a:lnTo>
                  <a:lnTo>
                    <a:pt x="4726107" y="387689"/>
                  </a:lnTo>
                  <a:lnTo>
                    <a:pt x="4726767" y="388586"/>
                  </a:lnTo>
                  <a:lnTo>
                    <a:pt x="4727428" y="428292"/>
                  </a:lnTo>
                  <a:lnTo>
                    <a:pt x="4728088" y="444731"/>
                  </a:lnTo>
                  <a:lnTo>
                    <a:pt x="4728749" y="474817"/>
                  </a:lnTo>
                  <a:lnTo>
                    <a:pt x="4729409" y="502644"/>
                  </a:lnTo>
                  <a:lnTo>
                    <a:pt x="4730070" y="530671"/>
                  </a:lnTo>
                  <a:lnTo>
                    <a:pt x="4730730" y="550137"/>
                  </a:lnTo>
                  <a:lnTo>
                    <a:pt x="4731391" y="560642"/>
                  </a:lnTo>
                  <a:lnTo>
                    <a:pt x="4732052" y="570102"/>
                  </a:lnTo>
                  <a:lnTo>
                    <a:pt x="4732712" y="586599"/>
                  </a:lnTo>
                  <a:lnTo>
                    <a:pt x="4733373" y="572155"/>
                  </a:lnTo>
                  <a:lnTo>
                    <a:pt x="4734033" y="579550"/>
                  </a:lnTo>
                  <a:lnTo>
                    <a:pt x="4734694" y="578871"/>
                  </a:lnTo>
                  <a:lnTo>
                    <a:pt x="4735354" y="588109"/>
                  </a:lnTo>
                  <a:lnTo>
                    <a:pt x="4736015" y="629955"/>
                  </a:lnTo>
                  <a:lnTo>
                    <a:pt x="4736675" y="642906"/>
                  </a:lnTo>
                  <a:lnTo>
                    <a:pt x="4737336" y="628754"/>
                  </a:lnTo>
                  <a:lnTo>
                    <a:pt x="4737996" y="637343"/>
                  </a:lnTo>
                  <a:lnTo>
                    <a:pt x="4738657" y="653911"/>
                  </a:lnTo>
                  <a:lnTo>
                    <a:pt x="4739317" y="638772"/>
                  </a:lnTo>
                  <a:lnTo>
                    <a:pt x="4739978" y="629530"/>
                  </a:lnTo>
                  <a:lnTo>
                    <a:pt x="4740638" y="610749"/>
                  </a:lnTo>
                  <a:lnTo>
                    <a:pt x="4741299" y="603837"/>
                  </a:lnTo>
                  <a:lnTo>
                    <a:pt x="4741959" y="621466"/>
                  </a:lnTo>
                  <a:lnTo>
                    <a:pt x="4742620" y="630906"/>
                  </a:lnTo>
                  <a:lnTo>
                    <a:pt x="4743281" y="636102"/>
                  </a:lnTo>
                  <a:lnTo>
                    <a:pt x="4743941" y="648366"/>
                  </a:lnTo>
                  <a:lnTo>
                    <a:pt x="4744602" y="636102"/>
                  </a:lnTo>
                  <a:lnTo>
                    <a:pt x="4745262" y="631495"/>
                  </a:lnTo>
                  <a:lnTo>
                    <a:pt x="4745923" y="653186"/>
                  </a:lnTo>
                  <a:lnTo>
                    <a:pt x="4746583" y="652296"/>
                  </a:lnTo>
                  <a:lnTo>
                    <a:pt x="4747244" y="641799"/>
                  </a:lnTo>
                  <a:lnTo>
                    <a:pt x="4747904" y="658249"/>
                  </a:lnTo>
                  <a:lnTo>
                    <a:pt x="4748565" y="660705"/>
                  </a:lnTo>
                  <a:lnTo>
                    <a:pt x="4749225" y="659857"/>
                  </a:lnTo>
                  <a:lnTo>
                    <a:pt x="4749886" y="650293"/>
                  </a:lnTo>
                  <a:lnTo>
                    <a:pt x="4750546" y="652787"/>
                  </a:lnTo>
                  <a:lnTo>
                    <a:pt x="4751207" y="648417"/>
                  </a:lnTo>
                  <a:lnTo>
                    <a:pt x="4751867" y="656808"/>
                  </a:lnTo>
                  <a:lnTo>
                    <a:pt x="4752528" y="660304"/>
                  </a:lnTo>
                  <a:lnTo>
                    <a:pt x="4753189" y="679889"/>
                  </a:lnTo>
                  <a:lnTo>
                    <a:pt x="4753849" y="676220"/>
                  </a:lnTo>
                  <a:lnTo>
                    <a:pt x="4754510" y="681203"/>
                  </a:lnTo>
                  <a:lnTo>
                    <a:pt x="4755170" y="665233"/>
                  </a:lnTo>
                  <a:lnTo>
                    <a:pt x="4755831" y="660304"/>
                  </a:lnTo>
                  <a:lnTo>
                    <a:pt x="4756491" y="646230"/>
                  </a:lnTo>
                  <a:lnTo>
                    <a:pt x="4757152" y="625356"/>
                  </a:lnTo>
                  <a:lnTo>
                    <a:pt x="4757812" y="628453"/>
                  </a:lnTo>
                  <a:lnTo>
                    <a:pt x="4758473" y="651790"/>
                  </a:lnTo>
                  <a:lnTo>
                    <a:pt x="4759133" y="648814"/>
                  </a:lnTo>
                  <a:lnTo>
                    <a:pt x="4759794" y="634231"/>
                  </a:lnTo>
                  <a:lnTo>
                    <a:pt x="4760454" y="630476"/>
                  </a:lnTo>
                  <a:lnTo>
                    <a:pt x="4761115" y="657848"/>
                  </a:lnTo>
                  <a:lnTo>
                    <a:pt x="4761775" y="655329"/>
                  </a:lnTo>
                  <a:lnTo>
                    <a:pt x="4762436" y="653885"/>
                  </a:lnTo>
                  <a:lnTo>
                    <a:pt x="4763097" y="676694"/>
                  </a:lnTo>
                  <a:lnTo>
                    <a:pt x="4763757" y="669198"/>
                  </a:lnTo>
                  <a:lnTo>
                    <a:pt x="4764418" y="659046"/>
                  </a:lnTo>
                  <a:lnTo>
                    <a:pt x="4765078" y="654183"/>
                  </a:lnTo>
                  <a:lnTo>
                    <a:pt x="4765739" y="648814"/>
                  </a:lnTo>
                  <a:lnTo>
                    <a:pt x="4766399" y="646230"/>
                  </a:lnTo>
                  <a:lnTo>
                    <a:pt x="4767060" y="630385"/>
                  </a:lnTo>
                  <a:lnTo>
                    <a:pt x="4767720" y="628363"/>
                  </a:lnTo>
                  <a:lnTo>
                    <a:pt x="4768381" y="646124"/>
                  </a:lnTo>
                  <a:lnTo>
                    <a:pt x="4769041" y="646124"/>
                  </a:lnTo>
                  <a:lnTo>
                    <a:pt x="4769702" y="666319"/>
                  </a:lnTo>
                  <a:lnTo>
                    <a:pt x="4770362" y="684370"/>
                  </a:lnTo>
                  <a:lnTo>
                    <a:pt x="4771023" y="682715"/>
                  </a:lnTo>
                  <a:lnTo>
                    <a:pt x="4771683" y="683432"/>
                  </a:lnTo>
                  <a:lnTo>
                    <a:pt x="4772344" y="663479"/>
                  </a:lnTo>
                  <a:lnTo>
                    <a:pt x="4773005" y="653190"/>
                  </a:lnTo>
                  <a:lnTo>
                    <a:pt x="4773665" y="674575"/>
                  </a:lnTo>
                  <a:lnTo>
                    <a:pt x="4774326" y="671499"/>
                  </a:lnTo>
                  <a:lnTo>
                    <a:pt x="4774986" y="663264"/>
                  </a:lnTo>
                  <a:lnTo>
                    <a:pt x="4775647" y="662527"/>
                  </a:lnTo>
                  <a:lnTo>
                    <a:pt x="4776307" y="653615"/>
                  </a:lnTo>
                  <a:lnTo>
                    <a:pt x="4776968" y="649483"/>
                  </a:lnTo>
                  <a:lnTo>
                    <a:pt x="4777628" y="655003"/>
                  </a:lnTo>
                  <a:lnTo>
                    <a:pt x="4778289" y="677235"/>
                  </a:lnTo>
                  <a:lnTo>
                    <a:pt x="4778949" y="687029"/>
                  </a:lnTo>
                  <a:lnTo>
                    <a:pt x="4779610" y="665291"/>
                  </a:lnTo>
                  <a:lnTo>
                    <a:pt x="4780270" y="665478"/>
                  </a:lnTo>
                  <a:lnTo>
                    <a:pt x="4780931" y="695807"/>
                  </a:lnTo>
                  <a:lnTo>
                    <a:pt x="4781591" y="694413"/>
                  </a:lnTo>
                  <a:lnTo>
                    <a:pt x="4782252" y="675958"/>
                  </a:lnTo>
                  <a:lnTo>
                    <a:pt x="4782912" y="675548"/>
                  </a:lnTo>
                  <a:lnTo>
                    <a:pt x="4783573" y="679044"/>
                  </a:lnTo>
                  <a:lnTo>
                    <a:pt x="4784234" y="676806"/>
                  </a:lnTo>
                  <a:lnTo>
                    <a:pt x="4784894" y="684717"/>
                  </a:lnTo>
                  <a:lnTo>
                    <a:pt x="4785555" y="685991"/>
                  </a:lnTo>
                  <a:lnTo>
                    <a:pt x="4786215" y="663918"/>
                  </a:lnTo>
                  <a:lnTo>
                    <a:pt x="4786876" y="647430"/>
                  </a:lnTo>
                  <a:lnTo>
                    <a:pt x="4787536" y="682928"/>
                  </a:lnTo>
                  <a:lnTo>
                    <a:pt x="4788197" y="705398"/>
                  </a:lnTo>
                  <a:lnTo>
                    <a:pt x="4788857" y="678090"/>
                  </a:lnTo>
                  <a:lnTo>
                    <a:pt x="4789518" y="666007"/>
                  </a:lnTo>
                  <a:lnTo>
                    <a:pt x="4790178" y="666855"/>
                  </a:lnTo>
                  <a:lnTo>
                    <a:pt x="4790839" y="669175"/>
                  </a:lnTo>
                  <a:lnTo>
                    <a:pt x="4791499" y="662279"/>
                  </a:lnTo>
                  <a:lnTo>
                    <a:pt x="4792160" y="694244"/>
                  </a:lnTo>
                  <a:lnTo>
                    <a:pt x="4792820" y="698985"/>
                  </a:lnTo>
                  <a:lnTo>
                    <a:pt x="4793481" y="682275"/>
                  </a:lnTo>
                  <a:lnTo>
                    <a:pt x="4794142" y="660401"/>
                  </a:lnTo>
                  <a:lnTo>
                    <a:pt x="4794802" y="665216"/>
                  </a:lnTo>
                  <a:lnTo>
                    <a:pt x="4795463" y="660401"/>
                  </a:lnTo>
                  <a:lnTo>
                    <a:pt x="4796123" y="639671"/>
                  </a:lnTo>
                  <a:lnTo>
                    <a:pt x="4796784" y="644415"/>
                  </a:lnTo>
                  <a:lnTo>
                    <a:pt x="4797444" y="661631"/>
                  </a:lnTo>
                  <a:lnTo>
                    <a:pt x="4798105" y="662561"/>
                  </a:lnTo>
                  <a:lnTo>
                    <a:pt x="4798765" y="649954"/>
                  </a:lnTo>
                  <a:lnTo>
                    <a:pt x="4799426" y="651990"/>
                  </a:lnTo>
                  <a:lnTo>
                    <a:pt x="4800086" y="658579"/>
                  </a:lnTo>
                  <a:lnTo>
                    <a:pt x="4800747" y="663061"/>
                  </a:lnTo>
                  <a:lnTo>
                    <a:pt x="4801407" y="666741"/>
                  </a:lnTo>
                  <a:lnTo>
                    <a:pt x="4802068" y="678771"/>
                  </a:lnTo>
                  <a:lnTo>
                    <a:pt x="4802728" y="674021"/>
                  </a:lnTo>
                  <a:lnTo>
                    <a:pt x="4803389" y="684963"/>
                  </a:lnTo>
                  <a:lnTo>
                    <a:pt x="4804050" y="674463"/>
                  </a:lnTo>
                  <a:lnTo>
                    <a:pt x="4804710" y="642662"/>
                  </a:lnTo>
                  <a:lnTo>
                    <a:pt x="4805371" y="643999"/>
                  </a:lnTo>
                  <a:lnTo>
                    <a:pt x="4806031" y="639587"/>
                  </a:lnTo>
                  <a:lnTo>
                    <a:pt x="4806692" y="628038"/>
                  </a:lnTo>
                  <a:lnTo>
                    <a:pt x="4807352" y="638923"/>
                  </a:lnTo>
                  <a:lnTo>
                    <a:pt x="4808013" y="641899"/>
                  </a:lnTo>
                  <a:lnTo>
                    <a:pt x="4808673" y="649907"/>
                  </a:lnTo>
                  <a:lnTo>
                    <a:pt x="4809334" y="645157"/>
                  </a:lnTo>
                  <a:lnTo>
                    <a:pt x="4809994" y="641249"/>
                  </a:lnTo>
                  <a:lnTo>
                    <a:pt x="4810655" y="643426"/>
                  </a:lnTo>
                  <a:lnTo>
                    <a:pt x="4811315" y="648781"/>
                  </a:lnTo>
                  <a:lnTo>
                    <a:pt x="4811976" y="647524"/>
                  </a:lnTo>
                  <a:lnTo>
                    <a:pt x="4812636" y="616099"/>
                  </a:lnTo>
                  <a:lnTo>
                    <a:pt x="4813297" y="570724"/>
                  </a:lnTo>
                  <a:lnTo>
                    <a:pt x="4813957" y="551356"/>
                  </a:lnTo>
                  <a:lnTo>
                    <a:pt x="4814618" y="546080"/>
                  </a:lnTo>
                  <a:lnTo>
                    <a:pt x="4815279" y="556526"/>
                  </a:lnTo>
                  <a:lnTo>
                    <a:pt x="4815939" y="583404"/>
                  </a:lnTo>
                  <a:lnTo>
                    <a:pt x="4816600" y="596478"/>
                  </a:lnTo>
                  <a:lnTo>
                    <a:pt x="4817260" y="621192"/>
                  </a:lnTo>
                  <a:lnTo>
                    <a:pt x="4817921" y="633765"/>
                  </a:lnTo>
                  <a:lnTo>
                    <a:pt x="4818581" y="614010"/>
                  </a:lnTo>
                  <a:lnTo>
                    <a:pt x="4819242" y="592291"/>
                  </a:lnTo>
                  <a:lnTo>
                    <a:pt x="4819902" y="614445"/>
                  </a:lnTo>
                  <a:lnTo>
                    <a:pt x="4820563" y="632547"/>
                  </a:lnTo>
                  <a:lnTo>
                    <a:pt x="4821223" y="636849"/>
                  </a:lnTo>
                  <a:lnTo>
                    <a:pt x="4821884" y="660267"/>
                  </a:lnTo>
                  <a:lnTo>
                    <a:pt x="4822544" y="641638"/>
                  </a:lnTo>
                  <a:lnTo>
                    <a:pt x="4823205" y="622378"/>
                  </a:lnTo>
                  <a:lnTo>
                    <a:pt x="4823865" y="640245"/>
                  </a:lnTo>
                  <a:lnTo>
                    <a:pt x="4824526" y="669846"/>
                  </a:lnTo>
                  <a:lnTo>
                    <a:pt x="4825187" y="658639"/>
                  </a:lnTo>
                  <a:lnTo>
                    <a:pt x="4825847" y="695800"/>
                  </a:lnTo>
                  <a:lnTo>
                    <a:pt x="4826508" y="699476"/>
                  </a:lnTo>
                  <a:lnTo>
                    <a:pt x="4827168" y="696032"/>
                  </a:lnTo>
                  <a:lnTo>
                    <a:pt x="4827829" y="691776"/>
                  </a:lnTo>
                  <a:lnTo>
                    <a:pt x="4828489" y="662452"/>
                  </a:lnTo>
                  <a:lnTo>
                    <a:pt x="4829150" y="655798"/>
                  </a:lnTo>
                  <a:lnTo>
                    <a:pt x="4829810" y="662452"/>
                  </a:lnTo>
                  <a:lnTo>
                    <a:pt x="4830471" y="671145"/>
                  </a:lnTo>
                  <a:lnTo>
                    <a:pt x="4831131" y="661195"/>
                  </a:lnTo>
                  <a:lnTo>
                    <a:pt x="4831792" y="655798"/>
                  </a:lnTo>
                  <a:lnTo>
                    <a:pt x="4832452" y="638513"/>
                  </a:lnTo>
                  <a:lnTo>
                    <a:pt x="4833113" y="626721"/>
                  </a:lnTo>
                  <a:lnTo>
                    <a:pt x="4833773" y="644482"/>
                  </a:lnTo>
                  <a:lnTo>
                    <a:pt x="4834434" y="642334"/>
                  </a:lnTo>
                  <a:lnTo>
                    <a:pt x="4835095" y="657637"/>
                  </a:lnTo>
                  <a:lnTo>
                    <a:pt x="4835755" y="665193"/>
                  </a:lnTo>
                  <a:lnTo>
                    <a:pt x="4836416" y="658257"/>
                  </a:lnTo>
                  <a:lnTo>
                    <a:pt x="4837076" y="652315"/>
                  </a:lnTo>
                  <a:lnTo>
                    <a:pt x="4837737" y="684246"/>
                  </a:lnTo>
                  <a:lnTo>
                    <a:pt x="4838397" y="677537"/>
                  </a:lnTo>
                  <a:lnTo>
                    <a:pt x="4839058" y="664803"/>
                  </a:lnTo>
                  <a:lnTo>
                    <a:pt x="4839718" y="662284"/>
                  </a:lnTo>
                  <a:lnTo>
                    <a:pt x="4840379" y="657437"/>
                  </a:lnTo>
                  <a:lnTo>
                    <a:pt x="4841039" y="664091"/>
                  </a:lnTo>
                  <a:lnTo>
                    <a:pt x="4841700" y="692501"/>
                  </a:lnTo>
                  <a:lnTo>
                    <a:pt x="4842360" y="681743"/>
                  </a:lnTo>
                  <a:lnTo>
                    <a:pt x="4843021" y="662284"/>
                  </a:lnTo>
                  <a:lnTo>
                    <a:pt x="4843681" y="666411"/>
                  </a:lnTo>
                  <a:lnTo>
                    <a:pt x="4844342" y="661154"/>
                  </a:lnTo>
                  <a:lnTo>
                    <a:pt x="4845003" y="654826"/>
                  </a:lnTo>
                  <a:lnTo>
                    <a:pt x="4845663" y="674042"/>
                  </a:lnTo>
                  <a:lnTo>
                    <a:pt x="4846324" y="676592"/>
                  </a:lnTo>
                  <a:lnTo>
                    <a:pt x="4846984" y="651701"/>
                  </a:lnTo>
                  <a:lnTo>
                    <a:pt x="4847645" y="664091"/>
                  </a:lnTo>
                  <a:lnTo>
                    <a:pt x="4848305" y="661154"/>
                  </a:lnTo>
                  <a:lnTo>
                    <a:pt x="4848966" y="673194"/>
                  </a:lnTo>
                  <a:lnTo>
                    <a:pt x="4849626" y="649863"/>
                  </a:lnTo>
                  <a:lnTo>
                    <a:pt x="4850287" y="632517"/>
                  </a:lnTo>
                  <a:lnTo>
                    <a:pt x="4850947" y="657437"/>
                  </a:lnTo>
                  <a:lnTo>
                    <a:pt x="4851608" y="672188"/>
                  </a:lnTo>
                  <a:lnTo>
                    <a:pt x="4852268" y="666411"/>
                  </a:lnTo>
                  <a:lnTo>
                    <a:pt x="4852929" y="679893"/>
                  </a:lnTo>
                  <a:lnTo>
                    <a:pt x="4853589" y="674785"/>
                  </a:lnTo>
                  <a:lnTo>
                    <a:pt x="4854250" y="667363"/>
                  </a:lnTo>
                  <a:lnTo>
                    <a:pt x="4854910" y="663236"/>
                  </a:lnTo>
                  <a:lnTo>
                    <a:pt x="4855571" y="664907"/>
                  </a:lnTo>
                  <a:lnTo>
                    <a:pt x="4856232" y="682998"/>
                  </a:lnTo>
                  <a:lnTo>
                    <a:pt x="4856892" y="655733"/>
                  </a:lnTo>
                  <a:lnTo>
                    <a:pt x="4857553" y="629009"/>
                  </a:lnTo>
                  <a:lnTo>
                    <a:pt x="4858213" y="649388"/>
                  </a:lnTo>
                  <a:lnTo>
                    <a:pt x="4858874" y="676264"/>
                  </a:lnTo>
                  <a:lnTo>
                    <a:pt x="4859534" y="671311"/>
                  </a:lnTo>
                  <a:lnTo>
                    <a:pt x="4860195" y="668768"/>
                  </a:lnTo>
                  <a:lnTo>
                    <a:pt x="4860855" y="656926"/>
                  </a:lnTo>
                  <a:lnTo>
                    <a:pt x="4861516" y="659874"/>
                  </a:lnTo>
                  <a:lnTo>
                    <a:pt x="4862176" y="659026"/>
                  </a:lnTo>
                  <a:lnTo>
                    <a:pt x="4862837" y="677683"/>
                  </a:lnTo>
                  <a:lnTo>
                    <a:pt x="4863497" y="657931"/>
                  </a:lnTo>
                  <a:lnTo>
                    <a:pt x="4864158" y="674802"/>
                  </a:lnTo>
                  <a:lnTo>
                    <a:pt x="4864818" y="696129"/>
                  </a:lnTo>
                  <a:lnTo>
                    <a:pt x="4865479" y="687767"/>
                  </a:lnTo>
                  <a:lnTo>
                    <a:pt x="4866140" y="656637"/>
                  </a:lnTo>
                  <a:lnTo>
                    <a:pt x="4866800" y="647615"/>
                  </a:lnTo>
                  <a:lnTo>
                    <a:pt x="4867461" y="647615"/>
                  </a:lnTo>
                  <a:lnTo>
                    <a:pt x="4868121" y="639257"/>
                  </a:lnTo>
                  <a:lnTo>
                    <a:pt x="4868782" y="640788"/>
                  </a:lnTo>
                  <a:lnTo>
                    <a:pt x="4869442" y="645020"/>
                  </a:lnTo>
                  <a:lnTo>
                    <a:pt x="4870103" y="624061"/>
                  </a:lnTo>
                  <a:lnTo>
                    <a:pt x="4870763" y="628365"/>
                  </a:lnTo>
                  <a:lnTo>
                    <a:pt x="4871424" y="642361"/>
                  </a:lnTo>
                  <a:lnTo>
                    <a:pt x="4872084" y="645337"/>
                  </a:lnTo>
                  <a:lnTo>
                    <a:pt x="4872745" y="659061"/>
                  </a:lnTo>
                  <a:lnTo>
                    <a:pt x="4873405" y="660868"/>
                  </a:lnTo>
                  <a:lnTo>
                    <a:pt x="4874066" y="660020"/>
                  </a:lnTo>
                  <a:lnTo>
                    <a:pt x="4874726" y="663188"/>
                  </a:lnTo>
                  <a:lnTo>
                    <a:pt x="4875387" y="648689"/>
                  </a:lnTo>
                  <a:lnTo>
                    <a:pt x="4876048" y="631877"/>
                  </a:lnTo>
                  <a:lnTo>
                    <a:pt x="4876708" y="640095"/>
                  </a:lnTo>
                  <a:lnTo>
                    <a:pt x="4877369" y="642636"/>
                  </a:lnTo>
                  <a:lnTo>
                    <a:pt x="4878029" y="628103"/>
                  </a:lnTo>
                  <a:lnTo>
                    <a:pt x="4878690" y="612472"/>
                  </a:lnTo>
                  <a:lnTo>
                    <a:pt x="4879350" y="599061"/>
                  </a:lnTo>
                  <a:lnTo>
                    <a:pt x="4880011" y="623325"/>
                  </a:lnTo>
                  <a:lnTo>
                    <a:pt x="4880671" y="641430"/>
                  </a:lnTo>
                  <a:lnTo>
                    <a:pt x="4881332" y="623012"/>
                  </a:lnTo>
                  <a:lnTo>
                    <a:pt x="4881992" y="611039"/>
                  </a:lnTo>
                  <a:lnTo>
                    <a:pt x="4882653" y="623012"/>
                  </a:lnTo>
                  <a:lnTo>
                    <a:pt x="4883313" y="623012"/>
                  </a:lnTo>
                  <a:lnTo>
                    <a:pt x="4883974" y="625720"/>
                  </a:lnTo>
                  <a:lnTo>
                    <a:pt x="4884634" y="623012"/>
                  </a:lnTo>
                  <a:lnTo>
                    <a:pt x="4885295" y="613923"/>
                  </a:lnTo>
                  <a:lnTo>
                    <a:pt x="4885955" y="631664"/>
                  </a:lnTo>
                  <a:lnTo>
                    <a:pt x="4886616" y="624563"/>
                  </a:lnTo>
                  <a:lnTo>
                    <a:pt x="4887277" y="621951"/>
                  </a:lnTo>
                  <a:lnTo>
                    <a:pt x="4887937" y="610811"/>
                  </a:lnTo>
                  <a:lnTo>
                    <a:pt x="4888598" y="616451"/>
                  </a:lnTo>
                  <a:lnTo>
                    <a:pt x="4889258" y="603528"/>
                  </a:lnTo>
                  <a:lnTo>
                    <a:pt x="4889919" y="607385"/>
                  </a:lnTo>
                  <a:lnTo>
                    <a:pt x="4890579" y="569027"/>
                  </a:lnTo>
                  <a:lnTo>
                    <a:pt x="4891240" y="554264"/>
                  </a:lnTo>
                  <a:lnTo>
                    <a:pt x="4891900" y="592881"/>
                  </a:lnTo>
                  <a:lnTo>
                    <a:pt x="4892561" y="593128"/>
                  </a:lnTo>
                  <a:lnTo>
                    <a:pt x="4893221" y="568837"/>
                  </a:lnTo>
                  <a:lnTo>
                    <a:pt x="4893882" y="559420"/>
                  </a:lnTo>
                  <a:lnTo>
                    <a:pt x="4894542" y="530849"/>
                  </a:lnTo>
                  <a:lnTo>
                    <a:pt x="4895203" y="549809"/>
                  </a:lnTo>
                  <a:lnTo>
                    <a:pt x="4895863" y="520990"/>
                  </a:lnTo>
                  <a:lnTo>
                    <a:pt x="4896524" y="477431"/>
                  </a:lnTo>
                  <a:lnTo>
                    <a:pt x="4897185" y="414107"/>
                  </a:lnTo>
                  <a:lnTo>
                    <a:pt x="4897845" y="408834"/>
                  </a:lnTo>
                  <a:lnTo>
                    <a:pt x="4898506" y="392489"/>
                  </a:lnTo>
                  <a:lnTo>
                    <a:pt x="4899166" y="383703"/>
                  </a:lnTo>
                  <a:lnTo>
                    <a:pt x="4899827" y="433338"/>
                  </a:lnTo>
                  <a:lnTo>
                    <a:pt x="4900487" y="448708"/>
                  </a:lnTo>
                  <a:lnTo>
                    <a:pt x="4901148" y="479864"/>
                  </a:lnTo>
                  <a:lnTo>
                    <a:pt x="4901808" y="493415"/>
                  </a:lnTo>
                  <a:lnTo>
                    <a:pt x="4902469" y="527651"/>
                  </a:lnTo>
                  <a:lnTo>
                    <a:pt x="4903129" y="567990"/>
                  </a:lnTo>
                  <a:lnTo>
                    <a:pt x="4903790" y="590507"/>
                  </a:lnTo>
                  <a:lnTo>
                    <a:pt x="4904450" y="592762"/>
                  </a:lnTo>
                  <a:lnTo>
                    <a:pt x="4905111" y="607114"/>
                  </a:lnTo>
                  <a:lnTo>
                    <a:pt x="4905771" y="602651"/>
                  </a:lnTo>
                  <a:lnTo>
                    <a:pt x="4906432" y="587750"/>
                  </a:lnTo>
                  <a:lnTo>
                    <a:pt x="4907093" y="605259"/>
                  </a:lnTo>
                  <a:lnTo>
                    <a:pt x="4907753" y="602322"/>
                  </a:lnTo>
                  <a:lnTo>
                    <a:pt x="4908414" y="571459"/>
                  </a:lnTo>
                  <a:lnTo>
                    <a:pt x="4909074" y="564141"/>
                  </a:lnTo>
                  <a:lnTo>
                    <a:pt x="4909735" y="589417"/>
                  </a:lnTo>
                  <a:lnTo>
                    <a:pt x="4910395" y="586003"/>
                  </a:lnTo>
                  <a:lnTo>
                    <a:pt x="4911056" y="574768"/>
                  </a:lnTo>
                  <a:lnTo>
                    <a:pt x="4911716" y="546560"/>
                  </a:lnTo>
                  <a:lnTo>
                    <a:pt x="4912377" y="552874"/>
                  </a:lnTo>
                  <a:lnTo>
                    <a:pt x="4913037" y="565802"/>
                  </a:lnTo>
                  <a:lnTo>
                    <a:pt x="4913698" y="582063"/>
                  </a:lnTo>
                  <a:lnTo>
                    <a:pt x="4914358" y="592444"/>
                  </a:lnTo>
                  <a:lnTo>
                    <a:pt x="4915019" y="590023"/>
                  </a:lnTo>
                  <a:lnTo>
                    <a:pt x="4915679" y="615001"/>
                  </a:lnTo>
                  <a:lnTo>
                    <a:pt x="4916340" y="659318"/>
                  </a:lnTo>
                  <a:lnTo>
                    <a:pt x="4917001" y="633597"/>
                  </a:lnTo>
                  <a:lnTo>
                    <a:pt x="4917661" y="630185"/>
                  </a:lnTo>
                  <a:lnTo>
                    <a:pt x="4918322" y="645746"/>
                  </a:lnTo>
                  <a:lnTo>
                    <a:pt x="4918982" y="623443"/>
                  </a:lnTo>
                  <a:lnTo>
                    <a:pt x="4919643" y="610725"/>
                  </a:lnTo>
                  <a:lnTo>
                    <a:pt x="4920303" y="629975"/>
                  </a:lnTo>
                  <a:lnTo>
                    <a:pt x="4920964" y="646059"/>
                  </a:lnTo>
                  <a:lnTo>
                    <a:pt x="4921624" y="652452"/>
                  </a:lnTo>
                  <a:lnTo>
                    <a:pt x="4922285" y="638232"/>
                  </a:lnTo>
                  <a:lnTo>
                    <a:pt x="4922945" y="610566"/>
                  </a:lnTo>
                  <a:lnTo>
                    <a:pt x="4923606" y="615581"/>
                  </a:lnTo>
                  <a:lnTo>
                    <a:pt x="4924266" y="632913"/>
                  </a:lnTo>
                  <a:lnTo>
                    <a:pt x="4924927" y="639033"/>
                  </a:lnTo>
                  <a:lnTo>
                    <a:pt x="4925587" y="634520"/>
                  </a:lnTo>
                  <a:lnTo>
                    <a:pt x="4926248" y="623973"/>
                  </a:lnTo>
                  <a:lnTo>
                    <a:pt x="4926908" y="590696"/>
                  </a:lnTo>
                  <a:lnTo>
                    <a:pt x="4927569" y="610618"/>
                  </a:lnTo>
                  <a:lnTo>
                    <a:pt x="4928230" y="636022"/>
                  </a:lnTo>
                  <a:lnTo>
                    <a:pt x="4928890" y="647863"/>
                  </a:lnTo>
                  <a:lnTo>
                    <a:pt x="4929551" y="665634"/>
                  </a:lnTo>
                  <a:lnTo>
                    <a:pt x="4930211" y="638837"/>
                  </a:lnTo>
                  <a:lnTo>
                    <a:pt x="4930872" y="640530"/>
                  </a:lnTo>
                  <a:lnTo>
                    <a:pt x="4931532" y="667354"/>
                  </a:lnTo>
                  <a:lnTo>
                    <a:pt x="4932193" y="656980"/>
                  </a:lnTo>
                  <a:lnTo>
                    <a:pt x="4932853" y="648972"/>
                  </a:lnTo>
                  <a:lnTo>
                    <a:pt x="4933514" y="673485"/>
                  </a:lnTo>
                  <a:lnTo>
                    <a:pt x="4934174" y="662573"/>
                  </a:lnTo>
                  <a:lnTo>
                    <a:pt x="4934835" y="656568"/>
                  </a:lnTo>
                  <a:lnTo>
                    <a:pt x="4935495" y="652159"/>
                  </a:lnTo>
                  <a:lnTo>
                    <a:pt x="4936156" y="654396"/>
                  </a:lnTo>
                  <a:lnTo>
                    <a:pt x="4936816" y="664473"/>
                  </a:lnTo>
                  <a:lnTo>
                    <a:pt x="4937477" y="670508"/>
                  </a:lnTo>
                  <a:lnTo>
                    <a:pt x="4938138" y="678964"/>
                  </a:lnTo>
                  <a:lnTo>
                    <a:pt x="4938798" y="666420"/>
                  </a:lnTo>
                  <a:lnTo>
                    <a:pt x="4939459" y="670889"/>
                  </a:lnTo>
                  <a:lnTo>
                    <a:pt x="4940119" y="637650"/>
                  </a:lnTo>
                  <a:lnTo>
                    <a:pt x="4940780" y="612037"/>
                  </a:lnTo>
                  <a:lnTo>
                    <a:pt x="4941440" y="598159"/>
                  </a:lnTo>
                  <a:lnTo>
                    <a:pt x="4942101" y="610407"/>
                  </a:lnTo>
                  <a:lnTo>
                    <a:pt x="4942761" y="632521"/>
                  </a:lnTo>
                  <a:lnTo>
                    <a:pt x="4943422" y="631089"/>
                  </a:lnTo>
                  <a:lnTo>
                    <a:pt x="4944082" y="603474"/>
                  </a:lnTo>
                  <a:lnTo>
                    <a:pt x="4944743" y="629713"/>
                  </a:lnTo>
                  <a:lnTo>
                    <a:pt x="4945403" y="633673"/>
                  </a:lnTo>
                  <a:lnTo>
                    <a:pt x="4946064" y="647842"/>
                  </a:lnTo>
                  <a:lnTo>
                    <a:pt x="4946724" y="651958"/>
                  </a:lnTo>
                  <a:lnTo>
                    <a:pt x="4947385" y="630718"/>
                  </a:lnTo>
                  <a:lnTo>
                    <a:pt x="4948046" y="630718"/>
                  </a:lnTo>
                  <a:lnTo>
                    <a:pt x="4948706" y="622158"/>
                  </a:lnTo>
                  <a:lnTo>
                    <a:pt x="4949367" y="624449"/>
                  </a:lnTo>
                  <a:lnTo>
                    <a:pt x="4950027" y="627157"/>
                  </a:lnTo>
                  <a:lnTo>
                    <a:pt x="4950688" y="604149"/>
                  </a:lnTo>
                  <a:lnTo>
                    <a:pt x="4951348" y="592188"/>
                  </a:lnTo>
                  <a:lnTo>
                    <a:pt x="4952009" y="610943"/>
                  </a:lnTo>
                  <a:lnTo>
                    <a:pt x="4952669" y="620022"/>
                  </a:lnTo>
                  <a:lnTo>
                    <a:pt x="4953330" y="595933"/>
                  </a:lnTo>
                  <a:lnTo>
                    <a:pt x="4953990" y="585984"/>
                  </a:lnTo>
                  <a:lnTo>
                    <a:pt x="4954651" y="585984"/>
                  </a:lnTo>
                  <a:lnTo>
                    <a:pt x="4955311" y="591561"/>
                  </a:lnTo>
                  <a:lnTo>
                    <a:pt x="4955972" y="581006"/>
                  </a:lnTo>
                  <a:lnTo>
                    <a:pt x="4956632" y="583928"/>
                  </a:lnTo>
                  <a:lnTo>
                    <a:pt x="4957293" y="590874"/>
                  </a:lnTo>
                  <a:lnTo>
                    <a:pt x="4957953" y="592677"/>
                  </a:lnTo>
                  <a:lnTo>
                    <a:pt x="4958614" y="597288"/>
                  </a:lnTo>
                  <a:lnTo>
                    <a:pt x="4959275" y="601835"/>
                  </a:lnTo>
                  <a:lnTo>
                    <a:pt x="4959935" y="620989"/>
                  </a:lnTo>
                  <a:lnTo>
                    <a:pt x="4960596" y="616923"/>
                  </a:lnTo>
                  <a:lnTo>
                    <a:pt x="4961256" y="631980"/>
                  </a:lnTo>
                  <a:lnTo>
                    <a:pt x="4961917" y="638865"/>
                  </a:lnTo>
                  <a:lnTo>
                    <a:pt x="4962577" y="623797"/>
                  </a:lnTo>
                  <a:lnTo>
                    <a:pt x="4963238" y="613857"/>
                  </a:lnTo>
                  <a:lnTo>
                    <a:pt x="4963898" y="591361"/>
                  </a:lnTo>
                  <a:lnTo>
                    <a:pt x="4964559" y="570807"/>
                  </a:lnTo>
                  <a:lnTo>
                    <a:pt x="4965219" y="565973"/>
                  </a:lnTo>
                  <a:lnTo>
                    <a:pt x="4965880" y="601363"/>
                  </a:lnTo>
                  <a:lnTo>
                    <a:pt x="4966540" y="588710"/>
                  </a:lnTo>
                  <a:lnTo>
                    <a:pt x="4967201" y="575259"/>
                  </a:lnTo>
                  <a:lnTo>
                    <a:pt x="4967861" y="599138"/>
                  </a:lnTo>
                  <a:lnTo>
                    <a:pt x="4968522" y="598209"/>
                  </a:lnTo>
                  <a:lnTo>
                    <a:pt x="4969183" y="596147"/>
                  </a:lnTo>
                  <a:lnTo>
                    <a:pt x="4969843" y="600821"/>
                  </a:lnTo>
                  <a:lnTo>
                    <a:pt x="4970504" y="585832"/>
                  </a:lnTo>
                  <a:lnTo>
                    <a:pt x="4971164" y="594801"/>
                  </a:lnTo>
                  <a:lnTo>
                    <a:pt x="4971825" y="561223"/>
                  </a:lnTo>
                  <a:lnTo>
                    <a:pt x="4972485" y="540942"/>
                  </a:lnTo>
                  <a:lnTo>
                    <a:pt x="4973146" y="531204"/>
                  </a:lnTo>
                  <a:lnTo>
                    <a:pt x="4973806" y="541364"/>
                  </a:lnTo>
                  <a:lnTo>
                    <a:pt x="4974467" y="540562"/>
                  </a:lnTo>
                  <a:lnTo>
                    <a:pt x="4975127" y="541414"/>
                  </a:lnTo>
                  <a:lnTo>
                    <a:pt x="4975788" y="533948"/>
                  </a:lnTo>
                  <a:lnTo>
                    <a:pt x="4976448" y="502104"/>
                  </a:lnTo>
                  <a:lnTo>
                    <a:pt x="4977109" y="504735"/>
                  </a:lnTo>
                  <a:lnTo>
                    <a:pt x="4977769" y="456024"/>
                  </a:lnTo>
                  <a:lnTo>
                    <a:pt x="4978430" y="413396"/>
                  </a:lnTo>
                  <a:lnTo>
                    <a:pt x="4979091" y="379988"/>
                  </a:lnTo>
                  <a:lnTo>
                    <a:pt x="4979751" y="339670"/>
                  </a:lnTo>
                  <a:lnTo>
                    <a:pt x="4980412" y="316060"/>
                  </a:lnTo>
                  <a:lnTo>
                    <a:pt x="4981072" y="305130"/>
                  </a:lnTo>
                  <a:lnTo>
                    <a:pt x="4981733" y="274245"/>
                  </a:lnTo>
                  <a:lnTo>
                    <a:pt x="4982393" y="270442"/>
                  </a:lnTo>
                  <a:lnTo>
                    <a:pt x="4983054" y="265012"/>
                  </a:lnTo>
                  <a:lnTo>
                    <a:pt x="4983714" y="264420"/>
                  </a:lnTo>
                  <a:lnTo>
                    <a:pt x="4984375" y="280191"/>
                  </a:lnTo>
                  <a:lnTo>
                    <a:pt x="4985035" y="290490"/>
                  </a:lnTo>
                  <a:lnTo>
                    <a:pt x="4985696" y="313432"/>
                  </a:lnTo>
                  <a:lnTo>
                    <a:pt x="4986356" y="336696"/>
                  </a:lnTo>
                  <a:lnTo>
                    <a:pt x="4987017" y="355136"/>
                  </a:lnTo>
                  <a:lnTo>
                    <a:pt x="4987677" y="477794"/>
                  </a:lnTo>
                  <a:lnTo>
                    <a:pt x="4988338" y="489467"/>
                  </a:lnTo>
                  <a:lnTo>
                    <a:pt x="4988998" y="487606"/>
                  </a:lnTo>
                  <a:lnTo>
                    <a:pt x="4989659" y="513013"/>
                  </a:lnTo>
                  <a:lnTo>
                    <a:pt x="4990320" y="524531"/>
                  </a:lnTo>
                  <a:lnTo>
                    <a:pt x="4990980" y="527346"/>
                  </a:lnTo>
                  <a:lnTo>
                    <a:pt x="4991641" y="540908"/>
                  </a:lnTo>
                  <a:lnTo>
                    <a:pt x="4992301" y="558412"/>
                  </a:lnTo>
                  <a:lnTo>
                    <a:pt x="4992962" y="586354"/>
                  </a:lnTo>
                  <a:lnTo>
                    <a:pt x="4993622" y="594708"/>
                  </a:lnTo>
                  <a:lnTo>
                    <a:pt x="4994283" y="601116"/>
                  </a:lnTo>
                  <a:lnTo>
                    <a:pt x="4994943" y="593014"/>
                  </a:lnTo>
                  <a:lnTo>
                    <a:pt x="4995604" y="610724"/>
                  </a:lnTo>
                  <a:lnTo>
                    <a:pt x="4996264" y="600807"/>
                  </a:lnTo>
                  <a:lnTo>
                    <a:pt x="4996925" y="591311"/>
                  </a:lnTo>
                  <a:lnTo>
                    <a:pt x="4997585" y="573075"/>
                  </a:lnTo>
                  <a:lnTo>
                    <a:pt x="4998246" y="573998"/>
                  </a:lnTo>
                  <a:lnTo>
                    <a:pt x="4998906" y="568127"/>
                  </a:lnTo>
                  <a:lnTo>
                    <a:pt x="4999567" y="539139"/>
                  </a:lnTo>
                  <a:lnTo>
                    <a:pt x="5000228" y="522011"/>
                  </a:lnTo>
                  <a:lnTo>
                    <a:pt x="5000888" y="534325"/>
                  </a:lnTo>
                  <a:lnTo>
                    <a:pt x="5001549" y="550896"/>
                  </a:lnTo>
                  <a:lnTo>
                    <a:pt x="5002209" y="539630"/>
                  </a:lnTo>
                  <a:lnTo>
                    <a:pt x="5002870" y="545251"/>
                  </a:lnTo>
                  <a:lnTo>
                    <a:pt x="5003530" y="614532"/>
                  </a:lnTo>
                  <a:lnTo>
                    <a:pt x="5004191" y="623461"/>
                  </a:lnTo>
                  <a:lnTo>
                    <a:pt x="5004851" y="627121"/>
                  </a:lnTo>
                  <a:lnTo>
                    <a:pt x="5005512" y="634464"/>
                  </a:lnTo>
                  <a:lnTo>
                    <a:pt x="5006172" y="617076"/>
                  </a:lnTo>
                  <a:lnTo>
                    <a:pt x="5006833" y="596754"/>
                  </a:lnTo>
                  <a:lnTo>
                    <a:pt x="5007493" y="599281"/>
                  </a:lnTo>
                  <a:lnTo>
                    <a:pt x="5008154" y="610965"/>
                  </a:lnTo>
                  <a:lnTo>
                    <a:pt x="5008814" y="611160"/>
                  </a:lnTo>
                  <a:lnTo>
                    <a:pt x="5009475" y="632483"/>
                  </a:lnTo>
                  <a:lnTo>
                    <a:pt x="5010136" y="643103"/>
                  </a:lnTo>
                  <a:lnTo>
                    <a:pt x="5010796" y="640024"/>
                  </a:lnTo>
                  <a:lnTo>
                    <a:pt x="5011457" y="652374"/>
                  </a:lnTo>
                  <a:lnTo>
                    <a:pt x="5012117" y="651758"/>
                  </a:lnTo>
                  <a:lnTo>
                    <a:pt x="5012778" y="634060"/>
                  </a:lnTo>
                  <a:lnTo>
                    <a:pt x="5013438" y="632515"/>
                  </a:lnTo>
                  <a:lnTo>
                    <a:pt x="5014099" y="658623"/>
                  </a:lnTo>
                  <a:lnTo>
                    <a:pt x="5014759" y="621360"/>
                  </a:lnTo>
                  <a:lnTo>
                    <a:pt x="5015420" y="597582"/>
                  </a:lnTo>
                  <a:lnTo>
                    <a:pt x="5016080" y="637558"/>
                  </a:lnTo>
                  <a:lnTo>
                    <a:pt x="5016741" y="640325"/>
                  </a:lnTo>
                  <a:lnTo>
                    <a:pt x="5017401" y="583199"/>
                  </a:lnTo>
                  <a:lnTo>
                    <a:pt x="5018062" y="559547"/>
                  </a:lnTo>
                  <a:lnTo>
                    <a:pt x="5018722" y="575540"/>
                  </a:lnTo>
                  <a:lnTo>
                    <a:pt x="5019383" y="590246"/>
                  </a:lnTo>
                  <a:lnTo>
                    <a:pt x="5020044" y="590086"/>
                  </a:lnTo>
                  <a:lnTo>
                    <a:pt x="5020704" y="550700"/>
                  </a:lnTo>
                  <a:lnTo>
                    <a:pt x="5021365" y="518807"/>
                  </a:lnTo>
                  <a:lnTo>
                    <a:pt x="5022025" y="500412"/>
                  </a:lnTo>
                  <a:lnTo>
                    <a:pt x="5022686" y="495984"/>
                  </a:lnTo>
                  <a:lnTo>
                    <a:pt x="5023346" y="500671"/>
                  </a:lnTo>
                  <a:lnTo>
                    <a:pt x="5024007" y="554147"/>
                  </a:lnTo>
                  <a:lnTo>
                    <a:pt x="5024667" y="618214"/>
                  </a:lnTo>
                  <a:lnTo>
                    <a:pt x="5025328" y="591498"/>
                  </a:lnTo>
                  <a:lnTo>
                    <a:pt x="5025988" y="582286"/>
                  </a:lnTo>
                  <a:lnTo>
                    <a:pt x="5026649" y="596875"/>
                  </a:lnTo>
                  <a:lnTo>
                    <a:pt x="5027309" y="608630"/>
                  </a:lnTo>
                  <a:lnTo>
                    <a:pt x="5027970" y="603367"/>
                  </a:lnTo>
                  <a:lnTo>
                    <a:pt x="5028630" y="606860"/>
                  </a:lnTo>
                  <a:lnTo>
                    <a:pt x="5029291" y="612667"/>
                  </a:lnTo>
                  <a:lnTo>
                    <a:pt x="5029951" y="629704"/>
                  </a:lnTo>
                  <a:lnTo>
                    <a:pt x="5030612" y="628095"/>
                  </a:lnTo>
                  <a:lnTo>
                    <a:pt x="5031273" y="635458"/>
                  </a:lnTo>
                  <a:lnTo>
                    <a:pt x="5031933" y="642223"/>
                  </a:lnTo>
                  <a:lnTo>
                    <a:pt x="5032594" y="627861"/>
                  </a:lnTo>
                  <a:lnTo>
                    <a:pt x="5033254" y="636752"/>
                  </a:lnTo>
                  <a:lnTo>
                    <a:pt x="5033915" y="644684"/>
                  </a:lnTo>
                  <a:lnTo>
                    <a:pt x="5034575" y="638043"/>
                  </a:lnTo>
                  <a:lnTo>
                    <a:pt x="5035236" y="642934"/>
                  </a:lnTo>
                  <a:lnTo>
                    <a:pt x="5035896" y="647233"/>
                  </a:lnTo>
                  <a:lnTo>
                    <a:pt x="5036557" y="633599"/>
                  </a:lnTo>
                  <a:lnTo>
                    <a:pt x="5037217" y="640862"/>
                  </a:lnTo>
                  <a:lnTo>
                    <a:pt x="5037878" y="642199"/>
                  </a:lnTo>
                  <a:lnTo>
                    <a:pt x="5038538" y="606004"/>
                  </a:lnTo>
                  <a:lnTo>
                    <a:pt x="5039199" y="618971"/>
                  </a:lnTo>
                  <a:lnTo>
                    <a:pt x="5039859" y="615615"/>
                  </a:lnTo>
                  <a:lnTo>
                    <a:pt x="5040520" y="572882"/>
                  </a:lnTo>
                  <a:lnTo>
                    <a:pt x="5041181" y="571493"/>
                  </a:lnTo>
                  <a:lnTo>
                    <a:pt x="5041841" y="585451"/>
                  </a:lnTo>
                  <a:lnTo>
                    <a:pt x="5042502" y="591363"/>
                  </a:lnTo>
                  <a:lnTo>
                    <a:pt x="5043162" y="589720"/>
                  </a:lnTo>
                  <a:lnTo>
                    <a:pt x="5043823" y="566575"/>
                  </a:lnTo>
                  <a:lnTo>
                    <a:pt x="5044483" y="566575"/>
                  </a:lnTo>
                  <a:lnTo>
                    <a:pt x="5045144" y="571691"/>
                  </a:lnTo>
                  <a:lnTo>
                    <a:pt x="5045804" y="571330"/>
                  </a:lnTo>
                  <a:lnTo>
                    <a:pt x="5046465" y="619595"/>
                  </a:lnTo>
                  <a:lnTo>
                    <a:pt x="5047125" y="621092"/>
                  </a:lnTo>
                  <a:lnTo>
                    <a:pt x="5047786" y="628685"/>
                  </a:lnTo>
                  <a:lnTo>
                    <a:pt x="5048446" y="649333"/>
                  </a:lnTo>
                  <a:lnTo>
                    <a:pt x="5049107" y="639979"/>
                  </a:lnTo>
                  <a:lnTo>
                    <a:pt x="5049767" y="611178"/>
                  </a:lnTo>
                  <a:lnTo>
                    <a:pt x="5050428" y="605788"/>
                  </a:lnTo>
                  <a:lnTo>
                    <a:pt x="5051089" y="601750"/>
                  </a:lnTo>
                  <a:lnTo>
                    <a:pt x="5051749" y="595661"/>
                  </a:lnTo>
                  <a:lnTo>
                    <a:pt x="5052410" y="591357"/>
                  </a:lnTo>
                  <a:lnTo>
                    <a:pt x="5053070" y="597304"/>
                  </a:lnTo>
                  <a:lnTo>
                    <a:pt x="5053731" y="607875"/>
                  </a:lnTo>
                  <a:lnTo>
                    <a:pt x="5054391" y="610478"/>
                  </a:lnTo>
                  <a:lnTo>
                    <a:pt x="5055052" y="595721"/>
                  </a:lnTo>
                  <a:lnTo>
                    <a:pt x="5055712" y="600025"/>
                  </a:lnTo>
                  <a:lnTo>
                    <a:pt x="5056373" y="601069"/>
                  </a:lnTo>
                  <a:lnTo>
                    <a:pt x="5057033" y="606784"/>
                  </a:lnTo>
                  <a:lnTo>
                    <a:pt x="5057694" y="601431"/>
                  </a:lnTo>
                  <a:lnTo>
                    <a:pt x="5058354" y="592090"/>
                  </a:lnTo>
                  <a:lnTo>
                    <a:pt x="5059015" y="589425"/>
                  </a:lnTo>
                  <a:lnTo>
                    <a:pt x="5059675" y="587064"/>
                  </a:lnTo>
                  <a:lnTo>
                    <a:pt x="5060336" y="588708"/>
                  </a:lnTo>
                  <a:lnTo>
                    <a:pt x="5060996" y="588708"/>
                  </a:lnTo>
                  <a:lnTo>
                    <a:pt x="5061657" y="549568"/>
                  </a:lnTo>
                  <a:lnTo>
                    <a:pt x="5062318" y="543438"/>
                  </a:lnTo>
                  <a:lnTo>
                    <a:pt x="5062978" y="556023"/>
                  </a:lnTo>
                  <a:lnTo>
                    <a:pt x="5063639" y="557134"/>
                  </a:lnTo>
                  <a:lnTo>
                    <a:pt x="5064299" y="549135"/>
                  </a:lnTo>
                  <a:lnTo>
                    <a:pt x="5064960" y="534834"/>
                  </a:lnTo>
                  <a:lnTo>
                    <a:pt x="5065620" y="530748"/>
                  </a:lnTo>
                  <a:lnTo>
                    <a:pt x="5066281" y="526593"/>
                  </a:lnTo>
                  <a:lnTo>
                    <a:pt x="5066941" y="561934"/>
                  </a:lnTo>
                  <a:lnTo>
                    <a:pt x="5067602" y="575677"/>
                  </a:lnTo>
                  <a:lnTo>
                    <a:pt x="5068262" y="555529"/>
                  </a:lnTo>
                  <a:lnTo>
                    <a:pt x="5068923" y="494382"/>
                  </a:lnTo>
                  <a:lnTo>
                    <a:pt x="5069583" y="484136"/>
                  </a:lnTo>
                  <a:lnTo>
                    <a:pt x="5070244" y="486124"/>
                  </a:lnTo>
                  <a:lnTo>
                    <a:pt x="5070904" y="566905"/>
                  </a:lnTo>
                  <a:lnTo>
                    <a:pt x="5071565" y="626890"/>
                  </a:lnTo>
                  <a:lnTo>
                    <a:pt x="5072226" y="626890"/>
                  </a:lnTo>
                  <a:lnTo>
                    <a:pt x="5072886" y="630251"/>
                  </a:lnTo>
                  <a:lnTo>
                    <a:pt x="5073547" y="631193"/>
                  </a:lnTo>
                  <a:lnTo>
                    <a:pt x="5074207" y="595662"/>
                  </a:lnTo>
                  <a:lnTo>
                    <a:pt x="5074868" y="616643"/>
                  </a:lnTo>
                  <a:lnTo>
                    <a:pt x="5075528" y="636235"/>
                  </a:lnTo>
                  <a:lnTo>
                    <a:pt x="5076189" y="637294"/>
                  </a:lnTo>
                  <a:lnTo>
                    <a:pt x="5076849" y="651171"/>
                  </a:lnTo>
                  <a:lnTo>
                    <a:pt x="5077510" y="655699"/>
                  </a:lnTo>
                  <a:lnTo>
                    <a:pt x="5078170" y="625054"/>
                  </a:lnTo>
                  <a:lnTo>
                    <a:pt x="5078831" y="629266"/>
                  </a:lnTo>
                  <a:lnTo>
                    <a:pt x="5079491" y="638717"/>
                  </a:lnTo>
                  <a:lnTo>
                    <a:pt x="5080152" y="650350"/>
                  </a:lnTo>
                  <a:lnTo>
                    <a:pt x="5080812" y="643979"/>
                  </a:lnTo>
                  <a:lnTo>
                    <a:pt x="5081473" y="632933"/>
                  </a:lnTo>
                  <a:lnTo>
                    <a:pt x="5082134" y="632933"/>
                  </a:lnTo>
                  <a:lnTo>
                    <a:pt x="5082794" y="654742"/>
                  </a:lnTo>
                  <a:lnTo>
                    <a:pt x="5083455" y="658797"/>
                  </a:lnTo>
                  <a:lnTo>
                    <a:pt x="5084115" y="635101"/>
                  </a:lnTo>
                  <a:lnTo>
                    <a:pt x="5084776" y="633005"/>
                  </a:lnTo>
                  <a:lnTo>
                    <a:pt x="5085436" y="653058"/>
                  </a:lnTo>
                  <a:lnTo>
                    <a:pt x="5086097" y="670074"/>
                  </a:lnTo>
                  <a:lnTo>
                    <a:pt x="5086757" y="672237"/>
                  </a:lnTo>
                  <a:lnTo>
                    <a:pt x="5087418" y="652210"/>
                  </a:lnTo>
                  <a:lnTo>
                    <a:pt x="5088078" y="672297"/>
                  </a:lnTo>
                  <a:lnTo>
                    <a:pt x="5088739" y="673746"/>
                  </a:lnTo>
                  <a:lnTo>
                    <a:pt x="5089399" y="664238"/>
                  </a:lnTo>
                  <a:lnTo>
                    <a:pt x="5090060" y="657590"/>
                  </a:lnTo>
                  <a:lnTo>
                    <a:pt x="5090720" y="650145"/>
                  </a:lnTo>
                  <a:lnTo>
                    <a:pt x="5091381" y="649256"/>
                  </a:lnTo>
                  <a:lnTo>
                    <a:pt x="5092042" y="653808"/>
                  </a:lnTo>
                  <a:lnTo>
                    <a:pt x="5092702" y="655853"/>
                  </a:lnTo>
                  <a:lnTo>
                    <a:pt x="5093363" y="663090"/>
                  </a:lnTo>
                  <a:lnTo>
                    <a:pt x="5094023" y="636758"/>
                  </a:lnTo>
                  <a:lnTo>
                    <a:pt x="5094684" y="647460"/>
                  </a:lnTo>
                  <a:lnTo>
                    <a:pt x="5095344" y="662699"/>
                  </a:lnTo>
                  <a:lnTo>
                    <a:pt x="5096005" y="656585"/>
                  </a:lnTo>
                  <a:lnTo>
                    <a:pt x="5096665" y="635678"/>
                  </a:lnTo>
                  <a:lnTo>
                    <a:pt x="5097326" y="648590"/>
                  </a:lnTo>
                  <a:lnTo>
                    <a:pt x="5097986" y="665739"/>
                  </a:lnTo>
                  <a:lnTo>
                    <a:pt x="5098647" y="656432"/>
                  </a:lnTo>
                  <a:lnTo>
                    <a:pt x="5099307" y="657842"/>
                  </a:lnTo>
                  <a:lnTo>
                    <a:pt x="5099968" y="647460"/>
                  </a:lnTo>
                  <a:lnTo>
                    <a:pt x="5100628" y="617178"/>
                  </a:lnTo>
                  <a:lnTo>
                    <a:pt x="5101289" y="655989"/>
                  </a:lnTo>
                  <a:lnTo>
                    <a:pt x="5101949" y="654949"/>
                  </a:lnTo>
                  <a:lnTo>
                    <a:pt x="5102610" y="642916"/>
                  </a:lnTo>
                  <a:lnTo>
                    <a:pt x="5103271" y="649206"/>
                  </a:lnTo>
                  <a:lnTo>
                    <a:pt x="5103931" y="655394"/>
                  </a:lnTo>
                  <a:lnTo>
                    <a:pt x="5104592" y="654798"/>
                  </a:lnTo>
                  <a:lnTo>
                    <a:pt x="5105252" y="633472"/>
                  </a:lnTo>
                  <a:lnTo>
                    <a:pt x="5105913" y="643376"/>
                  </a:lnTo>
                  <a:lnTo>
                    <a:pt x="5106573" y="661695"/>
                  </a:lnTo>
                  <a:lnTo>
                    <a:pt x="5107234" y="660847"/>
                  </a:lnTo>
                  <a:lnTo>
                    <a:pt x="5107894" y="681026"/>
                  </a:lnTo>
                  <a:lnTo>
                    <a:pt x="5108555" y="657752"/>
                  </a:lnTo>
                  <a:lnTo>
                    <a:pt x="5109215" y="672603"/>
                  </a:lnTo>
                  <a:lnTo>
                    <a:pt x="5109876" y="669783"/>
                  </a:lnTo>
                  <a:lnTo>
                    <a:pt x="5110536" y="643376"/>
                  </a:lnTo>
                  <a:lnTo>
                    <a:pt x="5111197" y="650684"/>
                  </a:lnTo>
                  <a:lnTo>
                    <a:pt x="5111857" y="644567"/>
                  </a:lnTo>
                  <a:lnTo>
                    <a:pt x="5112518" y="653934"/>
                  </a:lnTo>
                  <a:lnTo>
                    <a:pt x="5113179" y="671765"/>
                  </a:lnTo>
                  <a:lnTo>
                    <a:pt x="5113839" y="634663"/>
                  </a:lnTo>
                  <a:lnTo>
                    <a:pt x="5114500" y="604304"/>
                  </a:lnTo>
                  <a:lnTo>
                    <a:pt x="5115160" y="655417"/>
                  </a:lnTo>
                  <a:lnTo>
                    <a:pt x="5115821" y="656827"/>
                  </a:lnTo>
                  <a:lnTo>
                    <a:pt x="5116481" y="662075"/>
                  </a:lnTo>
                  <a:lnTo>
                    <a:pt x="5117142" y="662075"/>
                  </a:lnTo>
                  <a:lnTo>
                    <a:pt x="5117802" y="646445"/>
                  </a:lnTo>
                  <a:lnTo>
                    <a:pt x="5118463" y="668799"/>
                  </a:lnTo>
                  <a:lnTo>
                    <a:pt x="5119123" y="671916"/>
                  </a:lnTo>
                  <a:lnTo>
                    <a:pt x="5119784" y="658112"/>
                  </a:lnTo>
                  <a:lnTo>
                    <a:pt x="5120444" y="660817"/>
                  </a:lnTo>
                  <a:lnTo>
                    <a:pt x="5121105" y="659066"/>
                  </a:lnTo>
                  <a:lnTo>
                    <a:pt x="5121765" y="656459"/>
                  </a:lnTo>
                  <a:lnTo>
                    <a:pt x="5122426" y="650029"/>
                  </a:lnTo>
                  <a:lnTo>
                    <a:pt x="5123087" y="662227"/>
                  </a:lnTo>
                  <a:lnTo>
                    <a:pt x="5123747" y="658731"/>
                  </a:lnTo>
                  <a:lnTo>
                    <a:pt x="5124408" y="665840"/>
                  </a:lnTo>
                  <a:lnTo>
                    <a:pt x="5125068" y="643086"/>
                  </a:lnTo>
                  <a:lnTo>
                    <a:pt x="5125729" y="631806"/>
                  </a:lnTo>
                  <a:lnTo>
                    <a:pt x="5126389" y="637647"/>
                  </a:lnTo>
                  <a:lnTo>
                    <a:pt x="5127050" y="661379"/>
                  </a:lnTo>
                  <a:lnTo>
                    <a:pt x="5127710" y="664831"/>
                  </a:lnTo>
                  <a:lnTo>
                    <a:pt x="5128371" y="666583"/>
                  </a:lnTo>
                  <a:lnTo>
                    <a:pt x="5129031" y="690991"/>
                  </a:lnTo>
                  <a:lnTo>
                    <a:pt x="5129692" y="661263"/>
                  </a:lnTo>
                  <a:lnTo>
                    <a:pt x="5130352" y="657112"/>
                  </a:lnTo>
                  <a:lnTo>
                    <a:pt x="5131013" y="663502"/>
                  </a:lnTo>
                  <a:lnTo>
                    <a:pt x="5131673" y="659082"/>
                  </a:lnTo>
                  <a:lnTo>
                    <a:pt x="5132334" y="664431"/>
                  </a:lnTo>
                  <a:lnTo>
                    <a:pt x="5132994" y="663120"/>
                  </a:lnTo>
                  <a:lnTo>
                    <a:pt x="5133655" y="648524"/>
                  </a:lnTo>
                  <a:lnTo>
                    <a:pt x="5134316" y="659022"/>
                  </a:lnTo>
                  <a:lnTo>
                    <a:pt x="5134976" y="629433"/>
                  </a:lnTo>
                  <a:lnTo>
                    <a:pt x="5135637" y="642285"/>
                  </a:lnTo>
                  <a:lnTo>
                    <a:pt x="5136297" y="640074"/>
                  </a:lnTo>
                  <a:lnTo>
                    <a:pt x="5136958" y="653761"/>
                  </a:lnTo>
                  <a:lnTo>
                    <a:pt x="5137618" y="628234"/>
                  </a:lnTo>
                  <a:lnTo>
                    <a:pt x="5138279" y="591978"/>
                  </a:lnTo>
                  <a:lnTo>
                    <a:pt x="5138939" y="586201"/>
                  </a:lnTo>
                  <a:lnTo>
                    <a:pt x="5139600" y="596237"/>
                  </a:lnTo>
                  <a:lnTo>
                    <a:pt x="5140260" y="621780"/>
                  </a:lnTo>
                  <a:lnTo>
                    <a:pt x="5140921" y="646007"/>
                  </a:lnTo>
                  <a:lnTo>
                    <a:pt x="5141581" y="523936"/>
                  </a:lnTo>
                  <a:lnTo>
                    <a:pt x="5142242" y="479477"/>
                  </a:lnTo>
                  <a:lnTo>
                    <a:pt x="5142902" y="480687"/>
                  </a:lnTo>
                  <a:lnTo>
                    <a:pt x="5143563" y="479184"/>
                  </a:lnTo>
                  <a:lnTo>
                    <a:pt x="5144224" y="479184"/>
                  </a:lnTo>
                  <a:lnTo>
                    <a:pt x="5144884" y="479184"/>
                  </a:lnTo>
                  <a:lnTo>
                    <a:pt x="5145545" y="493370"/>
                  </a:lnTo>
                  <a:lnTo>
                    <a:pt x="5146205" y="528771"/>
                  </a:lnTo>
                  <a:lnTo>
                    <a:pt x="5146866" y="571691"/>
                  </a:lnTo>
                  <a:lnTo>
                    <a:pt x="5147526" y="578634"/>
                  </a:lnTo>
                  <a:lnTo>
                    <a:pt x="5148187" y="562195"/>
                  </a:lnTo>
                  <a:lnTo>
                    <a:pt x="5148847" y="566944"/>
                  </a:lnTo>
                  <a:lnTo>
                    <a:pt x="5149508" y="579655"/>
                  </a:lnTo>
                  <a:lnTo>
                    <a:pt x="5150168" y="603250"/>
                  </a:lnTo>
                  <a:lnTo>
                    <a:pt x="5150829" y="581544"/>
                  </a:lnTo>
                  <a:lnTo>
                    <a:pt x="5151489" y="581412"/>
                  </a:lnTo>
                  <a:lnTo>
                    <a:pt x="5152150" y="587725"/>
                  </a:lnTo>
                  <a:lnTo>
                    <a:pt x="5152810" y="608893"/>
                  </a:lnTo>
                  <a:lnTo>
                    <a:pt x="5153471" y="603093"/>
                  </a:lnTo>
                  <a:lnTo>
                    <a:pt x="5154132" y="608779"/>
                  </a:lnTo>
                  <a:lnTo>
                    <a:pt x="5154792" y="614006"/>
                  </a:lnTo>
                  <a:lnTo>
                    <a:pt x="5155453" y="619504"/>
                  </a:lnTo>
                  <a:lnTo>
                    <a:pt x="5156113" y="610925"/>
                  </a:lnTo>
                  <a:lnTo>
                    <a:pt x="5156774" y="617714"/>
                  </a:lnTo>
                  <a:lnTo>
                    <a:pt x="5157434" y="613410"/>
                  </a:lnTo>
                  <a:lnTo>
                    <a:pt x="5158095" y="621291"/>
                  </a:lnTo>
                  <a:lnTo>
                    <a:pt x="5158755" y="629437"/>
                  </a:lnTo>
                  <a:lnTo>
                    <a:pt x="5159416" y="635266"/>
                  </a:lnTo>
                  <a:lnTo>
                    <a:pt x="5160076" y="609490"/>
                  </a:lnTo>
                  <a:lnTo>
                    <a:pt x="5160737" y="606080"/>
                  </a:lnTo>
                  <a:lnTo>
                    <a:pt x="5161397" y="604684"/>
                  </a:lnTo>
                  <a:lnTo>
                    <a:pt x="5162058" y="601050"/>
                  </a:lnTo>
                  <a:lnTo>
                    <a:pt x="5162718" y="601398"/>
                  </a:lnTo>
                  <a:lnTo>
                    <a:pt x="5163379" y="598930"/>
                  </a:lnTo>
                  <a:lnTo>
                    <a:pt x="5164040" y="594887"/>
                  </a:lnTo>
                  <a:lnTo>
                    <a:pt x="5164700" y="594887"/>
                  </a:lnTo>
                  <a:lnTo>
                    <a:pt x="5165361" y="594538"/>
                  </a:lnTo>
                  <a:lnTo>
                    <a:pt x="5166021" y="597532"/>
                  </a:lnTo>
                  <a:lnTo>
                    <a:pt x="5166682" y="585627"/>
                  </a:lnTo>
                  <a:lnTo>
                    <a:pt x="5167342" y="586161"/>
                  </a:lnTo>
                  <a:lnTo>
                    <a:pt x="5168003" y="591054"/>
                  </a:lnTo>
                  <a:lnTo>
                    <a:pt x="5168663" y="587011"/>
                  </a:lnTo>
                  <a:lnTo>
                    <a:pt x="5169324" y="590396"/>
                  </a:lnTo>
                  <a:lnTo>
                    <a:pt x="5169984" y="588480"/>
                  </a:lnTo>
                  <a:lnTo>
                    <a:pt x="5170645" y="568035"/>
                  </a:lnTo>
                  <a:lnTo>
                    <a:pt x="5171305" y="588480"/>
                  </a:lnTo>
                  <a:lnTo>
                    <a:pt x="5171966" y="584237"/>
                  </a:lnTo>
                  <a:lnTo>
                    <a:pt x="5172626" y="592317"/>
                  </a:lnTo>
                  <a:lnTo>
                    <a:pt x="5173287" y="590447"/>
                  </a:lnTo>
                  <a:lnTo>
                    <a:pt x="5173947" y="586540"/>
                  </a:lnTo>
                  <a:lnTo>
                    <a:pt x="5174608" y="582927"/>
                  </a:lnTo>
                  <a:lnTo>
                    <a:pt x="5175269" y="581931"/>
                  </a:lnTo>
                  <a:lnTo>
                    <a:pt x="5175929" y="591090"/>
                  </a:lnTo>
                  <a:lnTo>
                    <a:pt x="5176590" y="611611"/>
                  </a:lnTo>
                  <a:lnTo>
                    <a:pt x="5177250" y="627707"/>
                  </a:lnTo>
                  <a:lnTo>
                    <a:pt x="5177911" y="622726"/>
                  </a:lnTo>
                  <a:lnTo>
                    <a:pt x="5178571" y="597192"/>
                  </a:lnTo>
                  <a:lnTo>
                    <a:pt x="5179232" y="590573"/>
                  </a:lnTo>
                  <a:lnTo>
                    <a:pt x="5179892" y="596612"/>
                  </a:lnTo>
                  <a:lnTo>
                    <a:pt x="5180553" y="590067"/>
                  </a:lnTo>
                  <a:lnTo>
                    <a:pt x="5181213" y="580908"/>
                  </a:lnTo>
                  <a:lnTo>
                    <a:pt x="5181874" y="580908"/>
                  </a:lnTo>
                  <a:lnTo>
                    <a:pt x="5182534" y="579179"/>
                  </a:lnTo>
                  <a:lnTo>
                    <a:pt x="5183195" y="579179"/>
                  </a:lnTo>
                  <a:lnTo>
                    <a:pt x="5183855" y="594847"/>
                  </a:lnTo>
                  <a:lnTo>
                    <a:pt x="5184516" y="604821"/>
                  </a:lnTo>
                  <a:lnTo>
                    <a:pt x="5185177" y="598175"/>
                  </a:lnTo>
                  <a:lnTo>
                    <a:pt x="5185837" y="621654"/>
                  </a:lnTo>
                  <a:lnTo>
                    <a:pt x="5186498" y="636416"/>
                  </a:lnTo>
                  <a:lnTo>
                    <a:pt x="5187158" y="629137"/>
                  </a:lnTo>
                  <a:lnTo>
                    <a:pt x="5187819" y="652609"/>
                  </a:lnTo>
                  <a:lnTo>
                    <a:pt x="5188479" y="630414"/>
                  </a:lnTo>
                  <a:lnTo>
                    <a:pt x="5189140" y="651165"/>
                  </a:lnTo>
                  <a:lnTo>
                    <a:pt x="5189800" y="671778"/>
                  </a:lnTo>
                  <a:lnTo>
                    <a:pt x="5190461" y="639082"/>
                  </a:lnTo>
                  <a:lnTo>
                    <a:pt x="5191121" y="659818"/>
                  </a:lnTo>
                  <a:lnTo>
                    <a:pt x="5191782" y="666892"/>
                  </a:lnTo>
                  <a:lnTo>
                    <a:pt x="5192442" y="620639"/>
                  </a:lnTo>
                  <a:lnTo>
                    <a:pt x="5193103" y="619093"/>
                  </a:lnTo>
                  <a:lnTo>
                    <a:pt x="5193763" y="620639"/>
                  </a:lnTo>
                  <a:lnTo>
                    <a:pt x="5194424" y="622102"/>
                  </a:lnTo>
                  <a:lnTo>
                    <a:pt x="5195085" y="627612"/>
                  </a:lnTo>
                  <a:lnTo>
                    <a:pt x="5195745" y="616174"/>
                  </a:lnTo>
                  <a:lnTo>
                    <a:pt x="5196406" y="596973"/>
                  </a:lnTo>
                  <a:lnTo>
                    <a:pt x="5197066" y="596973"/>
                  </a:lnTo>
                  <a:lnTo>
                    <a:pt x="5197727" y="591419"/>
                  </a:lnTo>
                  <a:lnTo>
                    <a:pt x="5198387" y="595551"/>
                  </a:lnTo>
                  <a:lnTo>
                    <a:pt x="5199048" y="611869"/>
                  </a:lnTo>
                  <a:lnTo>
                    <a:pt x="5199708" y="623432"/>
                  </a:lnTo>
                  <a:lnTo>
                    <a:pt x="5200369" y="624983"/>
                  </a:lnTo>
                  <a:lnTo>
                    <a:pt x="5201029" y="612095"/>
                  </a:lnTo>
                  <a:lnTo>
                    <a:pt x="5201690" y="600949"/>
                  </a:lnTo>
                  <a:lnTo>
                    <a:pt x="5202350" y="591811"/>
                  </a:lnTo>
                  <a:lnTo>
                    <a:pt x="5203011" y="604145"/>
                  </a:lnTo>
                  <a:lnTo>
                    <a:pt x="5203671" y="620149"/>
                  </a:lnTo>
                  <a:lnTo>
                    <a:pt x="5204332" y="639929"/>
                  </a:lnTo>
                  <a:lnTo>
                    <a:pt x="5204992" y="639399"/>
                  </a:lnTo>
                  <a:lnTo>
                    <a:pt x="5205653" y="632912"/>
                  </a:lnTo>
                  <a:lnTo>
                    <a:pt x="5206314" y="639564"/>
                  </a:lnTo>
                  <a:lnTo>
                    <a:pt x="5206974" y="622713"/>
                  </a:lnTo>
                  <a:lnTo>
                    <a:pt x="5207635" y="620666"/>
                  </a:lnTo>
                  <a:lnTo>
                    <a:pt x="5208295" y="612460"/>
                  </a:lnTo>
                  <a:lnTo>
                    <a:pt x="5208956" y="620619"/>
                  </a:lnTo>
                  <a:lnTo>
                    <a:pt x="5209616" y="620382"/>
                  </a:lnTo>
                  <a:lnTo>
                    <a:pt x="5210277" y="604801"/>
                  </a:lnTo>
                  <a:lnTo>
                    <a:pt x="5210937" y="596813"/>
                  </a:lnTo>
                  <a:lnTo>
                    <a:pt x="5211598" y="586863"/>
                  </a:lnTo>
                  <a:lnTo>
                    <a:pt x="5212258" y="585613"/>
                  </a:lnTo>
                  <a:lnTo>
                    <a:pt x="5212919" y="571627"/>
                  </a:lnTo>
                  <a:lnTo>
                    <a:pt x="5213579" y="585613"/>
                  </a:lnTo>
                  <a:lnTo>
                    <a:pt x="5214240" y="586863"/>
                  </a:lnTo>
                  <a:lnTo>
                    <a:pt x="5214900" y="592200"/>
                  </a:lnTo>
                  <a:lnTo>
                    <a:pt x="5215561" y="610311"/>
                  </a:lnTo>
                  <a:lnTo>
                    <a:pt x="5216222" y="620615"/>
                  </a:lnTo>
                  <a:lnTo>
                    <a:pt x="5216882" y="627256"/>
                  </a:lnTo>
                  <a:lnTo>
                    <a:pt x="5217543" y="620615"/>
                  </a:lnTo>
                  <a:lnTo>
                    <a:pt x="5218203" y="627605"/>
                  </a:lnTo>
                  <a:lnTo>
                    <a:pt x="5218864" y="615035"/>
                  </a:lnTo>
                  <a:lnTo>
                    <a:pt x="5219524" y="604640"/>
                  </a:lnTo>
                  <a:lnTo>
                    <a:pt x="5220185" y="601262"/>
                  </a:lnTo>
                  <a:lnTo>
                    <a:pt x="5220845" y="592705"/>
                  </a:lnTo>
                  <a:lnTo>
                    <a:pt x="5221506" y="591300"/>
                  </a:lnTo>
                  <a:lnTo>
                    <a:pt x="5222166" y="590698"/>
                  </a:lnTo>
                  <a:lnTo>
                    <a:pt x="5222827" y="599857"/>
                  </a:lnTo>
                  <a:lnTo>
                    <a:pt x="5223487" y="599720"/>
                  </a:lnTo>
                  <a:lnTo>
                    <a:pt x="5224148" y="592149"/>
                  </a:lnTo>
                  <a:lnTo>
                    <a:pt x="5224808" y="592149"/>
                  </a:lnTo>
                  <a:lnTo>
                    <a:pt x="5225469" y="600129"/>
                  </a:lnTo>
                  <a:lnTo>
                    <a:pt x="5226130" y="598120"/>
                  </a:lnTo>
                  <a:lnTo>
                    <a:pt x="5226790" y="596688"/>
                  </a:lnTo>
                  <a:lnTo>
                    <a:pt x="5227451" y="561665"/>
                  </a:lnTo>
                  <a:lnTo>
                    <a:pt x="5228111" y="556422"/>
                  </a:lnTo>
                  <a:lnTo>
                    <a:pt x="5228772" y="553011"/>
                  </a:lnTo>
                  <a:lnTo>
                    <a:pt x="5229432" y="569533"/>
                  </a:lnTo>
                  <a:lnTo>
                    <a:pt x="5230093" y="594653"/>
                  </a:lnTo>
                  <a:lnTo>
                    <a:pt x="5230753" y="580504"/>
                  </a:lnTo>
                  <a:lnTo>
                    <a:pt x="5231414" y="580504"/>
                  </a:lnTo>
                  <a:lnTo>
                    <a:pt x="5232074" y="585620"/>
                  </a:lnTo>
                  <a:lnTo>
                    <a:pt x="5232735" y="580504"/>
                  </a:lnTo>
                  <a:lnTo>
                    <a:pt x="5233395" y="585726"/>
                  </a:lnTo>
                  <a:lnTo>
                    <a:pt x="5234056" y="582032"/>
                  </a:lnTo>
                  <a:lnTo>
                    <a:pt x="5234716" y="576917"/>
                  </a:lnTo>
                  <a:lnTo>
                    <a:pt x="5235377" y="586076"/>
                  </a:lnTo>
                  <a:lnTo>
                    <a:pt x="5236038" y="603131"/>
                  </a:lnTo>
                  <a:lnTo>
                    <a:pt x="5236698" y="613295"/>
                  </a:lnTo>
                  <a:lnTo>
                    <a:pt x="5237359" y="628386"/>
                  </a:lnTo>
                  <a:lnTo>
                    <a:pt x="5238019" y="627521"/>
                  </a:lnTo>
                  <a:lnTo>
                    <a:pt x="5238680" y="615625"/>
                  </a:lnTo>
                  <a:lnTo>
                    <a:pt x="5239340" y="596359"/>
                  </a:lnTo>
                  <a:lnTo>
                    <a:pt x="5240001" y="569227"/>
                  </a:lnTo>
                  <a:lnTo>
                    <a:pt x="5240661" y="502542"/>
                  </a:lnTo>
                  <a:lnTo>
                    <a:pt x="5241322" y="483313"/>
                  </a:lnTo>
                  <a:lnTo>
                    <a:pt x="5241982" y="453807"/>
                  </a:lnTo>
                  <a:lnTo>
                    <a:pt x="5242643" y="465005"/>
                  </a:lnTo>
                  <a:lnTo>
                    <a:pt x="5243303" y="522091"/>
                  </a:lnTo>
                  <a:lnTo>
                    <a:pt x="5243964" y="514882"/>
                  </a:lnTo>
                  <a:lnTo>
                    <a:pt x="5244624" y="465349"/>
                  </a:lnTo>
                  <a:lnTo>
                    <a:pt x="5245285" y="515072"/>
                  </a:lnTo>
                  <a:lnTo>
                    <a:pt x="5245945" y="530342"/>
                  </a:lnTo>
                  <a:lnTo>
                    <a:pt x="5246606" y="529559"/>
                  </a:lnTo>
                  <a:lnTo>
                    <a:pt x="5247267" y="553601"/>
                  </a:lnTo>
                  <a:lnTo>
                    <a:pt x="5247927" y="569333"/>
                  </a:lnTo>
                  <a:lnTo>
                    <a:pt x="5248588" y="604018"/>
                  </a:lnTo>
                  <a:lnTo>
                    <a:pt x="5249248" y="572593"/>
                  </a:lnTo>
                  <a:lnTo>
                    <a:pt x="5249909" y="567806"/>
                  </a:lnTo>
                  <a:lnTo>
                    <a:pt x="5250569" y="583647"/>
                  </a:lnTo>
                  <a:lnTo>
                    <a:pt x="5251230" y="584244"/>
                  </a:lnTo>
                  <a:lnTo>
                    <a:pt x="5251890" y="582077"/>
                  </a:lnTo>
                  <a:lnTo>
                    <a:pt x="5252551" y="618821"/>
                  </a:lnTo>
                  <a:lnTo>
                    <a:pt x="5253211" y="595652"/>
                  </a:lnTo>
                  <a:lnTo>
                    <a:pt x="5253872" y="607825"/>
                  </a:lnTo>
                  <a:lnTo>
                    <a:pt x="5254532" y="607437"/>
                  </a:lnTo>
                  <a:lnTo>
                    <a:pt x="5255193" y="615722"/>
                  </a:lnTo>
                  <a:lnTo>
                    <a:pt x="5255853" y="618724"/>
                  </a:lnTo>
                  <a:lnTo>
                    <a:pt x="5256514" y="594458"/>
                  </a:lnTo>
                  <a:lnTo>
                    <a:pt x="5257175" y="594821"/>
                  </a:lnTo>
                  <a:lnTo>
                    <a:pt x="5257835" y="561096"/>
                  </a:lnTo>
                  <a:lnTo>
                    <a:pt x="5258496" y="562513"/>
                  </a:lnTo>
                  <a:lnTo>
                    <a:pt x="5259156" y="541076"/>
                  </a:lnTo>
                  <a:lnTo>
                    <a:pt x="5259817" y="495107"/>
                  </a:lnTo>
                  <a:lnTo>
                    <a:pt x="5260477" y="490010"/>
                  </a:lnTo>
                  <a:lnTo>
                    <a:pt x="5261138" y="514796"/>
                  </a:lnTo>
                  <a:lnTo>
                    <a:pt x="5261798" y="489574"/>
                  </a:lnTo>
                  <a:lnTo>
                    <a:pt x="5262459" y="471274"/>
                  </a:lnTo>
                  <a:lnTo>
                    <a:pt x="5263119" y="531278"/>
                  </a:lnTo>
                  <a:lnTo>
                    <a:pt x="5263780" y="434859"/>
                  </a:lnTo>
                  <a:lnTo>
                    <a:pt x="5264440" y="416752"/>
                  </a:lnTo>
                  <a:lnTo>
                    <a:pt x="5265101" y="414840"/>
                  </a:lnTo>
                  <a:lnTo>
                    <a:pt x="5265761" y="434730"/>
                  </a:lnTo>
                  <a:lnTo>
                    <a:pt x="5266422" y="418050"/>
                  </a:lnTo>
                  <a:lnTo>
                    <a:pt x="5267083" y="408390"/>
                  </a:lnTo>
                  <a:lnTo>
                    <a:pt x="5267743" y="408390"/>
                  </a:lnTo>
                  <a:lnTo>
                    <a:pt x="5268404" y="406043"/>
                  </a:lnTo>
                  <a:lnTo>
                    <a:pt x="5269064" y="381383"/>
                  </a:lnTo>
                  <a:lnTo>
                    <a:pt x="5269725" y="359074"/>
                  </a:lnTo>
                  <a:lnTo>
                    <a:pt x="5270385" y="388062"/>
                  </a:lnTo>
                  <a:lnTo>
                    <a:pt x="5271046" y="362200"/>
                  </a:lnTo>
                  <a:lnTo>
                    <a:pt x="5271706" y="432139"/>
                  </a:lnTo>
                  <a:lnTo>
                    <a:pt x="5272367" y="380234"/>
                  </a:lnTo>
                  <a:lnTo>
                    <a:pt x="5273027" y="318052"/>
                  </a:lnTo>
                  <a:lnTo>
                    <a:pt x="5273688" y="308551"/>
                  </a:lnTo>
                  <a:lnTo>
                    <a:pt x="5274348" y="312962"/>
                  </a:lnTo>
                  <a:lnTo>
                    <a:pt x="5275009" y="318052"/>
                  </a:lnTo>
                  <a:lnTo>
                    <a:pt x="5275669" y="390949"/>
                  </a:lnTo>
                  <a:lnTo>
                    <a:pt x="5276330" y="366856"/>
                  </a:lnTo>
                  <a:lnTo>
                    <a:pt x="5276990" y="357656"/>
                  </a:lnTo>
                  <a:lnTo>
                    <a:pt x="5277651" y="402480"/>
                  </a:lnTo>
                  <a:lnTo>
                    <a:pt x="5278312" y="451064"/>
                  </a:lnTo>
                  <a:lnTo>
                    <a:pt x="5278972" y="448329"/>
                  </a:lnTo>
                  <a:lnTo>
                    <a:pt x="5279633" y="491775"/>
                  </a:lnTo>
                  <a:lnTo>
                    <a:pt x="5280293" y="512679"/>
                  </a:lnTo>
                  <a:lnTo>
                    <a:pt x="5280954" y="516828"/>
                  </a:lnTo>
                  <a:lnTo>
                    <a:pt x="5281614" y="514850"/>
                  </a:lnTo>
                  <a:lnTo>
                    <a:pt x="5282275" y="554640"/>
                  </a:lnTo>
                  <a:lnTo>
                    <a:pt x="5282935" y="570214"/>
                  </a:lnTo>
                  <a:lnTo>
                    <a:pt x="5283596" y="568999"/>
                  </a:lnTo>
                  <a:lnTo>
                    <a:pt x="5284256" y="570499"/>
                  </a:lnTo>
                  <a:lnTo>
                    <a:pt x="5284917" y="568258"/>
                  </a:lnTo>
                  <a:lnTo>
                    <a:pt x="5285577" y="592229"/>
                  </a:lnTo>
                  <a:lnTo>
                    <a:pt x="5286238" y="592898"/>
                  </a:lnTo>
                  <a:lnTo>
                    <a:pt x="5286898" y="608267"/>
                  </a:lnTo>
                  <a:lnTo>
                    <a:pt x="5287559" y="576922"/>
                  </a:lnTo>
                  <a:lnTo>
                    <a:pt x="5288220" y="570740"/>
                  </a:lnTo>
                  <a:lnTo>
                    <a:pt x="5288880" y="569005"/>
                  </a:lnTo>
                  <a:lnTo>
                    <a:pt x="5289541" y="562997"/>
                  </a:lnTo>
                  <a:lnTo>
                    <a:pt x="5290201" y="563285"/>
                  </a:lnTo>
                  <a:lnTo>
                    <a:pt x="5290862" y="560979"/>
                  </a:lnTo>
                  <a:lnTo>
                    <a:pt x="5291522" y="538803"/>
                  </a:lnTo>
                  <a:lnTo>
                    <a:pt x="5292183" y="535966"/>
                  </a:lnTo>
                  <a:lnTo>
                    <a:pt x="5292843" y="537945"/>
                  </a:lnTo>
                  <a:lnTo>
                    <a:pt x="5293504" y="537345"/>
                  </a:lnTo>
                  <a:lnTo>
                    <a:pt x="5294164" y="536065"/>
                  </a:lnTo>
                  <a:lnTo>
                    <a:pt x="5294825" y="548886"/>
                  </a:lnTo>
                  <a:lnTo>
                    <a:pt x="5295485" y="523306"/>
                  </a:lnTo>
                  <a:lnTo>
                    <a:pt x="5296146" y="475007"/>
                  </a:lnTo>
                  <a:lnTo>
                    <a:pt x="5296806" y="475196"/>
                  </a:lnTo>
                  <a:lnTo>
                    <a:pt x="5297467" y="472869"/>
                  </a:lnTo>
                  <a:lnTo>
                    <a:pt x="5298128" y="472869"/>
                  </a:lnTo>
                  <a:lnTo>
                    <a:pt x="5298788" y="482100"/>
                  </a:lnTo>
                  <a:lnTo>
                    <a:pt x="5299449" y="496697"/>
                  </a:lnTo>
                  <a:lnTo>
                    <a:pt x="5300109" y="497767"/>
                  </a:lnTo>
                  <a:lnTo>
                    <a:pt x="5300770" y="507451"/>
                  </a:lnTo>
                  <a:lnTo>
                    <a:pt x="5301430" y="539204"/>
                  </a:lnTo>
                  <a:lnTo>
                    <a:pt x="5302091" y="541095"/>
                  </a:lnTo>
                  <a:lnTo>
                    <a:pt x="5302751" y="541814"/>
                  </a:lnTo>
                  <a:lnTo>
                    <a:pt x="5303412" y="521493"/>
                  </a:lnTo>
                  <a:lnTo>
                    <a:pt x="5304072" y="518516"/>
                  </a:lnTo>
                  <a:lnTo>
                    <a:pt x="5304733" y="531337"/>
                  </a:lnTo>
                  <a:lnTo>
                    <a:pt x="5305393" y="535797"/>
                  </a:lnTo>
                  <a:lnTo>
                    <a:pt x="5306054" y="533014"/>
                  </a:lnTo>
                  <a:lnTo>
                    <a:pt x="5306714" y="540091"/>
                  </a:lnTo>
                  <a:lnTo>
                    <a:pt x="5307375" y="533481"/>
                  </a:lnTo>
                  <a:lnTo>
                    <a:pt x="5308036" y="532848"/>
                  </a:lnTo>
                  <a:lnTo>
                    <a:pt x="5308696" y="520632"/>
                  </a:lnTo>
                  <a:lnTo>
                    <a:pt x="5309357" y="470800"/>
                  </a:lnTo>
                  <a:lnTo>
                    <a:pt x="5310017" y="468420"/>
                  </a:lnTo>
                  <a:lnTo>
                    <a:pt x="5310678" y="467819"/>
                  </a:lnTo>
                  <a:lnTo>
                    <a:pt x="5311338" y="456441"/>
                  </a:lnTo>
                  <a:lnTo>
                    <a:pt x="5311999" y="456441"/>
                  </a:lnTo>
                  <a:lnTo>
                    <a:pt x="5312659" y="427860"/>
                  </a:lnTo>
                  <a:lnTo>
                    <a:pt x="5313320" y="429925"/>
                  </a:lnTo>
                  <a:lnTo>
                    <a:pt x="5313980" y="432324"/>
                  </a:lnTo>
                  <a:lnTo>
                    <a:pt x="5314641" y="420017"/>
                  </a:lnTo>
                  <a:lnTo>
                    <a:pt x="5315301" y="408395"/>
                  </a:lnTo>
                  <a:lnTo>
                    <a:pt x="5315962" y="405997"/>
                  </a:lnTo>
                  <a:lnTo>
                    <a:pt x="5316622" y="326379"/>
                  </a:lnTo>
                  <a:lnTo>
                    <a:pt x="5317283" y="331052"/>
                  </a:lnTo>
                  <a:lnTo>
                    <a:pt x="5317943" y="310351"/>
                  </a:lnTo>
                  <a:lnTo>
                    <a:pt x="5318604" y="310351"/>
                  </a:lnTo>
                  <a:lnTo>
                    <a:pt x="5319265" y="310853"/>
                  </a:lnTo>
                  <a:lnTo>
                    <a:pt x="5319925" y="317836"/>
                  </a:lnTo>
                  <a:lnTo>
                    <a:pt x="5320586" y="317708"/>
                  </a:lnTo>
                  <a:lnTo>
                    <a:pt x="5321246" y="315883"/>
                  </a:lnTo>
                  <a:lnTo>
                    <a:pt x="5321907" y="316632"/>
                  </a:lnTo>
                  <a:lnTo>
                    <a:pt x="5322567" y="292945"/>
                  </a:lnTo>
                  <a:lnTo>
                    <a:pt x="5323228" y="292038"/>
                  </a:lnTo>
                  <a:lnTo>
                    <a:pt x="5323888" y="294984"/>
                  </a:lnTo>
                  <a:lnTo>
                    <a:pt x="5324549" y="275239"/>
                  </a:lnTo>
                  <a:lnTo>
                    <a:pt x="5325209" y="201603"/>
                  </a:lnTo>
                  <a:lnTo>
                    <a:pt x="5325870" y="180193"/>
                  </a:lnTo>
                  <a:lnTo>
                    <a:pt x="5326530" y="131579"/>
                  </a:lnTo>
                  <a:lnTo>
                    <a:pt x="5327191" y="84192"/>
                  </a:lnTo>
                  <a:lnTo>
                    <a:pt x="5327851" y="76427"/>
                  </a:lnTo>
                  <a:lnTo>
                    <a:pt x="5328512" y="44691"/>
                  </a:lnTo>
                  <a:lnTo>
                    <a:pt x="5329173" y="44691"/>
                  </a:lnTo>
                  <a:lnTo>
                    <a:pt x="5329833" y="45292"/>
                  </a:lnTo>
                  <a:lnTo>
                    <a:pt x="5330494" y="38923"/>
                  </a:lnTo>
                  <a:lnTo>
                    <a:pt x="5331154" y="39028"/>
                  </a:lnTo>
                  <a:lnTo>
                    <a:pt x="5331815" y="36753"/>
                  </a:lnTo>
                  <a:lnTo>
                    <a:pt x="5332475" y="27439"/>
                  </a:lnTo>
                  <a:lnTo>
                    <a:pt x="5333136" y="8513"/>
                  </a:lnTo>
                  <a:lnTo>
                    <a:pt x="5333796" y="10339"/>
                  </a:lnTo>
                  <a:lnTo>
                    <a:pt x="5334457" y="21717"/>
                  </a:lnTo>
                  <a:lnTo>
                    <a:pt x="5335117" y="21717"/>
                  </a:lnTo>
                  <a:lnTo>
                    <a:pt x="5335778" y="21717"/>
                  </a:lnTo>
                  <a:lnTo>
                    <a:pt x="5336438" y="13669"/>
                  </a:lnTo>
                  <a:lnTo>
                    <a:pt x="5337099" y="22225"/>
                  </a:lnTo>
                  <a:lnTo>
                    <a:pt x="5337759" y="0"/>
                  </a:lnTo>
                  <a:lnTo>
                    <a:pt x="5338420" y="0"/>
                  </a:lnTo>
                  <a:lnTo>
                    <a:pt x="5339081" y="0"/>
                  </a:lnTo>
                  <a:lnTo>
                    <a:pt x="5339741" y="0"/>
                  </a:lnTo>
                  <a:lnTo>
                    <a:pt x="5340402" y="0"/>
                  </a:lnTo>
                  <a:lnTo>
                    <a:pt x="5341062" y="2781"/>
                  </a:lnTo>
                  <a:lnTo>
                    <a:pt x="5341723" y="1640"/>
                  </a:lnTo>
                  <a:lnTo>
                    <a:pt x="5342383" y="6856"/>
                  </a:lnTo>
                  <a:lnTo>
                    <a:pt x="5343044" y="25962"/>
                  </a:lnTo>
                  <a:lnTo>
                    <a:pt x="5343704" y="28028"/>
                  </a:lnTo>
                  <a:lnTo>
                    <a:pt x="5344365" y="28028"/>
                  </a:lnTo>
                  <a:lnTo>
                    <a:pt x="5345025" y="85912"/>
                  </a:lnTo>
                  <a:lnTo>
                    <a:pt x="5345686" y="96816"/>
                  </a:lnTo>
                  <a:lnTo>
                    <a:pt x="5346346" y="110255"/>
                  </a:lnTo>
                  <a:lnTo>
                    <a:pt x="5347007" y="142542"/>
                  </a:lnTo>
                  <a:lnTo>
                    <a:pt x="5347667" y="190452"/>
                  </a:lnTo>
                  <a:lnTo>
                    <a:pt x="5348328" y="291745"/>
                  </a:lnTo>
                  <a:lnTo>
                    <a:pt x="5348988" y="291745"/>
                  </a:lnTo>
                  <a:lnTo>
                    <a:pt x="5349649" y="246127"/>
                  </a:lnTo>
                  <a:lnTo>
                    <a:pt x="5350310" y="269312"/>
                  </a:lnTo>
                  <a:lnTo>
                    <a:pt x="5350970" y="269312"/>
                  </a:lnTo>
                  <a:lnTo>
                    <a:pt x="5351631" y="274049"/>
                  </a:lnTo>
                  <a:lnTo>
                    <a:pt x="5352291" y="347096"/>
                  </a:lnTo>
                  <a:lnTo>
                    <a:pt x="5352952" y="301203"/>
                  </a:lnTo>
                  <a:lnTo>
                    <a:pt x="5353612" y="314003"/>
                  </a:lnTo>
                  <a:lnTo>
                    <a:pt x="5354273" y="344533"/>
                  </a:lnTo>
                  <a:lnTo>
                    <a:pt x="5354933" y="323758"/>
                  </a:lnTo>
                  <a:lnTo>
                    <a:pt x="5355594" y="367917"/>
                  </a:lnTo>
                  <a:lnTo>
                    <a:pt x="5356254" y="468823"/>
                  </a:lnTo>
                  <a:lnTo>
                    <a:pt x="5356915" y="432208"/>
                  </a:lnTo>
                  <a:lnTo>
                    <a:pt x="5357575" y="429604"/>
                  </a:lnTo>
                  <a:lnTo>
                    <a:pt x="5358236" y="429903"/>
                  </a:lnTo>
                  <a:lnTo>
                    <a:pt x="5358896" y="437146"/>
                  </a:lnTo>
                  <a:lnTo>
                    <a:pt x="5359557" y="461402"/>
                  </a:lnTo>
                  <a:lnTo>
                    <a:pt x="5360218" y="477851"/>
                  </a:lnTo>
                  <a:lnTo>
                    <a:pt x="5360878" y="445253"/>
                  </a:lnTo>
                  <a:lnTo>
                    <a:pt x="5361539" y="433420"/>
                  </a:lnTo>
                  <a:lnTo>
                    <a:pt x="5362199" y="412854"/>
                  </a:lnTo>
                  <a:lnTo>
                    <a:pt x="5362860" y="450635"/>
                  </a:lnTo>
                  <a:lnTo>
                    <a:pt x="5363520" y="449278"/>
                  </a:lnTo>
                  <a:lnTo>
                    <a:pt x="5364181" y="512461"/>
                  </a:lnTo>
                  <a:lnTo>
                    <a:pt x="5364841" y="543443"/>
                  </a:lnTo>
                  <a:lnTo>
                    <a:pt x="5365502" y="545486"/>
                  </a:lnTo>
                  <a:lnTo>
                    <a:pt x="5366162" y="496288"/>
                  </a:lnTo>
                  <a:lnTo>
                    <a:pt x="5366823" y="483569"/>
                  </a:lnTo>
                  <a:lnTo>
                    <a:pt x="5367483" y="483569"/>
                  </a:lnTo>
                  <a:lnTo>
                    <a:pt x="5368144" y="483569"/>
                  </a:lnTo>
                  <a:lnTo>
                    <a:pt x="5368804" y="488000"/>
                  </a:lnTo>
                  <a:lnTo>
                    <a:pt x="5369465" y="489878"/>
                  </a:lnTo>
                  <a:lnTo>
                    <a:pt x="5370126" y="496288"/>
                  </a:lnTo>
                  <a:lnTo>
                    <a:pt x="5370786" y="551986"/>
                  </a:lnTo>
                  <a:lnTo>
                    <a:pt x="5371447" y="526542"/>
                  </a:lnTo>
                  <a:lnTo>
                    <a:pt x="5372107" y="508880"/>
                  </a:lnTo>
                  <a:lnTo>
                    <a:pt x="5372768" y="494018"/>
                  </a:lnTo>
                  <a:lnTo>
                    <a:pt x="5373428" y="490927"/>
                  </a:lnTo>
                  <a:lnTo>
                    <a:pt x="5374089" y="491460"/>
                  </a:lnTo>
                  <a:lnTo>
                    <a:pt x="5374749" y="483671"/>
                  </a:lnTo>
                  <a:lnTo>
                    <a:pt x="5375410" y="482305"/>
                  </a:lnTo>
                  <a:lnTo>
                    <a:pt x="5376070" y="500112"/>
                  </a:lnTo>
                  <a:lnTo>
                    <a:pt x="5376731" y="504868"/>
                  </a:lnTo>
                  <a:lnTo>
                    <a:pt x="5377391" y="509347"/>
                  </a:lnTo>
                  <a:lnTo>
                    <a:pt x="5378052" y="504806"/>
                  </a:lnTo>
                  <a:lnTo>
                    <a:pt x="5378712" y="565158"/>
                  </a:lnTo>
                  <a:lnTo>
                    <a:pt x="5379373" y="591403"/>
                  </a:lnTo>
                  <a:lnTo>
                    <a:pt x="5380034" y="546255"/>
                  </a:lnTo>
                  <a:lnTo>
                    <a:pt x="5380694" y="566816"/>
                  </a:lnTo>
                  <a:lnTo>
                    <a:pt x="5381355" y="610594"/>
                  </a:lnTo>
                  <a:lnTo>
                    <a:pt x="5382015" y="590026"/>
                  </a:lnTo>
                  <a:lnTo>
                    <a:pt x="5382676" y="563573"/>
                  </a:lnTo>
                  <a:lnTo>
                    <a:pt x="5383336" y="577879"/>
                  </a:lnTo>
                  <a:lnTo>
                    <a:pt x="5383997" y="582393"/>
                  </a:lnTo>
                  <a:lnTo>
                    <a:pt x="5384657" y="577300"/>
                  </a:lnTo>
                  <a:lnTo>
                    <a:pt x="5385318" y="574469"/>
                  </a:lnTo>
                  <a:lnTo>
                    <a:pt x="5385978" y="576470"/>
                  </a:lnTo>
                  <a:lnTo>
                    <a:pt x="5386639" y="597287"/>
                  </a:lnTo>
                  <a:lnTo>
                    <a:pt x="5387299" y="588365"/>
                  </a:lnTo>
                  <a:lnTo>
                    <a:pt x="5387960" y="574126"/>
                  </a:lnTo>
                  <a:lnTo>
                    <a:pt x="5388620" y="569823"/>
                  </a:lnTo>
                  <a:lnTo>
                    <a:pt x="5389281" y="568534"/>
                  </a:lnTo>
                  <a:lnTo>
                    <a:pt x="5389941" y="575560"/>
                  </a:lnTo>
                  <a:lnTo>
                    <a:pt x="5390602" y="578677"/>
                  </a:lnTo>
                  <a:lnTo>
                    <a:pt x="5391263" y="589724"/>
                  </a:lnTo>
                  <a:lnTo>
                    <a:pt x="5391923" y="589724"/>
                  </a:lnTo>
                  <a:lnTo>
                    <a:pt x="5392584" y="576485"/>
                  </a:lnTo>
                  <a:lnTo>
                    <a:pt x="5393244" y="583553"/>
                  </a:lnTo>
                  <a:lnTo>
                    <a:pt x="5393905" y="584953"/>
                  </a:lnTo>
                  <a:lnTo>
                    <a:pt x="5394565" y="590753"/>
                  </a:lnTo>
                  <a:lnTo>
                    <a:pt x="5395226" y="584219"/>
                  </a:lnTo>
                  <a:lnTo>
                    <a:pt x="5395886" y="560598"/>
                  </a:lnTo>
                  <a:lnTo>
                    <a:pt x="5396547" y="562015"/>
                  </a:lnTo>
                  <a:lnTo>
                    <a:pt x="5397207" y="561184"/>
                  </a:lnTo>
                  <a:lnTo>
                    <a:pt x="5397868" y="563249"/>
                  </a:lnTo>
                  <a:lnTo>
                    <a:pt x="5398528" y="585981"/>
                  </a:lnTo>
                  <a:lnTo>
                    <a:pt x="5399189" y="607003"/>
                  </a:lnTo>
                  <a:lnTo>
                    <a:pt x="5399849" y="655564"/>
                  </a:lnTo>
                  <a:lnTo>
                    <a:pt x="5400510" y="657558"/>
                  </a:lnTo>
                  <a:lnTo>
                    <a:pt x="5401171" y="605575"/>
                  </a:lnTo>
                  <a:lnTo>
                    <a:pt x="5401831" y="598833"/>
                  </a:lnTo>
                  <a:lnTo>
                    <a:pt x="5402492" y="600379"/>
                  </a:lnTo>
                  <a:lnTo>
                    <a:pt x="5403152" y="595913"/>
                  </a:lnTo>
                  <a:lnTo>
                    <a:pt x="5403813" y="579531"/>
                  </a:lnTo>
                  <a:lnTo>
                    <a:pt x="5404473" y="582303"/>
                  </a:lnTo>
                  <a:lnTo>
                    <a:pt x="5405134" y="595631"/>
                  </a:lnTo>
                  <a:lnTo>
                    <a:pt x="5405794" y="601472"/>
                  </a:lnTo>
                  <a:lnTo>
                    <a:pt x="5406455" y="597007"/>
                  </a:lnTo>
                  <a:lnTo>
                    <a:pt x="5407115" y="599927"/>
                  </a:lnTo>
                  <a:lnTo>
                    <a:pt x="5407776" y="595209"/>
                  </a:lnTo>
                  <a:lnTo>
                    <a:pt x="5408436" y="580404"/>
                  </a:lnTo>
                  <a:lnTo>
                    <a:pt x="5409097" y="563836"/>
                  </a:lnTo>
                  <a:lnTo>
                    <a:pt x="5409757" y="561644"/>
                  </a:lnTo>
                  <a:lnTo>
                    <a:pt x="5410418" y="555576"/>
                  </a:lnTo>
                  <a:lnTo>
                    <a:pt x="5411079" y="579968"/>
                  </a:lnTo>
                  <a:lnTo>
                    <a:pt x="5411739" y="644448"/>
                  </a:lnTo>
                  <a:lnTo>
                    <a:pt x="5412400" y="626009"/>
                  </a:lnTo>
                  <a:lnTo>
                    <a:pt x="5413060" y="565060"/>
                  </a:lnTo>
                  <a:lnTo>
                    <a:pt x="5413721" y="562866"/>
                  </a:lnTo>
                  <a:lnTo>
                    <a:pt x="5414381" y="553728"/>
                  </a:lnTo>
                  <a:lnTo>
                    <a:pt x="5415042" y="564282"/>
                  </a:lnTo>
                  <a:lnTo>
                    <a:pt x="5415702" y="571665"/>
                  </a:lnTo>
                  <a:lnTo>
                    <a:pt x="5416363" y="544576"/>
                  </a:lnTo>
                  <a:lnTo>
                    <a:pt x="5417023" y="525555"/>
                  </a:lnTo>
                  <a:lnTo>
                    <a:pt x="5417684" y="547299"/>
                  </a:lnTo>
                  <a:lnTo>
                    <a:pt x="5418344" y="555173"/>
                  </a:lnTo>
                  <a:lnTo>
                    <a:pt x="5419005" y="564414"/>
                  </a:lnTo>
                  <a:lnTo>
                    <a:pt x="5419665" y="611886"/>
                  </a:lnTo>
                  <a:lnTo>
                    <a:pt x="5420326" y="633810"/>
                  </a:lnTo>
                  <a:lnTo>
                    <a:pt x="5420986" y="616273"/>
                  </a:lnTo>
                  <a:lnTo>
                    <a:pt x="5421647" y="601413"/>
                  </a:lnTo>
                  <a:lnTo>
                    <a:pt x="5422308" y="592923"/>
                  </a:lnTo>
                  <a:lnTo>
                    <a:pt x="5422968" y="619856"/>
                  </a:lnTo>
                  <a:lnTo>
                    <a:pt x="5423629" y="624168"/>
                  </a:lnTo>
                  <a:lnTo>
                    <a:pt x="5424289" y="629354"/>
                  </a:lnTo>
                  <a:lnTo>
                    <a:pt x="5424950" y="610635"/>
                  </a:lnTo>
                  <a:lnTo>
                    <a:pt x="5425610" y="610337"/>
                  </a:lnTo>
                  <a:lnTo>
                    <a:pt x="5426271" y="609735"/>
                  </a:lnTo>
                  <a:lnTo>
                    <a:pt x="5426931" y="617911"/>
                  </a:lnTo>
                  <a:lnTo>
                    <a:pt x="5427592" y="618862"/>
                  </a:lnTo>
                  <a:lnTo>
                    <a:pt x="5428252" y="604458"/>
                  </a:lnTo>
                  <a:lnTo>
                    <a:pt x="5428913" y="598511"/>
                  </a:lnTo>
                  <a:lnTo>
                    <a:pt x="5429573" y="594652"/>
                  </a:lnTo>
                  <a:lnTo>
                    <a:pt x="5430234" y="594652"/>
                  </a:lnTo>
                  <a:lnTo>
                    <a:pt x="5430894" y="580666"/>
                  </a:lnTo>
                  <a:lnTo>
                    <a:pt x="5431555" y="574207"/>
                  </a:lnTo>
                  <a:lnTo>
                    <a:pt x="5432216" y="594652"/>
                  </a:lnTo>
                  <a:lnTo>
                    <a:pt x="5432876" y="598771"/>
                  </a:lnTo>
                  <a:lnTo>
                    <a:pt x="5433537" y="602814"/>
                  </a:lnTo>
                  <a:lnTo>
                    <a:pt x="5434197" y="609258"/>
                  </a:lnTo>
                  <a:lnTo>
                    <a:pt x="5434858" y="617509"/>
                  </a:lnTo>
                  <a:lnTo>
                    <a:pt x="5435518" y="604316"/>
                  </a:lnTo>
                  <a:lnTo>
                    <a:pt x="5436179" y="593656"/>
                  </a:lnTo>
                  <a:lnTo>
                    <a:pt x="5436839" y="602814"/>
                  </a:lnTo>
                  <a:lnTo>
                    <a:pt x="5437500" y="603279"/>
                  </a:lnTo>
                  <a:lnTo>
                    <a:pt x="5438160" y="623871"/>
                  </a:lnTo>
                  <a:lnTo>
                    <a:pt x="5438821" y="647910"/>
                  </a:lnTo>
                  <a:lnTo>
                    <a:pt x="5439481" y="635752"/>
                  </a:lnTo>
                  <a:lnTo>
                    <a:pt x="5440142" y="610585"/>
                  </a:lnTo>
                  <a:lnTo>
                    <a:pt x="5440802" y="597922"/>
                  </a:lnTo>
                  <a:lnTo>
                    <a:pt x="5441463" y="598918"/>
                  </a:lnTo>
                  <a:lnTo>
                    <a:pt x="5442124" y="611134"/>
                  </a:lnTo>
                  <a:lnTo>
                    <a:pt x="5442784" y="615013"/>
                  </a:lnTo>
                  <a:lnTo>
                    <a:pt x="5443445" y="605562"/>
                  </a:lnTo>
                  <a:lnTo>
                    <a:pt x="5444105" y="586653"/>
                  </a:lnTo>
                  <a:lnTo>
                    <a:pt x="5444766" y="602785"/>
                  </a:lnTo>
                  <a:lnTo>
                    <a:pt x="5445426" y="567552"/>
                  </a:lnTo>
                  <a:lnTo>
                    <a:pt x="5446087" y="544458"/>
                  </a:lnTo>
                  <a:lnTo>
                    <a:pt x="5446747" y="590491"/>
                  </a:lnTo>
                  <a:lnTo>
                    <a:pt x="5447408" y="606240"/>
                  </a:lnTo>
                  <a:lnTo>
                    <a:pt x="5448068" y="621146"/>
                  </a:lnTo>
                  <a:lnTo>
                    <a:pt x="5448729" y="613268"/>
                  </a:lnTo>
                  <a:lnTo>
                    <a:pt x="5449389" y="635032"/>
                  </a:lnTo>
                  <a:lnTo>
                    <a:pt x="5450050" y="648299"/>
                  </a:lnTo>
                  <a:lnTo>
                    <a:pt x="5450710" y="623337"/>
                  </a:lnTo>
                  <a:lnTo>
                    <a:pt x="5451371" y="598547"/>
                  </a:lnTo>
                  <a:lnTo>
                    <a:pt x="5452032" y="599497"/>
                  </a:lnTo>
                  <a:lnTo>
                    <a:pt x="5452692" y="580702"/>
                  </a:lnTo>
                  <a:lnTo>
                    <a:pt x="5453353" y="599804"/>
                  </a:lnTo>
                  <a:lnTo>
                    <a:pt x="5454013" y="602851"/>
                  </a:lnTo>
                  <a:lnTo>
                    <a:pt x="5454674" y="604494"/>
                  </a:lnTo>
                  <a:lnTo>
                    <a:pt x="5455334" y="604494"/>
                  </a:lnTo>
                  <a:lnTo>
                    <a:pt x="5455995" y="603724"/>
                  </a:lnTo>
                  <a:lnTo>
                    <a:pt x="5456655" y="580579"/>
                  </a:lnTo>
                  <a:lnTo>
                    <a:pt x="5457316" y="554273"/>
                  </a:lnTo>
                  <a:lnTo>
                    <a:pt x="5457976" y="552994"/>
                  </a:lnTo>
                  <a:lnTo>
                    <a:pt x="5458637" y="589102"/>
                  </a:lnTo>
                  <a:lnTo>
                    <a:pt x="5459297" y="608134"/>
                  </a:lnTo>
                  <a:lnTo>
                    <a:pt x="5459958" y="607275"/>
                  </a:lnTo>
                  <a:lnTo>
                    <a:pt x="5460618" y="604981"/>
                  </a:lnTo>
                  <a:lnTo>
                    <a:pt x="5461279" y="617208"/>
                  </a:lnTo>
                  <a:lnTo>
                    <a:pt x="5461939" y="635325"/>
                  </a:lnTo>
                  <a:lnTo>
                    <a:pt x="5462600" y="635924"/>
                  </a:lnTo>
                  <a:lnTo>
                    <a:pt x="5463261" y="624142"/>
                  </a:lnTo>
                  <a:lnTo>
                    <a:pt x="5463921" y="609331"/>
                  </a:lnTo>
                  <a:lnTo>
                    <a:pt x="5464582" y="607564"/>
                  </a:lnTo>
                  <a:lnTo>
                    <a:pt x="5465242" y="637490"/>
                  </a:lnTo>
                  <a:lnTo>
                    <a:pt x="5465903" y="639297"/>
                  </a:lnTo>
                  <a:lnTo>
                    <a:pt x="5466563" y="633529"/>
                  </a:lnTo>
                  <a:lnTo>
                    <a:pt x="5467224" y="635407"/>
                  </a:lnTo>
                  <a:lnTo>
                    <a:pt x="5467884" y="619111"/>
                  </a:lnTo>
                  <a:lnTo>
                    <a:pt x="5468545" y="633006"/>
                  </a:lnTo>
                  <a:lnTo>
                    <a:pt x="5469205" y="646232"/>
                  </a:lnTo>
                  <a:lnTo>
                    <a:pt x="5469866" y="644121"/>
                  </a:lnTo>
                  <a:lnTo>
                    <a:pt x="5470526" y="647185"/>
                  </a:lnTo>
                  <a:lnTo>
                    <a:pt x="5471187" y="632195"/>
                  </a:lnTo>
                  <a:lnTo>
                    <a:pt x="5471847" y="626331"/>
                  </a:lnTo>
                  <a:lnTo>
                    <a:pt x="5472508" y="625262"/>
                  </a:lnTo>
                  <a:lnTo>
                    <a:pt x="5473169" y="633692"/>
                  </a:lnTo>
                  <a:lnTo>
                    <a:pt x="5473829" y="636445"/>
                  </a:lnTo>
                  <a:lnTo>
                    <a:pt x="5474490" y="603868"/>
                  </a:lnTo>
                  <a:lnTo>
                    <a:pt x="5475150" y="607267"/>
                  </a:lnTo>
                  <a:lnTo>
                    <a:pt x="5475811" y="633437"/>
                  </a:lnTo>
                  <a:lnTo>
                    <a:pt x="5476471" y="624484"/>
                  </a:lnTo>
                  <a:lnTo>
                    <a:pt x="5477132" y="604794"/>
                  </a:lnTo>
                  <a:lnTo>
                    <a:pt x="5477792" y="602225"/>
                  </a:lnTo>
                  <a:lnTo>
                    <a:pt x="5478453" y="604794"/>
                  </a:lnTo>
                  <a:lnTo>
                    <a:pt x="5479113" y="611115"/>
                  </a:lnTo>
                  <a:lnTo>
                    <a:pt x="5479774" y="642225"/>
                  </a:lnTo>
                  <a:lnTo>
                    <a:pt x="5480434" y="649490"/>
                  </a:lnTo>
                  <a:lnTo>
                    <a:pt x="5481095" y="628744"/>
                  </a:lnTo>
                  <a:lnTo>
                    <a:pt x="5481755" y="637132"/>
                  </a:lnTo>
                  <a:lnTo>
                    <a:pt x="5482416" y="639228"/>
                  </a:lnTo>
                  <a:lnTo>
                    <a:pt x="5483077" y="606147"/>
                  </a:lnTo>
                  <a:lnTo>
                    <a:pt x="5483737" y="602748"/>
                  </a:lnTo>
                  <a:lnTo>
                    <a:pt x="5484398" y="605309"/>
                  </a:lnTo>
                  <a:lnTo>
                    <a:pt x="5485058" y="631479"/>
                  </a:lnTo>
                  <a:lnTo>
                    <a:pt x="5485719" y="641406"/>
                  </a:lnTo>
                  <a:lnTo>
                    <a:pt x="5486379" y="611096"/>
                  </a:lnTo>
                  <a:lnTo>
                    <a:pt x="5487040" y="618382"/>
                  </a:lnTo>
                  <a:lnTo>
                    <a:pt x="5487700" y="622896"/>
                  </a:lnTo>
                  <a:lnTo>
                    <a:pt x="5488361" y="609696"/>
                  </a:lnTo>
                  <a:lnTo>
                    <a:pt x="5489021" y="602748"/>
                  </a:lnTo>
                  <a:lnTo>
                    <a:pt x="5489682" y="591945"/>
                  </a:lnTo>
                  <a:lnTo>
                    <a:pt x="5490342" y="584048"/>
                  </a:lnTo>
                  <a:lnTo>
                    <a:pt x="5491003" y="604708"/>
                  </a:lnTo>
                  <a:lnTo>
                    <a:pt x="5491663" y="609696"/>
                  </a:lnTo>
                  <a:lnTo>
                    <a:pt x="5492324" y="606147"/>
                  </a:lnTo>
                  <a:lnTo>
                    <a:pt x="5492984" y="603673"/>
                  </a:lnTo>
                  <a:lnTo>
                    <a:pt x="5493645" y="609994"/>
                  </a:lnTo>
                  <a:lnTo>
                    <a:pt x="5494306" y="609994"/>
                  </a:lnTo>
                  <a:lnTo>
                    <a:pt x="5494966" y="622896"/>
                  </a:lnTo>
                  <a:lnTo>
                    <a:pt x="5495627" y="611096"/>
                  </a:lnTo>
                  <a:lnTo>
                    <a:pt x="5496287" y="614378"/>
                  </a:lnTo>
                  <a:lnTo>
                    <a:pt x="5496948" y="624609"/>
                  </a:lnTo>
                  <a:lnTo>
                    <a:pt x="5497608" y="649225"/>
                  </a:lnTo>
                  <a:lnTo>
                    <a:pt x="5498269" y="636163"/>
                  </a:lnTo>
                  <a:lnTo>
                    <a:pt x="5498929" y="604959"/>
                  </a:lnTo>
                  <a:lnTo>
                    <a:pt x="5499590" y="604258"/>
                  </a:lnTo>
                  <a:lnTo>
                    <a:pt x="5500250" y="604245"/>
                  </a:lnTo>
                  <a:lnTo>
                    <a:pt x="5500911" y="613872"/>
                  </a:lnTo>
                  <a:lnTo>
                    <a:pt x="5501571" y="618684"/>
                  </a:lnTo>
                  <a:lnTo>
                    <a:pt x="5502232" y="627704"/>
                  </a:lnTo>
                  <a:lnTo>
                    <a:pt x="5502892" y="637958"/>
                  </a:lnTo>
                  <a:lnTo>
                    <a:pt x="5503553" y="633927"/>
                  </a:lnTo>
                  <a:lnTo>
                    <a:pt x="5504214" y="636864"/>
                  </a:lnTo>
                  <a:lnTo>
                    <a:pt x="5504874" y="617704"/>
                  </a:lnTo>
                  <a:lnTo>
                    <a:pt x="5505535" y="604602"/>
                  </a:lnTo>
                  <a:lnTo>
                    <a:pt x="5506195" y="612008"/>
                  </a:lnTo>
                  <a:lnTo>
                    <a:pt x="5506856" y="612088"/>
                  </a:lnTo>
                  <a:lnTo>
                    <a:pt x="5507516" y="630142"/>
                  </a:lnTo>
                  <a:lnTo>
                    <a:pt x="5508177" y="626263"/>
                  </a:lnTo>
                  <a:lnTo>
                    <a:pt x="5508837" y="615287"/>
                  </a:lnTo>
                  <a:lnTo>
                    <a:pt x="5509498" y="633879"/>
                  </a:lnTo>
                  <a:lnTo>
                    <a:pt x="5510158" y="664835"/>
                  </a:lnTo>
                  <a:lnTo>
                    <a:pt x="5510819" y="677991"/>
                  </a:lnTo>
                  <a:lnTo>
                    <a:pt x="5511479" y="667156"/>
                  </a:lnTo>
                  <a:lnTo>
                    <a:pt x="5512140" y="665600"/>
                  </a:lnTo>
                  <a:lnTo>
                    <a:pt x="5512800" y="677766"/>
                  </a:lnTo>
                  <a:lnTo>
                    <a:pt x="5513461" y="659701"/>
                  </a:lnTo>
                  <a:lnTo>
                    <a:pt x="5514122" y="613683"/>
                  </a:lnTo>
                  <a:lnTo>
                    <a:pt x="5514782" y="612849"/>
                  </a:lnTo>
                  <a:lnTo>
                    <a:pt x="5515443" y="655696"/>
                  </a:lnTo>
                  <a:lnTo>
                    <a:pt x="5516103" y="656216"/>
                  </a:lnTo>
                  <a:lnTo>
                    <a:pt x="5516764" y="654632"/>
                  </a:lnTo>
                  <a:lnTo>
                    <a:pt x="5517424" y="616136"/>
                  </a:lnTo>
                  <a:lnTo>
                    <a:pt x="5518085" y="581047"/>
                  </a:lnTo>
                  <a:lnTo>
                    <a:pt x="5518745" y="594682"/>
                  </a:lnTo>
                  <a:lnTo>
                    <a:pt x="5519406" y="585448"/>
                  </a:lnTo>
                  <a:lnTo>
                    <a:pt x="5520066" y="575451"/>
                  </a:lnTo>
                  <a:lnTo>
                    <a:pt x="5520727" y="574034"/>
                  </a:lnTo>
                  <a:lnTo>
                    <a:pt x="5521387" y="573460"/>
                  </a:lnTo>
                  <a:lnTo>
                    <a:pt x="5522048" y="556817"/>
                  </a:lnTo>
                  <a:lnTo>
                    <a:pt x="5522708" y="551541"/>
                  </a:lnTo>
                  <a:lnTo>
                    <a:pt x="5523369" y="561029"/>
                  </a:lnTo>
                  <a:lnTo>
                    <a:pt x="5524030" y="525654"/>
                  </a:lnTo>
                  <a:lnTo>
                    <a:pt x="5524690" y="533355"/>
                  </a:lnTo>
                  <a:lnTo>
                    <a:pt x="5525351" y="531009"/>
                  </a:lnTo>
                  <a:lnTo>
                    <a:pt x="5526011" y="495128"/>
                  </a:lnTo>
                  <a:lnTo>
                    <a:pt x="5526672" y="467248"/>
                  </a:lnTo>
                  <a:lnTo>
                    <a:pt x="5527332" y="484113"/>
                  </a:lnTo>
                  <a:lnTo>
                    <a:pt x="5527993" y="467248"/>
                  </a:lnTo>
                  <a:lnTo>
                    <a:pt x="5528653" y="467697"/>
                  </a:lnTo>
                  <a:lnTo>
                    <a:pt x="5529314" y="551945"/>
                  </a:lnTo>
                  <a:lnTo>
                    <a:pt x="5529974" y="642470"/>
                  </a:lnTo>
                  <a:lnTo>
                    <a:pt x="5530635" y="601211"/>
                  </a:lnTo>
                  <a:lnTo>
                    <a:pt x="5531295" y="605382"/>
                  </a:lnTo>
                  <a:lnTo>
                    <a:pt x="5531956" y="610937"/>
                  </a:lnTo>
                  <a:lnTo>
                    <a:pt x="5532616" y="660023"/>
                  </a:lnTo>
                  <a:lnTo>
                    <a:pt x="5533277" y="638630"/>
                  </a:lnTo>
                  <a:lnTo>
                    <a:pt x="5533937" y="639689"/>
                  </a:lnTo>
                  <a:lnTo>
                    <a:pt x="5534598" y="644736"/>
                  </a:lnTo>
                  <a:lnTo>
                    <a:pt x="5535259" y="627564"/>
                  </a:lnTo>
                  <a:lnTo>
                    <a:pt x="5535919" y="618116"/>
                  </a:lnTo>
                  <a:lnTo>
                    <a:pt x="5536580" y="647857"/>
                  </a:lnTo>
                  <a:lnTo>
                    <a:pt x="5537240" y="660700"/>
                  </a:lnTo>
                  <a:lnTo>
                    <a:pt x="5537901" y="657388"/>
                  </a:lnTo>
                  <a:lnTo>
                    <a:pt x="5538561" y="660141"/>
                  </a:lnTo>
                  <a:lnTo>
                    <a:pt x="5539222" y="659621"/>
                  </a:lnTo>
                  <a:lnTo>
                    <a:pt x="5539882" y="644385"/>
                  </a:lnTo>
                  <a:lnTo>
                    <a:pt x="5540543" y="639794"/>
                  </a:lnTo>
                  <a:lnTo>
                    <a:pt x="5541203" y="639794"/>
                  </a:lnTo>
                  <a:lnTo>
                    <a:pt x="5541864" y="641776"/>
                  </a:lnTo>
                  <a:lnTo>
                    <a:pt x="5542524" y="658932"/>
                  </a:lnTo>
                  <a:lnTo>
                    <a:pt x="5543185" y="667073"/>
                  </a:lnTo>
                  <a:lnTo>
                    <a:pt x="5543845" y="659221"/>
                  </a:lnTo>
                  <a:lnTo>
                    <a:pt x="5544506" y="651776"/>
                  </a:lnTo>
                  <a:lnTo>
                    <a:pt x="5545167" y="654632"/>
                  </a:lnTo>
                  <a:lnTo>
                    <a:pt x="5545827" y="664469"/>
                  </a:lnTo>
                  <a:lnTo>
                    <a:pt x="5546488" y="651776"/>
                  </a:lnTo>
                  <a:lnTo>
                    <a:pt x="5547148" y="651776"/>
                  </a:lnTo>
                  <a:lnTo>
                    <a:pt x="5547809" y="649969"/>
                  </a:lnTo>
                  <a:lnTo>
                    <a:pt x="5548469" y="634139"/>
                  </a:lnTo>
                  <a:lnTo>
                    <a:pt x="5549130" y="642687"/>
                  </a:lnTo>
                  <a:lnTo>
                    <a:pt x="5549790" y="660367"/>
                  </a:lnTo>
                  <a:lnTo>
                    <a:pt x="5550451" y="678976"/>
                  </a:lnTo>
                  <a:lnTo>
                    <a:pt x="5551111" y="676618"/>
                  </a:lnTo>
                  <a:lnTo>
                    <a:pt x="5551772" y="666897"/>
                  </a:lnTo>
                  <a:lnTo>
                    <a:pt x="5552432" y="658332"/>
                  </a:lnTo>
                  <a:lnTo>
                    <a:pt x="5553093" y="656479"/>
                  </a:lnTo>
                  <a:lnTo>
                    <a:pt x="5553753" y="658332"/>
                  </a:lnTo>
                  <a:lnTo>
                    <a:pt x="5554414" y="680517"/>
                  </a:lnTo>
                  <a:lnTo>
                    <a:pt x="5555075" y="672012"/>
                  </a:lnTo>
                  <a:lnTo>
                    <a:pt x="5555735" y="655631"/>
                  </a:lnTo>
                  <a:lnTo>
                    <a:pt x="5556396" y="674488"/>
                  </a:lnTo>
                  <a:lnTo>
                    <a:pt x="5557056" y="657075"/>
                  </a:lnTo>
                  <a:lnTo>
                    <a:pt x="5557717" y="635787"/>
                  </a:lnTo>
                  <a:lnTo>
                    <a:pt x="5558377" y="640633"/>
                  </a:lnTo>
                  <a:lnTo>
                    <a:pt x="5559038" y="631654"/>
                  </a:lnTo>
                  <a:lnTo>
                    <a:pt x="5559698" y="646072"/>
                  </a:lnTo>
                  <a:lnTo>
                    <a:pt x="5560359" y="673736"/>
                  </a:lnTo>
                  <a:lnTo>
                    <a:pt x="5561019" y="664391"/>
                  </a:lnTo>
                  <a:lnTo>
                    <a:pt x="5561680" y="673270"/>
                  </a:lnTo>
                  <a:lnTo>
                    <a:pt x="5562340" y="649683"/>
                  </a:lnTo>
                  <a:lnTo>
                    <a:pt x="5563001" y="642826"/>
                  </a:lnTo>
                  <a:lnTo>
                    <a:pt x="5563661" y="654591"/>
                  </a:lnTo>
                  <a:lnTo>
                    <a:pt x="5564322" y="640633"/>
                  </a:lnTo>
                  <a:lnTo>
                    <a:pt x="5564982" y="646072"/>
                  </a:lnTo>
                  <a:lnTo>
                    <a:pt x="5565643" y="673736"/>
                  </a:lnTo>
                  <a:lnTo>
                    <a:pt x="5566304" y="665828"/>
                  </a:lnTo>
                  <a:lnTo>
                    <a:pt x="5566964" y="649080"/>
                  </a:lnTo>
                  <a:lnTo>
                    <a:pt x="5567625" y="647950"/>
                  </a:lnTo>
                  <a:lnTo>
                    <a:pt x="5568285" y="673072"/>
                  </a:lnTo>
                  <a:lnTo>
                    <a:pt x="5568946" y="673270"/>
                  </a:lnTo>
                  <a:lnTo>
                    <a:pt x="5569606" y="658332"/>
                  </a:lnTo>
                  <a:lnTo>
                    <a:pt x="5570267" y="679519"/>
                  </a:lnTo>
                  <a:lnTo>
                    <a:pt x="5570927" y="674618"/>
                  </a:lnTo>
                  <a:lnTo>
                    <a:pt x="5571588" y="640633"/>
                  </a:lnTo>
                  <a:lnTo>
                    <a:pt x="5572248" y="654591"/>
                  </a:lnTo>
                  <a:lnTo>
                    <a:pt x="5572909" y="657075"/>
                  </a:lnTo>
                  <a:lnTo>
                    <a:pt x="5573569" y="649630"/>
                  </a:lnTo>
                  <a:lnTo>
                    <a:pt x="5574230" y="662411"/>
                  </a:lnTo>
                  <a:lnTo>
                    <a:pt x="5574890" y="656922"/>
                  </a:lnTo>
                  <a:lnTo>
                    <a:pt x="5575551" y="655439"/>
                  </a:lnTo>
                  <a:lnTo>
                    <a:pt x="5576212" y="657484"/>
                  </a:lnTo>
                  <a:lnTo>
                    <a:pt x="5576872" y="649080"/>
                  </a:lnTo>
                  <a:lnTo>
                    <a:pt x="5577533" y="655439"/>
                  </a:lnTo>
                  <a:lnTo>
                    <a:pt x="5578193" y="655439"/>
                  </a:lnTo>
                  <a:lnTo>
                    <a:pt x="5578854" y="635378"/>
                  </a:lnTo>
                  <a:lnTo>
                    <a:pt x="5579514" y="625356"/>
                  </a:lnTo>
                  <a:lnTo>
                    <a:pt x="5580175" y="618095"/>
                  </a:lnTo>
                  <a:lnTo>
                    <a:pt x="5580835" y="643569"/>
                  </a:lnTo>
                  <a:lnTo>
                    <a:pt x="5581496" y="645044"/>
                  </a:lnTo>
                  <a:lnTo>
                    <a:pt x="5582156" y="636601"/>
                  </a:lnTo>
                  <a:lnTo>
                    <a:pt x="5582817" y="631544"/>
                  </a:lnTo>
                  <a:lnTo>
                    <a:pt x="5583477" y="650887"/>
                  </a:lnTo>
                  <a:lnTo>
                    <a:pt x="5584138" y="661828"/>
                  </a:lnTo>
                  <a:lnTo>
                    <a:pt x="5584798" y="683927"/>
                  </a:lnTo>
                  <a:lnTo>
                    <a:pt x="5585459" y="688043"/>
                  </a:lnTo>
                  <a:lnTo>
                    <a:pt x="5586120" y="674678"/>
                  </a:lnTo>
                  <a:lnTo>
                    <a:pt x="5586780" y="673270"/>
                  </a:lnTo>
                  <a:lnTo>
                    <a:pt x="5587441" y="658332"/>
                  </a:lnTo>
                  <a:lnTo>
                    <a:pt x="5588101" y="664391"/>
                  </a:lnTo>
                  <a:lnTo>
                    <a:pt x="5588762" y="667301"/>
                  </a:lnTo>
                  <a:lnTo>
                    <a:pt x="5589422" y="654182"/>
                  </a:lnTo>
                  <a:lnTo>
                    <a:pt x="5590083" y="649630"/>
                  </a:lnTo>
                  <a:lnTo>
                    <a:pt x="5590743" y="635378"/>
                  </a:lnTo>
                  <a:lnTo>
                    <a:pt x="5591404" y="634910"/>
                  </a:lnTo>
                  <a:lnTo>
                    <a:pt x="5592064" y="652983"/>
                  </a:lnTo>
                  <a:lnTo>
                    <a:pt x="5592725" y="658332"/>
                  </a:lnTo>
                  <a:lnTo>
                    <a:pt x="5593385" y="635139"/>
                  </a:lnTo>
                  <a:lnTo>
                    <a:pt x="5594046" y="607969"/>
                  </a:lnTo>
                  <a:lnTo>
                    <a:pt x="5594706" y="639605"/>
                  </a:lnTo>
                  <a:lnTo>
                    <a:pt x="5595367" y="650887"/>
                  </a:lnTo>
                  <a:lnTo>
                    <a:pt x="5596028" y="647950"/>
                  </a:lnTo>
                  <a:lnTo>
                    <a:pt x="5596688" y="622527"/>
                  </a:lnTo>
                  <a:lnTo>
                    <a:pt x="5597349" y="605623"/>
                  </a:lnTo>
                  <a:lnTo>
                    <a:pt x="5598009" y="599609"/>
                  </a:lnTo>
                  <a:lnTo>
                    <a:pt x="5598670" y="604184"/>
                  </a:lnTo>
                  <a:lnTo>
                    <a:pt x="5599330" y="604445"/>
                  </a:lnTo>
                  <a:lnTo>
                    <a:pt x="5599991" y="614740"/>
                  </a:lnTo>
                  <a:lnTo>
                    <a:pt x="5600651" y="639568"/>
                  </a:lnTo>
                  <a:lnTo>
                    <a:pt x="5601312" y="635102"/>
                  </a:lnTo>
                  <a:lnTo>
                    <a:pt x="5601972" y="635570"/>
                  </a:lnTo>
                  <a:lnTo>
                    <a:pt x="5602633" y="645007"/>
                  </a:lnTo>
                  <a:lnTo>
                    <a:pt x="5603293" y="660837"/>
                  </a:lnTo>
                  <a:lnTo>
                    <a:pt x="5603954" y="663543"/>
                  </a:lnTo>
                  <a:lnTo>
                    <a:pt x="5604614" y="661791"/>
                  </a:lnTo>
                  <a:lnTo>
                    <a:pt x="5605275" y="656341"/>
                  </a:lnTo>
                  <a:lnTo>
                    <a:pt x="5605935" y="647950"/>
                  </a:lnTo>
                  <a:lnTo>
                    <a:pt x="5606596" y="649080"/>
                  </a:lnTo>
                  <a:lnTo>
                    <a:pt x="5607257" y="662322"/>
                  </a:lnTo>
                  <a:lnTo>
                    <a:pt x="5607917" y="679519"/>
                  </a:lnTo>
                  <a:lnTo>
                    <a:pt x="5608578" y="658332"/>
                  </a:lnTo>
                  <a:lnTo>
                    <a:pt x="5609238" y="650887"/>
                  </a:lnTo>
                  <a:lnTo>
                    <a:pt x="5609899" y="648260"/>
                  </a:lnTo>
                  <a:lnTo>
                    <a:pt x="5610559" y="630833"/>
                  </a:lnTo>
                  <a:lnTo>
                    <a:pt x="5611220" y="631935"/>
                  </a:lnTo>
                  <a:lnTo>
                    <a:pt x="5611880" y="647129"/>
                  </a:lnTo>
                  <a:lnTo>
                    <a:pt x="5612541" y="642006"/>
                  </a:lnTo>
                  <a:lnTo>
                    <a:pt x="5613201" y="631751"/>
                  </a:lnTo>
                  <a:lnTo>
                    <a:pt x="5613862" y="617346"/>
                  </a:lnTo>
                  <a:lnTo>
                    <a:pt x="5614522" y="628902"/>
                  </a:lnTo>
                  <a:lnTo>
                    <a:pt x="5615183" y="635347"/>
                  </a:lnTo>
                  <a:lnTo>
                    <a:pt x="5615843" y="633971"/>
                  </a:lnTo>
                  <a:lnTo>
                    <a:pt x="5616504" y="648260"/>
                  </a:lnTo>
                  <a:lnTo>
                    <a:pt x="5617165" y="656254"/>
                  </a:lnTo>
                  <a:lnTo>
                    <a:pt x="5617825" y="653361"/>
                  </a:lnTo>
                  <a:lnTo>
                    <a:pt x="5618486" y="656254"/>
                  </a:lnTo>
                  <a:lnTo>
                    <a:pt x="5619146" y="625723"/>
                  </a:lnTo>
                  <a:lnTo>
                    <a:pt x="5619807" y="634090"/>
                  </a:lnTo>
                  <a:lnTo>
                    <a:pt x="5620467" y="648809"/>
                  </a:lnTo>
                  <a:lnTo>
                    <a:pt x="5621128" y="650905"/>
                  </a:lnTo>
                  <a:lnTo>
                    <a:pt x="5621788" y="647002"/>
                  </a:lnTo>
                  <a:lnTo>
                    <a:pt x="5622449" y="640199"/>
                  </a:lnTo>
                  <a:lnTo>
                    <a:pt x="5623109" y="625910"/>
                  </a:lnTo>
                  <a:lnTo>
                    <a:pt x="5623770" y="631935"/>
                  </a:lnTo>
                  <a:lnTo>
                    <a:pt x="5624430" y="639813"/>
                  </a:lnTo>
                  <a:lnTo>
                    <a:pt x="5625091" y="618303"/>
                  </a:lnTo>
                  <a:lnTo>
                    <a:pt x="5625751" y="608205"/>
                  </a:lnTo>
                  <a:lnTo>
                    <a:pt x="5626412" y="622772"/>
                  </a:lnTo>
                  <a:lnTo>
                    <a:pt x="5627073" y="652513"/>
                  </a:lnTo>
                  <a:lnTo>
                    <a:pt x="5627733" y="641901"/>
                  </a:lnTo>
                  <a:lnTo>
                    <a:pt x="5628394" y="633938"/>
                  </a:lnTo>
                  <a:lnTo>
                    <a:pt x="5629054" y="630907"/>
                  </a:lnTo>
                  <a:lnTo>
                    <a:pt x="5629715" y="601888"/>
                  </a:lnTo>
                  <a:lnTo>
                    <a:pt x="5630375" y="610066"/>
                  </a:lnTo>
                  <a:lnTo>
                    <a:pt x="5631036" y="648260"/>
                  </a:lnTo>
                  <a:lnTo>
                    <a:pt x="5631696" y="647129"/>
                  </a:lnTo>
                  <a:lnTo>
                    <a:pt x="5632357" y="657512"/>
                  </a:lnTo>
                  <a:lnTo>
                    <a:pt x="5633017" y="648260"/>
                  </a:lnTo>
                  <a:lnTo>
                    <a:pt x="5633678" y="634786"/>
                  </a:lnTo>
                  <a:lnTo>
                    <a:pt x="5634338" y="638784"/>
                  </a:lnTo>
                  <a:lnTo>
                    <a:pt x="5634999" y="647129"/>
                  </a:lnTo>
                  <a:lnTo>
                    <a:pt x="5635659" y="634786"/>
                  </a:lnTo>
                  <a:lnTo>
                    <a:pt x="5636320" y="621744"/>
                  </a:lnTo>
                  <a:lnTo>
                    <a:pt x="5636980" y="598036"/>
                  </a:lnTo>
                  <a:lnTo>
                    <a:pt x="5637641" y="607149"/>
                  </a:lnTo>
                  <a:lnTo>
                    <a:pt x="5638302" y="634688"/>
                  </a:lnTo>
                  <a:lnTo>
                    <a:pt x="5638962" y="654559"/>
                  </a:lnTo>
                  <a:lnTo>
                    <a:pt x="5639623" y="644683"/>
                  </a:lnTo>
                  <a:lnTo>
                    <a:pt x="5640283" y="622751"/>
                  </a:lnTo>
                  <a:lnTo>
                    <a:pt x="5640944" y="629436"/>
                  </a:lnTo>
                  <a:lnTo>
                    <a:pt x="5641604" y="631279"/>
                  </a:lnTo>
                  <a:lnTo>
                    <a:pt x="5642265" y="642594"/>
                  </a:lnTo>
                  <a:lnTo>
                    <a:pt x="5642925" y="636454"/>
                  </a:lnTo>
                  <a:lnTo>
                    <a:pt x="5643586" y="639242"/>
                  </a:lnTo>
                  <a:lnTo>
                    <a:pt x="5644246" y="631279"/>
                  </a:lnTo>
                  <a:lnTo>
                    <a:pt x="5644907" y="620974"/>
                  </a:lnTo>
                  <a:lnTo>
                    <a:pt x="5645567" y="607753"/>
                  </a:lnTo>
                  <a:lnTo>
                    <a:pt x="5646228" y="622751"/>
                  </a:lnTo>
                  <a:lnTo>
                    <a:pt x="5646888" y="642467"/>
                  </a:lnTo>
                  <a:lnTo>
                    <a:pt x="5647549" y="648826"/>
                  </a:lnTo>
                  <a:lnTo>
                    <a:pt x="5648210" y="654559"/>
                  </a:lnTo>
                  <a:lnTo>
                    <a:pt x="5648870" y="645531"/>
                  </a:lnTo>
                  <a:lnTo>
                    <a:pt x="5649531" y="640716"/>
                  </a:lnTo>
                  <a:lnTo>
                    <a:pt x="5650191" y="649235"/>
                  </a:lnTo>
                  <a:lnTo>
                    <a:pt x="5650852" y="656422"/>
                  </a:lnTo>
                  <a:lnTo>
                    <a:pt x="5651512" y="645342"/>
                  </a:lnTo>
                  <a:lnTo>
                    <a:pt x="5652173" y="638485"/>
                  </a:lnTo>
                  <a:lnTo>
                    <a:pt x="5652833" y="645342"/>
                  </a:lnTo>
                  <a:lnTo>
                    <a:pt x="5653494" y="651098"/>
                  </a:lnTo>
                  <a:lnTo>
                    <a:pt x="5654154" y="661633"/>
                  </a:lnTo>
                  <a:lnTo>
                    <a:pt x="5654815" y="670568"/>
                  </a:lnTo>
                  <a:lnTo>
                    <a:pt x="5655475" y="650250"/>
                  </a:lnTo>
                  <a:lnTo>
                    <a:pt x="5656136" y="643609"/>
                  </a:lnTo>
                  <a:lnTo>
                    <a:pt x="5656796" y="631827"/>
                  </a:lnTo>
                  <a:lnTo>
                    <a:pt x="5657457" y="648642"/>
                  </a:lnTo>
                  <a:lnTo>
                    <a:pt x="5658118" y="651098"/>
                  </a:lnTo>
                  <a:lnTo>
                    <a:pt x="5658778" y="641731"/>
                  </a:lnTo>
                  <a:lnTo>
                    <a:pt x="5659439" y="646546"/>
                  </a:lnTo>
                  <a:lnTo>
                    <a:pt x="5660099" y="646546"/>
                  </a:lnTo>
                  <a:lnTo>
                    <a:pt x="5660760" y="641731"/>
                  </a:lnTo>
                  <a:lnTo>
                    <a:pt x="5661420" y="618627"/>
                  </a:lnTo>
                  <a:lnTo>
                    <a:pt x="5662081" y="631827"/>
                  </a:lnTo>
                  <a:lnTo>
                    <a:pt x="5662741" y="636292"/>
                  </a:lnTo>
                  <a:lnTo>
                    <a:pt x="5663402" y="648080"/>
                  </a:lnTo>
                  <a:lnTo>
                    <a:pt x="5664062" y="655165"/>
                  </a:lnTo>
                  <a:lnTo>
                    <a:pt x="5664723" y="657707"/>
                  </a:lnTo>
                  <a:lnTo>
                    <a:pt x="5665383" y="645289"/>
                  </a:lnTo>
                  <a:lnTo>
                    <a:pt x="5666044" y="670568"/>
                  </a:lnTo>
                  <a:lnTo>
                    <a:pt x="5666704" y="662273"/>
                  </a:lnTo>
                  <a:lnTo>
                    <a:pt x="5667365" y="650250"/>
                  </a:lnTo>
                  <a:lnTo>
                    <a:pt x="5668026" y="649459"/>
                  </a:lnTo>
                  <a:lnTo>
                    <a:pt x="5668686" y="647353"/>
                  </a:lnTo>
                  <a:lnTo>
                    <a:pt x="5669347" y="647353"/>
                  </a:lnTo>
                  <a:lnTo>
                    <a:pt x="5670007" y="640712"/>
                  </a:lnTo>
                  <a:lnTo>
                    <a:pt x="5670668" y="661021"/>
                  </a:lnTo>
                  <a:lnTo>
                    <a:pt x="5671328" y="689010"/>
                  </a:lnTo>
                  <a:lnTo>
                    <a:pt x="5671989" y="660682"/>
                  </a:lnTo>
                  <a:lnTo>
                    <a:pt x="5672649" y="677362"/>
                  </a:lnTo>
                  <a:lnTo>
                    <a:pt x="5673310" y="671970"/>
                  </a:lnTo>
                  <a:lnTo>
                    <a:pt x="5673970" y="649433"/>
                  </a:lnTo>
                  <a:lnTo>
                    <a:pt x="5674631" y="655244"/>
                  </a:lnTo>
                  <a:lnTo>
                    <a:pt x="5675291" y="664349"/>
                  </a:lnTo>
                  <a:lnTo>
                    <a:pt x="5675952" y="658512"/>
                  </a:lnTo>
                  <a:lnTo>
                    <a:pt x="5676612" y="655305"/>
                  </a:lnTo>
                  <a:lnTo>
                    <a:pt x="5677273" y="664751"/>
                  </a:lnTo>
                  <a:lnTo>
                    <a:pt x="5677933" y="683605"/>
                  </a:lnTo>
                  <a:lnTo>
                    <a:pt x="5678594" y="675657"/>
                  </a:lnTo>
                  <a:lnTo>
                    <a:pt x="5679255" y="654400"/>
                  </a:lnTo>
                  <a:lnTo>
                    <a:pt x="5679915" y="649064"/>
                  </a:lnTo>
                  <a:lnTo>
                    <a:pt x="5680576" y="656673"/>
                  </a:lnTo>
                  <a:lnTo>
                    <a:pt x="5681236" y="653260"/>
                  </a:lnTo>
                  <a:lnTo>
                    <a:pt x="5681897" y="656375"/>
                  </a:lnTo>
                  <a:lnTo>
                    <a:pt x="5682557" y="674344"/>
                  </a:lnTo>
                  <a:lnTo>
                    <a:pt x="5683218" y="642769"/>
                  </a:lnTo>
                  <a:lnTo>
                    <a:pt x="5683878" y="624511"/>
                  </a:lnTo>
                  <a:lnTo>
                    <a:pt x="5684539" y="610507"/>
                  </a:lnTo>
                  <a:lnTo>
                    <a:pt x="5685199" y="592503"/>
                  </a:lnTo>
                  <a:lnTo>
                    <a:pt x="5685860" y="592503"/>
                  </a:lnTo>
                  <a:lnTo>
                    <a:pt x="5686520" y="608466"/>
                  </a:lnTo>
                  <a:lnTo>
                    <a:pt x="5687181" y="636081"/>
                  </a:lnTo>
                  <a:lnTo>
                    <a:pt x="5687841" y="642663"/>
                  </a:lnTo>
                  <a:lnTo>
                    <a:pt x="5688502" y="635962"/>
                  </a:lnTo>
                  <a:lnTo>
                    <a:pt x="5689163" y="609326"/>
                  </a:lnTo>
                  <a:lnTo>
                    <a:pt x="5689823" y="577960"/>
                  </a:lnTo>
                  <a:lnTo>
                    <a:pt x="5690484" y="536182"/>
                  </a:lnTo>
                  <a:lnTo>
                    <a:pt x="5691144" y="565301"/>
                  </a:lnTo>
                  <a:lnTo>
                    <a:pt x="5691805" y="570692"/>
                  </a:lnTo>
                  <a:lnTo>
                    <a:pt x="5692465" y="586713"/>
                  </a:lnTo>
                  <a:lnTo>
                    <a:pt x="5693126" y="593123"/>
                  </a:lnTo>
                  <a:lnTo>
                    <a:pt x="5693786" y="618787"/>
                  </a:lnTo>
                  <a:lnTo>
                    <a:pt x="5694447" y="604492"/>
                  </a:lnTo>
                  <a:lnTo>
                    <a:pt x="5695107" y="582270"/>
                  </a:lnTo>
                  <a:lnTo>
                    <a:pt x="5695768" y="518182"/>
                  </a:lnTo>
                  <a:lnTo>
                    <a:pt x="5696428" y="561357"/>
                  </a:lnTo>
                  <a:lnTo>
                    <a:pt x="5697089" y="597999"/>
                  </a:lnTo>
                  <a:lnTo>
                    <a:pt x="5697749" y="602612"/>
                  </a:lnTo>
                  <a:lnTo>
                    <a:pt x="5698410" y="608444"/>
                  </a:lnTo>
                  <a:lnTo>
                    <a:pt x="5699071" y="610734"/>
                  </a:lnTo>
                  <a:lnTo>
                    <a:pt x="5699731" y="622454"/>
                  </a:lnTo>
                  <a:lnTo>
                    <a:pt x="5700392" y="640865"/>
                  </a:lnTo>
                  <a:lnTo>
                    <a:pt x="5701052" y="643470"/>
                  </a:lnTo>
                  <a:lnTo>
                    <a:pt x="5701713" y="638265"/>
                  </a:lnTo>
                  <a:lnTo>
                    <a:pt x="5702373" y="624121"/>
                  </a:lnTo>
                  <a:lnTo>
                    <a:pt x="5703034" y="625237"/>
                  </a:lnTo>
                  <a:lnTo>
                    <a:pt x="5703694" y="644180"/>
                  </a:lnTo>
                  <a:lnTo>
                    <a:pt x="5704355" y="681525"/>
                  </a:lnTo>
                  <a:lnTo>
                    <a:pt x="5705015" y="665639"/>
                  </a:lnTo>
                  <a:lnTo>
                    <a:pt x="5705676" y="650398"/>
                  </a:lnTo>
                  <a:lnTo>
                    <a:pt x="5706336" y="650398"/>
                  </a:lnTo>
                  <a:lnTo>
                    <a:pt x="5706997" y="644480"/>
                  </a:lnTo>
                  <a:lnTo>
                    <a:pt x="5707657" y="657402"/>
                  </a:lnTo>
                  <a:lnTo>
                    <a:pt x="5708318" y="655459"/>
                  </a:lnTo>
                  <a:lnTo>
                    <a:pt x="5708978" y="649622"/>
                  </a:lnTo>
                  <a:lnTo>
                    <a:pt x="5709639" y="611720"/>
                  </a:lnTo>
                  <a:lnTo>
                    <a:pt x="5710300" y="624187"/>
                  </a:lnTo>
                  <a:lnTo>
                    <a:pt x="5710960" y="671334"/>
                  </a:lnTo>
                  <a:lnTo>
                    <a:pt x="5711621" y="633072"/>
                  </a:lnTo>
                  <a:lnTo>
                    <a:pt x="5712281" y="629694"/>
                  </a:lnTo>
                  <a:lnTo>
                    <a:pt x="5712942" y="654660"/>
                  </a:lnTo>
                  <a:lnTo>
                    <a:pt x="5713602" y="641249"/>
                  </a:lnTo>
                  <a:lnTo>
                    <a:pt x="5714263" y="641840"/>
                  </a:lnTo>
                  <a:lnTo>
                    <a:pt x="5714923" y="599568"/>
                  </a:lnTo>
                  <a:lnTo>
                    <a:pt x="5715584" y="564601"/>
                  </a:lnTo>
                  <a:lnTo>
                    <a:pt x="5716244" y="568613"/>
                  </a:lnTo>
                  <a:lnTo>
                    <a:pt x="5716905" y="577398"/>
                  </a:lnTo>
                  <a:lnTo>
                    <a:pt x="5717565" y="617163"/>
                  </a:lnTo>
                  <a:lnTo>
                    <a:pt x="5718226" y="612635"/>
                  </a:lnTo>
                  <a:lnTo>
                    <a:pt x="5718886" y="567726"/>
                  </a:lnTo>
                  <a:lnTo>
                    <a:pt x="5719547" y="540977"/>
                  </a:lnTo>
                  <a:lnTo>
                    <a:pt x="5720208" y="495607"/>
                  </a:lnTo>
                  <a:lnTo>
                    <a:pt x="5720868" y="495607"/>
                  </a:lnTo>
                  <a:lnTo>
                    <a:pt x="5721529" y="509170"/>
                  </a:lnTo>
                  <a:lnTo>
                    <a:pt x="5722189" y="568913"/>
                  </a:lnTo>
                  <a:lnTo>
                    <a:pt x="5722850" y="575184"/>
                  </a:lnTo>
                  <a:lnTo>
                    <a:pt x="5723510" y="584673"/>
                  </a:lnTo>
                  <a:lnTo>
                    <a:pt x="5724171" y="554179"/>
                  </a:lnTo>
                  <a:lnTo>
                    <a:pt x="5724831" y="589666"/>
                  </a:lnTo>
                  <a:lnTo>
                    <a:pt x="5725492" y="623443"/>
                  </a:lnTo>
                  <a:lnTo>
                    <a:pt x="5726152" y="578078"/>
                  </a:lnTo>
                  <a:lnTo>
                    <a:pt x="5726813" y="558312"/>
                  </a:lnTo>
                  <a:lnTo>
                    <a:pt x="5727473" y="589337"/>
                  </a:lnTo>
                  <a:lnTo>
                    <a:pt x="5728134" y="623964"/>
                  </a:lnTo>
                  <a:lnTo>
                    <a:pt x="5728794" y="629859"/>
                  </a:lnTo>
                  <a:lnTo>
                    <a:pt x="5729455" y="629859"/>
                  </a:lnTo>
                  <a:lnTo>
                    <a:pt x="5730116" y="650522"/>
                  </a:lnTo>
                  <a:lnTo>
                    <a:pt x="5730776" y="645909"/>
                  </a:lnTo>
                  <a:lnTo>
                    <a:pt x="5731437" y="630395"/>
                  </a:lnTo>
                  <a:lnTo>
                    <a:pt x="5732097" y="664139"/>
                  </a:lnTo>
                  <a:lnTo>
                    <a:pt x="5732758" y="677243"/>
                  </a:lnTo>
                  <a:lnTo>
                    <a:pt x="5733418" y="641450"/>
                  </a:lnTo>
                  <a:lnTo>
                    <a:pt x="5734079" y="632238"/>
                  </a:lnTo>
                  <a:lnTo>
                    <a:pt x="5734739" y="643432"/>
                  </a:lnTo>
                  <a:lnTo>
                    <a:pt x="5735400" y="662760"/>
                  </a:lnTo>
                  <a:lnTo>
                    <a:pt x="5736060" y="673061"/>
                  </a:lnTo>
                  <a:lnTo>
                    <a:pt x="5736721" y="671804"/>
                  </a:lnTo>
                  <a:lnTo>
                    <a:pt x="5737381" y="670018"/>
                  </a:lnTo>
                  <a:lnTo>
                    <a:pt x="5738042" y="645462"/>
                  </a:lnTo>
                  <a:lnTo>
                    <a:pt x="5738702" y="656558"/>
                  </a:lnTo>
                  <a:lnTo>
                    <a:pt x="5739363" y="683316"/>
                  </a:lnTo>
                  <a:lnTo>
                    <a:pt x="5740024" y="675999"/>
                  </a:lnTo>
                  <a:lnTo>
                    <a:pt x="5740684" y="672213"/>
                  </a:lnTo>
                  <a:lnTo>
                    <a:pt x="5741345" y="665512"/>
                  </a:lnTo>
                  <a:lnTo>
                    <a:pt x="5742005" y="682059"/>
                  </a:lnTo>
                  <a:lnTo>
                    <a:pt x="5742666" y="704436"/>
                  </a:lnTo>
                  <a:lnTo>
                    <a:pt x="5743326" y="704436"/>
                  </a:lnTo>
                  <a:lnTo>
                    <a:pt x="5743987" y="681169"/>
                  </a:lnTo>
                  <a:lnTo>
                    <a:pt x="5744647" y="692507"/>
                  </a:lnTo>
                  <a:lnTo>
                    <a:pt x="5745308" y="681773"/>
                  </a:lnTo>
                  <a:lnTo>
                    <a:pt x="5745968" y="677429"/>
                  </a:lnTo>
                  <a:lnTo>
                    <a:pt x="5746629" y="657433"/>
                  </a:lnTo>
                  <a:lnTo>
                    <a:pt x="5747289" y="660845"/>
                  </a:lnTo>
                  <a:lnTo>
                    <a:pt x="5747950" y="680574"/>
                  </a:lnTo>
                  <a:lnTo>
                    <a:pt x="5748610" y="690254"/>
                  </a:lnTo>
                  <a:lnTo>
                    <a:pt x="5749271" y="647958"/>
                  </a:lnTo>
                  <a:lnTo>
                    <a:pt x="5749931" y="647637"/>
                  </a:lnTo>
                  <a:lnTo>
                    <a:pt x="5750592" y="686847"/>
                  </a:lnTo>
                  <a:lnTo>
                    <a:pt x="5751253" y="673470"/>
                  </a:lnTo>
                  <a:lnTo>
                    <a:pt x="5751913" y="673470"/>
                  </a:lnTo>
                  <a:lnTo>
                    <a:pt x="5752574" y="674533"/>
                  </a:lnTo>
                  <a:lnTo>
                    <a:pt x="5753234" y="691327"/>
                  </a:lnTo>
                  <a:lnTo>
                    <a:pt x="5753895" y="676638"/>
                  </a:lnTo>
                  <a:lnTo>
                    <a:pt x="5754555" y="675790"/>
                  </a:lnTo>
                  <a:lnTo>
                    <a:pt x="5755216" y="689459"/>
                  </a:lnTo>
                  <a:lnTo>
                    <a:pt x="5755876" y="680788"/>
                  </a:lnTo>
                  <a:lnTo>
                    <a:pt x="5756537" y="675790"/>
                  </a:lnTo>
                  <a:lnTo>
                    <a:pt x="5757197" y="665788"/>
                  </a:lnTo>
                  <a:lnTo>
                    <a:pt x="5757858" y="661790"/>
                  </a:lnTo>
                  <a:lnTo>
                    <a:pt x="5758518" y="671663"/>
                  </a:lnTo>
                  <a:lnTo>
                    <a:pt x="5759179" y="685999"/>
                  </a:lnTo>
                  <a:lnTo>
                    <a:pt x="5759839" y="673470"/>
                  </a:lnTo>
                  <a:lnTo>
                    <a:pt x="5760500" y="673977"/>
                  </a:lnTo>
                  <a:lnTo>
                    <a:pt x="5761161" y="648145"/>
                  </a:lnTo>
                  <a:lnTo>
                    <a:pt x="5761821" y="648074"/>
                  </a:lnTo>
                  <a:lnTo>
                    <a:pt x="5762482" y="654266"/>
                  </a:lnTo>
                  <a:lnTo>
                    <a:pt x="5763142" y="643757"/>
                  </a:lnTo>
                  <a:lnTo>
                    <a:pt x="5763803" y="635426"/>
                  </a:lnTo>
                  <a:lnTo>
                    <a:pt x="5764463" y="649579"/>
                  </a:lnTo>
                  <a:lnTo>
                    <a:pt x="5765124" y="655416"/>
                  </a:lnTo>
                  <a:lnTo>
                    <a:pt x="5765784" y="654866"/>
                  </a:lnTo>
                  <a:lnTo>
                    <a:pt x="5766445" y="670604"/>
                  </a:lnTo>
                  <a:lnTo>
                    <a:pt x="5767105" y="652458"/>
                  </a:lnTo>
                  <a:lnTo>
                    <a:pt x="5767766" y="633662"/>
                  </a:lnTo>
                  <a:lnTo>
                    <a:pt x="5768426" y="623376"/>
                  </a:lnTo>
                  <a:lnTo>
                    <a:pt x="5769087" y="621074"/>
                  </a:lnTo>
                  <a:lnTo>
                    <a:pt x="5769747" y="650187"/>
                  </a:lnTo>
                  <a:lnTo>
                    <a:pt x="5770408" y="656726"/>
                  </a:lnTo>
                  <a:lnTo>
                    <a:pt x="5771069" y="661099"/>
                  </a:lnTo>
                  <a:lnTo>
                    <a:pt x="5771729" y="634919"/>
                  </a:lnTo>
                  <a:lnTo>
                    <a:pt x="5772390" y="518427"/>
                  </a:lnTo>
                  <a:lnTo>
                    <a:pt x="5773050" y="488814"/>
                  </a:lnTo>
                  <a:lnTo>
                    <a:pt x="5773711" y="488814"/>
                  </a:lnTo>
                  <a:lnTo>
                    <a:pt x="5774371" y="567292"/>
                  </a:lnTo>
                  <a:lnTo>
                    <a:pt x="5775032" y="615240"/>
                  </a:lnTo>
                  <a:lnTo>
                    <a:pt x="5775692" y="606055"/>
                  </a:lnTo>
                  <a:lnTo>
                    <a:pt x="5776353" y="657124"/>
                  </a:lnTo>
                  <a:lnTo>
                    <a:pt x="5777013" y="627236"/>
                  </a:lnTo>
                  <a:lnTo>
                    <a:pt x="5777674" y="593592"/>
                  </a:lnTo>
                  <a:lnTo>
                    <a:pt x="5778334" y="583028"/>
                  </a:lnTo>
                  <a:lnTo>
                    <a:pt x="5778995" y="608984"/>
                  </a:lnTo>
                  <a:lnTo>
                    <a:pt x="5779655" y="621944"/>
                  </a:lnTo>
                  <a:lnTo>
                    <a:pt x="5780316" y="650818"/>
                  </a:lnTo>
                  <a:lnTo>
                    <a:pt x="5780976" y="657400"/>
                  </a:lnTo>
                  <a:lnTo>
                    <a:pt x="5781637" y="660661"/>
                  </a:lnTo>
                  <a:lnTo>
                    <a:pt x="5782298" y="667172"/>
                  </a:lnTo>
                  <a:lnTo>
                    <a:pt x="5782958" y="663874"/>
                  </a:lnTo>
                  <a:lnTo>
                    <a:pt x="5783619" y="658400"/>
                  </a:lnTo>
                  <a:lnTo>
                    <a:pt x="5784279" y="666613"/>
                  </a:lnTo>
                  <a:lnTo>
                    <a:pt x="5784940" y="672271"/>
                  </a:lnTo>
                  <a:lnTo>
                    <a:pt x="5785600" y="665612"/>
                  </a:lnTo>
                  <a:lnTo>
                    <a:pt x="5786261" y="668242"/>
                  </a:lnTo>
                  <a:lnTo>
                    <a:pt x="5786921" y="671398"/>
                  </a:lnTo>
                  <a:lnTo>
                    <a:pt x="5787582" y="658580"/>
                  </a:lnTo>
                  <a:lnTo>
                    <a:pt x="5788242" y="638609"/>
                  </a:lnTo>
                  <a:lnTo>
                    <a:pt x="5788903" y="660155"/>
                  </a:lnTo>
                  <a:lnTo>
                    <a:pt x="5789563" y="662739"/>
                  </a:lnTo>
                  <a:lnTo>
                    <a:pt x="5790224" y="670824"/>
                  </a:lnTo>
                  <a:lnTo>
                    <a:pt x="5790884" y="671954"/>
                  </a:lnTo>
                  <a:lnTo>
                    <a:pt x="5791545" y="663110"/>
                  </a:lnTo>
                  <a:lnTo>
                    <a:pt x="5792206" y="656011"/>
                  </a:lnTo>
                  <a:lnTo>
                    <a:pt x="5792866" y="667108"/>
                  </a:lnTo>
                  <a:lnTo>
                    <a:pt x="5793527" y="660790"/>
                  </a:lnTo>
                  <a:lnTo>
                    <a:pt x="5794187" y="665605"/>
                  </a:lnTo>
                  <a:lnTo>
                    <a:pt x="5794848" y="673761"/>
                  </a:lnTo>
                  <a:lnTo>
                    <a:pt x="5795508" y="670824"/>
                  </a:lnTo>
                  <a:lnTo>
                    <a:pt x="5796169" y="683727"/>
                  </a:lnTo>
                  <a:lnTo>
                    <a:pt x="5796829" y="674708"/>
                  </a:lnTo>
                  <a:lnTo>
                    <a:pt x="5797490" y="663110"/>
                  </a:lnTo>
                  <a:lnTo>
                    <a:pt x="5798150" y="656011"/>
                  </a:lnTo>
                  <a:lnTo>
                    <a:pt x="5798811" y="679226"/>
                  </a:lnTo>
                  <a:lnTo>
                    <a:pt x="5799471" y="692356"/>
                  </a:lnTo>
                  <a:lnTo>
                    <a:pt x="5800132" y="681079"/>
                  </a:lnTo>
                  <a:lnTo>
                    <a:pt x="5800792" y="666578"/>
                  </a:lnTo>
                  <a:lnTo>
                    <a:pt x="5801453" y="675895"/>
                  </a:lnTo>
                  <a:lnTo>
                    <a:pt x="5802114" y="669789"/>
                  </a:lnTo>
                  <a:lnTo>
                    <a:pt x="5802774" y="661012"/>
                  </a:lnTo>
                  <a:lnTo>
                    <a:pt x="5803435" y="648077"/>
                  </a:lnTo>
                  <a:lnTo>
                    <a:pt x="5804095" y="632093"/>
                  </a:lnTo>
                  <a:lnTo>
                    <a:pt x="5804756" y="627789"/>
                  </a:lnTo>
                  <a:lnTo>
                    <a:pt x="5805416" y="652591"/>
                  </a:lnTo>
                  <a:lnTo>
                    <a:pt x="5806077" y="668742"/>
                  </a:lnTo>
                  <a:lnTo>
                    <a:pt x="5806737" y="667330"/>
                  </a:lnTo>
                  <a:lnTo>
                    <a:pt x="5807398" y="647782"/>
                  </a:lnTo>
                  <a:lnTo>
                    <a:pt x="5808058" y="649388"/>
                  </a:lnTo>
                  <a:lnTo>
                    <a:pt x="5808719" y="660801"/>
                  </a:lnTo>
                  <a:lnTo>
                    <a:pt x="5809379" y="670480"/>
                  </a:lnTo>
                  <a:lnTo>
                    <a:pt x="5810040" y="675295"/>
                  </a:lnTo>
                  <a:lnTo>
                    <a:pt x="5810700" y="668641"/>
                  </a:lnTo>
                  <a:lnTo>
                    <a:pt x="5811361" y="645634"/>
                  </a:lnTo>
                  <a:lnTo>
                    <a:pt x="5812022" y="618915"/>
                  </a:lnTo>
                  <a:lnTo>
                    <a:pt x="5812682" y="618915"/>
                  </a:lnTo>
                  <a:lnTo>
                    <a:pt x="5813343" y="635724"/>
                  </a:lnTo>
                  <a:lnTo>
                    <a:pt x="5814003" y="655043"/>
                  </a:lnTo>
                  <a:lnTo>
                    <a:pt x="5814664" y="673656"/>
                  </a:lnTo>
                  <a:lnTo>
                    <a:pt x="5815324" y="660420"/>
                  </a:lnTo>
                  <a:lnTo>
                    <a:pt x="5815985" y="671849"/>
                  </a:lnTo>
                  <a:lnTo>
                    <a:pt x="5816645" y="674718"/>
                  </a:lnTo>
                  <a:lnTo>
                    <a:pt x="5817306" y="686824"/>
                  </a:lnTo>
                  <a:lnTo>
                    <a:pt x="5817966" y="676823"/>
                  </a:lnTo>
                  <a:lnTo>
                    <a:pt x="5818627" y="671849"/>
                  </a:lnTo>
                  <a:lnTo>
                    <a:pt x="5819287" y="678322"/>
                  </a:lnTo>
                  <a:lnTo>
                    <a:pt x="5819948" y="629187"/>
                  </a:lnTo>
                  <a:lnTo>
                    <a:pt x="5820608" y="620572"/>
                  </a:lnTo>
                  <a:lnTo>
                    <a:pt x="5821269" y="649099"/>
                  </a:lnTo>
                  <a:lnTo>
                    <a:pt x="5821929" y="665973"/>
                  </a:lnTo>
                  <a:lnTo>
                    <a:pt x="5822590" y="679716"/>
                  </a:lnTo>
                  <a:lnTo>
                    <a:pt x="5823251" y="680125"/>
                  </a:lnTo>
                  <a:lnTo>
                    <a:pt x="5823911" y="661975"/>
                  </a:lnTo>
                  <a:lnTo>
                    <a:pt x="5824572" y="670718"/>
                  </a:lnTo>
                  <a:lnTo>
                    <a:pt x="5825232" y="675766"/>
                  </a:lnTo>
                  <a:lnTo>
                    <a:pt x="5825893" y="674267"/>
                  </a:lnTo>
                  <a:lnTo>
                    <a:pt x="5826553" y="682292"/>
                  </a:lnTo>
                  <a:lnTo>
                    <a:pt x="5827214" y="660361"/>
                  </a:lnTo>
                  <a:lnTo>
                    <a:pt x="5827874" y="653785"/>
                  </a:lnTo>
                  <a:lnTo>
                    <a:pt x="5828535" y="652087"/>
                  </a:lnTo>
                  <a:lnTo>
                    <a:pt x="5829195" y="657479"/>
                  </a:lnTo>
                  <a:lnTo>
                    <a:pt x="5829856" y="652114"/>
                  </a:lnTo>
                  <a:lnTo>
                    <a:pt x="5830516" y="652114"/>
                  </a:lnTo>
                  <a:lnTo>
                    <a:pt x="5831177" y="618126"/>
                  </a:lnTo>
                  <a:lnTo>
                    <a:pt x="5831837" y="599656"/>
                  </a:lnTo>
                  <a:lnTo>
                    <a:pt x="5832498" y="591513"/>
                  </a:lnTo>
                  <a:lnTo>
                    <a:pt x="5833159" y="578790"/>
                  </a:lnTo>
                  <a:lnTo>
                    <a:pt x="5833819" y="584970"/>
                  </a:lnTo>
                  <a:lnTo>
                    <a:pt x="5834480" y="595479"/>
                  </a:lnTo>
                  <a:lnTo>
                    <a:pt x="5835140" y="589010"/>
                  </a:lnTo>
                  <a:lnTo>
                    <a:pt x="5835801" y="546970"/>
                  </a:lnTo>
                  <a:lnTo>
                    <a:pt x="5836461" y="518221"/>
                  </a:lnTo>
                  <a:lnTo>
                    <a:pt x="5837122" y="519724"/>
                  </a:lnTo>
                  <a:lnTo>
                    <a:pt x="5837782" y="518299"/>
                  </a:lnTo>
                  <a:lnTo>
                    <a:pt x="5838443" y="537254"/>
                  </a:lnTo>
                  <a:lnTo>
                    <a:pt x="5839103" y="629846"/>
                  </a:lnTo>
                  <a:lnTo>
                    <a:pt x="5839764" y="628589"/>
                  </a:lnTo>
                  <a:lnTo>
                    <a:pt x="5840424" y="633240"/>
                  </a:lnTo>
                  <a:lnTo>
                    <a:pt x="5841085" y="627004"/>
                  </a:lnTo>
                  <a:lnTo>
                    <a:pt x="5841745" y="644594"/>
                  </a:lnTo>
                  <a:lnTo>
                    <a:pt x="5842406" y="653944"/>
                  </a:lnTo>
                  <a:lnTo>
                    <a:pt x="5843067" y="648141"/>
                  </a:lnTo>
                  <a:lnTo>
                    <a:pt x="5843727" y="613293"/>
                  </a:lnTo>
                  <a:lnTo>
                    <a:pt x="5844388" y="646912"/>
                  </a:lnTo>
                  <a:lnTo>
                    <a:pt x="5845048" y="653487"/>
                  </a:lnTo>
                  <a:lnTo>
                    <a:pt x="5845709" y="663166"/>
                  </a:lnTo>
                  <a:lnTo>
                    <a:pt x="5846369" y="677634"/>
                  </a:lnTo>
                  <a:lnTo>
                    <a:pt x="5847030" y="659857"/>
                  </a:lnTo>
                  <a:lnTo>
                    <a:pt x="5847690" y="671529"/>
                  </a:lnTo>
                  <a:lnTo>
                    <a:pt x="5848351" y="676180"/>
                  </a:lnTo>
                  <a:lnTo>
                    <a:pt x="5849011" y="672668"/>
                  </a:lnTo>
                  <a:lnTo>
                    <a:pt x="5849672" y="679374"/>
                  </a:lnTo>
                  <a:lnTo>
                    <a:pt x="5850332" y="661800"/>
                  </a:lnTo>
                  <a:lnTo>
                    <a:pt x="5850993" y="658261"/>
                  </a:lnTo>
                  <a:lnTo>
                    <a:pt x="5851653" y="670249"/>
                  </a:lnTo>
                  <a:lnTo>
                    <a:pt x="5852314" y="675859"/>
                  </a:lnTo>
                  <a:lnTo>
                    <a:pt x="5852974" y="671746"/>
                  </a:lnTo>
                  <a:lnTo>
                    <a:pt x="5853635" y="640398"/>
                  </a:lnTo>
                  <a:lnTo>
                    <a:pt x="5854296" y="653643"/>
                  </a:lnTo>
                  <a:lnTo>
                    <a:pt x="5854956" y="670249"/>
                  </a:lnTo>
                  <a:lnTo>
                    <a:pt x="5855617" y="683773"/>
                  </a:lnTo>
                  <a:lnTo>
                    <a:pt x="5856277" y="678526"/>
                  </a:lnTo>
                  <a:lnTo>
                    <a:pt x="5856938" y="670062"/>
                  </a:lnTo>
                  <a:lnTo>
                    <a:pt x="5857598" y="670249"/>
                  </a:lnTo>
                  <a:lnTo>
                    <a:pt x="5858259" y="646800"/>
                  </a:lnTo>
                  <a:lnTo>
                    <a:pt x="5858919" y="633773"/>
                  </a:lnTo>
                  <a:lnTo>
                    <a:pt x="5859580" y="624094"/>
                  </a:lnTo>
                  <a:lnTo>
                    <a:pt x="5860240" y="616168"/>
                  </a:lnTo>
                  <a:lnTo>
                    <a:pt x="5860901" y="651111"/>
                  </a:lnTo>
                  <a:lnTo>
                    <a:pt x="5861561" y="660375"/>
                  </a:lnTo>
                  <a:lnTo>
                    <a:pt x="5862222" y="667321"/>
                  </a:lnTo>
                  <a:lnTo>
                    <a:pt x="5862882" y="676016"/>
                  </a:lnTo>
                  <a:lnTo>
                    <a:pt x="5863543" y="675168"/>
                  </a:lnTo>
                  <a:lnTo>
                    <a:pt x="5864204" y="667948"/>
                  </a:lnTo>
                  <a:lnTo>
                    <a:pt x="5864864" y="645805"/>
                  </a:lnTo>
                  <a:lnTo>
                    <a:pt x="5865525" y="666957"/>
                  </a:lnTo>
                  <a:lnTo>
                    <a:pt x="5866185" y="671889"/>
                  </a:lnTo>
                  <a:lnTo>
                    <a:pt x="5866846" y="671702"/>
                  </a:lnTo>
                  <a:lnTo>
                    <a:pt x="5867506" y="655861"/>
                  </a:lnTo>
                  <a:lnTo>
                    <a:pt x="5868167" y="660375"/>
                  </a:lnTo>
                  <a:lnTo>
                    <a:pt x="5868827" y="668796"/>
                  </a:lnTo>
                  <a:lnTo>
                    <a:pt x="5869488" y="680165"/>
                  </a:lnTo>
                  <a:lnTo>
                    <a:pt x="5870148" y="672438"/>
                  </a:lnTo>
                  <a:lnTo>
                    <a:pt x="5870809" y="677902"/>
                  </a:lnTo>
                  <a:lnTo>
                    <a:pt x="5871469" y="677089"/>
                  </a:lnTo>
                  <a:lnTo>
                    <a:pt x="5872130" y="677089"/>
                  </a:lnTo>
                  <a:lnTo>
                    <a:pt x="5872790" y="674637"/>
                  </a:lnTo>
                  <a:lnTo>
                    <a:pt x="5873451" y="674637"/>
                  </a:lnTo>
                  <a:lnTo>
                    <a:pt x="5874112" y="670698"/>
                  </a:lnTo>
                  <a:lnTo>
                    <a:pt x="5874772" y="650545"/>
                  </a:lnTo>
                  <a:lnTo>
                    <a:pt x="5875433" y="603452"/>
                  </a:lnTo>
                  <a:lnTo>
                    <a:pt x="5876093" y="603452"/>
                  </a:lnTo>
                  <a:lnTo>
                    <a:pt x="5876754" y="631508"/>
                  </a:lnTo>
                  <a:lnTo>
                    <a:pt x="5877414" y="673696"/>
                  </a:lnTo>
                  <a:lnTo>
                    <a:pt x="5878075" y="669747"/>
                  </a:lnTo>
                  <a:lnTo>
                    <a:pt x="5878735" y="669747"/>
                  </a:lnTo>
                  <a:lnTo>
                    <a:pt x="5879396" y="681117"/>
                  </a:lnTo>
                  <a:lnTo>
                    <a:pt x="5880056" y="677815"/>
                  </a:lnTo>
                  <a:lnTo>
                    <a:pt x="5880717" y="681965"/>
                  </a:lnTo>
                  <a:lnTo>
                    <a:pt x="5881377" y="656816"/>
                  </a:lnTo>
                  <a:lnTo>
                    <a:pt x="5882038" y="628858"/>
                  </a:lnTo>
                  <a:lnTo>
                    <a:pt x="5882698" y="657841"/>
                  </a:lnTo>
                  <a:lnTo>
                    <a:pt x="5883359" y="673799"/>
                  </a:lnTo>
                  <a:lnTo>
                    <a:pt x="5884020" y="672840"/>
                  </a:lnTo>
                  <a:lnTo>
                    <a:pt x="5884680" y="677815"/>
                  </a:lnTo>
                  <a:lnTo>
                    <a:pt x="5885341" y="695712"/>
                  </a:lnTo>
                  <a:lnTo>
                    <a:pt x="5886001" y="680707"/>
                  </a:lnTo>
                  <a:lnTo>
                    <a:pt x="5886662" y="688612"/>
                  </a:lnTo>
                  <a:lnTo>
                    <a:pt x="5887322" y="659131"/>
                  </a:lnTo>
                  <a:lnTo>
                    <a:pt x="5887983" y="594794"/>
                  </a:lnTo>
                  <a:lnTo>
                    <a:pt x="5888643" y="604329"/>
                  </a:lnTo>
                  <a:lnTo>
                    <a:pt x="5889304" y="623980"/>
                  </a:lnTo>
                  <a:lnTo>
                    <a:pt x="5889964" y="641602"/>
                  </a:lnTo>
                  <a:lnTo>
                    <a:pt x="5890625" y="667015"/>
                  </a:lnTo>
                  <a:lnTo>
                    <a:pt x="5891285" y="666771"/>
                  </a:lnTo>
                  <a:lnTo>
                    <a:pt x="5891946" y="665849"/>
                  </a:lnTo>
                  <a:lnTo>
                    <a:pt x="5892606" y="667202"/>
                  </a:lnTo>
                  <a:lnTo>
                    <a:pt x="5893267" y="641024"/>
                  </a:lnTo>
                  <a:lnTo>
                    <a:pt x="5893927" y="643659"/>
                  </a:lnTo>
                  <a:lnTo>
                    <a:pt x="5894588" y="661856"/>
                  </a:lnTo>
                  <a:lnTo>
                    <a:pt x="5895249" y="661856"/>
                  </a:lnTo>
                  <a:lnTo>
                    <a:pt x="5895909" y="661492"/>
                  </a:lnTo>
                  <a:lnTo>
                    <a:pt x="5896570" y="665945"/>
                  </a:lnTo>
                  <a:lnTo>
                    <a:pt x="5897230" y="669113"/>
                  </a:lnTo>
                  <a:lnTo>
                    <a:pt x="5897891" y="667202"/>
                  </a:lnTo>
                  <a:lnTo>
                    <a:pt x="5898551" y="658880"/>
                  </a:lnTo>
                  <a:lnTo>
                    <a:pt x="5899212" y="668265"/>
                  </a:lnTo>
                  <a:lnTo>
                    <a:pt x="5899872" y="643659"/>
                  </a:lnTo>
                  <a:lnTo>
                    <a:pt x="5900533" y="623604"/>
                  </a:lnTo>
                  <a:lnTo>
                    <a:pt x="5901193" y="627886"/>
                  </a:lnTo>
                  <a:lnTo>
                    <a:pt x="5901854" y="662365"/>
                  </a:lnTo>
                  <a:lnTo>
                    <a:pt x="5902514" y="670370"/>
                  </a:lnTo>
                  <a:lnTo>
                    <a:pt x="5903175" y="661492"/>
                  </a:lnTo>
                  <a:lnTo>
                    <a:pt x="5903835" y="661856"/>
                  </a:lnTo>
                  <a:lnTo>
                    <a:pt x="5904496" y="665395"/>
                  </a:lnTo>
                  <a:lnTo>
                    <a:pt x="5905157" y="658880"/>
                  </a:lnTo>
                  <a:lnTo>
                    <a:pt x="5905817" y="652884"/>
                  </a:lnTo>
                  <a:lnTo>
                    <a:pt x="5906478" y="669522"/>
                  </a:lnTo>
                  <a:lnTo>
                    <a:pt x="5907138" y="662527"/>
                  </a:lnTo>
                  <a:lnTo>
                    <a:pt x="5907799" y="669309"/>
                  </a:lnTo>
                  <a:lnTo>
                    <a:pt x="5908459" y="677152"/>
                  </a:lnTo>
                  <a:lnTo>
                    <a:pt x="5909120" y="667914"/>
                  </a:lnTo>
                  <a:lnTo>
                    <a:pt x="5909780" y="684539"/>
                  </a:lnTo>
                  <a:lnTo>
                    <a:pt x="5910441" y="669800"/>
                  </a:lnTo>
                  <a:lnTo>
                    <a:pt x="5911101" y="669800"/>
                  </a:lnTo>
                  <a:lnTo>
                    <a:pt x="5911762" y="671803"/>
                  </a:lnTo>
                  <a:lnTo>
                    <a:pt x="5912422" y="666839"/>
                  </a:lnTo>
                  <a:lnTo>
                    <a:pt x="5913083" y="670970"/>
                  </a:lnTo>
                  <a:lnTo>
                    <a:pt x="5913743" y="657266"/>
                  </a:lnTo>
                  <a:lnTo>
                    <a:pt x="5914404" y="675486"/>
                  </a:lnTo>
                  <a:lnTo>
                    <a:pt x="5915065" y="675115"/>
                  </a:lnTo>
                  <a:lnTo>
                    <a:pt x="5915725" y="674728"/>
                  </a:lnTo>
                  <a:lnTo>
                    <a:pt x="5916386" y="653340"/>
                  </a:lnTo>
                  <a:lnTo>
                    <a:pt x="5917046" y="672864"/>
                  </a:lnTo>
                  <a:lnTo>
                    <a:pt x="5917707" y="674802"/>
                  </a:lnTo>
                  <a:lnTo>
                    <a:pt x="5918367" y="689285"/>
                  </a:lnTo>
                  <a:lnTo>
                    <a:pt x="5919028" y="674728"/>
                  </a:lnTo>
                  <a:lnTo>
                    <a:pt x="5919688" y="666659"/>
                  </a:lnTo>
                  <a:lnTo>
                    <a:pt x="5920349" y="679897"/>
                  </a:lnTo>
                  <a:lnTo>
                    <a:pt x="5921009" y="650587"/>
                  </a:lnTo>
                  <a:lnTo>
                    <a:pt x="5921670" y="644713"/>
                  </a:lnTo>
                  <a:lnTo>
                    <a:pt x="5922330" y="649027"/>
                  </a:lnTo>
                  <a:lnTo>
                    <a:pt x="5922991" y="659683"/>
                  </a:lnTo>
                  <a:lnTo>
                    <a:pt x="5923651" y="640282"/>
                  </a:lnTo>
                  <a:lnTo>
                    <a:pt x="5924312" y="673843"/>
                  </a:lnTo>
                  <a:lnTo>
                    <a:pt x="5924972" y="663828"/>
                  </a:lnTo>
                  <a:lnTo>
                    <a:pt x="5925633" y="632632"/>
                  </a:lnTo>
                  <a:lnTo>
                    <a:pt x="5926294" y="625527"/>
                  </a:lnTo>
                  <a:lnTo>
                    <a:pt x="5926954" y="641424"/>
                  </a:lnTo>
                  <a:lnTo>
                    <a:pt x="5927615" y="633763"/>
                  </a:lnTo>
                  <a:lnTo>
                    <a:pt x="5928275" y="609186"/>
                  </a:lnTo>
                  <a:lnTo>
                    <a:pt x="5928936" y="593221"/>
                  </a:lnTo>
                  <a:lnTo>
                    <a:pt x="5929596" y="591965"/>
                  </a:lnTo>
                  <a:lnTo>
                    <a:pt x="5930257" y="581729"/>
                  </a:lnTo>
                  <a:lnTo>
                    <a:pt x="5930917" y="555293"/>
                  </a:lnTo>
                  <a:lnTo>
                    <a:pt x="5931578" y="595252"/>
                  </a:lnTo>
                  <a:lnTo>
                    <a:pt x="5932238" y="540142"/>
                  </a:lnTo>
                  <a:lnTo>
                    <a:pt x="5932899" y="524569"/>
                  </a:lnTo>
                  <a:lnTo>
                    <a:pt x="5933559" y="518841"/>
                  </a:lnTo>
                  <a:lnTo>
                    <a:pt x="5934220" y="509042"/>
                  </a:lnTo>
                  <a:lnTo>
                    <a:pt x="5934880" y="503184"/>
                  </a:lnTo>
                  <a:lnTo>
                    <a:pt x="5935541" y="512291"/>
                  </a:lnTo>
                  <a:lnTo>
                    <a:pt x="5936202" y="534874"/>
                  </a:lnTo>
                  <a:lnTo>
                    <a:pt x="5936862" y="541922"/>
                  </a:lnTo>
                  <a:lnTo>
                    <a:pt x="5937523" y="546112"/>
                  </a:lnTo>
                  <a:lnTo>
                    <a:pt x="5938183" y="554928"/>
                  </a:lnTo>
                  <a:lnTo>
                    <a:pt x="5938844" y="565164"/>
                  </a:lnTo>
                  <a:lnTo>
                    <a:pt x="5939504" y="588051"/>
                  </a:lnTo>
                  <a:lnTo>
                    <a:pt x="5940165" y="602761"/>
                  </a:lnTo>
                  <a:lnTo>
                    <a:pt x="5940825" y="576520"/>
                  </a:lnTo>
                  <a:lnTo>
                    <a:pt x="5941486" y="573352"/>
                  </a:lnTo>
                  <a:lnTo>
                    <a:pt x="5942146" y="592784"/>
                  </a:lnTo>
                  <a:lnTo>
                    <a:pt x="5942807" y="616834"/>
                  </a:lnTo>
                  <a:lnTo>
                    <a:pt x="5943467" y="614785"/>
                  </a:lnTo>
                  <a:lnTo>
                    <a:pt x="5944128" y="618686"/>
                  </a:lnTo>
                  <a:lnTo>
                    <a:pt x="5944788" y="625024"/>
                  </a:lnTo>
                  <a:lnTo>
                    <a:pt x="5945449" y="597317"/>
                  </a:lnTo>
                  <a:lnTo>
                    <a:pt x="5946110" y="598054"/>
                  </a:lnTo>
                  <a:lnTo>
                    <a:pt x="5946770" y="608588"/>
                  </a:lnTo>
                  <a:lnTo>
                    <a:pt x="5947431" y="613992"/>
                  </a:lnTo>
                  <a:lnTo>
                    <a:pt x="5948091" y="638575"/>
                  </a:lnTo>
                  <a:lnTo>
                    <a:pt x="5948752" y="665634"/>
                  </a:lnTo>
                  <a:lnTo>
                    <a:pt x="5949412" y="653843"/>
                  </a:lnTo>
                  <a:lnTo>
                    <a:pt x="5950073" y="672450"/>
                  </a:lnTo>
                  <a:lnTo>
                    <a:pt x="5950733" y="692307"/>
                  </a:lnTo>
                  <a:lnTo>
                    <a:pt x="5951394" y="664842"/>
                  </a:lnTo>
                  <a:lnTo>
                    <a:pt x="5952054" y="649716"/>
                  </a:lnTo>
                  <a:lnTo>
                    <a:pt x="5952715" y="673298"/>
                  </a:lnTo>
                  <a:lnTo>
                    <a:pt x="5953375" y="672467"/>
                  </a:lnTo>
                  <a:lnTo>
                    <a:pt x="5954036" y="668827"/>
                  </a:lnTo>
                  <a:lnTo>
                    <a:pt x="5954696" y="661168"/>
                  </a:lnTo>
                  <a:lnTo>
                    <a:pt x="5955357" y="660279"/>
                  </a:lnTo>
                  <a:lnTo>
                    <a:pt x="5956018" y="683945"/>
                  </a:lnTo>
                  <a:lnTo>
                    <a:pt x="5956678" y="674649"/>
                  </a:lnTo>
                  <a:lnTo>
                    <a:pt x="5957339" y="662937"/>
                  </a:lnTo>
                  <a:lnTo>
                    <a:pt x="5957999" y="642080"/>
                  </a:lnTo>
                  <a:lnTo>
                    <a:pt x="5958660" y="621876"/>
                  </a:lnTo>
                  <a:lnTo>
                    <a:pt x="5959320" y="634780"/>
                  </a:lnTo>
                  <a:lnTo>
                    <a:pt x="5959981" y="644720"/>
                  </a:lnTo>
                  <a:lnTo>
                    <a:pt x="5960641" y="659236"/>
                  </a:lnTo>
                  <a:lnTo>
                    <a:pt x="5961302" y="671681"/>
                  </a:lnTo>
                  <a:lnTo>
                    <a:pt x="5961962" y="647406"/>
                  </a:lnTo>
                  <a:lnTo>
                    <a:pt x="5962623" y="647055"/>
                  </a:lnTo>
                  <a:lnTo>
                    <a:pt x="5963283" y="646195"/>
                  </a:lnTo>
                  <a:lnTo>
                    <a:pt x="5963944" y="671533"/>
                  </a:lnTo>
                  <a:lnTo>
                    <a:pt x="5964604" y="677940"/>
                  </a:lnTo>
                  <a:lnTo>
                    <a:pt x="5965265" y="652928"/>
                  </a:lnTo>
                  <a:lnTo>
                    <a:pt x="5965925" y="632679"/>
                  </a:lnTo>
                  <a:lnTo>
                    <a:pt x="5966586" y="635642"/>
                  </a:lnTo>
                  <a:lnTo>
                    <a:pt x="5967247" y="638470"/>
                  </a:lnTo>
                  <a:lnTo>
                    <a:pt x="5967907" y="659588"/>
                  </a:lnTo>
                  <a:lnTo>
                    <a:pt x="5968568" y="656092"/>
                  </a:lnTo>
                  <a:lnTo>
                    <a:pt x="5969228" y="642036"/>
                  </a:lnTo>
                  <a:lnTo>
                    <a:pt x="5969889" y="626459"/>
                  </a:lnTo>
                  <a:lnTo>
                    <a:pt x="5970549" y="592790"/>
                  </a:lnTo>
                  <a:lnTo>
                    <a:pt x="5971210" y="563752"/>
                  </a:lnTo>
                  <a:lnTo>
                    <a:pt x="5971870" y="573689"/>
                  </a:lnTo>
                  <a:lnTo>
                    <a:pt x="5972531" y="592530"/>
                  </a:lnTo>
                  <a:lnTo>
                    <a:pt x="5973191" y="597126"/>
                  </a:lnTo>
                  <a:lnTo>
                    <a:pt x="5973852" y="627894"/>
                  </a:lnTo>
                  <a:lnTo>
                    <a:pt x="5974512" y="625746"/>
                  </a:lnTo>
                  <a:lnTo>
                    <a:pt x="5975173" y="627894"/>
                  </a:lnTo>
                  <a:lnTo>
                    <a:pt x="5975833" y="614075"/>
                  </a:lnTo>
                  <a:lnTo>
                    <a:pt x="5976494" y="608863"/>
                  </a:lnTo>
                  <a:lnTo>
                    <a:pt x="5977155" y="620799"/>
                  </a:lnTo>
                  <a:lnTo>
                    <a:pt x="5977815" y="642846"/>
                  </a:lnTo>
                  <a:lnTo>
                    <a:pt x="5978476" y="653752"/>
                  </a:lnTo>
                  <a:lnTo>
                    <a:pt x="5979136" y="654872"/>
                  </a:lnTo>
                  <a:lnTo>
                    <a:pt x="5979797" y="650653"/>
                  </a:lnTo>
                  <a:lnTo>
                    <a:pt x="5980457" y="657340"/>
                  </a:lnTo>
                  <a:lnTo>
                    <a:pt x="5981118" y="658188"/>
                  </a:lnTo>
                  <a:lnTo>
                    <a:pt x="5981778" y="653213"/>
                  </a:lnTo>
                  <a:lnTo>
                    <a:pt x="5982439" y="652178"/>
                  </a:lnTo>
                  <a:lnTo>
                    <a:pt x="5983099" y="627934"/>
                  </a:lnTo>
                  <a:lnTo>
                    <a:pt x="5983760" y="626258"/>
                  </a:lnTo>
                  <a:lnTo>
                    <a:pt x="5984420" y="644485"/>
                  </a:lnTo>
                  <a:lnTo>
                    <a:pt x="5985081" y="651519"/>
                  </a:lnTo>
                  <a:lnTo>
                    <a:pt x="5985741" y="653157"/>
                  </a:lnTo>
                  <a:lnTo>
                    <a:pt x="5986402" y="655391"/>
                  </a:lnTo>
                  <a:lnTo>
                    <a:pt x="5987063" y="668710"/>
                  </a:lnTo>
                  <a:lnTo>
                    <a:pt x="5987723" y="632949"/>
                  </a:lnTo>
                  <a:lnTo>
                    <a:pt x="5988384" y="633569"/>
                  </a:lnTo>
                  <a:lnTo>
                    <a:pt x="5989044" y="653397"/>
                  </a:lnTo>
                  <a:lnTo>
                    <a:pt x="5989705" y="658559"/>
                  </a:lnTo>
                  <a:lnTo>
                    <a:pt x="5990365" y="651519"/>
                  </a:lnTo>
                  <a:lnTo>
                    <a:pt x="5991026" y="668710"/>
                  </a:lnTo>
                  <a:lnTo>
                    <a:pt x="5991686" y="655391"/>
                  </a:lnTo>
                  <a:lnTo>
                    <a:pt x="5992347" y="650045"/>
                  </a:lnTo>
                  <a:lnTo>
                    <a:pt x="5993007" y="673110"/>
                  </a:lnTo>
                  <a:lnTo>
                    <a:pt x="5993668" y="688443"/>
                  </a:lnTo>
                  <a:lnTo>
                    <a:pt x="5994328" y="678971"/>
                  </a:lnTo>
                  <a:lnTo>
                    <a:pt x="5994989" y="676041"/>
                  </a:lnTo>
                  <a:lnTo>
                    <a:pt x="5995649" y="657934"/>
                  </a:lnTo>
                  <a:lnTo>
                    <a:pt x="5996310" y="653620"/>
                  </a:lnTo>
                  <a:lnTo>
                    <a:pt x="5996970" y="640121"/>
                  </a:lnTo>
                  <a:lnTo>
                    <a:pt x="5997631" y="627722"/>
                  </a:lnTo>
                  <a:lnTo>
                    <a:pt x="5998292" y="632607"/>
                  </a:lnTo>
                  <a:lnTo>
                    <a:pt x="5998952" y="639353"/>
                  </a:lnTo>
                  <a:lnTo>
                    <a:pt x="5999613" y="645064"/>
                  </a:lnTo>
                  <a:lnTo>
                    <a:pt x="6000273" y="633007"/>
                  </a:lnTo>
                  <a:lnTo>
                    <a:pt x="6000934" y="617153"/>
                  </a:lnTo>
                  <a:lnTo>
                    <a:pt x="6001594" y="600278"/>
                  </a:lnTo>
                  <a:lnTo>
                    <a:pt x="6002255" y="590478"/>
                  </a:lnTo>
                  <a:lnTo>
                    <a:pt x="6002915" y="622478"/>
                  </a:lnTo>
                  <a:lnTo>
                    <a:pt x="6003576" y="633794"/>
                  </a:lnTo>
                  <a:lnTo>
                    <a:pt x="6004236" y="627789"/>
                  </a:lnTo>
                  <a:lnTo>
                    <a:pt x="6004897" y="604259"/>
                  </a:lnTo>
                  <a:lnTo>
                    <a:pt x="6005557" y="595333"/>
                  </a:lnTo>
                  <a:lnTo>
                    <a:pt x="6006218" y="605870"/>
                  </a:lnTo>
                  <a:lnTo>
                    <a:pt x="6006878" y="625925"/>
                  </a:lnTo>
                  <a:lnTo>
                    <a:pt x="6007539" y="647571"/>
                  </a:lnTo>
                  <a:lnTo>
                    <a:pt x="6008200" y="672286"/>
                  </a:lnTo>
                  <a:lnTo>
                    <a:pt x="6008860" y="647384"/>
                  </a:lnTo>
                  <a:lnTo>
                    <a:pt x="6009521" y="642820"/>
                  </a:lnTo>
                  <a:lnTo>
                    <a:pt x="6010181" y="646314"/>
                  </a:lnTo>
                  <a:lnTo>
                    <a:pt x="6010842" y="644837"/>
                  </a:lnTo>
                  <a:lnTo>
                    <a:pt x="6011502" y="631503"/>
                  </a:lnTo>
                  <a:lnTo>
                    <a:pt x="6012163" y="637214"/>
                  </a:lnTo>
                  <a:lnTo>
                    <a:pt x="6012823" y="651698"/>
                  </a:lnTo>
                  <a:lnTo>
                    <a:pt x="6013484" y="659290"/>
                  </a:lnTo>
                  <a:lnTo>
                    <a:pt x="6014144" y="651698"/>
                  </a:lnTo>
                  <a:lnTo>
                    <a:pt x="6014805" y="665240"/>
                  </a:lnTo>
                  <a:lnTo>
                    <a:pt x="6015465" y="669718"/>
                  </a:lnTo>
                  <a:lnTo>
                    <a:pt x="6016126" y="648832"/>
                  </a:lnTo>
                  <a:lnTo>
                    <a:pt x="6016786" y="648832"/>
                  </a:lnTo>
                  <a:lnTo>
                    <a:pt x="6017447" y="655404"/>
                  </a:lnTo>
                  <a:lnTo>
                    <a:pt x="6018108" y="642074"/>
                  </a:lnTo>
                  <a:lnTo>
                    <a:pt x="6018768" y="632867"/>
                  </a:lnTo>
                  <a:lnTo>
                    <a:pt x="6019429" y="608030"/>
                  </a:lnTo>
                  <a:lnTo>
                    <a:pt x="6020089" y="588969"/>
                  </a:lnTo>
                  <a:lnTo>
                    <a:pt x="6020750" y="590924"/>
                  </a:lnTo>
                  <a:lnTo>
                    <a:pt x="6021410" y="591397"/>
                  </a:lnTo>
                  <a:lnTo>
                    <a:pt x="6022071" y="597587"/>
                  </a:lnTo>
                  <a:lnTo>
                    <a:pt x="6022731" y="597567"/>
                  </a:lnTo>
                  <a:lnTo>
                    <a:pt x="6023392" y="604826"/>
                  </a:lnTo>
                  <a:lnTo>
                    <a:pt x="6024052" y="613598"/>
                  </a:lnTo>
                  <a:lnTo>
                    <a:pt x="6024713" y="609174"/>
                  </a:lnTo>
                  <a:lnTo>
                    <a:pt x="6025373" y="619411"/>
                  </a:lnTo>
                  <a:lnTo>
                    <a:pt x="6026034" y="631868"/>
                  </a:lnTo>
                  <a:lnTo>
                    <a:pt x="6026694" y="612940"/>
                  </a:lnTo>
                  <a:lnTo>
                    <a:pt x="6027355" y="602131"/>
                  </a:lnTo>
                  <a:lnTo>
                    <a:pt x="6028016" y="610970"/>
                  </a:lnTo>
                  <a:lnTo>
                    <a:pt x="6028676" y="634031"/>
                  </a:lnTo>
                  <a:lnTo>
                    <a:pt x="6029337" y="631485"/>
                  </a:lnTo>
                  <a:lnTo>
                    <a:pt x="6029997" y="608314"/>
                  </a:lnTo>
                  <a:lnTo>
                    <a:pt x="6030658" y="591399"/>
                  </a:lnTo>
                  <a:lnTo>
                    <a:pt x="6031318" y="572063"/>
                  </a:lnTo>
                  <a:lnTo>
                    <a:pt x="6031979" y="562904"/>
                  </a:lnTo>
                  <a:lnTo>
                    <a:pt x="6032639" y="552822"/>
                  </a:lnTo>
                  <a:lnTo>
                    <a:pt x="6033300" y="521662"/>
                  </a:lnTo>
                  <a:lnTo>
                    <a:pt x="6033960" y="516329"/>
                  </a:lnTo>
                  <a:lnTo>
                    <a:pt x="6034621" y="498037"/>
                  </a:lnTo>
                  <a:lnTo>
                    <a:pt x="6035281" y="521741"/>
                  </a:lnTo>
                  <a:lnTo>
                    <a:pt x="6035942" y="515733"/>
                  </a:lnTo>
                  <a:lnTo>
                    <a:pt x="6036602" y="472665"/>
                  </a:lnTo>
                  <a:lnTo>
                    <a:pt x="6037263" y="442388"/>
                  </a:lnTo>
                  <a:lnTo>
                    <a:pt x="6037923" y="386443"/>
                  </a:lnTo>
                  <a:lnTo>
                    <a:pt x="6038584" y="367350"/>
                  </a:lnTo>
                  <a:lnTo>
                    <a:pt x="6039245" y="343603"/>
                  </a:lnTo>
                  <a:lnTo>
                    <a:pt x="6039905" y="320148"/>
                  </a:lnTo>
                  <a:lnTo>
                    <a:pt x="6040566" y="318812"/>
                  </a:lnTo>
                  <a:lnTo>
                    <a:pt x="6041226" y="302810"/>
                  </a:lnTo>
                  <a:lnTo>
                    <a:pt x="6041887" y="304147"/>
                  </a:lnTo>
                  <a:lnTo>
                    <a:pt x="6042547" y="329684"/>
                  </a:lnTo>
                  <a:lnTo>
                    <a:pt x="6043208" y="333366"/>
                  </a:lnTo>
                  <a:lnTo>
                    <a:pt x="6043868" y="341636"/>
                  </a:lnTo>
                  <a:lnTo>
                    <a:pt x="6044529" y="412726"/>
                  </a:lnTo>
                  <a:lnTo>
                    <a:pt x="6045189" y="426264"/>
                  </a:lnTo>
                  <a:lnTo>
                    <a:pt x="6045850" y="444157"/>
                  </a:lnTo>
                  <a:lnTo>
                    <a:pt x="6046510" y="472052"/>
                  </a:lnTo>
                  <a:lnTo>
                    <a:pt x="6047171" y="507418"/>
                  </a:lnTo>
                  <a:lnTo>
                    <a:pt x="6047831" y="530320"/>
                  </a:lnTo>
                  <a:lnTo>
                    <a:pt x="6048492" y="535125"/>
                  </a:lnTo>
                  <a:lnTo>
                    <a:pt x="6049153" y="516348"/>
                  </a:lnTo>
                  <a:lnTo>
                    <a:pt x="6049813" y="541729"/>
                  </a:lnTo>
                  <a:lnTo>
                    <a:pt x="6050474" y="542647"/>
                  </a:lnTo>
                  <a:lnTo>
                    <a:pt x="6051134" y="566795"/>
                  </a:lnTo>
                  <a:lnTo>
                    <a:pt x="6051795" y="572583"/>
                  </a:lnTo>
                  <a:lnTo>
                    <a:pt x="6052455" y="570950"/>
                  </a:lnTo>
                  <a:lnTo>
                    <a:pt x="6053116" y="565341"/>
                  </a:lnTo>
                  <a:lnTo>
                    <a:pt x="6053776" y="622204"/>
                  </a:lnTo>
                  <a:lnTo>
                    <a:pt x="6054437" y="632171"/>
                  </a:lnTo>
                  <a:lnTo>
                    <a:pt x="6055097" y="597269"/>
                  </a:lnTo>
                  <a:lnTo>
                    <a:pt x="6055758" y="613111"/>
                  </a:lnTo>
                  <a:lnTo>
                    <a:pt x="6056418" y="627828"/>
                  </a:lnTo>
                  <a:lnTo>
                    <a:pt x="6057079" y="642410"/>
                  </a:lnTo>
                  <a:lnTo>
                    <a:pt x="6057739" y="608815"/>
                  </a:lnTo>
                  <a:lnTo>
                    <a:pt x="6058400" y="583414"/>
                  </a:lnTo>
                  <a:lnTo>
                    <a:pt x="6059061" y="589882"/>
                  </a:lnTo>
                  <a:lnTo>
                    <a:pt x="6059721" y="620710"/>
                  </a:lnTo>
                  <a:lnTo>
                    <a:pt x="6060382" y="594016"/>
                  </a:lnTo>
                  <a:lnTo>
                    <a:pt x="6061042" y="587252"/>
                  </a:lnTo>
                  <a:lnTo>
                    <a:pt x="6061703" y="594550"/>
                  </a:lnTo>
                  <a:lnTo>
                    <a:pt x="6062363" y="625223"/>
                  </a:lnTo>
                  <a:lnTo>
                    <a:pt x="6063024" y="647833"/>
                  </a:lnTo>
                  <a:lnTo>
                    <a:pt x="6063684" y="664579"/>
                  </a:lnTo>
                  <a:lnTo>
                    <a:pt x="6064345" y="633593"/>
                  </a:lnTo>
                  <a:lnTo>
                    <a:pt x="6065005" y="623590"/>
                  </a:lnTo>
                  <a:lnTo>
                    <a:pt x="6065666" y="631543"/>
                  </a:lnTo>
                  <a:lnTo>
                    <a:pt x="6066326" y="625064"/>
                  </a:lnTo>
                  <a:lnTo>
                    <a:pt x="6066987" y="631543"/>
                  </a:lnTo>
                  <a:lnTo>
                    <a:pt x="6067647" y="636147"/>
                  </a:lnTo>
                  <a:lnTo>
                    <a:pt x="6068308" y="634889"/>
                  </a:lnTo>
                  <a:lnTo>
                    <a:pt x="6068968" y="645450"/>
                  </a:lnTo>
                  <a:lnTo>
                    <a:pt x="6069629" y="627269"/>
                  </a:lnTo>
                  <a:lnTo>
                    <a:pt x="6070290" y="603737"/>
                  </a:lnTo>
                  <a:lnTo>
                    <a:pt x="6070950" y="612005"/>
                  </a:lnTo>
                  <a:lnTo>
                    <a:pt x="6071611" y="645719"/>
                  </a:lnTo>
                  <a:lnTo>
                    <a:pt x="6072271" y="646664"/>
                  </a:lnTo>
                  <a:lnTo>
                    <a:pt x="6072932" y="631351"/>
                  </a:lnTo>
                  <a:lnTo>
                    <a:pt x="6073592" y="622498"/>
                  </a:lnTo>
                  <a:lnTo>
                    <a:pt x="6074253" y="633051"/>
                  </a:lnTo>
                  <a:lnTo>
                    <a:pt x="6074913" y="629179"/>
                  </a:lnTo>
                  <a:lnTo>
                    <a:pt x="6075574" y="623777"/>
                  </a:lnTo>
                  <a:lnTo>
                    <a:pt x="6076234" y="621193"/>
                  </a:lnTo>
                  <a:lnTo>
                    <a:pt x="6076895" y="608203"/>
                  </a:lnTo>
                  <a:lnTo>
                    <a:pt x="6077555" y="587133"/>
                  </a:lnTo>
                  <a:lnTo>
                    <a:pt x="6078216" y="601176"/>
                  </a:lnTo>
                  <a:lnTo>
                    <a:pt x="6078876" y="621193"/>
                  </a:lnTo>
                  <a:lnTo>
                    <a:pt x="6079537" y="626389"/>
                  </a:lnTo>
                  <a:lnTo>
                    <a:pt x="6080198" y="605348"/>
                  </a:lnTo>
                  <a:lnTo>
                    <a:pt x="6080858" y="591777"/>
                  </a:lnTo>
                  <a:lnTo>
                    <a:pt x="6081519" y="608133"/>
                  </a:lnTo>
                  <a:lnTo>
                    <a:pt x="6082179" y="622293"/>
                  </a:lnTo>
                  <a:lnTo>
                    <a:pt x="6082840" y="630054"/>
                  </a:lnTo>
                  <a:lnTo>
                    <a:pt x="6083500" y="625122"/>
                  </a:lnTo>
                  <a:lnTo>
                    <a:pt x="6084161" y="600644"/>
                  </a:lnTo>
                  <a:lnTo>
                    <a:pt x="6084821" y="577999"/>
                  </a:lnTo>
                  <a:lnTo>
                    <a:pt x="6085482" y="610952"/>
                  </a:lnTo>
                  <a:lnTo>
                    <a:pt x="6086142" y="624324"/>
                  </a:lnTo>
                  <a:lnTo>
                    <a:pt x="6086803" y="630469"/>
                  </a:lnTo>
                  <a:lnTo>
                    <a:pt x="6087463" y="642139"/>
                  </a:lnTo>
                  <a:lnTo>
                    <a:pt x="6088124" y="634919"/>
                  </a:lnTo>
                  <a:lnTo>
                    <a:pt x="6088784" y="627884"/>
                  </a:lnTo>
                  <a:lnTo>
                    <a:pt x="6089445" y="638383"/>
                  </a:lnTo>
                  <a:lnTo>
                    <a:pt x="6090106" y="640902"/>
                  </a:lnTo>
                  <a:lnTo>
                    <a:pt x="6090766" y="610262"/>
                  </a:lnTo>
                  <a:lnTo>
                    <a:pt x="6091427" y="589954"/>
                  </a:lnTo>
                  <a:lnTo>
                    <a:pt x="6092087" y="617779"/>
                  </a:lnTo>
                  <a:lnTo>
                    <a:pt x="6092748" y="633451"/>
                  </a:lnTo>
                  <a:lnTo>
                    <a:pt x="6093408" y="634479"/>
                  </a:lnTo>
                  <a:lnTo>
                    <a:pt x="6094069" y="634844"/>
                  </a:lnTo>
                  <a:lnTo>
                    <a:pt x="6094729" y="638226"/>
                  </a:lnTo>
                  <a:lnTo>
                    <a:pt x="6095390" y="639631"/>
                  </a:lnTo>
                  <a:lnTo>
                    <a:pt x="6096050" y="640368"/>
                  </a:lnTo>
                  <a:lnTo>
                    <a:pt x="6096711" y="649378"/>
                  </a:lnTo>
                  <a:lnTo>
                    <a:pt x="6097371" y="613033"/>
                  </a:lnTo>
                  <a:lnTo>
                    <a:pt x="6098032" y="600025"/>
                  </a:lnTo>
                  <a:lnTo>
                    <a:pt x="6098692" y="612224"/>
                  </a:lnTo>
                  <a:lnTo>
                    <a:pt x="6099353" y="638561"/>
                  </a:lnTo>
                  <a:lnTo>
                    <a:pt x="6100014" y="634657"/>
                  </a:lnTo>
                  <a:lnTo>
                    <a:pt x="6100674" y="634591"/>
                  </a:lnTo>
                  <a:lnTo>
                    <a:pt x="6101335" y="644007"/>
                  </a:lnTo>
                  <a:lnTo>
                    <a:pt x="6101995" y="644042"/>
                  </a:lnTo>
                  <a:lnTo>
                    <a:pt x="6102656" y="594453"/>
                  </a:lnTo>
                  <a:lnTo>
                    <a:pt x="6103316" y="594453"/>
                  </a:lnTo>
                  <a:lnTo>
                    <a:pt x="6103977" y="627985"/>
                  </a:lnTo>
                  <a:lnTo>
                    <a:pt x="6104637" y="653136"/>
                  </a:lnTo>
                  <a:lnTo>
                    <a:pt x="6105298" y="646233"/>
                  </a:lnTo>
                  <a:lnTo>
                    <a:pt x="6105958" y="645843"/>
                  </a:lnTo>
                  <a:lnTo>
                    <a:pt x="6106619" y="640879"/>
                  </a:lnTo>
                  <a:lnTo>
                    <a:pt x="6107279" y="638009"/>
                  </a:lnTo>
                  <a:lnTo>
                    <a:pt x="6107940" y="630721"/>
                  </a:lnTo>
                  <a:lnTo>
                    <a:pt x="6108600" y="625525"/>
                  </a:lnTo>
                  <a:lnTo>
                    <a:pt x="6109261" y="619404"/>
                  </a:lnTo>
                  <a:lnTo>
                    <a:pt x="6109921" y="621011"/>
                  </a:lnTo>
                  <a:lnTo>
                    <a:pt x="6110582" y="625051"/>
                  </a:lnTo>
                  <a:lnTo>
                    <a:pt x="6111243" y="629259"/>
                  </a:lnTo>
                  <a:lnTo>
                    <a:pt x="6111903" y="638286"/>
                  </a:lnTo>
                  <a:lnTo>
                    <a:pt x="6112564" y="649771"/>
                  </a:lnTo>
                  <a:lnTo>
                    <a:pt x="6113224" y="628536"/>
                  </a:lnTo>
                  <a:lnTo>
                    <a:pt x="6113885" y="607338"/>
                  </a:lnTo>
                  <a:lnTo>
                    <a:pt x="6114545" y="625409"/>
                  </a:lnTo>
                  <a:lnTo>
                    <a:pt x="6115206" y="597978"/>
                  </a:lnTo>
                  <a:lnTo>
                    <a:pt x="6115866" y="579223"/>
                  </a:lnTo>
                  <a:lnTo>
                    <a:pt x="6116527" y="558594"/>
                  </a:lnTo>
                  <a:lnTo>
                    <a:pt x="6117187" y="558585"/>
                  </a:lnTo>
                  <a:lnTo>
                    <a:pt x="6117848" y="585305"/>
                  </a:lnTo>
                  <a:lnTo>
                    <a:pt x="6118508" y="567113"/>
                  </a:lnTo>
                  <a:lnTo>
                    <a:pt x="6119169" y="559492"/>
                  </a:lnTo>
                  <a:lnTo>
                    <a:pt x="6119829" y="548435"/>
                  </a:lnTo>
                  <a:lnTo>
                    <a:pt x="6120490" y="532238"/>
                  </a:lnTo>
                  <a:lnTo>
                    <a:pt x="6121151" y="532170"/>
                  </a:lnTo>
                  <a:lnTo>
                    <a:pt x="6121811" y="477013"/>
                  </a:lnTo>
                  <a:lnTo>
                    <a:pt x="6122472" y="466282"/>
                  </a:lnTo>
                  <a:lnTo>
                    <a:pt x="6123132" y="453123"/>
                  </a:lnTo>
                  <a:lnTo>
                    <a:pt x="6123793" y="417979"/>
                  </a:lnTo>
                  <a:lnTo>
                    <a:pt x="6124453" y="411346"/>
                  </a:lnTo>
                  <a:lnTo>
                    <a:pt x="6125114" y="411346"/>
                  </a:lnTo>
                  <a:lnTo>
                    <a:pt x="6125774" y="424986"/>
                  </a:lnTo>
                  <a:lnTo>
                    <a:pt x="6126435" y="437716"/>
                  </a:lnTo>
                  <a:lnTo>
                    <a:pt x="6127095" y="465177"/>
                  </a:lnTo>
                  <a:lnTo>
                    <a:pt x="6127756" y="471680"/>
                  </a:lnTo>
                  <a:lnTo>
                    <a:pt x="6128416" y="508384"/>
                  </a:lnTo>
                  <a:lnTo>
                    <a:pt x="6129077" y="512159"/>
                  </a:lnTo>
                  <a:lnTo>
                    <a:pt x="6129737" y="531868"/>
                  </a:lnTo>
                  <a:lnTo>
                    <a:pt x="6130398" y="562696"/>
                  </a:lnTo>
                  <a:lnTo>
                    <a:pt x="6131059" y="571884"/>
                  </a:lnTo>
                  <a:lnTo>
                    <a:pt x="6131719" y="560715"/>
                  </a:lnTo>
                  <a:lnTo>
                    <a:pt x="6132380" y="576918"/>
                  </a:lnTo>
                  <a:lnTo>
                    <a:pt x="6133040" y="605105"/>
                  </a:lnTo>
                  <a:lnTo>
                    <a:pt x="6133701" y="595205"/>
                  </a:lnTo>
                  <a:lnTo>
                    <a:pt x="6134361" y="587804"/>
                  </a:lnTo>
                  <a:lnTo>
                    <a:pt x="6135022" y="583420"/>
                  </a:lnTo>
                  <a:lnTo>
                    <a:pt x="6135682" y="616694"/>
                  </a:lnTo>
                  <a:lnTo>
                    <a:pt x="6136343" y="628162"/>
                  </a:lnTo>
                  <a:lnTo>
                    <a:pt x="6137003" y="638587"/>
                  </a:lnTo>
                  <a:lnTo>
                    <a:pt x="6137664" y="624560"/>
                  </a:lnTo>
                  <a:lnTo>
                    <a:pt x="6138324" y="628557"/>
                  </a:lnTo>
                  <a:lnTo>
                    <a:pt x="6138985" y="671618"/>
                  </a:lnTo>
                  <a:lnTo>
                    <a:pt x="6139645" y="688586"/>
                  </a:lnTo>
                  <a:lnTo>
                    <a:pt x="6140306" y="646435"/>
                  </a:lnTo>
                  <a:lnTo>
                    <a:pt x="6140966" y="634200"/>
                  </a:lnTo>
                  <a:lnTo>
                    <a:pt x="6141627" y="636812"/>
                  </a:lnTo>
                  <a:lnTo>
                    <a:pt x="6142288" y="643066"/>
                  </a:lnTo>
                  <a:lnTo>
                    <a:pt x="6142948" y="616379"/>
                  </a:lnTo>
                  <a:lnTo>
                    <a:pt x="6143609" y="601981"/>
                  </a:lnTo>
                  <a:lnTo>
                    <a:pt x="6144269" y="603827"/>
                  </a:lnTo>
                  <a:lnTo>
                    <a:pt x="6144930" y="606153"/>
                  </a:lnTo>
                  <a:lnTo>
                    <a:pt x="6145590" y="613075"/>
                  </a:lnTo>
                  <a:lnTo>
                    <a:pt x="6146251" y="628770"/>
                  </a:lnTo>
                  <a:lnTo>
                    <a:pt x="6146911" y="642067"/>
                  </a:lnTo>
                  <a:lnTo>
                    <a:pt x="6147572" y="641584"/>
                  </a:lnTo>
                  <a:lnTo>
                    <a:pt x="6148232" y="614003"/>
                  </a:lnTo>
                  <a:lnTo>
                    <a:pt x="6148893" y="615850"/>
                  </a:lnTo>
                  <a:lnTo>
                    <a:pt x="6149553" y="649484"/>
                  </a:lnTo>
                  <a:lnTo>
                    <a:pt x="6150214" y="660390"/>
                  </a:lnTo>
                  <a:lnTo>
                    <a:pt x="6150874" y="663558"/>
                  </a:lnTo>
                  <a:lnTo>
                    <a:pt x="6151535" y="677205"/>
                  </a:lnTo>
                  <a:lnTo>
                    <a:pt x="6152196" y="662300"/>
                  </a:lnTo>
                  <a:lnTo>
                    <a:pt x="6152856" y="659542"/>
                  </a:lnTo>
                  <a:lnTo>
                    <a:pt x="6153517" y="652068"/>
                  </a:lnTo>
                  <a:lnTo>
                    <a:pt x="6154177" y="654680"/>
                  </a:lnTo>
                  <a:lnTo>
                    <a:pt x="6154838" y="654680"/>
                  </a:lnTo>
                  <a:lnTo>
                    <a:pt x="6155498" y="662811"/>
                  </a:lnTo>
                  <a:lnTo>
                    <a:pt x="6156159" y="681585"/>
                  </a:lnTo>
                  <a:lnTo>
                    <a:pt x="6156819" y="675239"/>
                  </a:lnTo>
                  <a:lnTo>
                    <a:pt x="6157480" y="651055"/>
                  </a:lnTo>
                  <a:lnTo>
                    <a:pt x="6158140" y="664820"/>
                  </a:lnTo>
                  <a:lnTo>
                    <a:pt x="6158801" y="680192"/>
                  </a:lnTo>
                  <a:lnTo>
                    <a:pt x="6159461" y="660089"/>
                  </a:lnTo>
                  <a:lnTo>
                    <a:pt x="6160122" y="652232"/>
                  </a:lnTo>
                  <a:lnTo>
                    <a:pt x="6160782" y="649620"/>
                  </a:lnTo>
                  <a:lnTo>
                    <a:pt x="6161443" y="651805"/>
                  </a:lnTo>
                  <a:lnTo>
                    <a:pt x="6162104" y="651384"/>
                  </a:lnTo>
                  <a:lnTo>
                    <a:pt x="6162764" y="649620"/>
                  </a:lnTo>
                  <a:lnTo>
                    <a:pt x="6163425" y="676286"/>
                  </a:lnTo>
                  <a:lnTo>
                    <a:pt x="6164085" y="678534"/>
                  </a:lnTo>
                  <a:lnTo>
                    <a:pt x="6164746" y="657719"/>
                  </a:lnTo>
                  <a:lnTo>
                    <a:pt x="6165406" y="649793"/>
                  </a:lnTo>
                  <a:lnTo>
                    <a:pt x="6166067" y="641117"/>
                  </a:lnTo>
                  <a:lnTo>
                    <a:pt x="6166727" y="658345"/>
                  </a:lnTo>
                  <a:lnTo>
                    <a:pt x="6167388" y="651944"/>
                  </a:lnTo>
                  <a:lnTo>
                    <a:pt x="6168048" y="644909"/>
                  </a:lnTo>
                  <a:lnTo>
                    <a:pt x="6168709" y="646247"/>
                  </a:lnTo>
                  <a:lnTo>
                    <a:pt x="6169369" y="629819"/>
                  </a:lnTo>
                  <a:lnTo>
                    <a:pt x="6170030" y="618798"/>
                  </a:lnTo>
                  <a:lnTo>
                    <a:pt x="6170690" y="632277"/>
                  </a:lnTo>
                  <a:lnTo>
                    <a:pt x="6171351" y="621023"/>
                  </a:lnTo>
                  <a:lnTo>
                    <a:pt x="6172012" y="633270"/>
                  </a:lnTo>
                  <a:lnTo>
                    <a:pt x="6172672" y="645583"/>
                  </a:lnTo>
                  <a:lnTo>
                    <a:pt x="6173333" y="661793"/>
                  </a:lnTo>
                  <a:lnTo>
                    <a:pt x="6173993" y="661793"/>
                  </a:lnTo>
                  <a:lnTo>
                    <a:pt x="6174654" y="644878"/>
                  </a:lnTo>
                  <a:lnTo>
                    <a:pt x="6175314" y="626596"/>
                  </a:lnTo>
                  <a:lnTo>
                    <a:pt x="6175975" y="625220"/>
                  </a:lnTo>
                  <a:lnTo>
                    <a:pt x="6176635" y="644878"/>
                  </a:lnTo>
                  <a:lnTo>
                    <a:pt x="6177296" y="645606"/>
                  </a:lnTo>
                  <a:lnTo>
                    <a:pt x="6177956" y="631932"/>
                  </a:lnTo>
                  <a:lnTo>
                    <a:pt x="6178617" y="630812"/>
                  </a:lnTo>
                  <a:lnTo>
                    <a:pt x="6179277" y="636208"/>
                  </a:lnTo>
                  <a:lnTo>
                    <a:pt x="6179938" y="638819"/>
                  </a:lnTo>
                  <a:lnTo>
                    <a:pt x="6180598" y="635508"/>
                  </a:lnTo>
                  <a:lnTo>
                    <a:pt x="6181259" y="634360"/>
                  </a:lnTo>
                  <a:lnTo>
                    <a:pt x="6181919" y="631776"/>
                  </a:lnTo>
                  <a:lnTo>
                    <a:pt x="6182580" y="631776"/>
                  </a:lnTo>
                  <a:lnTo>
                    <a:pt x="6183241" y="631776"/>
                  </a:lnTo>
                  <a:lnTo>
                    <a:pt x="6183901" y="624261"/>
                  </a:lnTo>
                  <a:lnTo>
                    <a:pt x="6184562" y="599343"/>
                  </a:lnTo>
                  <a:lnTo>
                    <a:pt x="6185222" y="589857"/>
                  </a:lnTo>
                  <a:lnTo>
                    <a:pt x="6185883" y="586340"/>
                  </a:lnTo>
                  <a:lnTo>
                    <a:pt x="6186543" y="586340"/>
                  </a:lnTo>
                  <a:lnTo>
                    <a:pt x="6187204" y="591456"/>
                  </a:lnTo>
                  <a:lnTo>
                    <a:pt x="6187864" y="600926"/>
                  </a:lnTo>
                  <a:lnTo>
                    <a:pt x="6188525" y="602037"/>
                  </a:lnTo>
                  <a:lnTo>
                    <a:pt x="6189185" y="597178"/>
                  </a:lnTo>
                  <a:lnTo>
                    <a:pt x="6189846" y="606310"/>
                  </a:lnTo>
                  <a:lnTo>
                    <a:pt x="6190506" y="620581"/>
                  </a:lnTo>
                  <a:lnTo>
                    <a:pt x="6191167" y="608091"/>
                  </a:lnTo>
                  <a:lnTo>
                    <a:pt x="6191827" y="618489"/>
                  </a:lnTo>
                  <a:lnTo>
                    <a:pt x="6192488" y="594428"/>
                  </a:lnTo>
                  <a:lnTo>
                    <a:pt x="6193149" y="579812"/>
                  </a:lnTo>
                  <a:lnTo>
                    <a:pt x="6193809" y="584018"/>
                  </a:lnTo>
                  <a:lnTo>
                    <a:pt x="6194470" y="603639"/>
                  </a:lnTo>
                  <a:lnTo>
                    <a:pt x="6195130" y="613809"/>
                  </a:lnTo>
                  <a:lnTo>
                    <a:pt x="6195791" y="589848"/>
                  </a:lnTo>
                  <a:lnTo>
                    <a:pt x="6196451" y="564177"/>
                  </a:lnTo>
                  <a:lnTo>
                    <a:pt x="6197112" y="537767"/>
                  </a:lnTo>
                  <a:lnTo>
                    <a:pt x="6197772" y="494072"/>
                  </a:lnTo>
                  <a:lnTo>
                    <a:pt x="6198433" y="473880"/>
                  </a:lnTo>
                  <a:lnTo>
                    <a:pt x="6199093" y="497823"/>
                  </a:lnTo>
                  <a:lnTo>
                    <a:pt x="6199754" y="493332"/>
                  </a:lnTo>
                  <a:lnTo>
                    <a:pt x="6200414" y="500634"/>
                  </a:lnTo>
                  <a:lnTo>
                    <a:pt x="6201075" y="516091"/>
                  </a:lnTo>
                  <a:lnTo>
                    <a:pt x="6201735" y="519845"/>
                  </a:lnTo>
                  <a:lnTo>
                    <a:pt x="6202396" y="507546"/>
                  </a:lnTo>
                  <a:lnTo>
                    <a:pt x="6203057" y="481581"/>
                  </a:lnTo>
                  <a:lnTo>
                    <a:pt x="6203717" y="482219"/>
                  </a:lnTo>
                  <a:lnTo>
                    <a:pt x="6204378" y="507861"/>
                  </a:lnTo>
                  <a:lnTo>
                    <a:pt x="6205038" y="566057"/>
                  </a:lnTo>
                  <a:lnTo>
                    <a:pt x="6205699" y="559106"/>
                  </a:lnTo>
                  <a:lnTo>
                    <a:pt x="6206359" y="530023"/>
                  </a:lnTo>
                  <a:lnTo>
                    <a:pt x="6207020" y="530818"/>
                  </a:lnTo>
                  <a:lnTo>
                    <a:pt x="6207680" y="530854"/>
                  </a:lnTo>
                  <a:lnTo>
                    <a:pt x="6208341" y="545827"/>
                  </a:lnTo>
                  <a:lnTo>
                    <a:pt x="6209001" y="588290"/>
                  </a:lnTo>
                  <a:lnTo>
                    <a:pt x="6209662" y="623522"/>
                  </a:lnTo>
                  <a:lnTo>
                    <a:pt x="6210322" y="649460"/>
                  </a:lnTo>
                  <a:lnTo>
                    <a:pt x="6210983" y="623955"/>
                  </a:lnTo>
                  <a:lnTo>
                    <a:pt x="6211643" y="636652"/>
                  </a:lnTo>
                  <a:lnTo>
                    <a:pt x="6212304" y="643273"/>
                  </a:lnTo>
                  <a:lnTo>
                    <a:pt x="6212964" y="641002"/>
                  </a:lnTo>
                  <a:lnTo>
                    <a:pt x="6213625" y="633967"/>
                  </a:lnTo>
                  <a:lnTo>
                    <a:pt x="6214286" y="639433"/>
                  </a:lnTo>
                  <a:lnTo>
                    <a:pt x="6214946" y="671359"/>
                  </a:lnTo>
                  <a:lnTo>
                    <a:pt x="6215607" y="663159"/>
                  </a:lnTo>
                  <a:lnTo>
                    <a:pt x="6216267" y="651737"/>
                  </a:lnTo>
                  <a:lnTo>
                    <a:pt x="6216928" y="653707"/>
                  </a:lnTo>
                  <a:lnTo>
                    <a:pt x="6217588" y="657823"/>
                  </a:lnTo>
                  <a:lnTo>
                    <a:pt x="6218249" y="654643"/>
                  </a:lnTo>
                  <a:lnTo>
                    <a:pt x="6218909" y="653932"/>
                  </a:lnTo>
                  <a:lnTo>
                    <a:pt x="6219570" y="645827"/>
                  </a:lnTo>
                  <a:lnTo>
                    <a:pt x="6220230" y="624489"/>
                  </a:lnTo>
                  <a:lnTo>
                    <a:pt x="6220891" y="629022"/>
                  </a:lnTo>
                  <a:lnTo>
                    <a:pt x="6221551" y="633326"/>
                  </a:lnTo>
                  <a:lnTo>
                    <a:pt x="6222212" y="635833"/>
                  </a:lnTo>
                  <a:lnTo>
                    <a:pt x="6222872" y="644530"/>
                  </a:lnTo>
                  <a:lnTo>
                    <a:pt x="6223533" y="646138"/>
                  </a:lnTo>
                  <a:lnTo>
                    <a:pt x="6224194" y="641824"/>
                  </a:lnTo>
                  <a:lnTo>
                    <a:pt x="6224854" y="650406"/>
                  </a:lnTo>
                  <a:lnTo>
                    <a:pt x="6225515" y="652674"/>
                  </a:lnTo>
                  <a:lnTo>
                    <a:pt x="6226175" y="651707"/>
                  </a:lnTo>
                  <a:lnTo>
                    <a:pt x="6226836" y="670429"/>
                  </a:lnTo>
                  <a:lnTo>
                    <a:pt x="6227496" y="663372"/>
                  </a:lnTo>
                  <a:lnTo>
                    <a:pt x="6228157" y="649696"/>
                  </a:lnTo>
                  <a:lnTo>
                    <a:pt x="6228817" y="642412"/>
                  </a:lnTo>
                  <a:lnTo>
                    <a:pt x="6229478" y="640418"/>
                  </a:lnTo>
                  <a:lnTo>
                    <a:pt x="6230138" y="642116"/>
                  </a:lnTo>
                  <a:lnTo>
                    <a:pt x="6230799" y="625601"/>
                  </a:lnTo>
                  <a:lnTo>
                    <a:pt x="6231459" y="617205"/>
                  </a:lnTo>
                  <a:lnTo>
                    <a:pt x="6232120" y="601681"/>
                  </a:lnTo>
                  <a:lnTo>
                    <a:pt x="6232780" y="604432"/>
                  </a:lnTo>
                  <a:lnTo>
                    <a:pt x="6233441" y="620373"/>
                  </a:lnTo>
                  <a:lnTo>
                    <a:pt x="6234102" y="611597"/>
                  </a:lnTo>
                  <a:lnTo>
                    <a:pt x="6234762" y="595538"/>
                  </a:lnTo>
                  <a:lnTo>
                    <a:pt x="6235423" y="591369"/>
                  </a:lnTo>
                  <a:lnTo>
                    <a:pt x="6236083" y="578371"/>
                  </a:lnTo>
                  <a:lnTo>
                    <a:pt x="6236744" y="555299"/>
                  </a:lnTo>
                  <a:lnTo>
                    <a:pt x="6237404" y="578685"/>
                  </a:lnTo>
                  <a:lnTo>
                    <a:pt x="6238065" y="615237"/>
                  </a:lnTo>
                  <a:lnTo>
                    <a:pt x="6238725" y="598881"/>
                  </a:lnTo>
                  <a:lnTo>
                    <a:pt x="6239386" y="619480"/>
                  </a:lnTo>
                  <a:lnTo>
                    <a:pt x="6240046" y="583538"/>
                  </a:lnTo>
                  <a:lnTo>
                    <a:pt x="6240707" y="579163"/>
                  </a:lnTo>
                  <a:lnTo>
                    <a:pt x="6241367" y="569665"/>
                  </a:lnTo>
                  <a:lnTo>
                    <a:pt x="6242028" y="552452"/>
                  </a:lnTo>
                  <a:lnTo>
                    <a:pt x="6242688" y="551392"/>
                  </a:lnTo>
                  <a:lnTo>
                    <a:pt x="6243349" y="560750"/>
                  </a:lnTo>
                  <a:lnTo>
                    <a:pt x="6244010" y="550321"/>
                  </a:lnTo>
                  <a:lnTo>
                    <a:pt x="6244670" y="518267"/>
                  </a:lnTo>
                  <a:lnTo>
                    <a:pt x="6245331" y="494104"/>
                  </a:lnTo>
                  <a:lnTo>
                    <a:pt x="6245991" y="452556"/>
                  </a:lnTo>
                  <a:lnTo>
                    <a:pt x="6246652" y="408136"/>
                  </a:lnTo>
                  <a:lnTo>
                    <a:pt x="6247312" y="373677"/>
                  </a:lnTo>
                  <a:lnTo>
                    <a:pt x="6247973" y="338335"/>
                  </a:lnTo>
                  <a:lnTo>
                    <a:pt x="6248633" y="295182"/>
                  </a:lnTo>
                  <a:lnTo>
                    <a:pt x="6249294" y="278465"/>
                  </a:lnTo>
                  <a:lnTo>
                    <a:pt x="6249954" y="257720"/>
                  </a:lnTo>
                  <a:lnTo>
                    <a:pt x="6250615" y="258165"/>
                  </a:lnTo>
                  <a:lnTo>
                    <a:pt x="6251275" y="242221"/>
                  </a:lnTo>
                  <a:lnTo>
                    <a:pt x="6251936" y="212447"/>
                  </a:lnTo>
                  <a:lnTo>
                    <a:pt x="6252596" y="207684"/>
                  </a:lnTo>
                  <a:lnTo>
                    <a:pt x="6253257" y="223628"/>
                  </a:lnTo>
                  <a:lnTo>
                    <a:pt x="6253917" y="237378"/>
                  </a:lnTo>
                  <a:lnTo>
                    <a:pt x="6254578" y="255987"/>
                  </a:lnTo>
                  <a:lnTo>
                    <a:pt x="6255239" y="286316"/>
                  </a:lnTo>
                  <a:lnTo>
                    <a:pt x="6255899" y="308353"/>
                  </a:lnTo>
                  <a:lnTo>
                    <a:pt x="6256560" y="374940"/>
                  </a:lnTo>
                  <a:lnTo>
                    <a:pt x="6257220" y="409478"/>
                  </a:lnTo>
                  <a:lnTo>
                    <a:pt x="6257881" y="453679"/>
                  </a:lnTo>
                  <a:lnTo>
                    <a:pt x="6258541" y="495226"/>
                  </a:lnTo>
                  <a:lnTo>
                    <a:pt x="6259202" y="478045"/>
                  </a:lnTo>
                  <a:lnTo>
                    <a:pt x="6259862" y="469331"/>
                  </a:lnTo>
                  <a:lnTo>
                    <a:pt x="6260523" y="484669"/>
                  </a:lnTo>
                  <a:lnTo>
                    <a:pt x="6261183" y="499625"/>
                  </a:lnTo>
                  <a:lnTo>
                    <a:pt x="6261844" y="539376"/>
                  </a:lnTo>
                  <a:lnTo>
                    <a:pt x="6262504" y="553360"/>
                  </a:lnTo>
                  <a:lnTo>
                    <a:pt x="6263165" y="576457"/>
                  </a:lnTo>
                  <a:lnTo>
                    <a:pt x="6263825" y="578177"/>
                  </a:lnTo>
                  <a:lnTo>
                    <a:pt x="6264486" y="625599"/>
                  </a:lnTo>
                  <a:lnTo>
                    <a:pt x="6265147" y="611886"/>
                  </a:lnTo>
                  <a:lnTo>
                    <a:pt x="6265807" y="625101"/>
                  </a:lnTo>
                  <a:lnTo>
                    <a:pt x="6266468" y="644914"/>
                  </a:lnTo>
                  <a:lnTo>
                    <a:pt x="6267128" y="635738"/>
                  </a:lnTo>
                  <a:lnTo>
                    <a:pt x="6267789" y="611008"/>
                  </a:lnTo>
                  <a:lnTo>
                    <a:pt x="6268449" y="628708"/>
                  </a:lnTo>
                  <a:lnTo>
                    <a:pt x="6269110" y="633930"/>
                  </a:lnTo>
                  <a:lnTo>
                    <a:pt x="6269770" y="639690"/>
                  </a:lnTo>
                  <a:lnTo>
                    <a:pt x="6270431" y="621320"/>
                  </a:lnTo>
                  <a:lnTo>
                    <a:pt x="6271091" y="623914"/>
                  </a:lnTo>
                  <a:lnTo>
                    <a:pt x="6271752" y="612739"/>
                  </a:lnTo>
                  <a:lnTo>
                    <a:pt x="6272412" y="613436"/>
                  </a:lnTo>
                  <a:lnTo>
                    <a:pt x="6273073" y="631619"/>
                  </a:lnTo>
                  <a:lnTo>
                    <a:pt x="6273733" y="663586"/>
                  </a:lnTo>
                  <a:lnTo>
                    <a:pt x="6274394" y="633144"/>
                  </a:lnTo>
                  <a:lnTo>
                    <a:pt x="6275055" y="607870"/>
                  </a:lnTo>
                  <a:lnTo>
                    <a:pt x="6275715" y="610403"/>
                  </a:lnTo>
                  <a:lnTo>
                    <a:pt x="6276376" y="611098"/>
                  </a:lnTo>
                  <a:lnTo>
                    <a:pt x="6277036" y="602638"/>
                  </a:lnTo>
                  <a:lnTo>
                    <a:pt x="6277697" y="640206"/>
                  </a:lnTo>
                  <a:lnTo>
                    <a:pt x="6278357" y="643591"/>
                  </a:lnTo>
                  <a:lnTo>
                    <a:pt x="6279018" y="646593"/>
                  </a:lnTo>
                  <a:lnTo>
                    <a:pt x="6279678" y="650106"/>
                  </a:lnTo>
                  <a:lnTo>
                    <a:pt x="6280339" y="651913"/>
                  </a:lnTo>
                  <a:lnTo>
                    <a:pt x="6280999" y="664384"/>
                  </a:lnTo>
                  <a:lnTo>
                    <a:pt x="6281660" y="677218"/>
                  </a:lnTo>
                  <a:lnTo>
                    <a:pt x="6282320" y="651913"/>
                  </a:lnTo>
                  <a:lnTo>
                    <a:pt x="6282981" y="654233"/>
                  </a:lnTo>
                  <a:lnTo>
                    <a:pt x="6283641" y="610461"/>
                  </a:lnTo>
                  <a:lnTo>
                    <a:pt x="6284302" y="619030"/>
                  </a:lnTo>
                  <a:lnTo>
                    <a:pt x="6284962" y="657909"/>
                  </a:lnTo>
                  <a:lnTo>
                    <a:pt x="6285623" y="656102"/>
                  </a:lnTo>
                  <a:lnTo>
                    <a:pt x="6286284" y="659820"/>
                  </a:lnTo>
                  <a:lnTo>
                    <a:pt x="6286944" y="651752"/>
                  </a:lnTo>
                  <a:lnTo>
                    <a:pt x="6287605" y="610461"/>
                  </a:lnTo>
                  <a:lnTo>
                    <a:pt x="6288265" y="608615"/>
                  </a:lnTo>
                  <a:lnTo>
                    <a:pt x="6288926" y="625498"/>
                  </a:lnTo>
                  <a:lnTo>
                    <a:pt x="6289586" y="643272"/>
                  </a:lnTo>
                  <a:lnTo>
                    <a:pt x="6290247" y="619658"/>
                  </a:lnTo>
                  <a:lnTo>
                    <a:pt x="6290907" y="599017"/>
                  </a:lnTo>
                  <a:lnTo>
                    <a:pt x="6291568" y="631130"/>
                  </a:lnTo>
                  <a:lnTo>
                    <a:pt x="6292228" y="648718"/>
                  </a:lnTo>
                  <a:lnTo>
                    <a:pt x="6292889" y="654012"/>
                  </a:lnTo>
                  <a:lnTo>
                    <a:pt x="6293549" y="656596"/>
                  </a:lnTo>
                  <a:lnTo>
                    <a:pt x="6294210" y="657420"/>
                  </a:lnTo>
                  <a:lnTo>
                    <a:pt x="6294870" y="656044"/>
                  </a:lnTo>
                  <a:lnTo>
                    <a:pt x="6295531" y="678448"/>
                  </a:lnTo>
                  <a:lnTo>
                    <a:pt x="6296192" y="678448"/>
                  </a:lnTo>
                  <a:lnTo>
                    <a:pt x="6296852" y="670817"/>
                  </a:lnTo>
                  <a:lnTo>
                    <a:pt x="6297513" y="645038"/>
                  </a:lnTo>
                  <a:lnTo>
                    <a:pt x="6298173" y="611244"/>
                  </a:lnTo>
                  <a:lnTo>
                    <a:pt x="6298834" y="611244"/>
                  </a:lnTo>
                  <a:lnTo>
                    <a:pt x="6299494" y="625825"/>
                  </a:lnTo>
                  <a:lnTo>
                    <a:pt x="6300155" y="625825"/>
                  </a:lnTo>
                  <a:lnTo>
                    <a:pt x="6300815" y="620816"/>
                  </a:lnTo>
                  <a:lnTo>
                    <a:pt x="6301476" y="630075"/>
                  </a:lnTo>
                  <a:lnTo>
                    <a:pt x="6302136" y="662856"/>
                  </a:lnTo>
                  <a:lnTo>
                    <a:pt x="6302797" y="649033"/>
                  </a:lnTo>
                  <a:lnTo>
                    <a:pt x="6303457" y="628504"/>
                  </a:lnTo>
                  <a:lnTo>
                    <a:pt x="6304118" y="623964"/>
                  </a:lnTo>
                  <a:lnTo>
                    <a:pt x="6304778" y="612304"/>
                  </a:lnTo>
                  <a:lnTo>
                    <a:pt x="6305439" y="611598"/>
                  </a:lnTo>
                  <a:lnTo>
                    <a:pt x="6306100" y="599731"/>
                  </a:lnTo>
                  <a:lnTo>
                    <a:pt x="6306760" y="599129"/>
                  </a:lnTo>
                  <a:lnTo>
                    <a:pt x="6307421" y="609406"/>
                  </a:lnTo>
                  <a:lnTo>
                    <a:pt x="6308081" y="613426"/>
                  </a:lnTo>
                  <a:lnTo>
                    <a:pt x="6308742" y="618165"/>
                  </a:lnTo>
                  <a:lnTo>
                    <a:pt x="6309402" y="607276"/>
                  </a:lnTo>
                  <a:lnTo>
                    <a:pt x="6310063" y="607675"/>
                  </a:lnTo>
                  <a:lnTo>
                    <a:pt x="6310723" y="596035"/>
                  </a:lnTo>
                  <a:lnTo>
                    <a:pt x="6311384" y="596035"/>
                  </a:lnTo>
                  <a:lnTo>
                    <a:pt x="6312044" y="572113"/>
                  </a:lnTo>
                  <a:lnTo>
                    <a:pt x="6312705" y="572113"/>
                  </a:lnTo>
                  <a:lnTo>
                    <a:pt x="6313365" y="596035"/>
                  </a:lnTo>
                  <a:lnTo>
                    <a:pt x="6314026" y="610615"/>
                  </a:lnTo>
                  <a:lnTo>
                    <a:pt x="6314686" y="605149"/>
                  </a:lnTo>
                  <a:lnTo>
                    <a:pt x="6315347" y="605082"/>
                  </a:lnTo>
                  <a:lnTo>
                    <a:pt x="6316008" y="607381"/>
                  </a:lnTo>
                  <a:lnTo>
                    <a:pt x="6316668" y="605149"/>
                  </a:lnTo>
                  <a:lnTo>
                    <a:pt x="6317329" y="600931"/>
                  </a:lnTo>
                  <a:lnTo>
                    <a:pt x="6317989" y="603061"/>
                  </a:lnTo>
                  <a:lnTo>
                    <a:pt x="6318650" y="603061"/>
                  </a:lnTo>
                  <a:lnTo>
                    <a:pt x="6319310" y="620050"/>
                  </a:lnTo>
                  <a:lnTo>
                    <a:pt x="6319971" y="614884"/>
                  </a:lnTo>
                  <a:lnTo>
                    <a:pt x="6320631" y="622318"/>
                  </a:lnTo>
                  <a:lnTo>
                    <a:pt x="6321292" y="634931"/>
                  </a:lnTo>
                  <a:lnTo>
                    <a:pt x="6321952" y="651845"/>
                  </a:lnTo>
                  <a:lnTo>
                    <a:pt x="6322613" y="663728"/>
                  </a:lnTo>
                  <a:lnTo>
                    <a:pt x="6323273" y="676317"/>
                  </a:lnTo>
                  <a:lnTo>
                    <a:pt x="6323934" y="657613"/>
                  </a:lnTo>
                  <a:lnTo>
                    <a:pt x="6324594" y="624631"/>
                  </a:lnTo>
                  <a:lnTo>
                    <a:pt x="6325255" y="617568"/>
                  </a:lnTo>
                  <a:lnTo>
                    <a:pt x="6325915" y="615105"/>
                  </a:lnTo>
                  <a:lnTo>
                    <a:pt x="6326576" y="614219"/>
                  </a:lnTo>
                  <a:lnTo>
                    <a:pt x="6327237" y="614286"/>
                  </a:lnTo>
                  <a:lnTo>
                    <a:pt x="6327897" y="618589"/>
                  </a:lnTo>
                  <a:lnTo>
                    <a:pt x="6328558" y="618589"/>
                  </a:lnTo>
                  <a:lnTo>
                    <a:pt x="6329218" y="613514"/>
                  </a:lnTo>
                  <a:lnTo>
                    <a:pt x="6329879" y="617884"/>
                  </a:lnTo>
                  <a:lnTo>
                    <a:pt x="6330539" y="613514"/>
                  </a:lnTo>
                  <a:lnTo>
                    <a:pt x="6331200" y="618177"/>
                  </a:lnTo>
                  <a:lnTo>
                    <a:pt x="6331860" y="629143"/>
                  </a:lnTo>
                  <a:lnTo>
                    <a:pt x="6332521" y="629618"/>
                  </a:lnTo>
                  <a:lnTo>
                    <a:pt x="6333181" y="621139"/>
                  </a:lnTo>
                  <a:lnTo>
                    <a:pt x="6333842" y="618207"/>
                  </a:lnTo>
                  <a:lnTo>
                    <a:pt x="6334502" y="621176"/>
                  </a:lnTo>
                  <a:lnTo>
                    <a:pt x="6335163" y="625171"/>
                  </a:lnTo>
                  <a:lnTo>
                    <a:pt x="6335823" y="629910"/>
                  </a:lnTo>
                  <a:lnTo>
                    <a:pt x="6336484" y="649194"/>
                  </a:lnTo>
                  <a:lnTo>
                    <a:pt x="6337145" y="651827"/>
                  </a:lnTo>
                  <a:lnTo>
                    <a:pt x="6337805" y="628152"/>
                  </a:lnTo>
                  <a:lnTo>
                    <a:pt x="6338466" y="610377"/>
                  </a:lnTo>
                  <a:lnTo>
                    <a:pt x="6339126" y="620454"/>
                  </a:lnTo>
                  <a:lnTo>
                    <a:pt x="6339787" y="623979"/>
                  </a:lnTo>
                  <a:lnTo>
                    <a:pt x="6340447" y="618863"/>
                  </a:lnTo>
                  <a:lnTo>
                    <a:pt x="6341108" y="623979"/>
                  </a:lnTo>
                  <a:lnTo>
                    <a:pt x="6341768" y="624780"/>
                  </a:lnTo>
                  <a:lnTo>
                    <a:pt x="6342429" y="624847"/>
                  </a:lnTo>
                  <a:lnTo>
                    <a:pt x="6343089" y="630552"/>
                  </a:lnTo>
                  <a:lnTo>
                    <a:pt x="6343750" y="650858"/>
                  </a:lnTo>
                  <a:lnTo>
                    <a:pt x="6344410" y="649746"/>
                  </a:lnTo>
                  <a:lnTo>
                    <a:pt x="6345071" y="647822"/>
                  </a:lnTo>
                  <a:lnTo>
                    <a:pt x="6345731" y="634518"/>
                  </a:lnTo>
                  <a:lnTo>
                    <a:pt x="6346392" y="640017"/>
                  </a:lnTo>
                  <a:lnTo>
                    <a:pt x="6347053" y="654998"/>
                  </a:lnTo>
                  <a:lnTo>
                    <a:pt x="6347713" y="637508"/>
                  </a:lnTo>
                  <a:lnTo>
                    <a:pt x="6348374" y="648621"/>
                  </a:lnTo>
                  <a:lnTo>
                    <a:pt x="6349034" y="645631"/>
                  </a:lnTo>
                  <a:lnTo>
                    <a:pt x="6349695" y="633650"/>
                  </a:lnTo>
                  <a:lnTo>
                    <a:pt x="6350355" y="628294"/>
                  </a:lnTo>
                  <a:lnTo>
                    <a:pt x="6351016" y="636760"/>
                  </a:lnTo>
                  <a:lnTo>
                    <a:pt x="6351676" y="651722"/>
                  </a:lnTo>
                  <a:lnTo>
                    <a:pt x="6352337" y="628932"/>
                  </a:lnTo>
                  <a:lnTo>
                    <a:pt x="6352997" y="634062"/>
                  </a:lnTo>
                  <a:lnTo>
                    <a:pt x="6353658" y="651722"/>
                  </a:lnTo>
                  <a:lnTo>
                    <a:pt x="6354318" y="639095"/>
                  </a:lnTo>
                  <a:lnTo>
                    <a:pt x="6354979" y="628932"/>
                  </a:lnTo>
                  <a:lnTo>
                    <a:pt x="6355639" y="617104"/>
                  </a:lnTo>
                  <a:lnTo>
                    <a:pt x="6356300" y="617272"/>
                  </a:lnTo>
                  <a:lnTo>
                    <a:pt x="6356960" y="628149"/>
                  </a:lnTo>
                  <a:lnTo>
                    <a:pt x="6357621" y="633264"/>
                  </a:lnTo>
                  <a:lnTo>
                    <a:pt x="6358282" y="639036"/>
                  </a:lnTo>
                  <a:lnTo>
                    <a:pt x="6358942" y="672262"/>
                  </a:lnTo>
                  <a:lnTo>
                    <a:pt x="6359603" y="668742"/>
                  </a:lnTo>
                  <a:lnTo>
                    <a:pt x="6360263" y="656582"/>
                  </a:lnTo>
                  <a:lnTo>
                    <a:pt x="6360924" y="649739"/>
                  </a:lnTo>
                  <a:lnTo>
                    <a:pt x="6361584" y="640529"/>
                  </a:lnTo>
                  <a:lnTo>
                    <a:pt x="6362245" y="637791"/>
                  </a:lnTo>
                  <a:lnTo>
                    <a:pt x="6362905" y="635252"/>
                  </a:lnTo>
                  <a:lnTo>
                    <a:pt x="6363566" y="639644"/>
                  </a:lnTo>
                  <a:lnTo>
                    <a:pt x="6364226" y="647140"/>
                  </a:lnTo>
                  <a:lnTo>
                    <a:pt x="6364887" y="634611"/>
                  </a:lnTo>
                  <a:lnTo>
                    <a:pt x="6365547" y="628496"/>
                  </a:lnTo>
                  <a:lnTo>
                    <a:pt x="6366208" y="633847"/>
                  </a:lnTo>
                  <a:lnTo>
                    <a:pt x="6366868" y="650169"/>
                  </a:lnTo>
                  <a:lnTo>
                    <a:pt x="6367529" y="656570"/>
                  </a:lnTo>
                  <a:lnTo>
                    <a:pt x="6368190" y="672345"/>
                  </a:lnTo>
                  <a:lnTo>
                    <a:pt x="6368850" y="680060"/>
                  </a:lnTo>
                  <a:lnTo>
                    <a:pt x="6369511" y="662479"/>
                  </a:lnTo>
                  <a:lnTo>
                    <a:pt x="6370171" y="666278"/>
                  </a:lnTo>
                  <a:lnTo>
                    <a:pt x="6370832" y="675860"/>
                  </a:lnTo>
                  <a:lnTo>
                    <a:pt x="6371492" y="670442"/>
                  </a:lnTo>
                  <a:lnTo>
                    <a:pt x="6372153" y="638538"/>
                  </a:lnTo>
                  <a:lnTo>
                    <a:pt x="6372813" y="638538"/>
                  </a:lnTo>
                  <a:lnTo>
                    <a:pt x="6373474" y="634493"/>
                  </a:lnTo>
                  <a:lnTo>
                    <a:pt x="6374134" y="642175"/>
                  </a:lnTo>
                  <a:lnTo>
                    <a:pt x="6374795" y="642175"/>
                  </a:lnTo>
                  <a:lnTo>
                    <a:pt x="6375455" y="674490"/>
                  </a:lnTo>
                  <a:lnTo>
                    <a:pt x="6376116" y="670500"/>
                  </a:lnTo>
                  <a:lnTo>
                    <a:pt x="6376776" y="646012"/>
                  </a:lnTo>
                  <a:lnTo>
                    <a:pt x="6377437" y="635933"/>
                  </a:lnTo>
                  <a:lnTo>
                    <a:pt x="6378098" y="633708"/>
                  </a:lnTo>
                  <a:lnTo>
                    <a:pt x="6378758" y="658348"/>
                  </a:lnTo>
                  <a:lnTo>
                    <a:pt x="6379419" y="680290"/>
                  </a:lnTo>
                  <a:lnTo>
                    <a:pt x="6380079" y="664266"/>
                  </a:lnTo>
                  <a:lnTo>
                    <a:pt x="6380740" y="662664"/>
                  </a:lnTo>
                  <a:lnTo>
                    <a:pt x="6381400" y="647532"/>
                  </a:lnTo>
                  <a:lnTo>
                    <a:pt x="6382061" y="657646"/>
                  </a:lnTo>
                  <a:lnTo>
                    <a:pt x="6382721" y="688365"/>
                  </a:lnTo>
                  <a:lnTo>
                    <a:pt x="6383382" y="686068"/>
                  </a:lnTo>
                  <a:lnTo>
                    <a:pt x="6384042" y="690627"/>
                  </a:lnTo>
                  <a:lnTo>
                    <a:pt x="6384703" y="691476"/>
                  </a:lnTo>
                  <a:lnTo>
                    <a:pt x="6385363" y="673004"/>
                  </a:lnTo>
                  <a:lnTo>
                    <a:pt x="6386024" y="674882"/>
                  </a:lnTo>
                  <a:lnTo>
                    <a:pt x="6386684" y="664182"/>
                  </a:lnTo>
                  <a:lnTo>
                    <a:pt x="6387345" y="657068"/>
                  </a:lnTo>
                  <a:lnTo>
                    <a:pt x="6388006" y="687436"/>
                  </a:lnTo>
                  <a:lnTo>
                    <a:pt x="6388666" y="673004"/>
                  </a:lnTo>
                  <a:lnTo>
                    <a:pt x="6389327" y="674450"/>
                  </a:lnTo>
                  <a:lnTo>
                    <a:pt x="6389987" y="677165"/>
                  </a:lnTo>
                  <a:lnTo>
                    <a:pt x="6390648" y="659784"/>
                  </a:lnTo>
                  <a:lnTo>
                    <a:pt x="6391308" y="648763"/>
                  </a:lnTo>
                  <a:lnTo>
                    <a:pt x="6391969" y="651765"/>
                  </a:lnTo>
                  <a:lnTo>
                    <a:pt x="6392629" y="666898"/>
                  </a:lnTo>
                  <a:lnTo>
                    <a:pt x="6393290" y="663220"/>
                  </a:lnTo>
                  <a:lnTo>
                    <a:pt x="6393950" y="667299"/>
                  </a:lnTo>
                  <a:lnTo>
                    <a:pt x="6394611" y="694191"/>
                  </a:lnTo>
                  <a:lnTo>
                    <a:pt x="6395271" y="661391"/>
                  </a:lnTo>
                  <a:lnTo>
                    <a:pt x="6395932" y="674581"/>
                  </a:lnTo>
                  <a:lnTo>
                    <a:pt x="6396592" y="674581"/>
                  </a:lnTo>
                  <a:lnTo>
                    <a:pt x="6397253" y="683002"/>
                  </a:lnTo>
                  <a:lnTo>
                    <a:pt x="6397913" y="689194"/>
                  </a:lnTo>
                  <a:lnTo>
                    <a:pt x="6398574" y="694191"/>
                  </a:lnTo>
                  <a:lnTo>
                    <a:pt x="6399235" y="685067"/>
                  </a:lnTo>
                  <a:lnTo>
                    <a:pt x="6399895" y="694191"/>
                  </a:lnTo>
                  <a:lnTo>
                    <a:pt x="6400556" y="677785"/>
                  </a:lnTo>
                  <a:lnTo>
                    <a:pt x="6401216" y="646112"/>
                  </a:lnTo>
                  <a:lnTo>
                    <a:pt x="6401877" y="646112"/>
                  </a:lnTo>
                  <a:lnTo>
                    <a:pt x="6402537" y="636302"/>
                  </a:lnTo>
                  <a:lnTo>
                    <a:pt x="6403198" y="623330"/>
                  </a:lnTo>
                  <a:lnTo>
                    <a:pt x="6403858" y="640976"/>
                  </a:lnTo>
                  <a:lnTo>
                    <a:pt x="6404519" y="644380"/>
                  </a:lnTo>
                  <a:lnTo>
                    <a:pt x="6405179" y="640976"/>
                  </a:lnTo>
                  <a:lnTo>
                    <a:pt x="6405840" y="631949"/>
                  </a:lnTo>
                  <a:lnTo>
                    <a:pt x="6406500" y="630103"/>
                  </a:lnTo>
                  <a:lnTo>
                    <a:pt x="6407161" y="658353"/>
                  </a:lnTo>
                  <a:lnTo>
                    <a:pt x="6407821" y="667327"/>
                  </a:lnTo>
                  <a:lnTo>
                    <a:pt x="6408482" y="654917"/>
                  </a:lnTo>
                  <a:lnTo>
                    <a:pt x="6409143" y="654917"/>
                  </a:lnTo>
                  <a:lnTo>
                    <a:pt x="6409803" y="654917"/>
                  </a:lnTo>
                  <a:lnTo>
                    <a:pt x="6410464" y="664359"/>
                  </a:lnTo>
                  <a:lnTo>
                    <a:pt x="6411124" y="670195"/>
                  </a:lnTo>
                  <a:lnTo>
                    <a:pt x="6411785" y="647800"/>
                  </a:lnTo>
                  <a:lnTo>
                    <a:pt x="6412445" y="640016"/>
                  </a:lnTo>
                  <a:lnTo>
                    <a:pt x="6413106" y="658584"/>
                  </a:lnTo>
                  <a:lnTo>
                    <a:pt x="6413766" y="682002"/>
                  </a:lnTo>
                  <a:lnTo>
                    <a:pt x="6414427" y="678909"/>
                  </a:lnTo>
                  <a:lnTo>
                    <a:pt x="6415087" y="678909"/>
                  </a:lnTo>
                  <a:lnTo>
                    <a:pt x="6415748" y="675524"/>
                  </a:lnTo>
                  <a:lnTo>
                    <a:pt x="6416408" y="683809"/>
                  </a:lnTo>
                  <a:lnTo>
                    <a:pt x="6417069" y="699798"/>
                  </a:lnTo>
                  <a:lnTo>
                    <a:pt x="6417729" y="695526"/>
                  </a:lnTo>
                  <a:lnTo>
                    <a:pt x="6418390" y="691126"/>
                  </a:lnTo>
                  <a:lnTo>
                    <a:pt x="6419051" y="686977"/>
                  </a:lnTo>
                  <a:lnTo>
                    <a:pt x="6419711" y="680864"/>
                  </a:lnTo>
                  <a:lnTo>
                    <a:pt x="6420372" y="668588"/>
                  </a:lnTo>
                  <a:lnTo>
                    <a:pt x="6421032" y="679623"/>
                  </a:lnTo>
                  <a:lnTo>
                    <a:pt x="6421693" y="688509"/>
                  </a:lnTo>
                  <a:lnTo>
                    <a:pt x="6422353" y="666750"/>
                  </a:lnTo>
                  <a:lnTo>
                    <a:pt x="6423014" y="683543"/>
                  </a:lnTo>
                  <a:lnTo>
                    <a:pt x="6423674" y="694538"/>
                  </a:lnTo>
                  <a:lnTo>
                    <a:pt x="6424335" y="705133"/>
                  </a:lnTo>
                  <a:lnTo>
                    <a:pt x="6424995" y="696587"/>
                  </a:lnTo>
                  <a:lnTo>
                    <a:pt x="6425656" y="703230"/>
                  </a:lnTo>
                  <a:lnTo>
                    <a:pt x="6426316" y="689171"/>
                  </a:lnTo>
                  <a:lnTo>
                    <a:pt x="6426977" y="684078"/>
                  </a:lnTo>
                  <a:lnTo>
                    <a:pt x="6427637" y="704871"/>
                  </a:lnTo>
                  <a:lnTo>
                    <a:pt x="6428298" y="687318"/>
                  </a:lnTo>
                  <a:lnTo>
                    <a:pt x="6428958" y="669904"/>
                  </a:lnTo>
                  <a:lnTo>
                    <a:pt x="6429619" y="669151"/>
                  </a:lnTo>
                  <a:lnTo>
                    <a:pt x="6430280" y="640444"/>
                  </a:lnTo>
                  <a:lnTo>
                    <a:pt x="6430940" y="632931"/>
                  </a:lnTo>
                  <a:lnTo>
                    <a:pt x="6431601" y="650981"/>
                  </a:lnTo>
                  <a:lnTo>
                    <a:pt x="6432261" y="652819"/>
                  </a:lnTo>
                  <a:lnTo>
                    <a:pt x="6432922" y="629027"/>
                  </a:lnTo>
                  <a:lnTo>
                    <a:pt x="6433582" y="635538"/>
                  </a:lnTo>
                  <a:lnTo>
                    <a:pt x="6434243" y="636197"/>
                  </a:lnTo>
                  <a:lnTo>
                    <a:pt x="6434903" y="636408"/>
                  </a:lnTo>
                  <a:lnTo>
                    <a:pt x="6435564" y="639914"/>
                  </a:lnTo>
                  <a:lnTo>
                    <a:pt x="6436224" y="603234"/>
                  </a:lnTo>
                  <a:lnTo>
                    <a:pt x="6436885" y="575970"/>
                  </a:lnTo>
                  <a:lnTo>
                    <a:pt x="6437545" y="551876"/>
                  </a:lnTo>
                  <a:lnTo>
                    <a:pt x="6438206" y="536242"/>
                  </a:lnTo>
                  <a:lnTo>
                    <a:pt x="6438866" y="534951"/>
                  </a:lnTo>
                  <a:lnTo>
                    <a:pt x="6439527" y="432721"/>
                  </a:lnTo>
                  <a:lnTo>
                    <a:pt x="6440188" y="432252"/>
                  </a:lnTo>
                  <a:lnTo>
                    <a:pt x="6440848" y="433542"/>
                  </a:lnTo>
                  <a:lnTo>
                    <a:pt x="6441509" y="445919"/>
                  </a:lnTo>
                  <a:lnTo>
                    <a:pt x="6442169" y="560654"/>
                  </a:lnTo>
                  <a:lnTo>
                    <a:pt x="6442830" y="548168"/>
                  </a:lnTo>
                  <a:lnTo>
                    <a:pt x="6443490" y="557174"/>
                  </a:lnTo>
                  <a:lnTo>
                    <a:pt x="6444151" y="580778"/>
                  </a:lnTo>
                  <a:lnTo>
                    <a:pt x="6444811" y="632333"/>
                  </a:lnTo>
                  <a:lnTo>
                    <a:pt x="6445472" y="621767"/>
                  </a:lnTo>
                  <a:lnTo>
                    <a:pt x="6446132" y="598216"/>
                  </a:lnTo>
                  <a:lnTo>
                    <a:pt x="6446793" y="558042"/>
                  </a:lnTo>
                  <a:lnTo>
                    <a:pt x="6447453" y="444628"/>
                  </a:lnTo>
                  <a:lnTo>
                    <a:pt x="6448114" y="435369"/>
                  </a:lnTo>
                  <a:lnTo>
                    <a:pt x="6448774" y="435369"/>
                  </a:lnTo>
                  <a:lnTo>
                    <a:pt x="6449435" y="456196"/>
                  </a:lnTo>
                  <a:lnTo>
                    <a:pt x="6450096" y="514177"/>
                  </a:lnTo>
                  <a:lnTo>
                    <a:pt x="6450756" y="542905"/>
                  </a:lnTo>
                  <a:lnTo>
                    <a:pt x="6451417" y="567920"/>
                  </a:lnTo>
                  <a:lnTo>
                    <a:pt x="6452077" y="619508"/>
                  </a:lnTo>
                  <a:lnTo>
                    <a:pt x="6452738" y="643900"/>
                  </a:lnTo>
                  <a:lnTo>
                    <a:pt x="6453398" y="642876"/>
                  </a:lnTo>
                  <a:lnTo>
                    <a:pt x="6454059" y="648912"/>
                  </a:lnTo>
                  <a:lnTo>
                    <a:pt x="6454719" y="653552"/>
                  </a:lnTo>
                  <a:lnTo>
                    <a:pt x="6455380" y="668019"/>
                  </a:lnTo>
                  <a:lnTo>
                    <a:pt x="6456040" y="664361"/>
                  </a:lnTo>
                  <a:lnTo>
                    <a:pt x="6456701" y="674009"/>
                  </a:lnTo>
                  <a:lnTo>
                    <a:pt x="6457361" y="660273"/>
                  </a:lnTo>
                  <a:lnTo>
                    <a:pt x="6458022" y="679198"/>
                  </a:lnTo>
                  <a:lnTo>
                    <a:pt x="6458682" y="684139"/>
                  </a:lnTo>
                  <a:lnTo>
                    <a:pt x="6459343" y="666002"/>
                  </a:lnTo>
                  <a:lnTo>
                    <a:pt x="6460004" y="656412"/>
                  </a:lnTo>
                  <a:lnTo>
                    <a:pt x="6460664" y="680934"/>
                  </a:lnTo>
                  <a:lnTo>
                    <a:pt x="6461325" y="679325"/>
                  </a:lnTo>
                  <a:lnTo>
                    <a:pt x="6461985" y="677765"/>
                  </a:lnTo>
                  <a:lnTo>
                    <a:pt x="6462646" y="679326"/>
                  </a:lnTo>
                  <a:lnTo>
                    <a:pt x="6463306" y="700189"/>
                  </a:lnTo>
                  <a:lnTo>
                    <a:pt x="6463967" y="709583"/>
                  </a:lnTo>
                  <a:lnTo>
                    <a:pt x="6464627" y="700480"/>
                  </a:lnTo>
                  <a:lnTo>
                    <a:pt x="6465288" y="692985"/>
                  </a:lnTo>
                  <a:lnTo>
                    <a:pt x="6465948" y="684931"/>
                  </a:lnTo>
                  <a:lnTo>
                    <a:pt x="6466609" y="671247"/>
                  </a:lnTo>
                  <a:lnTo>
                    <a:pt x="6467269" y="685118"/>
                  </a:lnTo>
                  <a:lnTo>
                    <a:pt x="6467930" y="694242"/>
                  </a:lnTo>
                  <a:lnTo>
                    <a:pt x="6468590" y="695586"/>
                  </a:lnTo>
                  <a:lnTo>
                    <a:pt x="6469251" y="695586"/>
                  </a:lnTo>
                  <a:lnTo>
                    <a:pt x="6469911" y="669965"/>
                  </a:lnTo>
                  <a:lnTo>
                    <a:pt x="6470572" y="648425"/>
                  </a:lnTo>
                  <a:lnTo>
                    <a:pt x="6471233" y="644445"/>
                  </a:lnTo>
                  <a:lnTo>
                    <a:pt x="6471893" y="665967"/>
                  </a:lnTo>
                  <a:lnTo>
                    <a:pt x="6472554" y="683051"/>
                  </a:lnTo>
                  <a:lnTo>
                    <a:pt x="6473214" y="688355"/>
                  </a:lnTo>
                  <a:lnTo>
                    <a:pt x="6473875" y="692095"/>
                  </a:lnTo>
                  <a:lnTo>
                    <a:pt x="6474535" y="685187"/>
                  </a:lnTo>
                  <a:lnTo>
                    <a:pt x="6475196" y="699599"/>
                  </a:lnTo>
                  <a:lnTo>
                    <a:pt x="6475856" y="708615"/>
                  </a:lnTo>
                  <a:lnTo>
                    <a:pt x="6476517" y="695591"/>
                  </a:lnTo>
                  <a:lnTo>
                    <a:pt x="6477177" y="703842"/>
                  </a:lnTo>
                  <a:lnTo>
                    <a:pt x="6477838" y="700001"/>
                  </a:lnTo>
                  <a:lnTo>
                    <a:pt x="6478498" y="692926"/>
                  </a:lnTo>
                  <a:lnTo>
                    <a:pt x="6479159" y="697126"/>
                  </a:lnTo>
                  <a:lnTo>
                    <a:pt x="6479819" y="682164"/>
                  </a:lnTo>
                  <a:lnTo>
                    <a:pt x="6480480" y="686035"/>
                  </a:lnTo>
                  <a:lnTo>
                    <a:pt x="6481141" y="686893"/>
                  </a:lnTo>
                  <a:lnTo>
                    <a:pt x="6481801" y="678753"/>
                  </a:lnTo>
                  <a:lnTo>
                    <a:pt x="6482462" y="690394"/>
                  </a:lnTo>
                  <a:lnTo>
                    <a:pt x="6483122" y="673558"/>
                  </a:lnTo>
                  <a:lnTo>
                    <a:pt x="6483783" y="677951"/>
                  </a:lnTo>
                  <a:lnTo>
                    <a:pt x="6484443" y="705109"/>
                  </a:lnTo>
                  <a:lnTo>
                    <a:pt x="6485104" y="712258"/>
                  </a:lnTo>
                  <a:lnTo>
                    <a:pt x="6485764" y="706898"/>
                  </a:lnTo>
                  <a:lnTo>
                    <a:pt x="6486425" y="693287"/>
                  </a:lnTo>
                  <a:lnTo>
                    <a:pt x="6487085" y="706922"/>
                  </a:lnTo>
                  <a:lnTo>
                    <a:pt x="6487746" y="702255"/>
                  </a:lnTo>
                  <a:lnTo>
                    <a:pt x="6488406" y="688084"/>
                  </a:lnTo>
                  <a:lnTo>
                    <a:pt x="6489067" y="693074"/>
                  </a:lnTo>
                  <a:lnTo>
                    <a:pt x="6489727" y="697010"/>
                  </a:lnTo>
                  <a:lnTo>
                    <a:pt x="6490388" y="674234"/>
                  </a:lnTo>
                  <a:lnTo>
                    <a:pt x="6491049" y="670236"/>
                  </a:lnTo>
                  <a:lnTo>
                    <a:pt x="6491709" y="677518"/>
                  </a:lnTo>
                  <a:lnTo>
                    <a:pt x="6492370" y="685233"/>
                  </a:lnTo>
                  <a:lnTo>
                    <a:pt x="6493030" y="691580"/>
                  </a:lnTo>
                  <a:lnTo>
                    <a:pt x="6493691" y="688084"/>
                  </a:lnTo>
                  <a:lnTo>
                    <a:pt x="6494351" y="689547"/>
                  </a:lnTo>
                  <a:lnTo>
                    <a:pt x="6495012" y="704046"/>
                  </a:lnTo>
                  <a:lnTo>
                    <a:pt x="6495672" y="698534"/>
                  </a:lnTo>
                  <a:lnTo>
                    <a:pt x="6496333" y="700395"/>
                  </a:lnTo>
                  <a:lnTo>
                    <a:pt x="6496993" y="690394"/>
                  </a:lnTo>
                  <a:lnTo>
                    <a:pt x="6497654" y="687227"/>
                  </a:lnTo>
                  <a:lnTo>
                    <a:pt x="6498314" y="706922"/>
                  </a:lnTo>
                  <a:lnTo>
                    <a:pt x="6498975" y="714098"/>
                  </a:lnTo>
                  <a:lnTo>
                    <a:pt x="6499635" y="708680"/>
                  </a:lnTo>
                  <a:lnTo>
                    <a:pt x="6500296" y="687938"/>
                  </a:lnTo>
                  <a:lnTo>
                    <a:pt x="6500956" y="677518"/>
                  </a:lnTo>
                  <a:lnTo>
                    <a:pt x="6501617" y="685420"/>
                  </a:lnTo>
                  <a:lnTo>
                    <a:pt x="6502278" y="691878"/>
                  </a:lnTo>
                  <a:lnTo>
                    <a:pt x="6502938" y="686231"/>
                  </a:lnTo>
                  <a:lnTo>
                    <a:pt x="6503599" y="694544"/>
                  </a:lnTo>
                  <a:lnTo>
                    <a:pt x="6504259" y="694544"/>
                  </a:lnTo>
                  <a:lnTo>
                    <a:pt x="6504920" y="688084"/>
                  </a:lnTo>
                  <a:lnTo>
                    <a:pt x="6505580" y="688084"/>
                  </a:lnTo>
                  <a:lnTo>
                    <a:pt x="6506241" y="677518"/>
                  </a:lnTo>
                  <a:lnTo>
                    <a:pt x="6506901" y="685233"/>
                  </a:lnTo>
                  <a:lnTo>
                    <a:pt x="6507562" y="690394"/>
                  </a:lnTo>
                  <a:lnTo>
                    <a:pt x="6508222" y="685969"/>
                  </a:lnTo>
                  <a:lnTo>
                    <a:pt x="6508883" y="693287"/>
                  </a:lnTo>
                  <a:lnTo>
                    <a:pt x="6509543" y="700395"/>
                  </a:lnTo>
                  <a:lnTo>
                    <a:pt x="6510204" y="699443"/>
                  </a:lnTo>
                  <a:lnTo>
                    <a:pt x="6510864" y="692335"/>
                  </a:lnTo>
                  <a:lnTo>
                    <a:pt x="6511525" y="692335"/>
                  </a:lnTo>
                  <a:lnTo>
                    <a:pt x="6512186" y="688595"/>
                  </a:lnTo>
                  <a:lnTo>
                    <a:pt x="6512846" y="679536"/>
                  </a:lnTo>
                  <a:lnTo>
                    <a:pt x="6513507" y="661956"/>
                  </a:lnTo>
                  <a:lnTo>
                    <a:pt x="6514167" y="646428"/>
                  </a:lnTo>
                  <a:lnTo>
                    <a:pt x="6514828" y="643025"/>
                  </a:lnTo>
                  <a:lnTo>
                    <a:pt x="6515488" y="700005"/>
                  </a:lnTo>
                  <a:lnTo>
                    <a:pt x="6516149" y="704254"/>
                  </a:lnTo>
                  <a:lnTo>
                    <a:pt x="6516809" y="674538"/>
                  </a:lnTo>
                  <a:lnTo>
                    <a:pt x="6517470" y="678908"/>
                  </a:lnTo>
                  <a:lnTo>
                    <a:pt x="6518130" y="686731"/>
                  </a:lnTo>
                  <a:lnTo>
                    <a:pt x="6518791" y="699294"/>
                  </a:lnTo>
                  <a:lnTo>
                    <a:pt x="6519451" y="693192"/>
                  </a:lnTo>
                  <a:lnTo>
                    <a:pt x="6520112" y="698394"/>
                  </a:lnTo>
                  <a:lnTo>
                    <a:pt x="6520772" y="688595"/>
                  </a:lnTo>
                  <a:lnTo>
                    <a:pt x="6521433" y="686987"/>
                  </a:lnTo>
                  <a:lnTo>
                    <a:pt x="6522094" y="703336"/>
                  </a:lnTo>
                  <a:lnTo>
                    <a:pt x="6522754" y="704021"/>
                  </a:lnTo>
                  <a:lnTo>
                    <a:pt x="6523415" y="683620"/>
                  </a:lnTo>
                  <a:lnTo>
                    <a:pt x="6524075" y="678993"/>
                  </a:lnTo>
                  <a:lnTo>
                    <a:pt x="6524736" y="711754"/>
                  </a:lnTo>
                  <a:lnTo>
                    <a:pt x="6525396" y="717176"/>
                  </a:lnTo>
                  <a:lnTo>
                    <a:pt x="6526057" y="684281"/>
                  </a:lnTo>
                  <a:lnTo>
                    <a:pt x="6526717" y="680565"/>
                  </a:lnTo>
                  <a:lnTo>
                    <a:pt x="6527378" y="686052"/>
                  </a:lnTo>
                  <a:lnTo>
                    <a:pt x="6528038" y="686052"/>
                  </a:lnTo>
                  <a:lnTo>
                    <a:pt x="6528699" y="700478"/>
                  </a:lnTo>
                  <a:lnTo>
                    <a:pt x="6529359" y="688372"/>
                  </a:lnTo>
                  <a:lnTo>
                    <a:pt x="6530020" y="675496"/>
                  </a:lnTo>
                  <a:lnTo>
                    <a:pt x="6530680" y="676344"/>
                  </a:lnTo>
                  <a:lnTo>
                    <a:pt x="6531341" y="673760"/>
                  </a:lnTo>
                  <a:lnTo>
                    <a:pt x="6532002" y="680342"/>
                  </a:lnTo>
                  <a:lnTo>
                    <a:pt x="6532662" y="697769"/>
                  </a:lnTo>
                  <a:lnTo>
                    <a:pt x="6533323" y="673060"/>
                  </a:lnTo>
                  <a:lnTo>
                    <a:pt x="6533983" y="651345"/>
                  </a:lnTo>
                  <a:lnTo>
                    <a:pt x="6534644" y="643663"/>
                  </a:lnTo>
                  <a:lnTo>
                    <a:pt x="6535304" y="651519"/>
                  </a:lnTo>
                  <a:lnTo>
                    <a:pt x="6535965" y="663830"/>
                  </a:lnTo>
                  <a:lnTo>
                    <a:pt x="6536625" y="651519"/>
                  </a:lnTo>
                  <a:lnTo>
                    <a:pt x="6537286" y="653365"/>
                  </a:lnTo>
                  <a:lnTo>
                    <a:pt x="6537946" y="654083"/>
                  </a:lnTo>
                  <a:lnTo>
                    <a:pt x="6538607" y="656231"/>
                  </a:lnTo>
                  <a:lnTo>
                    <a:pt x="6539267" y="679932"/>
                  </a:lnTo>
                  <a:lnTo>
                    <a:pt x="6539928" y="685094"/>
                  </a:lnTo>
                  <a:lnTo>
                    <a:pt x="6540588" y="658939"/>
                  </a:lnTo>
                  <a:lnTo>
                    <a:pt x="6541249" y="662203"/>
                  </a:lnTo>
                  <a:lnTo>
                    <a:pt x="6541909" y="684098"/>
                  </a:lnTo>
                  <a:lnTo>
                    <a:pt x="6542570" y="667758"/>
                  </a:lnTo>
                  <a:lnTo>
                    <a:pt x="6543231" y="658336"/>
                  </a:lnTo>
                  <a:lnTo>
                    <a:pt x="6543891" y="657735"/>
                  </a:lnTo>
                  <a:lnTo>
                    <a:pt x="6544552" y="649030"/>
                  </a:lnTo>
                  <a:lnTo>
                    <a:pt x="6545212" y="634167"/>
                  </a:lnTo>
                  <a:lnTo>
                    <a:pt x="6545873" y="644235"/>
                  </a:lnTo>
                  <a:lnTo>
                    <a:pt x="6546533" y="657964"/>
                  </a:lnTo>
                  <a:lnTo>
                    <a:pt x="6547194" y="666268"/>
                  </a:lnTo>
                  <a:lnTo>
                    <a:pt x="6547854" y="647367"/>
                  </a:lnTo>
                  <a:lnTo>
                    <a:pt x="6548515" y="632238"/>
                  </a:lnTo>
                  <a:lnTo>
                    <a:pt x="6549175" y="632499"/>
                  </a:lnTo>
                  <a:lnTo>
                    <a:pt x="6549836" y="648966"/>
                  </a:lnTo>
                  <a:lnTo>
                    <a:pt x="6550496" y="674757"/>
                  </a:lnTo>
                  <a:lnTo>
                    <a:pt x="6551157" y="679919"/>
                  </a:lnTo>
                  <a:lnTo>
                    <a:pt x="6551817" y="671405"/>
                  </a:lnTo>
                  <a:lnTo>
                    <a:pt x="6552478" y="681402"/>
                  </a:lnTo>
                  <a:lnTo>
                    <a:pt x="6553139" y="683341"/>
                  </a:lnTo>
                  <a:lnTo>
                    <a:pt x="6553799" y="686973"/>
                  </a:lnTo>
                  <a:lnTo>
                    <a:pt x="6554460" y="669666"/>
                  </a:lnTo>
                  <a:lnTo>
                    <a:pt x="6555120" y="681401"/>
                  </a:lnTo>
                  <a:lnTo>
                    <a:pt x="6555781" y="666789"/>
                  </a:lnTo>
                  <a:lnTo>
                    <a:pt x="6556441" y="669485"/>
                  </a:lnTo>
                  <a:lnTo>
                    <a:pt x="6557102" y="678936"/>
                  </a:lnTo>
                  <a:lnTo>
                    <a:pt x="6557762" y="676580"/>
                  </a:lnTo>
                  <a:lnTo>
                    <a:pt x="6558423" y="676216"/>
                  </a:lnTo>
                  <a:lnTo>
                    <a:pt x="6559083" y="657511"/>
                  </a:lnTo>
                  <a:lnTo>
                    <a:pt x="6559744" y="649875"/>
                  </a:lnTo>
                  <a:lnTo>
                    <a:pt x="6560404" y="643090"/>
                  </a:lnTo>
                  <a:lnTo>
                    <a:pt x="6561065" y="652103"/>
                  </a:lnTo>
                  <a:lnTo>
                    <a:pt x="6561725" y="647757"/>
                  </a:lnTo>
                  <a:lnTo>
                    <a:pt x="6562386" y="657307"/>
                  </a:lnTo>
                  <a:lnTo>
                    <a:pt x="6563047" y="676549"/>
                  </a:lnTo>
                  <a:lnTo>
                    <a:pt x="6563707" y="696723"/>
                  </a:lnTo>
                  <a:lnTo>
                    <a:pt x="6564368" y="682297"/>
                  </a:lnTo>
                  <a:lnTo>
                    <a:pt x="6565028" y="695673"/>
                  </a:lnTo>
                  <a:lnTo>
                    <a:pt x="6565689" y="700762"/>
                  </a:lnTo>
                  <a:lnTo>
                    <a:pt x="6566349" y="699634"/>
                  </a:lnTo>
                  <a:lnTo>
                    <a:pt x="6567010" y="693110"/>
                  </a:lnTo>
                  <a:lnTo>
                    <a:pt x="6567670" y="668976"/>
                  </a:lnTo>
                  <a:lnTo>
                    <a:pt x="6568331" y="677397"/>
                  </a:lnTo>
                  <a:lnTo>
                    <a:pt x="6568991" y="685465"/>
                  </a:lnTo>
                  <a:lnTo>
                    <a:pt x="6569652" y="675068"/>
                  </a:lnTo>
                  <a:lnTo>
                    <a:pt x="6570312" y="679568"/>
                  </a:lnTo>
                  <a:lnTo>
                    <a:pt x="6570973" y="661021"/>
                  </a:lnTo>
                  <a:lnTo>
                    <a:pt x="6571633" y="666130"/>
                  </a:lnTo>
                  <a:lnTo>
                    <a:pt x="6572294" y="677458"/>
                  </a:lnTo>
                  <a:lnTo>
                    <a:pt x="6572954" y="682433"/>
                  </a:lnTo>
                  <a:lnTo>
                    <a:pt x="6573615" y="666130"/>
                  </a:lnTo>
                  <a:lnTo>
                    <a:pt x="6574276" y="669377"/>
                  </a:lnTo>
                  <a:lnTo>
                    <a:pt x="6574936" y="678306"/>
                  </a:lnTo>
                  <a:lnTo>
                    <a:pt x="6575597" y="690926"/>
                  </a:lnTo>
                  <a:lnTo>
                    <a:pt x="6576257" y="683281"/>
                  </a:lnTo>
                  <a:lnTo>
                    <a:pt x="6576918" y="669377"/>
                  </a:lnTo>
                  <a:lnTo>
                    <a:pt x="6577578" y="683281"/>
                  </a:lnTo>
                  <a:lnTo>
                    <a:pt x="6578239" y="667605"/>
                  </a:lnTo>
                  <a:lnTo>
                    <a:pt x="6578899" y="640535"/>
                  </a:lnTo>
                  <a:lnTo>
                    <a:pt x="6579560" y="633600"/>
                  </a:lnTo>
                  <a:lnTo>
                    <a:pt x="6580220" y="623347"/>
                  </a:lnTo>
                  <a:lnTo>
                    <a:pt x="6580881" y="621562"/>
                  </a:lnTo>
                  <a:lnTo>
                    <a:pt x="6581541" y="658013"/>
                  </a:lnTo>
                  <a:lnTo>
                    <a:pt x="6582202" y="661767"/>
                  </a:lnTo>
                  <a:lnTo>
                    <a:pt x="6582862" y="637544"/>
                  </a:lnTo>
                  <a:lnTo>
                    <a:pt x="6583523" y="627309"/>
                  </a:lnTo>
                  <a:lnTo>
                    <a:pt x="6584184" y="627309"/>
                  </a:lnTo>
                  <a:lnTo>
                    <a:pt x="6584844" y="621904"/>
                  </a:lnTo>
                  <a:lnTo>
                    <a:pt x="6585505" y="621904"/>
                  </a:lnTo>
                  <a:lnTo>
                    <a:pt x="6586165" y="625218"/>
                  </a:lnTo>
                  <a:lnTo>
                    <a:pt x="6586826" y="623865"/>
                  </a:lnTo>
                  <a:lnTo>
                    <a:pt x="6587486" y="623734"/>
                  </a:lnTo>
                  <a:lnTo>
                    <a:pt x="6588147" y="628939"/>
                  </a:lnTo>
                  <a:lnTo>
                    <a:pt x="6588807" y="620875"/>
                  </a:lnTo>
                  <a:lnTo>
                    <a:pt x="6589468" y="620875"/>
                  </a:lnTo>
                  <a:lnTo>
                    <a:pt x="6590128" y="618321"/>
                  </a:lnTo>
                  <a:lnTo>
                    <a:pt x="6590789" y="628239"/>
                  </a:lnTo>
                  <a:lnTo>
                    <a:pt x="6591449" y="604335"/>
                  </a:lnTo>
                  <a:lnTo>
                    <a:pt x="6592110" y="580293"/>
                  </a:lnTo>
                  <a:lnTo>
                    <a:pt x="6592770" y="582802"/>
                  </a:lnTo>
                  <a:lnTo>
                    <a:pt x="6593431" y="619331"/>
                  </a:lnTo>
                  <a:lnTo>
                    <a:pt x="6594092" y="624447"/>
                  </a:lnTo>
                  <a:lnTo>
                    <a:pt x="6594752" y="629250"/>
                  </a:lnTo>
                  <a:lnTo>
                    <a:pt x="6595413" y="639382"/>
                  </a:lnTo>
                  <a:lnTo>
                    <a:pt x="6596073" y="632079"/>
                  </a:lnTo>
                  <a:lnTo>
                    <a:pt x="6596734" y="623567"/>
                  </a:lnTo>
                  <a:lnTo>
                    <a:pt x="6597394" y="623567"/>
                  </a:lnTo>
                  <a:lnTo>
                    <a:pt x="6598055" y="628683"/>
                  </a:lnTo>
                  <a:lnTo>
                    <a:pt x="6598715" y="629024"/>
                  </a:lnTo>
                  <a:lnTo>
                    <a:pt x="6599376" y="634088"/>
                  </a:lnTo>
                  <a:lnTo>
                    <a:pt x="6600036" y="639775"/>
                  </a:lnTo>
                  <a:lnTo>
                    <a:pt x="6600697" y="645113"/>
                  </a:lnTo>
                  <a:lnTo>
                    <a:pt x="6601357" y="637806"/>
                  </a:lnTo>
                  <a:lnTo>
                    <a:pt x="6602018" y="627246"/>
                  </a:lnTo>
                  <a:lnTo>
                    <a:pt x="6602678" y="641062"/>
                  </a:lnTo>
                  <a:lnTo>
                    <a:pt x="6603339" y="662999"/>
                  </a:lnTo>
                  <a:lnTo>
                    <a:pt x="6604000" y="679682"/>
                  </a:lnTo>
                </a:path>
              </a:pathLst>
            </a:custGeom>
            <a:ln w="952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1434472" y="5211762"/>
              <a:ext cx="6605321" cy="0"/>
            </a:xfrm>
            <a:custGeom>
              <a:avLst/>
              <a:pathLst>
                <a:path w="6605321" h="0">
                  <a:moveTo>
                    <a:pt x="0" y="0"/>
                  </a:moveTo>
                  <a:lnTo>
                    <a:pt x="6605321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1434472" y="521176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4"/>
            <p:cNvSpPr/>
            <p:nvPr/>
          </p:nvSpPr>
          <p:spPr>
            <a:xfrm>
              <a:off x="3085802" y="521176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5"/>
            <p:cNvSpPr/>
            <p:nvPr/>
          </p:nvSpPr>
          <p:spPr>
            <a:xfrm>
              <a:off x="4737133" y="521176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6"/>
            <p:cNvSpPr/>
            <p:nvPr/>
          </p:nvSpPr>
          <p:spPr>
            <a:xfrm>
              <a:off x="6388463" y="521176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7"/>
            <p:cNvSpPr/>
            <p:nvPr/>
          </p:nvSpPr>
          <p:spPr>
            <a:xfrm>
              <a:off x="8039793" y="521176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tx28"/>
            <p:cNvSpPr/>
            <p:nvPr/>
          </p:nvSpPr>
          <p:spPr>
            <a:xfrm>
              <a:off x="1095107" y="5425679"/>
              <a:ext cx="678730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2500000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2746437" y="5425679"/>
              <a:ext cx="678730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3000000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4397767" y="5425679"/>
              <a:ext cx="678730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3500000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6049097" y="5425679"/>
              <a:ext cx="678730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4000000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7700428" y="5425679"/>
              <a:ext cx="678730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4500000</a:t>
              </a:r>
            </a:p>
          </p:txBody>
        </p:sp>
        <p:sp>
          <p:nvSpPr>
            <p:cNvPr id="34" name="pl33"/>
            <p:cNvSpPr/>
            <p:nvPr/>
          </p:nvSpPr>
          <p:spPr>
            <a:xfrm>
              <a:off x="1005839" y="3918894"/>
              <a:ext cx="0" cy="1059991"/>
            </a:xfrm>
            <a:custGeom>
              <a:avLst/>
              <a:pathLst>
                <a:path w="0" h="1059991">
                  <a:moveTo>
                    <a:pt x="0" y="105999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914399" y="4978885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5"/>
            <p:cNvSpPr/>
            <p:nvPr/>
          </p:nvSpPr>
          <p:spPr>
            <a:xfrm>
              <a:off x="914399" y="4625555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6"/>
            <p:cNvSpPr/>
            <p:nvPr/>
          </p:nvSpPr>
          <p:spPr>
            <a:xfrm>
              <a:off x="914399" y="4272224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7"/>
            <p:cNvSpPr/>
            <p:nvPr/>
          </p:nvSpPr>
          <p:spPr>
            <a:xfrm>
              <a:off x="914399" y="3918894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tx38"/>
            <p:cNvSpPr/>
            <p:nvPr/>
          </p:nvSpPr>
          <p:spPr>
            <a:xfrm rot="-5400000">
              <a:off x="681348" y="4922331"/>
              <a:ext cx="96961" cy="113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</a:t>
              </a:r>
            </a:p>
          </p:txBody>
        </p:sp>
        <p:sp>
          <p:nvSpPr>
            <p:cNvPr id="40" name="tx39"/>
            <p:cNvSpPr/>
            <p:nvPr/>
          </p:nvSpPr>
          <p:spPr>
            <a:xfrm rot="-5400000">
              <a:off x="682353" y="4570005"/>
              <a:ext cx="96961" cy="1111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</a:t>
              </a:r>
            </a:p>
          </p:txBody>
        </p:sp>
        <p:sp>
          <p:nvSpPr>
            <p:cNvPr id="41" name="tx40"/>
            <p:cNvSpPr/>
            <p:nvPr/>
          </p:nvSpPr>
          <p:spPr>
            <a:xfrm rot="-5400000">
              <a:off x="680269" y="4214591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42" name="tx41"/>
            <p:cNvSpPr/>
            <p:nvPr/>
          </p:nvSpPr>
          <p:spPr>
            <a:xfrm rot="-5400000">
              <a:off x="680269" y="3861260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43" name="pg42"/>
            <p:cNvSpPr/>
            <p:nvPr/>
          </p:nvSpPr>
          <p:spPr>
            <a:xfrm>
              <a:off x="1005839" y="3694042"/>
              <a:ext cx="7132319" cy="1517720"/>
            </a:xfrm>
            <a:custGeom>
              <a:avLst/>
              <a:pathLst>
                <a:path w="7132319" h="1517720">
                  <a:moveTo>
                    <a:pt x="0" y="1517720"/>
                  </a:moveTo>
                  <a:lnTo>
                    <a:pt x="7132319" y="1517720"/>
                  </a:lnTo>
                  <a:lnTo>
                    <a:pt x="7132319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tx43"/>
            <p:cNvSpPr/>
            <p:nvPr/>
          </p:nvSpPr>
          <p:spPr>
            <a:xfrm>
              <a:off x="4111228" y="3492275"/>
              <a:ext cx="921543" cy="1769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prediction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4353520" y="5788760"/>
              <a:ext cx="436959" cy="1179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chr19</a:t>
              </a:r>
            </a:p>
          </p:txBody>
        </p:sp>
        <p:sp>
          <p:nvSpPr>
            <p:cNvPr id="46" name="tx45"/>
            <p:cNvSpPr/>
            <p:nvPr/>
          </p:nvSpPr>
          <p:spPr>
            <a:xfrm rot="-5400000">
              <a:off x="17783" y="4377037"/>
              <a:ext cx="653950" cy="1517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pred_sm</a:t>
              </a:r>
            </a:p>
          </p:txBody>
        </p:sp>
        <p:sp>
          <p:nvSpPr>
            <p:cNvPr id="47" name="pg46"/>
            <p:cNvSpPr/>
            <p:nvPr/>
          </p:nvSpPr>
          <p:spPr>
            <a:xfrm>
              <a:off x="1270000" y="4433121"/>
              <a:ext cx="6604000" cy="722429"/>
            </a:xfrm>
            <a:custGeom>
              <a:avLst/>
              <a:pathLst>
                <a:path w="6604000" h="722429">
                  <a:moveTo>
                    <a:pt x="0" y="630268"/>
                  </a:moveTo>
                  <a:lnTo>
                    <a:pt x="660" y="631488"/>
                  </a:lnTo>
                  <a:lnTo>
                    <a:pt x="1321" y="632803"/>
                  </a:lnTo>
                  <a:lnTo>
                    <a:pt x="1981" y="631016"/>
                  </a:lnTo>
                  <a:lnTo>
                    <a:pt x="2642" y="635397"/>
                  </a:lnTo>
                  <a:lnTo>
                    <a:pt x="3302" y="653184"/>
                  </a:lnTo>
                  <a:lnTo>
                    <a:pt x="3963" y="624096"/>
                  </a:lnTo>
                  <a:lnTo>
                    <a:pt x="4623" y="608631"/>
                  </a:lnTo>
                  <a:lnTo>
                    <a:pt x="5284" y="589950"/>
                  </a:lnTo>
                  <a:lnTo>
                    <a:pt x="5944" y="600143"/>
                  </a:lnTo>
                  <a:lnTo>
                    <a:pt x="6605" y="622754"/>
                  </a:lnTo>
                  <a:lnTo>
                    <a:pt x="7265" y="640281"/>
                  </a:lnTo>
                  <a:lnTo>
                    <a:pt x="7926" y="630637"/>
                  </a:lnTo>
                  <a:lnTo>
                    <a:pt x="8586" y="597125"/>
                  </a:lnTo>
                  <a:lnTo>
                    <a:pt x="9247" y="591819"/>
                  </a:lnTo>
                  <a:lnTo>
                    <a:pt x="9907" y="577176"/>
                  </a:lnTo>
                  <a:lnTo>
                    <a:pt x="10568" y="576840"/>
                  </a:lnTo>
                  <a:lnTo>
                    <a:pt x="11229" y="586789"/>
                  </a:lnTo>
                  <a:lnTo>
                    <a:pt x="11889" y="589772"/>
                  </a:lnTo>
                  <a:lnTo>
                    <a:pt x="12550" y="608940"/>
                  </a:lnTo>
                  <a:lnTo>
                    <a:pt x="13210" y="620565"/>
                  </a:lnTo>
                  <a:lnTo>
                    <a:pt x="13871" y="588838"/>
                  </a:lnTo>
                  <a:lnTo>
                    <a:pt x="14531" y="548332"/>
                  </a:lnTo>
                  <a:lnTo>
                    <a:pt x="15192" y="549179"/>
                  </a:lnTo>
                  <a:lnTo>
                    <a:pt x="15852" y="542044"/>
                  </a:lnTo>
                  <a:lnTo>
                    <a:pt x="16513" y="512541"/>
                  </a:lnTo>
                  <a:lnTo>
                    <a:pt x="17173" y="500867"/>
                  </a:lnTo>
                  <a:lnTo>
                    <a:pt x="17834" y="484903"/>
                  </a:lnTo>
                  <a:lnTo>
                    <a:pt x="18494" y="460981"/>
                  </a:lnTo>
                  <a:lnTo>
                    <a:pt x="19155" y="438289"/>
                  </a:lnTo>
                  <a:lnTo>
                    <a:pt x="19815" y="432753"/>
                  </a:lnTo>
                  <a:lnTo>
                    <a:pt x="20476" y="431781"/>
                  </a:lnTo>
                  <a:lnTo>
                    <a:pt x="21137" y="431674"/>
                  </a:lnTo>
                  <a:lnTo>
                    <a:pt x="21797" y="431674"/>
                  </a:lnTo>
                  <a:lnTo>
                    <a:pt x="22458" y="439937"/>
                  </a:lnTo>
                  <a:lnTo>
                    <a:pt x="23118" y="536195"/>
                  </a:lnTo>
                  <a:lnTo>
                    <a:pt x="23779" y="598512"/>
                  </a:lnTo>
                  <a:lnTo>
                    <a:pt x="24439" y="613226"/>
                  </a:lnTo>
                  <a:lnTo>
                    <a:pt x="25100" y="581364"/>
                  </a:lnTo>
                  <a:lnTo>
                    <a:pt x="25760" y="586664"/>
                  </a:lnTo>
                  <a:lnTo>
                    <a:pt x="26421" y="632641"/>
                  </a:lnTo>
                  <a:lnTo>
                    <a:pt x="27081" y="633698"/>
                  </a:lnTo>
                  <a:lnTo>
                    <a:pt x="27742" y="614312"/>
                  </a:lnTo>
                  <a:lnTo>
                    <a:pt x="28402" y="604004"/>
                  </a:lnTo>
                  <a:lnTo>
                    <a:pt x="29063" y="619359"/>
                  </a:lnTo>
                  <a:lnTo>
                    <a:pt x="29723" y="608890"/>
                  </a:lnTo>
                  <a:lnTo>
                    <a:pt x="30384" y="623566"/>
                  </a:lnTo>
                  <a:lnTo>
                    <a:pt x="31045" y="610020"/>
                  </a:lnTo>
                  <a:lnTo>
                    <a:pt x="31705" y="601001"/>
                  </a:lnTo>
                  <a:lnTo>
                    <a:pt x="32366" y="587126"/>
                  </a:lnTo>
                  <a:lnTo>
                    <a:pt x="33026" y="587375"/>
                  </a:lnTo>
                  <a:lnTo>
                    <a:pt x="33687" y="605983"/>
                  </a:lnTo>
                  <a:lnTo>
                    <a:pt x="34347" y="605983"/>
                  </a:lnTo>
                  <a:lnTo>
                    <a:pt x="35008" y="579252"/>
                  </a:lnTo>
                  <a:lnTo>
                    <a:pt x="35668" y="570461"/>
                  </a:lnTo>
                  <a:lnTo>
                    <a:pt x="36329" y="574755"/>
                  </a:lnTo>
                  <a:lnTo>
                    <a:pt x="36989" y="582514"/>
                  </a:lnTo>
                  <a:lnTo>
                    <a:pt x="37650" y="541292"/>
                  </a:lnTo>
                  <a:lnTo>
                    <a:pt x="38310" y="492160"/>
                  </a:lnTo>
                  <a:lnTo>
                    <a:pt x="38971" y="452719"/>
                  </a:lnTo>
                  <a:lnTo>
                    <a:pt x="39631" y="452719"/>
                  </a:lnTo>
                  <a:lnTo>
                    <a:pt x="40292" y="482249"/>
                  </a:lnTo>
                  <a:lnTo>
                    <a:pt x="40952" y="513921"/>
                  </a:lnTo>
                  <a:lnTo>
                    <a:pt x="41613" y="527306"/>
                  </a:lnTo>
                  <a:lnTo>
                    <a:pt x="42274" y="489022"/>
                  </a:lnTo>
                  <a:lnTo>
                    <a:pt x="42934" y="517857"/>
                  </a:lnTo>
                  <a:lnTo>
                    <a:pt x="43595" y="539258"/>
                  </a:lnTo>
                  <a:lnTo>
                    <a:pt x="44255" y="580657"/>
                  </a:lnTo>
                  <a:lnTo>
                    <a:pt x="44916" y="579566"/>
                  </a:lnTo>
                  <a:lnTo>
                    <a:pt x="45576" y="604026"/>
                  </a:lnTo>
                  <a:lnTo>
                    <a:pt x="46237" y="623691"/>
                  </a:lnTo>
                  <a:lnTo>
                    <a:pt x="46897" y="612163"/>
                  </a:lnTo>
                  <a:lnTo>
                    <a:pt x="47558" y="614219"/>
                  </a:lnTo>
                  <a:lnTo>
                    <a:pt x="48218" y="632494"/>
                  </a:lnTo>
                  <a:lnTo>
                    <a:pt x="48879" y="635690"/>
                  </a:lnTo>
                  <a:lnTo>
                    <a:pt x="49539" y="622924"/>
                  </a:lnTo>
                  <a:lnTo>
                    <a:pt x="50200" y="628773"/>
                  </a:lnTo>
                  <a:lnTo>
                    <a:pt x="50860" y="617875"/>
                  </a:lnTo>
                  <a:lnTo>
                    <a:pt x="51521" y="635061"/>
                  </a:lnTo>
                  <a:lnTo>
                    <a:pt x="52182" y="652769"/>
                  </a:lnTo>
                  <a:lnTo>
                    <a:pt x="52842" y="646277"/>
                  </a:lnTo>
                  <a:lnTo>
                    <a:pt x="53503" y="622276"/>
                  </a:lnTo>
                  <a:lnTo>
                    <a:pt x="54163" y="629625"/>
                  </a:lnTo>
                  <a:lnTo>
                    <a:pt x="54824" y="627370"/>
                  </a:lnTo>
                  <a:lnTo>
                    <a:pt x="55484" y="649608"/>
                  </a:lnTo>
                  <a:lnTo>
                    <a:pt x="56145" y="623760"/>
                  </a:lnTo>
                  <a:lnTo>
                    <a:pt x="56805" y="622767"/>
                  </a:lnTo>
                  <a:lnTo>
                    <a:pt x="57466" y="635348"/>
                  </a:lnTo>
                  <a:lnTo>
                    <a:pt x="58126" y="651240"/>
                  </a:lnTo>
                  <a:lnTo>
                    <a:pt x="58787" y="626940"/>
                  </a:lnTo>
                  <a:lnTo>
                    <a:pt x="59447" y="625465"/>
                  </a:lnTo>
                  <a:lnTo>
                    <a:pt x="60108" y="628260"/>
                  </a:lnTo>
                  <a:lnTo>
                    <a:pt x="60768" y="632631"/>
                  </a:lnTo>
                  <a:lnTo>
                    <a:pt x="61429" y="633523"/>
                  </a:lnTo>
                  <a:lnTo>
                    <a:pt x="62090" y="623879"/>
                  </a:lnTo>
                  <a:lnTo>
                    <a:pt x="62750" y="616059"/>
                  </a:lnTo>
                  <a:lnTo>
                    <a:pt x="63411" y="610358"/>
                  </a:lnTo>
                  <a:lnTo>
                    <a:pt x="64071" y="610358"/>
                  </a:lnTo>
                  <a:lnTo>
                    <a:pt x="64732" y="619667"/>
                  </a:lnTo>
                  <a:lnTo>
                    <a:pt x="65392" y="624180"/>
                  </a:lnTo>
                  <a:lnTo>
                    <a:pt x="66053" y="623292"/>
                  </a:lnTo>
                  <a:lnTo>
                    <a:pt x="66713" y="633599"/>
                  </a:lnTo>
                  <a:lnTo>
                    <a:pt x="67374" y="629116"/>
                  </a:lnTo>
                  <a:lnTo>
                    <a:pt x="68034" y="621696"/>
                  </a:lnTo>
                  <a:lnTo>
                    <a:pt x="68695" y="632469"/>
                  </a:lnTo>
                  <a:lnTo>
                    <a:pt x="69355" y="645611"/>
                  </a:lnTo>
                  <a:lnTo>
                    <a:pt x="70016" y="631250"/>
                  </a:lnTo>
                  <a:lnTo>
                    <a:pt x="70676" y="656455"/>
                  </a:lnTo>
                  <a:lnTo>
                    <a:pt x="71337" y="656455"/>
                  </a:lnTo>
                  <a:lnTo>
                    <a:pt x="71997" y="655405"/>
                  </a:lnTo>
                  <a:lnTo>
                    <a:pt x="72658" y="626668"/>
                  </a:lnTo>
                  <a:lnTo>
                    <a:pt x="73319" y="637289"/>
                  </a:lnTo>
                  <a:lnTo>
                    <a:pt x="73979" y="594573"/>
                  </a:lnTo>
                  <a:lnTo>
                    <a:pt x="74640" y="577635"/>
                  </a:lnTo>
                  <a:lnTo>
                    <a:pt x="75300" y="579084"/>
                  </a:lnTo>
                  <a:lnTo>
                    <a:pt x="75961" y="599170"/>
                  </a:lnTo>
                  <a:lnTo>
                    <a:pt x="76621" y="588492"/>
                  </a:lnTo>
                  <a:lnTo>
                    <a:pt x="77282" y="576596"/>
                  </a:lnTo>
                  <a:lnTo>
                    <a:pt x="77942" y="545818"/>
                  </a:lnTo>
                  <a:lnTo>
                    <a:pt x="78603" y="552109"/>
                  </a:lnTo>
                  <a:lnTo>
                    <a:pt x="79263" y="571359"/>
                  </a:lnTo>
                  <a:lnTo>
                    <a:pt x="79924" y="558502"/>
                  </a:lnTo>
                  <a:lnTo>
                    <a:pt x="80584" y="433335"/>
                  </a:lnTo>
                  <a:lnTo>
                    <a:pt x="81245" y="442099"/>
                  </a:lnTo>
                  <a:lnTo>
                    <a:pt x="81905" y="481460"/>
                  </a:lnTo>
                  <a:lnTo>
                    <a:pt x="82566" y="459588"/>
                  </a:lnTo>
                  <a:lnTo>
                    <a:pt x="83227" y="453853"/>
                  </a:lnTo>
                  <a:lnTo>
                    <a:pt x="83887" y="436081"/>
                  </a:lnTo>
                  <a:lnTo>
                    <a:pt x="84548" y="414696"/>
                  </a:lnTo>
                  <a:lnTo>
                    <a:pt x="85208" y="408723"/>
                  </a:lnTo>
                  <a:lnTo>
                    <a:pt x="85869" y="394294"/>
                  </a:lnTo>
                  <a:lnTo>
                    <a:pt x="86529" y="390756"/>
                  </a:lnTo>
                  <a:lnTo>
                    <a:pt x="87190" y="393522"/>
                  </a:lnTo>
                  <a:lnTo>
                    <a:pt x="87850" y="444925"/>
                  </a:lnTo>
                  <a:lnTo>
                    <a:pt x="88511" y="437284"/>
                  </a:lnTo>
                  <a:lnTo>
                    <a:pt x="89171" y="381406"/>
                  </a:lnTo>
                  <a:lnTo>
                    <a:pt x="89832" y="389681"/>
                  </a:lnTo>
                  <a:lnTo>
                    <a:pt x="90492" y="354978"/>
                  </a:lnTo>
                  <a:lnTo>
                    <a:pt x="91153" y="351369"/>
                  </a:lnTo>
                  <a:lnTo>
                    <a:pt x="91813" y="350612"/>
                  </a:lnTo>
                  <a:lnTo>
                    <a:pt x="92474" y="347804"/>
                  </a:lnTo>
                  <a:lnTo>
                    <a:pt x="93135" y="356654"/>
                  </a:lnTo>
                  <a:lnTo>
                    <a:pt x="93795" y="356649"/>
                  </a:lnTo>
                  <a:lnTo>
                    <a:pt x="94456" y="356671"/>
                  </a:lnTo>
                  <a:lnTo>
                    <a:pt x="95116" y="338531"/>
                  </a:lnTo>
                  <a:lnTo>
                    <a:pt x="95777" y="347815"/>
                  </a:lnTo>
                  <a:lnTo>
                    <a:pt x="96437" y="353691"/>
                  </a:lnTo>
                  <a:lnTo>
                    <a:pt x="97098" y="396755"/>
                  </a:lnTo>
                  <a:lnTo>
                    <a:pt x="97758" y="401675"/>
                  </a:lnTo>
                  <a:lnTo>
                    <a:pt x="98419" y="374066"/>
                  </a:lnTo>
                  <a:lnTo>
                    <a:pt x="99079" y="424518"/>
                  </a:lnTo>
                  <a:lnTo>
                    <a:pt x="99740" y="426934"/>
                  </a:lnTo>
                  <a:lnTo>
                    <a:pt x="100400" y="471440"/>
                  </a:lnTo>
                  <a:lnTo>
                    <a:pt x="101061" y="461645"/>
                  </a:lnTo>
                  <a:lnTo>
                    <a:pt x="101721" y="513100"/>
                  </a:lnTo>
                  <a:lnTo>
                    <a:pt x="102382" y="525280"/>
                  </a:lnTo>
                  <a:lnTo>
                    <a:pt x="103043" y="479756"/>
                  </a:lnTo>
                  <a:lnTo>
                    <a:pt x="103703" y="475388"/>
                  </a:lnTo>
                  <a:lnTo>
                    <a:pt x="104364" y="495911"/>
                  </a:lnTo>
                  <a:lnTo>
                    <a:pt x="105024" y="517898"/>
                  </a:lnTo>
                  <a:lnTo>
                    <a:pt x="105685" y="536520"/>
                  </a:lnTo>
                  <a:lnTo>
                    <a:pt x="106345" y="547176"/>
                  </a:lnTo>
                  <a:lnTo>
                    <a:pt x="107006" y="569467"/>
                  </a:lnTo>
                  <a:lnTo>
                    <a:pt x="107666" y="613185"/>
                  </a:lnTo>
                  <a:lnTo>
                    <a:pt x="108327" y="612820"/>
                  </a:lnTo>
                  <a:lnTo>
                    <a:pt x="108987" y="562877"/>
                  </a:lnTo>
                  <a:lnTo>
                    <a:pt x="109648" y="541079"/>
                  </a:lnTo>
                  <a:lnTo>
                    <a:pt x="110308" y="515084"/>
                  </a:lnTo>
                  <a:lnTo>
                    <a:pt x="110969" y="534624"/>
                  </a:lnTo>
                  <a:lnTo>
                    <a:pt x="111629" y="554167"/>
                  </a:lnTo>
                  <a:lnTo>
                    <a:pt x="112290" y="507798"/>
                  </a:lnTo>
                  <a:lnTo>
                    <a:pt x="112950" y="530993"/>
                  </a:lnTo>
                  <a:lnTo>
                    <a:pt x="113611" y="543249"/>
                  </a:lnTo>
                  <a:lnTo>
                    <a:pt x="114272" y="514217"/>
                  </a:lnTo>
                  <a:lnTo>
                    <a:pt x="114932" y="523697"/>
                  </a:lnTo>
                  <a:lnTo>
                    <a:pt x="115593" y="506762"/>
                  </a:lnTo>
                  <a:lnTo>
                    <a:pt x="116253" y="514520"/>
                  </a:lnTo>
                  <a:lnTo>
                    <a:pt x="116914" y="542609"/>
                  </a:lnTo>
                  <a:lnTo>
                    <a:pt x="117574" y="557113"/>
                  </a:lnTo>
                  <a:lnTo>
                    <a:pt x="118235" y="518752"/>
                  </a:lnTo>
                  <a:lnTo>
                    <a:pt x="118895" y="497625"/>
                  </a:lnTo>
                  <a:lnTo>
                    <a:pt x="119556" y="502382"/>
                  </a:lnTo>
                  <a:lnTo>
                    <a:pt x="120216" y="491385"/>
                  </a:lnTo>
                  <a:lnTo>
                    <a:pt x="120877" y="477612"/>
                  </a:lnTo>
                  <a:lnTo>
                    <a:pt x="121537" y="471605"/>
                  </a:lnTo>
                  <a:lnTo>
                    <a:pt x="122198" y="443092"/>
                  </a:lnTo>
                  <a:lnTo>
                    <a:pt x="122858" y="437218"/>
                  </a:lnTo>
                  <a:lnTo>
                    <a:pt x="123519" y="396881"/>
                  </a:lnTo>
                  <a:lnTo>
                    <a:pt x="124180" y="327413"/>
                  </a:lnTo>
                  <a:lnTo>
                    <a:pt x="124840" y="313969"/>
                  </a:lnTo>
                  <a:lnTo>
                    <a:pt x="125501" y="298709"/>
                  </a:lnTo>
                  <a:lnTo>
                    <a:pt x="126161" y="293833"/>
                  </a:lnTo>
                  <a:lnTo>
                    <a:pt x="126822" y="304777"/>
                  </a:lnTo>
                  <a:lnTo>
                    <a:pt x="127482" y="285657"/>
                  </a:lnTo>
                  <a:lnTo>
                    <a:pt x="128143" y="269032"/>
                  </a:lnTo>
                  <a:lnTo>
                    <a:pt x="128803" y="266132"/>
                  </a:lnTo>
                  <a:lnTo>
                    <a:pt x="129464" y="266136"/>
                  </a:lnTo>
                  <a:lnTo>
                    <a:pt x="130124" y="292443"/>
                  </a:lnTo>
                  <a:lnTo>
                    <a:pt x="130785" y="319437"/>
                  </a:lnTo>
                  <a:lnTo>
                    <a:pt x="131445" y="363462"/>
                  </a:lnTo>
                  <a:lnTo>
                    <a:pt x="132106" y="405141"/>
                  </a:lnTo>
                  <a:lnTo>
                    <a:pt x="132766" y="447526"/>
                  </a:lnTo>
                  <a:lnTo>
                    <a:pt x="133427" y="477706"/>
                  </a:lnTo>
                  <a:lnTo>
                    <a:pt x="134088" y="452932"/>
                  </a:lnTo>
                  <a:lnTo>
                    <a:pt x="134748" y="449467"/>
                  </a:lnTo>
                  <a:lnTo>
                    <a:pt x="135409" y="446850"/>
                  </a:lnTo>
                  <a:lnTo>
                    <a:pt x="136069" y="474988"/>
                  </a:lnTo>
                  <a:lnTo>
                    <a:pt x="136730" y="513958"/>
                  </a:lnTo>
                  <a:lnTo>
                    <a:pt x="137390" y="527932"/>
                  </a:lnTo>
                  <a:lnTo>
                    <a:pt x="138051" y="526503"/>
                  </a:lnTo>
                  <a:lnTo>
                    <a:pt x="138711" y="552391"/>
                  </a:lnTo>
                  <a:lnTo>
                    <a:pt x="139372" y="558962"/>
                  </a:lnTo>
                  <a:lnTo>
                    <a:pt x="140032" y="545221"/>
                  </a:lnTo>
                  <a:lnTo>
                    <a:pt x="140693" y="558299"/>
                  </a:lnTo>
                  <a:lnTo>
                    <a:pt x="141353" y="540469"/>
                  </a:lnTo>
                  <a:lnTo>
                    <a:pt x="142014" y="563776"/>
                  </a:lnTo>
                  <a:lnTo>
                    <a:pt x="142674" y="564806"/>
                  </a:lnTo>
                  <a:lnTo>
                    <a:pt x="143335" y="552329"/>
                  </a:lnTo>
                  <a:lnTo>
                    <a:pt x="143995" y="528883"/>
                  </a:lnTo>
                  <a:lnTo>
                    <a:pt x="144656" y="488363"/>
                  </a:lnTo>
                  <a:lnTo>
                    <a:pt x="145317" y="481384"/>
                  </a:lnTo>
                  <a:lnTo>
                    <a:pt x="145977" y="464669"/>
                  </a:lnTo>
                  <a:lnTo>
                    <a:pt x="146638" y="418950"/>
                  </a:lnTo>
                  <a:lnTo>
                    <a:pt x="147298" y="417234"/>
                  </a:lnTo>
                  <a:lnTo>
                    <a:pt x="147959" y="429585"/>
                  </a:lnTo>
                  <a:lnTo>
                    <a:pt x="148619" y="473452"/>
                  </a:lnTo>
                  <a:lnTo>
                    <a:pt x="149280" y="490640"/>
                  </a:lnTo>
                  <a:lnTo>
                    <a:pt x="149940" y="494502"/>
                  </a:lnTo>
                  <a:lnTo>
                    <a:pt x="150601" y="542888"/>
                  </a:lnTo>
                  <a:lnTo>
                    <a:pt x="151261" y="549695"/>
                  </a:lnTo>
                  <a:lnTo>
                    <a:pt x="151922" y="605592"/>
                  </a:lnTo>
                  <a:lnTo>
                    <a:pt x="152582" y="619154"/>
                  </a:lnTo>
                  <a:lnTo>
                    <a:pt x="153243" y="613095"/>
                  </a:lnTo>
                  <a:lnTo>
                    <a:pt x="153903" y="618539"/>
                  </a:lnTo>
                  <a:lnTo>
                    <a:pt x="154564" y="608277"/>
                  </a:lnTo>
                  <a:lnTo>
                    <a:pt x="155225" y="601317"/>
                  </a:lnTo>
                  <a:lnTo>
                    <a:pt x="155885" y="613560"/>
                  </a:lnTo>
                  <a:lnTo>
                    <a:pt x="156546" y="629493"/>
                  </a:lnTo>
                  <a:lnTo>
                    <a:pt x="157206" y="637310"/>
                  </a:lnTo>
                  <a:lnTo>
                    <a:pt x="157867" y="647946"/>
                  </a:lnTo>
                  <a:lnTo>
                    <a:pt x="158527" y="639671"/>
                  </a:lnTo>
                  <a:lnTo>
                    <a:pt x="159188" y="650913"/>
                  </a:lnTo>
                  <a:lnTo>
                    <a:pt x="159848" y="640519"/>
                  </a:lnTo>
                  <a:lnTo>
                    <a:pt x="160509" y="623972"/>
                  </a:lnTo>
                  <a:lnTo>
                    <a:pt x="161169" y="618795"/>
                  </a:lnTo>
                  <a:lnTo>
                    <a:pt x="161830" y="614281"/>
                  </a:lnTo>
                  <a:lnTo>
                    <a:pt x="162490" y="625054"/>
                  </a:lnTo>
                  <a:lnTo>
                    <a:pt x="163151" y="633643"/>
                  </a:lnTo>
                  <a:lnTo>
                    <a:pt x="163811" y="627384"/>
                  </a:lnTo>
                  <a:lnTo>
                    <a:pt x="164472" y="628703"/>
                  </a:lnTo>
                  <a:lnTo>
                    <a:pt x="165133" y="625054"/>
                  </a:lnTo>
                  <a:lnTo>
                    <a:pt x="165793" y="631765"/>
                  </a:lnTo>
                  <a:lnTo>
                    <a:pt x="166454" y="623555"/>
                  </a:lnTo>
                  <a:lnTo>
                    <a:pt x="167114" y="597861"/>
                  </a:lnTo>
                  <a:lnTo>
                    <a:pt x="167775" y="604277"/>
                  </a:lnTo>
                  <a:lnTo>
                    <a:pt x="168435" y="630515"/>
                  </a:lnTo>
                  <a:lnTo>
                    <a:pt x="169096" y="662004"/>
                  </a:lnTo>
                  <a:lnTo>
                    <a:pt x="169756" y="668417"/>
                  </a:lnTo>
                  <a:lnTo>
                    <a:pt x="170417" y="635151"/>
                  </a:lnTo>
                  <a:lnTo>
                    <a:pt x="171077" y="654767"/>
                  </a:lnTo>
                  <a:lnTo>
                    <a:pt x="171738" y="646545"/>
                  </a:lnTo>
                  <a:lnTo>
                    <a:pt x="172398" y="658052"/>
                  </a:lnTo>
                  <a:lnTo>
                    <a:pt x="173059" y="663057"/>
                  </a:lnTo>
                  <a:lnTo>
                    <a:pt x="173719" y="657531"/>
                  </a:lnTo>
                  <a:lnTo>
                    <a:pt x="174380" y="689528"/>
                  </a:lnTo>
                  <a:lnTo>
                    <a:pt x="175041" y="669317"/>
                  </a:lnTo>
                  <a:lnTo>
                    <a:pt x="175701" y="664469"/>
                  </a:lnTo>
                  <a:lnTo>
                    <a:pt x="176362" y="642855"/>
                  </a:lnTo>
                  <a:lnTo>
                    <a:pt x="177022" y="611555"/>
                  </a:lnTo>
                  <a:lnTo>
                    <a:pt x="177683" y="630486"/>
                  </a:lnTo>
                  <a:lnTo>
                    <a:pt x="178343" y="640556"/>
                  </a:lnTo>
                  <a:lnTo>
                    <a:pt x="179004" y="677167"/>
                  </a:lnTo>
                  <a:lnTo>
                    <a:pt x="179664" y="654841"/>
                  </a:lnTo>
                  <a:lnTo>
                    <a:pt x="180325" y="645748"/>
                  </a:lnTo>
                  <a:lnTo>
                    <a:pt x="180985" y="659465"/>
                  </a:lnTo>
                  <a:lnTo>
                    <a:pt x="181646" y="660996"/>
                  </a:lnTo>
                  <a:lnTo>
                    <a:pt x="182306" y="675735"/>
                  </a:lnTo>
                  <a:lnTo>
                    <a:pt x="182967" y="690078"/>
                  </a:lnTo>
                  <a:lnTo>
                    <a:pt x="183627" y="676554"/>
                  </a:lnTo>
                  <a:lnTo>
                    <a:pt x="184288" y="682378"/>
                  </a:lnTo>
                  <a:lnTo>
                    <a:pt x="184948" y="666773"/>
                  </a:lnTo>
                  <a:lnTo>
                    <a:pt x="185609" y="680210"/>
                  </a:lnTo>
                  <a:lnTo>
                    <a:pt x="186270" y="676963"/>
                  </a:lnTo>
                  <a:lnTo>
                    <a:pt x="186930" y="687161"/>
                  </a:lnTo>
                  <a:lnTo>
                    <a:pt x="187591" y="682458"/>
                  </a:lnTo>
                  <a:lnTo>
                    <a:pt x="188251" y="662773"/>
                  </a:lnTo>
                  <a:lnTo>
                    <a:pt x="188912" y="653195"/>
                  </a:lnTo>
                  <a:lnTo>
                    <a:pt x="189572" y="649708"/>
                  </a:lnTo>
                  <a:lnTo>
                    <a:pt x="190233" y="649708"/>
                  </a:lnTo>
                  <a:lnTo>
                    <a:pt x="190893" y="657658"/>
                  </a:lnTo>
                  <a:lnTo>
                    <a:pt x="191554" y="658440"/>
                  </a:lnTo>
                  <a:lnTo>
                    <a:pt x="192214" y="659288"/>
                  </a:lnTo>
                  <a:lnTo>
                    <a:pt x="192875" y="673566"/>
                  </a:lnTo>
                  <a:lnTo>
                    <a:pt x="193535" y="643407"/>
                  </a:lnTo>
                  <a:lnTo>
                    <a:pt x="194196" y="665363"/>
                  </a:lnTo>
                  <a:lnTo>
                    <a:pt x="194856" y="673069"/>
                  </a:lnTo>
                  <a:lnTo>
                    <a:pt x="195517" y="649132"/>
                  </a:lnTo>
                  <a:lnTo>
                    <a:pt x="196178" y="646169"/>
                  </a:lnTo>
                  <a:lnTo>
                    <a:pt x="196838" y="633557"/>
                  </a:lnTo>
                  <a:lnTo>
                    <a:pt x="197499" y="638224"/>
                  </a:lnTo>
                  <a:lnTo>
                    <a:pt x="198159" y="639072"/>
                  </a:lnTo>
                  <a:lnTo>
                    <a:pt x="198820" y="629527"/>
                  </a:lnTo>
                  <a:lnTo>
                    <a:pt x="199480" y="628120"/>
                  </a:lnTo>
                  <a:lnTo>
                    <a:pt x="200141" y="617779"/>
                  </a:lnTo>
                  <a:lnTo>
                    <a:pt x="200801" y="601565"/>
                  </a:lnTo>
                  <a:lnTo>
                    <a:pt x="201462" y="623786"/>
                  </a:lnTo>
                  <a:lnTo>
                    <a:pt x="202122" y="584268"/>
                  </a:lnTo>
                  <a:lnTo>
                    <a:pt x="202783" y="531940"/>
                  </a:lnTo>
                  <a:lnTo>
                    <a:pt x="203443" y="531940"/>
                  </a:lnTo>
                  <a:lnTo>
                    <a:pt x="204104" y="514448"/>
                  </a:lnTo>
                  <a:lnTo>
                    <a:pt x="204764" y="544976"/>
                  </a:lnTo>
                  <a:lnTo>
                    <a:pt x="205425" y="532187"/>
                  </a:lnTo>
                  <a:lnTo>
                    <a:pt x="206086" y="598333"/>
                  </a:lnTo>
                  <a:lnTo>
                    <a:pt x="206746" y="593478"/>
                  </a:lnTo>
                  <a:lnTo>
                    <a:pt x="207407" y="583541"/>
                  </a:lnTo>
                  <a:lnTo>
                    <a:pt x="208067" y="579984"/>
                  </a:lnTo>
                  <a:lnTo>
                    <a:pt x="208728" y="589649"/>
                  </a:lnTo>
                  <a:lnTo>
                    <a:pt x="209388" y="618896"/>
                  </a:lnTo>
                  <a:lnTo>
                    <a:pt x="210049" y="626360"/>
                  </a:lnTo>
                  <a:lnTo>
                    <a:pt x="210709" y="636084"/>
                  </a:lnTo>
                  <a:lnTo>
                    <a:pt x="211370" y="643804"/>
                  </a:lnTo>
                  <a:lnTo>
                    <a:pt x="212030" y="663334"/>
                  </a:lnTo>
                  <a:lnTo>
                    <a:pt x="212691" y="645655"/>
                  </a:lnTo>
                  <a:lnTo>
                    <a:pt x="213351" y="660917"/>
                  </a:lnTo>
                  <a:lnTo>
                    <a:pt x="214012" y="638748"/>
                  </a:lnTo>
                  <a:lnTo>
                    <a:pt x="214672" y="640837"/>
                  </a:lnTo>
                  <a:lnTo>
                    <a:pt x="215333" y="654084"/>
                  </a:lnTo>
                  <a:lnTo>
                    <a:pt x="215993" y="643895"/>
                  </a:lnTo>
                  <a:lnTo>
                    <a:pt x="216654" y="655816"/>
                  </a:lnTo>
                  <a:lnTo>
                    <a:pt x="217315" y="666936"/>
                  </a:lnTo>
                  <a:lnTo>
                    <a:pt x="217975" y="674432"/>
                  </a:lnTo>
                  <a:lnTo>
                    <a:pt x="218636" y="663166"/>
                  </a:lnTo>
                  <a:lnTo>
                    <a:pt x="219296" y="628526"/>
                  </a:lnTo>
                  <a:lnTo>
                    <a:pt x="219957" y="601221"/>
                  </a:lnTo>
                  <a:lnTo>
                    <a:pt x="220617" y="625756"/>
                  </a:lnTo>
                  <a:lnTo>
                    <a:pt x="221278" y="653513"/>
                  </a:lnTo>
                  <a:lnTo>
                    <a:pt x="221938" y="645555"/>
                  </a:lnTo>
                  <a:lnTo>
                    <a:pt x="222599" y="639971"/>
                  </a:lnTo>
                  <a:lnTo>
                    <a:pt x="223259" y="618630"/>
                  </a:lnTo>
                  <a:lnTo>
                    <a:pt x="223920" y="615354"/>
                  </a:lnTo>
                  <a:lnTo>
                    <a:pt x="224580" y="621118"/>
                  </a:lnTo>
                  <a:lnTo>
                    <a:pt x="225241" y="621329"/>
                  </a:lnTo>
                  <a:lnTo>
                    <a:pt x="225901" y="639659"/>
                  </a:lnTo>
                  <a:lnTo>
                    <a:pt x="226562" y="663306"/>
                  </a:lnTo>
                  <a:lnTo>
                    <a:pt x="227223" y="672377"/>
                  </a:lnTo>
                  <a:lnTo>
                    <a:pt x="227883" y="665685"/>
                  </a:lnTo>
                  <a:lnTo>
                    <a:pt x="228544" y="667554"/>
                  </a:lnTo>
                  <a:lnTo>
                    <a:pt x="229204" y="666388"/>
                  </a:lnTo>
                  <a:lnTo>
                    <a:pt x="229865" y="659519"/>
                  </a:lnTo>
                  <a:lnTo>
                    <a:pt x="230525" y="663830"/>
                  </a:lnTo>
                  <a:lnTo>
                    <a:pt x="231186" y="659061"/>
                  </a:lnTo>
                  <a:lnTo>
                    <a:pt x="231846" y="639185"/>
                  </a:lnTo>
                  <a:lnTo>
                    <a:pt x="232507" y="628990"/>
                  </a:lnTo>
                  <a:lnTo>
                    <a:pt x="233167" y="642491"/>
                  </a:lnTo>
                  <a:lnTo>
                    <a:pt x="233828" y="663666"/>
                  </a:lnTo>
                  <a:lnTo>
                    <a:pt x="234488" y="650970"/>
                  </a:lnTo>
                  <a:lnTo>
                    <a:pt x="235149" y="629886"/>
                  </a:lnTo>
                  <a:lnTo>
                    <a:pt x="235809" y="646456"/>
                  </a:lnTo>
                  <a:lnTo>
                    <a:pt x="236470" y="647558"/>
                  </a:lnTo>
                  <a:lnTo>
                    <a:pt x="237131" y="631140"/>
                  </a:lnTo>
                  <a:lnTo>
                    <a:pt x="237791" y="621324"/>
                  </a:lnTo>
                  <a:lnTo>
                    <a:pt x="238452" y="638012"/>
                  </a:lnTo>
                  <a:lnTo>
                    <a:pt x="239112" y="647620"/>
                  </a:lnTo>
                  <a:lnTo>
                    <a:pt x="239773" y="659154"/>
                  </a:lnTo>
                  <a:lnTo>
                    <a:pt x="240433" y="650248"/>
                  </a:lnTo>
                  <a:lnTo>
                    <a:pt x="241094" y="645648"/>
                  </a:lnTo>
                  <a:lnTo>
                    <a:pt x="241754" y="655764"/>
                  </a:lnTo>
                  <a:lnTo>
                    <a:pt x="242415" y="646313"/>
                  </a:lnTo>
                  <a:lnTo>
                    <a:pt x="243075" y="641481"/>
                  </a:lnTo>
                  <a:lnTo>
                    <a:pt x="243736" y="632483"/>
                  </a:lnTo>
                  <a:lnTo>
                    <a:pt x="244396" y="640483"/>
                  </a:lnTo>
                  <a:lnTo>
                    <a:pt x="245057" y="668666"/>
                  </a:lnTo>
                  <a:lnTo>
                    <a:pt x="245717" y="644310"/>
                  </a:lnTo>
                  <a:lnTo>
                    <a:pt x="246378" y="624305"/>
                  </a:lnTo>
                  <a:lnTo>
                    <a:pt x="247039" y="600238"/>
                  </a:lnTo>
                  <a:lnTo>
                    <a:pt x="247699" y="598827"/>
                  </a:lnTo>
                  <a:lnTo>
                    <a:pt x="248360" y="614377"/>
                  </a:lnTo>
                  <a:lnTo>
                    <a:pt x="249020" y="640453"/>
                  </a:lnTo>
                  <a:lnTo>
                    <a:pt x="249681" y="648443"/>
                  </a:lnTo>
                  <a:lnTo>
                    <a:pt x="250341" y="641042"/>
                  </a:lnTo>
                  <a:lnTo>
                    <a:pt x="251002" y="666672"/>
                  </a:lnTo>
                  <a:lnTo>
                    <a:pt x="251662" y="691580"/>
                  </a:lnTo>
                  <a:lnTo>
                    <a:pt x="252323" y="693519"/>
                  </a:lnTo>
                  <a:lnTo>
                    <a:pt x="252983" y="683186"/>
                  </a:lnTo>
                  <a:lnTo>
                    <a:pt x="253644" y="643895"/>
                  </a:lnTo>
                  <a:lnTo>
                    <a:pt x="254304" y="615984"/>
                  </a:lnTo>
                  <a:lnTo>
                    <a:pt x="254965" y="627118"/>
                  </a:lnTo>
                  <a:lnTo>
                    <a:pt x="255625" y="639721"/>
                  </a:lnTo>
                  <a:lnTo>
                    <a:pt x="256286" y="650583"/>
                  </a:lnTo>
                  <a:lnTo>
                    <a:pt x="256946" y="663598"/>
                  </a:lnTo>
                  <a:lnTo>
                    <a:pt x="257607" y="664993"/>
                  </a:lnTo>
                  <a:lnTo>
                    <a:pt x="258268" y="673329"/>
                  </a:lnTo>
                  <a:lnTo>
                    <a:pt x="258928" y="645553"/>
                  </a:lnTo>
                  <a:lnTo>
                    <a:pt x="259589" y="636458"/>
                  </a:lnTo>
                  <a:lnTo>
                    <a:pt x="260249" y="642786"/>
                  </a:lnTo>
                  <a:lnTo>
                    <a:pt x="260910" y="657056"/>
                  </a:lnTo>
                  <a:lnTo>
                    <a:pt x="261570" y="661054"/>
                  </a:lnTo>
                  <a:lnTo>
                    <a:pt x="262231" y="657062"/>
                  </a:lnTo>
                  <a:lnTo>
                    <a:pt x="262891" y="653710"/>
                  </a:lnTo>
                  <a:lnTo>
                    <a:pt x="263552" y="661812"/>
                  </a:lnTo>
                  <a:lnTo>
                    <a:pt x="264212" y="656538"/>
                  </a:lnTo>
                  <a:lnTo>
                    <a:pt x="264873" y="663531"/>
                  </a:lnTo>
                  <a:lnTo>
                    <a:pt x="265533" y="668801"/>
                  </a:lnTo>
                  <a:lnTo>
                    <a:pt x="266194" y="663189"/>
                  </a:lnTo>
                  <a:lnTo>
                    <a:pt x="266854" y="671179"/>
                  </a:lnTo>
                  <a:lnTo>
                    <a:pt x="267515" y="685825"/>
                  </a:lnTo>
                  <a:lnTo>
                    <a:pt x="268176" y="678719"/>
                  </a:lnTo>
                  <a:lnTo>
                    <a:pt x="268836" y="666711"/>
                  </a:lnTo>
                  <a:lnTo>
                    <a:pt x="269497" y="664833"/>
                  </a:lnTo>
                  <a:lnTo>
                    <a:pt x="270157" y="676399"/>
                  </a:lnTo>
                  <a:lnTo>
                    <a:pt x="270818" y="699786"/>
                  </a:lnTo>
                  <a:lnTo>
                    <a:pt x="271478" y="698535"/>
                  </a:lnTo>
                  <a:lnTo>
                    <a:pt x="272139" y="698320"/>
                  </a:lnTo>
                  <a:lnTo>
                    <a:pt x="272799" y="697567"/>
                  </a:lnTo>
                  <a:lnTo>
                    <a:pt x="273460" y="702541"/>
                  </a:lnTo>
                  <a:lnTo>
                    <a:pt x="274120" y="705350"/>
                  </a:lnTo>
                  <a:lnTo>
                    <a:pt x="274781" y="700576"/>
                  </a:lnTo>
                  <a:lnTo>
                    <a:pt x="275441" y="701563"/>
                  </a:lnTo>
                  <a:lnTo>
                    <a:pt x="276102" y="701563"/>
                  </a:lnTo>
                  <a:lnTo>
                    <a:pt x="276762" y="692025"/>
                  </a:lnTo>
                  <a:lnTo>
                    <a:pt x="277423" y="664655"/>
                  </a:lnTo>
                  <a:lnTo>
                    <a:pt x="278084" y="670231"/>
                  </a:lnTo>
                  <a:lnTo>
                    <a:pt x="278744" y="683417"/>
                  </a:lnTo>
                  <a:lnTo>
                    <a:pt x="279405" y="685187"/>
                  </a:lnTo>
                  <a:lnTo>
                    <a:pt x="280065" y="683656"/>
                  </a:lnTo>
                  <a:lnTo>
                    <a:pt x="280726" y="674455"/>
                  </a:lnTo>
                  <a:lnTo>
                    <a:pt x="281386" y="681556"/>
                  </a:lnTo>
                  <a:lnTo>
                    <a:pt x="282047" y="680160"/>
                  </a:lnTo>
                  <a:lnTo>
                    <a:pt x="282707" y="672568"/>
                  </a:lnTo>
                  <a:lnTo>
                    <a:pt x="283368" y="658338"/>
                  </a:lnTo>
                  <a:lnTo>
                    <a:pt x="284028" y="665081"/>
                  </a:lnTo>
                  <a:lnTo>
                    <a:pt x="284689" y="682547"/>
                  </a:lnTo>
                  <a:lnTo>
                    <a:pt x="285349" y="650835"/>
                  </a:lnTo>
                  <a:lnTo>
                    <a:pt x="286010" y="676425"/>
                  </a:lnTo>
                  <a:lnTo>
                    <a:pt x="286670" y="659781"/>
                  </a:lnTo>
                  <a:lnTo>
                    <a:pt x="287331" y="653785"/>
                  </a:lnTo>
                  <a:lnTo>
                    <a:pt x="287991" y="676054"/>
                  </a:lnTo>
                  <a:lnTo>
                    <a:pt x="288652" y="664904"/>
                  </a:lnTo>
                  <a:lnTo>
                    <a:pt x="289313" y="664711"/>
                  </a:lnTo>
                  <a:lnTo>
                    <a:pt x="289973" y="676054"/>
                  </a:lnTo>
                  <a:lnTo>
                    <a:pt x="290634" y="671904"/>
                  </a:lnTo>
                  <a:lnTo>
                    <a:pt x="291294" y="670499"/>
                  </a:lnTo>
                  <a:lnTo>
                    <a:pt x="291955" y="684986"/>
                  </a:lnTo>
                  <a:lnTo>
                    <a:pt x="292615" y="670541"/>
                  </a:lnTo>
                  <a:lnTo>
                    <a:pt x="293276" y="693965"/>
                  </a:lnTo>
                  <a:lnTo>
                    <a:pt x="293936" y="692652"/>
                  </a:lnTo>
                  <a:lnTo>
                    <a:pt x="294597" y="651021"/>
                  </a:lnTo>
                  <a:lnTo>
                    <a:pt x="295257" y="634977"/>
                  </a:lnTo>
                  <a:lnTo>
                    <a:pt x="295918" y="657487"/>
                  </a:lnTo>
                  <a:lnTo>
                    <a:pt x="296578" y="666953"/>
                  </a:lnTo>
                  <a:lnTo>
                    <a:pt x="297239" y="651021"/>
                  </a:lnTo>
                  <a:lnTo>
                    <a:pt x="297899" y="605455"/>
                  </a:lnTo>
                  <a:lnTo>
                    <a:pt x="298560" y="597648"/>
                  </a:lnTo>
                  <a:lnTo>
                    <a:pt x="299221" y="608495"/>
                  </a:lnTo>
                  <a:lnTo>
                    <a:pt x="299881" y="609912"/>
                  </a:lnTo>
                  <a:lnTo>
                    <a:pt x="300542" y="654858"/>
                  </a:lnTo>
                  <a:lnTo>
                    <a:pt x="301202" y="654858"/>
                  </a:lnTo>
                  <a:lnTo>
                    <a:pt x="301863" y="656705"/>
                  </a:lnTo>
                  <a:lnTo>
                    <a:pt x="302523" y="655230"/>
                  </a:lnTo>
                  <a:lnTo>
                    <a:pt x="303184" y="649758"/>
                  </a:lnTo>
                  <a:lnTo>
                    <a:pt x="303844" y="647414"/>
                  </a:lnTo>
                  <a:lnTo>
                    <a:pt x="304505" y="640064"/>
                  </a:lnTo>
                  <a:lnTo>
                    <a:pt x="305165" y="642194"/>
                  </a:lnTo>
                  <a:lnTo>
                    <a:pt x="305826" y="665415"/>
                  </a:lnTo>
                  <a:lnTo>
                    <a:pt x="306486" y="665853"/>
                  </a:lnTo>
                  <a:lnTo>
                    <a:pt x="307147" y="657595"/>
                  </a:lnTo>
                  <a:lnTo>
                    <a:pt x="307807" y="646396"/>
                  </a:lnTo>
                  <a:lnTo>
                    <a:pt x="308468" y="622184"/>
                  </a:lnTo>
                  <a:lnTo>
                    <a:pt x="309129" y="629430"/>
                  </a:lnTo>
                  <a:lnTo>
                    <a:pt x="309789" y="652849"/>
                  </a:lnTo>
                  <a:lnTo>
                    <a:pt x="310450" y="633278"/>
                  </a:lnTo>
                  <a:lnTo>
                    <a:pt x="311110" y="637455"/>
                  </a:lnTo>
                  <a:lnTo>
                    <a:pt x="311771" y="640373"/>
                  </a:lnTo>
                  <a:lnTo>
                    <a:pt x="312431" y="633900"/>
                  </a:lnTo>
                  <a:lnTo>
                    <a:pt x="313092" y="635325"/>
                  </a:lnTo>
                  <a:lnTo>
                    <a:pt x="313752" y="604992"/>
                  </a:lnTo>
                  <a:lnTo>
                    <a:pt x="314413" y="640796"/>
                  </a:lnTo>
                  <a:lnTo>
                    <a:pt x="315073" y="652900"/>
                  </a:lnTo>
                  <a:lnTo>
                    <a:pt x="315734" y="641048"/>
                  </a:lnTo>
                  <a:lnTo>
                    <a:pt x="316394" y="614906"/>
                  </a:lnTo>
                  <a:lnTo>
                    <a:pt x="317055" y="591110"/>
                  </a:lnTo>
                  <a:lnTo>
                    <a:pt x="317715" y="607073"/>
                  </a:lnTo>
                  <a:lnTo>
                    <a:pt x="318376" y="577004"/>
                  </a:lnTo>
                  <a:lnTo>
                    <a:pt x="319037" y="574183"/>
                  </a:lnTo>
                  <a:lnTo>
                    <a:pt x="319697" y="607984"/>
                  </a:lnTo>
                  <a:lnTo>
                    <a:pt x="320358" y="625156"/>
                  </a:lnTo>
                  <a:lnTo>
                    <a:pt x="321018" y="619766"/>
                  </a:lnTo>
                  <a:lnTo>
                    <a:pt x="321679" y="625624"/>
                  </a:lnTo>
                  <a:lnTo>
                    <a:pt x="322339" y="614874"/>
                  </a:lnTo>
                  <a:lnTo>
                    <a:pt x="323000" y="637768"/>
                  </a:lnTo>
                  <a:lnTo>
                    <a:pt x="323660" y="650544"/>
                  </a:lnTo>
                  <a:lnTo>
                    <a:pt x="324321" y="648561"/>
                  </a:lnTo>
                  <a:lnTo>
                    <a:pt x="324981" y="656446"/>
                  </a:lnTo>
                  <a:lnTo>
                    <a:pt x="325642" y="651562"/>
                  </a:lnTo>
                  <a:lnTo>
                    <a:pt x="326302" y="640466"/>
                  </a:lnTo>
                  <a:lnTo>
                    <a:pt x="326963" y="659392"/>
                  </a:lnTo>
                  <a:lnTo>
                    <a:pt x="327623" y="652294"/>
                  </a:lnTo>
                  <a:lnTo>
                    <a:pt x="328284" y="636946"/>
                  </a:lnTo>
                  <a:lnTo>
                    <a:pt x="328944" y="655746"/>
                  </a:lnTo>
                  <a:lnTo>
                    <a:pt x="329605" y="643348"/>
                  </a:lnTo>
                  <a:lnTo>
                    <a:pt x="330266" y="649072"/>
                  </a:lnTo>
                  <a:lnTo>
                    <a:pt x="330926" y="643058"/>
                  </a:lnTo>
                  <a:lnTo>
                    <a:pt x="331587" y="628709"/>
                  </a:lnTo>
                  <a:lnTo>
                    <a:pt x="332247" y="626279"/>
                  </a:lnTo>
                  <a:lnTo>
                    <a:pt x="332908" y="620265"/>
                  </a:lnTo>
                  <a:lnTo>
                    <a:pt x="333568" y="649042"/>
                  </a:lnTo>
                  <a:lnTo>
                    <a:pt x="334229" y="706035"/>
                  </a:lnTo>
                  <a:lnTo>
                    <a:pt x="334889" y="704927"/>
                  </a:lnTo>
                  <a:lnTo>
                    <a:pt x="335550" y="663365"/>
                  </a:lnTo>
                  <a:lnTo>
                    <a:pt x="336210" y="675011"/>
                  </a:lnTo>
                  <a:lnTo>
                    <a:pt x="336871" y="687117"/>
                  </a:lnTo>
                  <a:lnTo>
                    <a:pt x="337531" y="673110"/>
                  </a:lnTo>
                  <a:lnTo>
                    <a:pt x="338192" y="677784"/>
                  </a:lnTo>
                  <a:lnTo>
                    <a:pt x="338852" y="676977"/>
                  </a:lnTo>
                  <a:lnTo>
                    <a:pt x="339513" y="692499"/>
                  </a:lnTo>
                  <a:lnTo>
                    <a:pt x="340174" y="702642"/>
                  </a:lnTo>
                  <a:lnTo>
                    <a:pt x="340834" y="703628"/>
                  </a:lnTo>
                  <a:lnTo>
                    <a:pt x="341495" y="703621"/>
                  </a:lnTo>
                  <a:lnTo>
                    <a:pt x="342155" y="700931"/>
                  </a:lnTo>
                  <a:lnTo>
                    <a:pt x="342816" y="700497"/>
                  </a:lnTo>
                  <a:lnTo>
                    <a:pt x="343476" y="681202"/>
                  </a:lnTo>
                  <a:lnTo>
                    <a:pt x="344137" y="681999"/>
                  </a:lnTo>
                  <a:lnTo>
                    <a:pt x="344797" y="671492"/>
                  </a:lnTo>
                  <a:lnTo>
                    <a:pt x="345458" y="665458"/>
                  </a:lnTo>
                  <a:lnTo>
                    <a:pt x="346118" y="675448"/>
                  </a:lnTo>
                  <a:lnTo>
                    <a:pt x="346779" y="670648"/>
                  </a:lnTo>
                  <a:lnTo>
                    <a:pt x="347439" y="656641"/>
                  </a:lnTo>
                  <a:lnTo>
                    <a:pt x="348100" y="626535"/>
                  </a:lnTo>
                  <a:lnTo>
                    <a:pt x="348760" y="584233"/>
                  </a:lnTo>
                  <a:lnTo>
                    <a:pt x="349421" y="584233"/>
                  </a:lnTo>
                  <a:lnTo>
                    <a:pt x="350082" y="600130"/>
                  </a:lnTo>
                  <a:lnTo>
                    <a:pt x="350742" y="611496"/>
                  </a:lnTo>
                  <a:lnTo>
                    <a:pt x="351403" y="602781"/>
                  </a:lnTo>
                  <a:lnTo>
                    <a:pt x="352063" y="617035"/>
                  </a:lnTo>
                  <a:lnTo>
                    <a:pt x="352724" y="644914"/>
                  </a:lnTo>
                  <a:lnTo>
                    <a:pt x="353384" y="649380"/>
                  </a:lnTo>
                  <a:lnTo>
                    <a:pt x="354045" y="636926"/>
                  </a:lnTo>
                  <a:lnTo>
                    <a:pt x="354705" y="637450"/>
                  </a:lnTo>
                  <a:lnTo>
                    <a:pt x="355366" y="649248"/>
                  </a:lnTo>
                  <a:lnTo>
                    <a:pt x="356026" y="660946"/>
                  </a:lnTo>
                  <a:lnTo>
                    <a:pt x="356687" y="667936"/>
                  </a:lnTo>
                  <a:lnTo>
                    <a:pt x="357347" y="675568"/>
                  </a:lnTo>
                  <a:lnTo>
                    <a:pt x="358008" y="698170"/>
                  </a:lnTo>
                  <a:lnTo>
                    <a:pt x="358668" y="683767"/>
                  </a:lnTo>
                  <a:lnTo>
                    <a:pt x="359329" y="687755"/>
                  </a:lnTo>
                  <a:lnTo>
                    <a:pt x="359989" y="690969"/>
                  </a:lnTo>
                  <a:lnTo>
                    <a:pt x="360650" y="667602"/>
                  </a:lnTo>
                  <a:lnTo>
                    <a:pt x="361311" y="654117"/>
                  </a:lnTo>
                  <a:lnTo>
                    <a:pt x="361971" y="641281"/>
                  </a:lnTo>
                  <a:lnTo>
                    <a:pt x="362632" y="640180"/>
                  </a:lnTo>
                  <a:lnTo>
                    <a:pt x="363292" y="628003"/>
                  </a:lnTo>
                  <a:lnTo>
                    <a:pt x="363953" y="621137"/>
                  </a:lnTo>
                  <a:lnTo>
                    <a:pt x="364613" y="644447"/>
                  </a:lnTo>
                  <a:lnTo>
                    <a:pt x="365274" y="664527"/>
                  </a:lnTo>
                  <a:lnTo>
                    <a:pt x="365934" y="650278"/>
                  </a:lnTo>
                  <a:lnTo>
                    <a:pt x="366595" y="631032"/>
                  </a:lnTo>
                  <a:lnTo>
                    <a:pt x="367255" y="632550"/>
                  </a:lnTo>
                  <a:lnTo>
                    <a:pt x="367916" y="661945"/>
                  </a:lnTo>
                  <a:lnTo>
                    <a:pt x="368576" y="661945"/>
                  </a:lnTo>
                  <a:lnTo>
                    <a:pt x="369237" y="640367"/>
                  </a:lnTo>
                  <a:lnTo>
                    <a:pt x="369897" y="654647"/>
                  </a:lnTo>
                  <a:lnTo>
                    <a:pt x="370558" y="658208"/>
                  </a:lnTo>
                  <a:lnTo>
                    <a:pt x="371219" y="646327"/>
                  </a:lnTo>
                  <a:lnTo>
                    <a:pt x="371879" y="664790"/>
                  </a:lnTo>
                  <a:lnTo>
                    <a:pt x="372540" y="658208"/>
                  </a:lnTo>
                  <a:lnTo>
                    <a:pt x="373200" y="656832"/>
                  </a:lnTo>
                  <a:lnTo>
                    <a:pt x="373861" y="668341"/>
                  </a:lnTo>
                  <a:lnTo>
                    <a:pt x="374521" y="671278"/>
                  </a:lnTo>
                  <a:lnTo>
                    <a:pt x="375182" y="676053"/>
                  </a:lnTo>
                  <a:lnTo>
                    <a:pt x="375842" y="676053"/>
                  </a:lnTo>
                  <a:lnTo>
                    <a:pt x="376503" y="668341"/>
                  </a:lnTo>
                  <a:lnTo>
                    <a:pt x="377163" y="657203"/>
                  </a:lnTo>
                  <a:lnTo>
                    <a:pt x="377824" y="660315"/>
                  </a:lnTo>
                  <a:lnTo>
                    <a:pt x="378484" y="681796"/>
                  </a:lnTo>
                  <a:lnTo>
                    <a:pt x="379145" y="664895"/>
                  </a:lnTo>
                  <a:lnTo>
                    <a:pt x="379805" y="661163"/>
                  </a:lnTo>
                  <a:lnTo>
                    <a:pt x="380466" y="672809"/>
                  </a:lnTo>
                  <a:lnTo>
                    <a:pt x="381127" y="644641"/>
                  </a:lnTo>
                  <a:lnTo>
                    <a:pt x="381787" y="648286"/>
                  </a:lnTo>
                  <a:lnTo>
                    <a:pt x="382448" y="668341"/>
                  </a:lnTo>
                  <a:lnTo>
                    <a:pt x="383108" y="649155"/>
                  </a:lnTo>
                  <a:lnTo>
                    <a:pt x="383769" y="638239"/>
                  </a:lnTo>
                  <a:lnTo>
                    <a:pt x="384429" y="654306"/>
                  </a:lnTo>
                  <a:lnTo>
                    <a:pt x="385090" y="661163"/>
                  </a:lnTo>
                  <a:lnTo>
                    <a:pt x="385750" y="677806"/>
                  </a:lnTo>
                  <a:lnTo>
                    <a:pt x="386411" y="676433"/>
                  </a:lnTo>
                  <a:lnTo>
                    <a:pt x="387071" y="652458"/>
                  </a:lnTo>
                  <a:lnTo>
                    <a:pt x="387732" y="638239"/>
                  </a:lnTo>
                  <a:lnTo>
                    <a:pt x="388392" y="647779"/>
                  </a:lnTo>
                  <a:lnTo>
                    <a:pt x="389053" y="689465"/>
                  </a:lnTo>
                  <a:lnTo>
                    <a:pt x="389713" y="699231"/>
                  </a:lnTo>
                  <a:lnTo>
                    <a:pt x="390374" y="702669"/>
                  </a:lnTo>
                  <a:lnTo>
                    <a:pt x="391035" y="704470"/>
                  </a:lnTo>
                  <a:lnTo>
                    <a:pt x="391695" y="704295"/>
                  </a:lnTo>
                  <a:lnTo>
                    <a:pt x="392356" y="684078"/>
                  </a:lnTo>
                  <a:lnTo>
                    <a:pt x="393016" y="654065"/>
                  </a:lnTo>
                  <a:lnTo>
                    <a:pt x="393677" y="657203"/>
                  </a:lnTo>
                  <a:lnTo>
                    <a:pt x="394337" y="654218"/>
                  </a:lnTo>
                  <a:lnTo>
                    <a:pt x="394998" y="642742"/>
                  </a:lnTo>
                  <a:lnTo>
                    <a:pt x="395658" y="649474"/>
                  </a:lnTo>
                  <a:lnTo>
                    <a:pt x="396319" y="669100"/>
                  </a:lnTo>
                  <a:lnTo>
                    <a:pt x="396979" y="656376"/>
                  </a:lnTo>
                  <a:lnTo>
                    <a:pt x="397640" y="658253"/>
                  </a:lnTo>
                  <a:lnTo>
                    <a:pt x="398300" y="667705"/>
                  </a:lnTo>
                  <a:lnTo>
                    <a:pt x="398961" y="661416"/>
                  </a:lnTo>
                  <a:lnTo>
                    <a:pt x="399621" y="660404"/>
                  </a:lnTo>
                  <a:lnTo>
                    <a:pt x="400282" y="679033"/>
                  </a:lnTo>
                  <a:lnTo>
                    <a:pt x="400942" y="664861"/>
                  </a:lnTo>
                  <a:lnTo>
                    <a:pt x="401603" y="667239"/>
                  </a:lnTo>
                  <a:lnTo>
                    <a:pt x="402264" y="663411"/>
                  </a:lnTo>
                  <a:lnTo>
                    <a:pt x="402924" y="666638"/>
                  </a:lnTo>
                  <a:lnTo>
                    <a:pt x="403585" y="657463"/>
                  </a:lnTo>
                  <a:lnTo>
                    <a:pt x="404245" y="654110"/>
                  </a:lnTo>
                  <a:lnTo>
                    <a:pt x="404906" y="661931"/>
                  </a:lnTo>
                  <a:lnTo>
                    <a:pt x="405566" y="654110"/>
                  </a:lnTo>
                  <a:lnTo>
                    <a:pt x="406227" y="637892"/>
                  </a:lnTo>
                  <a:lnTo>
                    <a:pt x="406887" y="642063"/>
                  </a:lnTo>
                  <a:lnTo>
                    <a:pt x="407548" y="648184"/>
                  </a:lnTo>
                  <a:lnTo>
                    <a:pt x="408208" y="643670"/>
                  </a:lnTo>
                  <a:lnTo>
                    <a:pt x="408869" y="619214"/>
                  </a:lnTo>
                  <a:lnTo>
                    <a:pt x="409529" y="642063"/>
                  </a:lnTo>
                  <a:lnTo>
                    <a:pt x="410190" y="645368"/>
                  </a:lnTo>
                  <a:lnTo>
                    <a:pt x="410850" y="633953"/>
                  </a:lnTo>
                  <a:lnTo>
                    <a:pt x="411511" y="641051"/>
                  </a:lnTo>
                  <a:lnTo>
                    <a:pt x="412172" y="668032"/>
                  </a:lnTo>
                  <a:lnTo>
                    <a:pt x="412832" y="659444"/>
                  </a:lnTo>
                  <a:lnTo>
                    <a:pt x="413493" y="631272"/>
                  </a:lnTo>
                  <a:lnTo>
                    <a:pt x="414153" y="596030"/>
                  </a:lnTo>
                  <a:lnTo>
                    <a:pt x="414814" y="638772"/>
                  </a:lnTo>
                  <a:lnTo>
                    <a:pt x="415474" y="643942"/>
                  </a:lnTo>
                  <a:lnTo>
                    <a:pt x="416135" y="618342"/>
                  </a:lnTo>
                  <a:lnTo>
                    <a:pt x="416795" y="649597"/>
                  </a:lnTo>
                  <a:lnTo>
                    <a:pt x="417456" y="663754"/>
                  </a:lnTo>
                  <a:lnTo>
                    <a:pt x="418116" y="657442"/>
                  </a:lnTo>
                  <a:lnTo>
                    <a:pt x="418777" y="634176"/>
                  </a:lnTo>
                  <a:lnTo>
                    <a:pt x="419437" y="622157"/>
                  </a:lnTo>
                  <a:lnTo>
                    <a:pt x="420098" y="645439"/>
                  </a:lnTo>
                  <a:lnTo>
                    <a:pt x="420758" y="690201"/>
                  </a:lnTo>
                  <a:lnTo>
                    <a:pt x="421419" y="678938"/>
                  </a:lnTo>
                  <a:lnTo>
                    <a:pt x="422080" y="648184"/>
                  </a:lnTo>
                  <a:lnTo>
                    <a:pt x="422740" y="641051"/>
                  </a:lnTo>
                  <a:lnTo>
                    <a:pt x="423401" y="638467"/>
                  </a:lnTo>
                  <a:lnTo>
                    <a:pt x="424061" y="630139"/>
                  </a:lnTo>
                  <a:lnTo>
                    <a:pt x="424722" y="619078"/>
                  </a:lnTo>
                  <a:lnTo>
                    <a:pt x="425382" y="599951"/>
                  </a:lnTo>
                  <a:lnTo>
                    <a:pt x="426043" y="593419"/>
                  </a:lnTo>
                  <a:lnTo>
                    <a:pt x="426703" y="590068"/>
                  </a:lnTo>
                  <a:lnTo>
                    <a:pt x="427364" y="611752"/>
                  </a:lnTo>
                  <a:lnTo>
                    <a:pt x="428024" y="629164"/>
                  </a:lnTo>
                  <a:lnTo>
                    <a:pt x="428685" y="621184"/>
                  </a:lnTo>
                  <a:lnTo>
                    <a:pt x="429345" y="644932"/>
                  </a:lnTo>
                  <a:lnTo>
                    <a:pt x="430006" y="653299"/>
                  </a:lnTo>
                  <a:lnTo>
                    <a:pt x="430666" y="658745"/>
                  </a:lnTo>
                  <a:lnTo>
                    <a:pt x="431327" y="650531"/>
                  </a:lnTo>
                  <a:lnTo>
                    <a:pt x="431987" y="645012"/>
                  </a:lnTo>
                  <a:lnTo>
                    <a:pt x="432648" y="613189"/>
                  </a:lnTo>
                  <a:lnTo>
                    <a:pt x="433309" y="619369"/>
                  </a:lnTo>
                  <a:lnTo>
                    <a:pt x="433969" y="649568"/>
                  </a:lnTo>
                  <a:lnTo>
                    <a:pt x="434630" y="678011"/>
                  </a:lnTo>
                  <a:lnTo>
                    <a:pt x="435290" y="695431"/>
                  </a:lnTo>
                  <a:lnTo>
                    <a:pt x="435951" y="701624"/>
                  </a:lnTo>
                  <a:lnTo>
                    <a:pt x="436611" y="699603"/>
                  </a:lnTo>
                  <a:lnTo>
                    <a:pt x="437272" y="682237"/>
                  </a:lnTo>
                  <a:lnTo>
                    <a:pt x="437932" y="676549"/>
                  </a:lnTo>
                  <a:lnTo>
                    <a:pt x="438593" y="691449"/>
                  </a:lnTo>
                  <a:lnTo>
                    <a:pt x="439253" y="686896"/>
                  </a:lnTo>
                  <a:lnTo>
                    <a:pt x="439914" y="665197"/>
                  </a:lnTo>
                  <a:lnTo>
                    <a:pt x="440574" y="690326"/>
                  </a:lnTo>
                  <a:lnTo>
                    <a:pt x="441235" y="703141"/>
                  </a:lnTo>
                  <a:lnTo>
                    <a:pt x="441895" y="691385"/>
                  </a:lnTo>
                  <a:lnTo>
                    <a:pt x="442556" y="678500"/>
                  </a:lnTo>
                  <a:lnTo>
                    <a:pt x="443217" y="664826"/>
                  </a:lnTo>
                  <a:lnTo>
                    <a:pt x="443877" y="644634"/>
                  </a:lnTo>
                  <a:lnTo>
                    <a:pt x="444538" y="640744"/>
                  </a:lnTo>
                  <a:lnTo>
                    <a:pt x="445198" y="681847"/>
                  </a:lnTo>
                  <a:lnTo>
                    <a:pt x="445859" y="701061"/>
                  </a:lnTo>
                  <a:lnTo>
                    <a:pt x="446519" y="696611"/>
                  </a:lnTo>
                  <a:lnTo>
                    <a:pt x="447180" y="682765"/>
                  </a:lnTo>
                  <a:lnTo>
                    <a:pt x="447840" y="658906"/>
                  </a:lnTo>
                  <a:lnTo>
                    <a:pt x="448501" y="665622"/>
                  </a:lnTo>
                  <a:lnTo>
                    <a:pt x="449161" y="630871"/>
                  </a:lnTo>
                  <a:lnTo>
                    <a:pt x="449822" y="629140"/>
                  </a:lnTo>
                  <a:lnTo>
                    <a:pt x="450482" y="656046"/>
                  </a:lnTo>
                  <a:lnTo>
                    <a:pt x="451143" y="653916"/>
                  </a:lnTo>
                  <a:lnTo>
                    <a:pt x="451803" y="635278"/>
                  </a:lnTo>
                  <a:lnTo>
                    <a:pt x="452464" y="607949"/>
                  </a:lnTo>
                  <a:lnTo>
                    <a:pt x="453125" y="608085"/>
                  </a:lnTo>
                  <a:lnTo>
                    <a:pt x="453785" y="628741"/>
                  </a:lnTo>
                  <a:lnTo>
                    <a:pt x="454446" y="674636"/>
                  </a:lnTo>
                  <a:lnTo>
                    <a:pt x="455106" y="668421"/>
                  </a:lnTo>
                  <a:lnTo>
                    <a:pt x="455767" y="646814"/>
                  </a:lnTo>
                  <a:lnTo>
                    <a:pt x="456427" y="628123"/>
                  </a:lnTo>
                  <a:lnTo>
                    <a:pt x="457088" y="615072"/>
                  </a:lnTo>
                  <a:lnTo>
                    <a:pt x="457748" y="635692"/>
                  </a:lnTo>
                  <a:lnTo>
                    <a:pt x="458409" y="641577"/>
                  </a:lnTo>
                  <a:lnTo>
                    <a:pt x="459069" y="648675"/>
                  </a:lnTo>
                  <a:lnTo>
                    <a:pt x="459730" y="656142"/>
                  </a:lnTo>
                  <a:lnTo>
                    <a:pt x="460390" y="653034"/>
                  </a:lnTo>
                  <a:lnTo>
                    <a:pt x="461051" y="661209"/>
                  </a:lnTo>
                  <a:lnTo>
                    <a:pt x="461711" y="687812"/>
                  </a:lnTo>
                  <a:lnTo>
                    <a:pt x="462372" y="697041"/>
                  </a:lnTo>
                  <a:lnTo>
                    <a:pt x="463033" y="678040"/>
                  </a:lnTo>
                  <a:lnTo>
                    <a:pt x="463693" y="654326"/>
                  </a:lnTo>
                  <a:lnTo>
                    <a:pt x="464354" y="680112"/>
                  </a:lnTo>
                  <a:lnTo>
                    <a:pt x="465014" y="690395"/>
                  </a:lnTo>
                  <a:lnTo>
                    <a:pt x="465675" y="688030"/>
                  </a:lnTo>
                  <a:lnTo>
                    <a:pt x="466335" y="695862"/>
                  </a:lnTo>
                  <a:lnTo>
                    <a:pt x="466996" y="696074"/>
                  </a:lnTo>
                  <a:lnTo>
                    <a:pt x="467656" y="700372"/>
                  </a:lnTo>
                  <a:lnTo>
                    <a:pt x="468317" y="700372"/>
                  </a:lnTo>
                  <a:lnTo>
                    <a:pt x="468977" y="698546"/>
                  </a:lnTo>
                  <a:lnTo>
                    <a:pt x="469638" y="680532"/>
                  </a:lnTo>
                  <a:lnTo>
                    <a:pt x="470298" y="654117"/>
                  </a:lnTo>
                  <a:lnTo>
                    <a:pt x="470959" y="663875"/>
                  </a:lnTo>
                  <a:lnTo>
                    <a:pt x="471619" y="685366"/>
                  </a:lnTo>
                  <a:lnTo>
                    <a:pt x="472280" y="699586"/>
                  </a:lnTo>
                  <a:lnTo>
                    <a:pt x="472940" y="686624"/>
                  </a:lnTo>
                  <a:lnTo>
                    <a:pt x="473601" y="681402"/>
                  </a:lnTo>
                  <a:lnTo>
                    <a:pt x="474262" y="700998"/>
                  </a:lnTo>
                  <a:lnTo>
                    <a:pt x="474922" y="680172"/>
                  </a:lnTo>
                  <a:lnTo>
                    <a:pt x="475583" y="664750"/>
                  </a:lnTo>
                  <a:lnTo>
                    <a:pt x="476243" y="684596"/>
                  </a:lnTo>
                  <a:lnTo>
                    <a:pt x="476904" y="687786"/>
                  </a:lnTo>
                  <a:lnTo>
                    <a:pt x="477564" y="675606"/>
                  </a:lnTo>
                  <a:lnTo>
                    <a:pt x="478225" y="662943"/>
                  </a:lnTo>
                  <a:lnTo>
                    <a:pt x="478885" y="658633"/>
                  </a:lnTo>
                  <a:lnTo>
                    <a:pt x="479546" y="656021"/>
                  </a:lnTo>
                  <a:lnTo>
                    <a:pt x="480206" y="666281"/>
                  </a:lnTo>
                  <a:lnTo>
                    <a:pt x="480867" y="664573"/>
                  </a:lnTo>
                  <a:lnTo>
                    <a:pt x="481527" y="650881"/>
                  </a:lnTo>
                  <a:lnTo>
                    <a:pt x="482188" y="652692"/>
                  </a:lnTo>
                  <a:lnTo>
                    <a:pt x="482848" y="656772"/>
                  </a:lnTo>
                  <a:lnTo>
                    <a:pt x="483509" y="670718"/>
                  </a:lnTo>
                  <a:lnTo>
                    <a:pt x="484170" y="679603"/>
                  </a:lnTo>
                  <a:lnTo>
                    <a:pt x="484830" y="664125"/>
                  </a:lnTo>
                  <a:lnTo>
                    <a:pt x="485491" y="646591"/>
                  </a:lnTo>
                  <a:lnTo>
                    <a:pt x="486151" y="631896"/>
                  </a:lnTo>
                  <a:lnTo>
                    <a:pt x="486812" y="627380"/>
                  </a:lnTo>
                  <a:lnTo>
                    <a:pt x="487472" y="651130"/>
                  </a:lnTo>
                  <a:lnTo>
                    <a:pt x="488133" y="632894"/>
                  </a:lnTo>
                  <a:lnTo>
                    <a:pt x="488793" y="614933"/>
                  </a:lnTo>
                  <a:lnTo>
                    <a:pt x="489454" y="623541"/>
                  </a:lnTo>
                  <a:lnTo>
                    <a:pt x="490114" y="671555"/>
                  </a:lnTo>
                  <a:lnTo>
                    <a:pt x="490775" y="653133"/>
                  </a:lnTo>
                  <a:lnTo>
                    <a:pt x="491435" y="593160"/>
                  </a:lnTo>
                  <a:lnTo>
                    <a:pt x="492096" y="593160"/>
                  </a:lnTo>
                  <a:lnTo>
                    <a:pt x="492756" y="589416"/>
                  </a:lnTo>
                  <a:lnTo>
                    <a:pt x="493417" y="601072"/>
                  </a:lnTo>
                  <a:lnTo>
                    <a:pt x="494078" y="657250"/>
                  </a:lnTo>
                  <a:lnTo>
                    <a:pt x="494738" y="684172"/>
                  </a:lnTo>
                  <a:lnTo>
                    <a:pt x="495399" y="682482"/>
                  </a:lnTo>
                  <a:lnTo>
                    <a:pt x="496059" y="645328"/>
                  </a:lnTo>
                  <a:lnTo>
                    <a:pt x="496720" y="621150"/>
                  </a:lnTo>
                  <a:lnTo>
                    <a:pt x="497380" y="625496"/>
                  </a:lnTo>
                  <a:lnTo>
                    <a:pt x="498041" y="625204"/>
                  </a:lnTo>
                  <a:lnTo>
                    <a:pt x="498701" y="603969"/>
                  </a:lnTo>
                  <a:lnTo>
                    <a:pt x="499362" y="568462"/>
                  </a:lnTo>
                  <a:lnTo>
                    <a:pt x="500022" y="558219"/>
                  </a:lnTo>
                  <a:lnTo>
                    <a:pt x="500683" y="544266"/>
                  </a:lnTo>
                  <a:lnTo>
                    <a:pt x="501343" y="536271"/>
                  </a:lnTo>
                  <a:lnTo>
                    <a:pt x="502004" y="530511"/>
                  </a:lnTo>
                  <a:lnTo>
                    <a:pt x="502664" y="476020"/>
                  </a:lnTo>
                  <a:lnTo>
                    <a:pt x="503325" y="467630"/>
                  </a:lnTo>
                  <a:lnTo>
                    <a:pt x="503985" y="549479"/>
                  </a:lnTo>
                  <a:lnTo>
                    <a:pt x="504646" y="523881"/>
                  </a:lnTo>
                  <a:lnTo>
                    <a:pt x="505307" y="497587"/>
                  </a:lnTo>
                  <a:lnTo>
                    <a:pt x="505967" y="468236"/>
                  </a:lnTo>
                  <a:lnTo>
                    <a:pt x="506628" y="503251"/>
                  </a:lnTo>
                  <a:lnTo>
                    <a:pt x="507288" y="510595"/>
                  </a:lnTo>
                  <a:lnTo>
                    <a:pt x="507949" y="494184"/>
                  </a:lnTo>
                  <a:lnTo>
                    <a:pt x="508609" y="521738"/>
                  </a:lnTo>
                  <a:lnTo>
                    <a:pt x="509270" y="538578"/>
                  </a:lnTo>
                  <a:lnTo>
                    <a:pt x="509930" y="572573"/>
                  </a:lnTo>
                  <a:lnTo>
                    <a:pt x="510591" y="525109"/>
                  </a:lnTo>
                  <a:lnTo>
                    <a:pt x="511251" y="550980"/>
                  </a:lnTo>
                  <a:lnTo>
                    <a:pt x="511912" y="561246"/>
                  </a:lnTo>
                  <a:lnTo>
                    <a:pt x="512572" y="561632"/>
                  </a:lnTo>
                  <a:lnTo>
                    <a:pt x="513233" y="571048"/>
                  </a:lnTo>
                  <a:lnTo>
                    <a:pt x="513893" y="591281"/>
                  </a:lnTo>
                  <a:lnTo>
                    <a:pt x="514554" y="584448"/>
                  </a:lnTo>
                  <a:lnTo>
                    <a:pt x="515215" y="582777"/>
                  </a:lnTo>
                  <a:lnTo>
                    <a:pt x="515875" y="604644"/>
                  </a:lnTo>
                  <a:lnTo>
                    <a:pt x="516536" y="665715"/>
                  </a:lnTo>
                  <a:lnTo>
                    <a:pt x="517196" y="636847"/>
                  </a:lnTo>
                  <a:lnTo>
                    <a:pt x="517857" y="603608"/>
                  </a:lnTo>
                  <a:lnTo>
                    <a:pt x="518517" y="617823"/>
                  </a:lnTo>
                  <a:lnTo>
                    <a:pt x="519178" y="663477"/>
                  </a:lnTo>
                  <a:lnTo>
                    <a:pt x="519838" y="599461"/>
                  </a:lnTo>
                  <a:lnTo>
                    <a:pt x="520499" y="567225"/>
                  </a:lnTo>
                  <a:lnTo>
                    <a:pt x="521159" y="591105"/>
                  </a:lnTo>
                  <a:lnTo>
                    <a:pt x="521820" y="554709"/>
                  </a:lnTo>
                  <a:lnTo>
                    <a:pt x="522480" y="540281"/>
                  </a:lnTo>
                  <a:lnTo>
                    <a:pt x="523141" y="545883"/>
                  </a:lnTo>
                  <a:lnTo>
                    <a:pt x="523801" y="574362"/>
                  </a:lnTo>
                  <a:lnTo>
                    <a:pt x="524462" y="590311"/>
                  </a:lnTo>
                  <a:lnTo>
                    <a:pt x="525123" y="563281"/>
                  </a:lnTo>
                  <a:lnTo>
                    <a:pt x="525783" y="513419"/>
                  </a:lnTo>
                  <a:lnTo>
                    <a:pt x="526444" y="472875"/>
                  </a:lnTo>
                  <a:lnTo>
                    <a:pt x="527104" y="459824"/>
                  </a:lnTo>
                  <a:lnTo>
                    <a:pt x="527765" y="488569"/>
                  </a:lnTo>
                  <a:lnTo>
                    <a:pt x="528425" y="481734"/>
                  </a:lnTo>
                  <a:lnTo>
                    <a:pt x="529086" y="460742"/>
                  </a:lnTo>
                  <a:lnTo>
                    <a:pt x="529746" y="413616"/>
                  </a:lnTo>
                  <a:lnTo>
                    <a:pt x="530407" y="380597"/>
                  </a:lnTo>
                  <a:lnTo>
                    <a:pt x="531067" y="365815"/>
                  </a:lnTo>
                  <a:lnTo>
                    <a:pt x="531728" y="365815"/>
                  </a:lnTo>
                  <a:lnTo>
                    <a:pt x="532388" y="415841"/>
                  </a:lnTo>
                  <a:lnTo>
                    <a:pt x="533049" y="418966"/>
                  </a:lnTo>
                  <a:lnTo>
                    <a:pt x="533709" y="477797"/>
                  </a:lnTo>
                  <a:lnTo>
                    <a:pt x="534370" y="465932"/>
                  </a:lnTo>
                  <a:lnTo>
                    <a:pt x="535031" y="477500"/>
                  </a:lnTo>
                  <a:lnTo>
                    <a:pt x="535691" y="472564"/>
                  </a:lnTo>
                  <a:lnTo>
                    <a:pt x="536352" y="550586"/>
                  </a:lnTo>
                  <a:lnTo>
                    <a:pt x="537012" y="536954"/>
                  </a:lnTo>
                  <a:lnTo>
                    <a:pt x="537673" y="526306"/>
                  </a:lnTo>
                  <a:lnTo>
                    <a:pt x="538333" y="556398"/>
                  </a:lnTo>
                  <a:lnTo>
                    <a:pt x="538994" y="551521"/>
                  </a:lnTo>
                  <a:lnTo>
                    <a:pt x="539654" y="544075"/>
                  </a:lnTo>
                  <a:lnTo>
                    <a:pt x="540315" y="546190"/>
                  </a:lnTo>
                  <a:lnTo>
                    <a:pt x="540975" y="542676"/>
                  </a:lnTo>
                  <a:lnTo>
                    <a:pt x="541636" y="553336"/>
                  </a:lnTo>
                  <a:lnTo>
                    <a:pt x="542296" y="581406"/>
                  </a:lnTo>
                  <a:lnTo>
                    <a:pt x="542957" y="597472"/>
                  </a:lnTo>
                  <a:lnTo>
                    <a:pt x="543617" y="597262"/>
                  </a:lnTo>
                  <a:lnTo>
                    <a:pt x="544278" y="595105"/>
                  </a:lnTo>
                  <a:lnTo>
                    <a:pt x="544938" y="603445"/>
                  </a:lnTo>
                  <a:lnTo>
                    <a:pt x="545599" y="622854"/>
                  </a:lnTo>
                  <a:lnTo>
                    <a:pt x="546260" y="616925"/>
                  </a:lnTo>
                  <a:lnTo>
                    <a:pt x="546920" y="585087"/>
                  </a:lnTo>
                  <a:lnTo>
                    <a:pt x="547581" y="594134"/>
                  </a:lnTo>
                  <a:lnTo>
                    <a:pt x="548241" y="612016"/>
                  </a:lnTo>
                  <a:lnTo>
                    <a:pt x="548902" y="603096"/>
                  </a:lnTo>
                  <a:lnTo>
                    <a:pt x="549562" y="589528"/>
                  </a:lnTo>
                  <a:lnTo>
                    <a:pt x="550223" y="578937"/>
                  </a:lnTo>
                  <a:lnTo>
                    <a:pt x="550883" y="579414"/>
                  </a:lnTo>
                  <a:lnTo>
                    <a:pt x="551544" y="571105"/>
                  </a:lnTo>
                  <a:lnTo>
                    <a:pt x="552204" y="580325"/>
                  </a:lnTo>
                  <a:lnTo>
                    <a:pt x="552865" y="603585"/>
                  </a:lnTo>
                  <a:lnTo>
                    <a:pt x="553525" y="621640"/>
                  </a:lnTo>
                  <a:lnTo>
                    <a:pt x="554186" y="609976"/>
                  </a:lnTo>
                  <a:lnTo>
                    <a:pt x="554846" y="631972"/>
                  </a:lnTo>
                  <a:lnTo>
                    <a:pt x="555507" y="629338"/>
                  </a:lnTo>
                  <a:lnTo>
                    <a:pt x="556168" y="637031"/>
                  </a:lnTo>
                  <a:lnTo>
                    <a:pt x="556828" y="652206"/>
                  </a:lnTo>
                  <a:lnTo>
                    <a:pt x="557489" y="686134"/>
                  </a:lnTo>
                  <a:lnTo>
                    <a:pt x="558149" y="643172"/>
                  </a:lnTo>
                  <a:lnTo>
                    <a:pt x="558810" y="607842"/>
                  </a:lnTo>
                  <a:lnTo>
                    <a:pt x="559470" y="597369"/>
                  </a:lnTo>
                  <a:lnTo>
                    <a:pt x="560131" y="609483"/>
                  </a:lnTo>
                  <a:lnTo>
                    <a:pt x="560791" y="589065"/>
                  </a:lnTo>
                  <a:lnTo>
                    <a:pt x="561452" y="563358"/>
                  </a:lnTo>
                  <a:lnTo>
                    <a:pt x="562112" y="558449"/>
                  </a:lnTo>
                  <a:lnTo>
                    <a:pt x="562773" y="573866"/>
                  </a:lnTo>
                  <a:lnTo>
                    <a:pt x="563433" y="543244"/>
                  </a:lnTo>
                  <a:lnTo>
                    <a:pt x="564094" y="530680"/>
                  </a:lnTo>
                  <a:lnTo>
                    <a:pt x="564754" y="546969"/>
                  </a:lnTo>
                  <a:lnTo>
                    <a:pt x="565415" y="537321"/>
                  </a:lnTo>
                  <a:lnTo>
                    <a:pt x="566076" y="520427"/>
                  </a:lnTo>
                  <a:lnTo>
                    <a:pt x="566736" y="486474"/>
                  </a:lnTo>
                  <a:lnTo>
                    <a:pt x="567397" y="492773"/>
                  </a:lnTo>
                  <a:lnTo>
                    <a:pt x="568057" y="489576"/>
                  </a:lnTo>
                  <a:lnTo>
                    <a:pt x="568718" y="480335"/>
                  </a:lnTo>
                  <a:lnTo>
                    <a:pt x="569378" y="471640"/>
                  </a:lnTo>
                  <a:lnTo>
                    <a:pt x="570039" y="456792"/>
                  </a:lnTo>
                  <a:lnTo>
                    <a:pt x="570699" y="492773"/>
                  </a:lnTo>
                  <a:lnTo>
                    <a:pt x="571360" y="520985"/>
                  </a:lnTo>
                  <a:lnTo>
                    <a:pt x="572020" y="528571"/>
                  </a:lnTo>
                  <a:lnTo>
                    <a:pt x="572681" y="537321"/>
                  </a:lnTo>
                  <a:lnTo>
                    <a:pt x="573341" y="545791"/>
                  </a:lnTo>
                  <a:lnTo>
                    <a:pt x="574002" y="556568"/>
                  </a:lnTo>
                  <a:lnTo>
                    <a:pt x="574662" y="593678"/>
                  </a:lnTo>
                  <a:lnTo>
                    <a:pt x="575323" y="588880"/>
                  </a:lnTo>
                  <a:lnTo>
                    <a:pt x="575983" y="559464"/>
                  </a:lnTo>
                  <a:lnTo>
                    <a:pt x="576644" y="551091"/>
                  </a:lnTo>
                  <a:lnTo>
                    <a:pt x="577305" y="585082"/>
                  </a:lnTo>
                  <a:lnTo>
                    <a:pt x="577965" y="614802"/>
                  </a:lnTo>
                  <a:lnTo>
                    <a:pt x="578626" y="601062"/>
                  </a:lnTo>
                  <a:lnTo>
                    <a:pt x="579286" y="605392"/>
                  </a:lnTo>
                  <a:lnTo>
                    <a:pt x="579947" y="614996"/>
                  </a:lnTo>
                  <a:lnTo>
                    <a:pt x="580607" y="605784"/>
                  </a:lnTo>
                  <a:lnTo>
                    <a:pt x="581268" y="591229"/>
                  </a:lnTo>
                  <a:lnTo>
                    <a:pt x="581928" y="602182"/>
                  </a:lnTo>
                  <a:lnTo>
                    <a:pt x="582589" y="610118"/>
                  </a:lnTo>
                  <a:lnTo>
                    <a:pt x="583249" y="624184"/>
                  </a:lnTo>
                  <a:lnTo>
                    <a:pt x="583910" y="615331"/>
                  </a:lnTo>
                  <a:lnTo>
                    <a:pt x="584570" y="597712"/>
                  </a:lnTo>
                  <a:lnTo>
                    <a:pt x="585231" y="598184"/>
                  </a:lnTo>
                  <a:lnTo>
                    <a:pt x="585891" y="622160"/>
                  </a:lnTo>
                  <a:lnTo>
                    <a:pt x="586552" y="636858"/>
                  </a:lnTo>
                  <a:lnTo>
                    <a:pt x="587213" y="642898"/>
                  </a:lnTo>
                  <a:lnTo>
                    <a:pt x="587873" y="643328"/>
                  </a:lnTo>
                  <a:lnTo>
                    <a:pt x="588534" y="663810"/>
                  </a:lnTo>
                  <a:lnTo>
                    <a:pt x="589194" y="641263"/>
                  </a:lnTo>
                  <a:lnTo>
                    <a:pt x="589855" y="630756"/>
                  </a:lnTo>
                  <a:lnTo>
                    <a:pt x="590515" y="644386"/>
                  </a:lnTo>
                  <a:lnTo>
                    <a:pt x="591176" y="645394"/>
                  </a:lnTo>
                  <a:lnTo>
                    <a:pt x="591836" y="629484"/>
                  </a:lnTo>
                  <a:lnTo>
                    <a:pt x="592497" y="635205"/>
                  </a:lnTo>
                  <a:lnTo>
                    <a:pt x="593157" y="668588"/>
                  </a:lnTo>
                  <a:lnTo>
                    <a:pt x="593818" y="657611"/>
                  </a:lnTo>
                  <a:lnTo>
                    <a:pt x="594478" y="639790"/>
                  </a:lnTo>
                  <a:lnTo>
                    <a:pt x="595139" y="644566"/>
                  </a:lnTo>
                  <a:lnTo>
                    <a:pt x="595799" y="651977"/>
                  </a:lnTo>
                  <a:lnTo>
                    <a:pt x="596460" y="670820"/>
                  </a:lnTo>
                  <a:lnTo>
                    <a:pt x="597121" y="661099"/>
                  </a:lnTo>
                  <a:lnTo>
                    <a:pt x="597781" y="647451"/>
                  </a:lnTo>
                  <a:lnTo>
                    <a:pt x="598442" y="671564"/>
                  </a:lnTo>
                  <a:lnTo>
                    <a:pt x="599102" y="664455"/>
                  </a:lnTo>
                  <a:lnTo>
                    <a:pt x="599763" y="649846"/>
                  </a:lnTo>
                  <a:lnTo>
                    <a:pt x="600423" y="646030"/>
                  </a:lnTo>
                  <a:lnTo>
                    <a:pt x="601084" y="652804"/>
                  </a:lnTo>
                  <a:lnTo>
                    <a:pt x="601744" y="662534"/>
                  </a:lnTo>
                  <a:lnTo>
                    <a:pt x="602405" y="651535"/>
                  </a:lnTo>
                  <a:lnTo>
                    <a:pt x="603065" y="630124"/>
                  </a:lnTo>
                  <a:lnTo>
                    <a:pt x="603726" y="611083"/>
                  </a:lnTo>
                  <a:lnTo>
                    <a:pt x="604386" y="620454"/>
                  </a:lnTo>
                  <a:lnTo>
                    <a:pt x="605047" y="626187"/>
                  </a:lnTo>
                  <a:lnTo>
                    <a:pt x="605707" y="618845"/>
                  </a:lnTo>
                  <a:lnTo>
                    <a:pt x="606368" y="610943"/>
                  </a:lnTo>
                  <a:lnTo>
                    <a:pt x="607029" y="625712"/>
                  </a:lnTo>
                  <a:lnTo>
                    <a:pt x="607689" y="623238"/>
                  </a:lnTo>
                  <a:lnTo>
                    <a:pt x="608350" y="613170"/>
                  </a:lnTo>
                  <a:lnTo>
                    <a:pt x="609010" y="631328"/>
                  </a:lnTo>
                  <a:lnTo>
                    <a:pt x="609671" y="635153"/>
                  </a:lnTo>
                  <a:lnTo>
                    <a:pt x="610331" y="620052"/>
                  </a:lnTo>
                  <a:lnTo>
                    <a:pt x="610992" y="630057"/>
                  </a:lnTo>
                  <a:lnTo>
                    <a:pt x="611652" y="649346"/>
                  </a:lnTo>
                  <a:lnTo>
                    <a:pt x="612313" y="651141"/>
                  </a:lnTo>
                  <a:lnTo>
                    <a:pt x="612973" y="642589"/>
                  </a:lnTo>
                  <a:lnTo>
                    <a:pt x="613634" y="640495"/>
                  </a:lnTo>
                  <a:lnTo>
                    <a:pt x="614294" y="616945"/>
                  </a:lnTo>
                  <a:lnTo>
                    <a:pt x="614955" y="608733"/>
                  </a:lnTo>
                  <a:lnTo>
                    <a:pt x="615615" y="609026"/>
                  </a:lnTo>
                  <a:lnTo>
                    <a:pt x="616276" y="612925"/>
                  </a:lnTo>
                  <a:lnTo>
                    <a:pt x="616936" y="604167"/>
                  </a:lnTo>
                  <a:lnTo>
                    <a:pt x="617597" y="606800"/>
                  </a:lnTo>
                  <a:lnTo>
                    <a:pt x="618258" y="616600"/>
                  </a:lnTo>
                  <a:lnTo>
                    <a:pt x="618918" y="631142"/>
                  </a:lnTo>
                  <a:lnTo>
                    <a:pt x="619579" y="637044"/>
                  </a:lnTo>
                  <a:lnTo>
                    <a:pt x="620239" y="648785"/>
                  </a:lnTo>
                  <a:lnTo>
                    <a:pt x="620900" y="644182"/>
                  </a:lnTo>
                  <a:lnTo>
                    <a:pt x="621560" y="624418"/>
                  </a:lnTo>
                  <a:lnTo>
                    <a:pt x="622221" y="643929"/>
                  </a:lnTo>
                  <a:lnTo>
                    <a:pt x="622881" y="683831"/>
                  </a:lnTo>
                  <a:lnTo>
                    <a:pt x="623542" y="668922"/>
                  </a:lnTo>
                  <a:lnTo>
                    <a:pt x="624202" y="669846"/>
                  </a:lnTo>
                  <a:lnTo>
                    <a:pt x="624863" y="646549"/>
                  </a:lnTo>
                  <a:lnTo>
                    <a:pt x="625523" y="634591"/>
                  </a:lnTo>
                  <a:lnTo>
                    <a:pt x="626184" y="624164"/>
                  </a:lnTo>
                  <a:lnTo>
                    <a:pt x="626844" y="634454"/>
                  </a:lnTo>
                  <a:lnTo>
                    <a:pt x="627505" y="673277"/>
                  </a:lnTo>
                  <a:lnTo>
                    <a:pt x="628166" y="668972"/>
                  </a:lnTo>
                  <a:lnTo>
                    <a:pt x="628826" y="662654"/>
                  </a:lnTo>
                  <a:lnTo>
                    <a:pt x="629487" y="656682"/>
                  </a:lnTo>
                  <a:lnTo>
                    <a:pt x="630147" y="629652"/>
                  </a:lnTo>
                  <a:lnTo>
                    <a:pt x="630808" y="622845"/>
                  </a:lnTo>
                  <a:lnTo>
                    <a:pt x="631468" y="637619"/>
                  </a:lnTo>
                  <a:lnTo>
                    <a:pt x="632129" y="658875"/>
                  </a:lnTo>
                  <a:lnTo>
                    <a:pt x="632789" y="652160"/>
                  </a:lnTo>
                  <a:lnTo>
                    <a:pt x="633450" y="630021"/>
                  </a:lnTo>
                  <a:lnTo>
                    <a:pt x="634110" y="646987"/>
                  </a:lnTo>
                  <a:lnTo>
                    <a:pt x="634771" y="654197"/>
                  </a:lnTo>
                  <a:lnTo>
                    <a:pt x="635431" y="645589"/>
                  </a:lnTo>
                  <a:lnTo>
                    <a:pt x="636092" y="619035"/>
                  </a:lnTo>
                  <a:lnTo>
                    <a:pt x="636752" y="621672"/>
                  </a:lnTo>
                  <a:lnTo>
                    <a:pt x="637413" y="607393"/>
                  </a:lnTo>
                  <a:lnTo>
                    <a:pt x="638074" y="607393"/>
                  </a:lnTo>
                  <a:lnTo>
                    <a:pt x="638734" y="635248"/>
                  </a:lnTo>
                  <a:lnTo>
                    <a:pt x="639395" y="677476"/>
                  </a:lnTo>
                  <a:lnTo>
                    <a:pt x="640055" y="677991"/>
                  </a:lnTo>
                  <a:lnTo>
                    <a:pt x="640716" y="691765"/>
                  </a:lnTo>
                  <a:lnTo>
                    <a:pt x="641376" y="694866"/>
                  </a:lnTo>
                  <a:lnTo>
                    <a:pt x="642037" y="665297"/>
                  </a:lnTo>
                  <a:lnTo>
                    <a:pt x="642697" y="685778"/>
                  </a:lnTo>
                  <a:lnTo>
                    <a:pt x="643358" y="688675"/>
                  </a:lnTo>
                  <a:lnTo>
                    <a:pt x="644018" y="667390"/>
                  </a:lnTo>
                  <a:lnTo>
                    <a:pt x="644679" y="665088"/>
                  </a:lnTo>
                  <a:lnTo>
                    <a:pt x="645339" y="666281"/>
                  </a:lnTo>
                  <a:lnTo>
                    <a:pt x="646000" y="641998"/>
                  </a:lnTo>
                  <a:lnTo>
                    <a:pt x="646660" y="635266"/>
                  </a:lnTo>
                  <a:lnTo>
                    <a:pt x="647321" y="648142"/>
                  </a:lnTo>
                  <a:lnTo>
                    <a:pt x="647981" y="666853"/>
                  </a:lnTo>
                  <a:lnTo>
                    <a:pt x="648642" y="690384"/>
                  </a:lnTo>
                  <a:lnTo>
                    <a:pt x="649303" y="661693"/>
                  </a:lnTo>
                  <a:lnTo>
                    <a:pt x="649963" y="628844"/>
                  </a:lnTo>
                  <a:lnTo>
                    <a:pt x="650624" y="623934"/>
                  </a:lnTo>
                  <a:lnTo>
                    <a:pt x="651284" y="641866"/>
                  </a:lnTo>
                  <a:lnTo>
                    <a:pt x="651945" y="660785"/>
                  </a:lnTo>
                  <a:lnTo>
                    <a:pt x="652605" y="666131"/>
                  </a:lnTo>
                  <a:lnTo>
                    <a:pt x="653266" y="683301"/>
                  </a:lnTo>
                  <a:lnTo>
                    <a:pt x="653926" y="676214"/>
                  </a:lnTo>
                  <a:lnTo>
                    <a:pt x="654587" y="681110"/>
                  </a:lnTo>
                  <a:lnTo>
                    <a:pt x="655247" y="655904"/>
                  </a:lnTo>
                  <a:lnTo>
                    <a:pt x="655908" y="666841"/>
                  </a:lnTo>
                  <a:lnTo>
                    <a:pt x="656568" y="679428"/>
                  </a:lnTo>
                  <a:lnTo>
                    <a:pt x="657229" y="674830"/>
                  </a:lnTo>
                  <a:lnTo>
                    <a:pt x="657889" y="667497"/>
                  </a:lnTo>
                  <a:lnTo>
                    <a:pt x="658550" y="667299"/>
                  </a:lnTo>
                  <a:lnTo>
                    <a:pt x="659211" y="660868"/>
                  </a:lnTo>
                  <a:lnTo>
                    <a:pt x="659871" y="666969"/>
                  </a:lnTo>
                  <a:lnTo>
                    <a:pt x="660532" y="665768"/>
                  </a:lnTo>
                  <a:lnTo>
                    <a:pt x="661192" y="645968"/>
                  </a:lnTo>
                  <a:lnTo>
                    <a:pt x="661853" y="614574"/>
                  </a:lnTo>
                  <a:lnTo>
                    <a:pt x="662513" y="624857"/>
                  </a:lnTo>
                  <a:lnTo>
                    <a:pt x="663174" y="617046"/>
                  </a:lnTo>
                  <a:lnTo>
                    <a:pt x="663834" y="633316"/>
                  </a:lnTo>
                  <a:lnTo>
                    <a:pt x="664495" y="666319"/>
                  </a:lnTo>
                  <a:lnTo>
                    <a:pt x="665155" y="669463"/>
                  </a:lnTo>
                  <a:lnTo>
                    <a:pt x="665816" y="664052"/>
                  </a:lnTo>
                  <a:lnTo>
                    <a:pt x="666476" y="669306"/>
                  </a:lnTo>
                  <a:lnTo>
                    <a:pt x="667137" y="671637"/>
                  </a:lnTo>
                  <a:lnTo>
                    <a:pt x="667797" y="662002"/>
                  </a:lnTo>
                  <a:lnTo>
                    <a:pt x="668458" y="664886"/>
                  </a:lnTo>
                  <a:lnTo>
                    <a:pt x="669119" y="672194"/>
                  </a:lnTo>
                  <a:lnTo>
                    <a:pt x="669779" y="685992"/>
                  </a:lnTo>
                  <a:lnTo>
                    <a:pt x="670440" y="662694"/>
                  </a:lnTo>
                  <a:lnTo>
                    <a:pt x="671100" y="636616"/>
                  </a:lnTo>
                  <a:lnTo>
                    <a:pt x="671761" y="629035"/>
                  </a:lnTo>
                  <a:lnTo>
                    <a:pt x="672421" y="608971"/>
                  </a:lnTo>
                  <a:lnTo>
                    <a:pt x="673082" y="626488"/>
                  </a:lnTo>
                  <a:lnTo>
                    <a:pt x="673742" y="632422"/>
                  </a:lnTo>
                  <a:lnTo>
                    <a:pt x="674403" y="645088"/>
                  </a:lnTo>
                  <a:lnTo>
                    <a:pt x="675063" y="653782"/>
                  </a:lnTo>
                  <a:lnTo>
                    <a:pt x="675724" y="654065"/>
                  </a:lnTo>
                  <a:lnTo>
                    <a:pt x="676384" y="676863"/>
                  </a:lnTo>
                  <a:lnTo>
                    <a:pt x="677045" y="696634"/>
                  </a:lnTo>
                  <a:lnTo>
                    <a:pt x="677705" y="684179"/>
                  </a:lnTo>
                  <a:lnTo>
                    <a:pt x="678366" y="667720"/>
                  </a:lnTo>
                  <a:lnTo>
                    <a:pt x="679027" y="678120"/>
                  </a:lnTo>
                  <a:lnTo>
                    <a:pt x="679687" y="691969"/>
                  </a:lnTo>
                  <a:lnTo>
                    <a:pt x="680348" y="678120"/>
                  </a:lnTo>
                  <a:lnTo>
                    <a:pt x="681008" y="662420"/>
                  </a:lnTo>
                  <a:lnTo>
                    <a:pt x="681669" y="670248"/>
                  </a:lnTo>
                  <a:lnTo>
                    <a:pt x="682329" y="678131"/>
                  </a:lnTo>
                  <a:lnTo>
                    <a:pt x="682990" y="680768"/>
                  </a:lnTo>
                  <a:lnTo>
                    <a:pt x="683650" y="697531"/>
                  </a:lnTo>
                  <a:lnTo>
                    <a:pt x="684311" y="696530"/>
                  </a:lnTo>
                  <a:lnTo>
                    <a:pt x="684971" y="684194"/>
                  </a:lnTo>
                  <a:lnTo>
                    <a:pt x="685632" y="675676"/>
                  </a:lnTo>
                  <a:lnTo>
                    <a:pt x="686292" y="675250"/>
                  </a:lnTo>
                  <a:lnTo>
                    <a:pt x="686953" y="688222"/>
                  </a:lnTo>
                  <a:lnTo>
                    <a:pt x="687613" y="688042"/>
                  </a:lnTo>
                  <a:lnTo>
                    <a:pt x="688274" y="684646"/>
                  </a:lnTo>
                  <a:lnTo>
                    <a:pt x="688934" y="688933"/>
                  </a:lnTo>
                  <a:lnTo>
                    <a:pt x="689595" y="665612"/>
                  </a:lnTo>
                  <a:lnTo>
                    <a:pt x="690256" y="659030"/>
                  </a:lnTo>
                  <a:lnTo>
                    <a:pt x="690916" y="669160"/>
                  </a:lnTo>
                  <a:lnTo>
                    <a:pt x="691577" y="665657"/>
                  </a:lnTo>
                  <a:lnTo>
                    <a:pt x="692237" y="660724"/>
                  </a:lnTo>
                  <a:lnTo>
                    <a:pt x="692898" y="665281"/>
                  </a:lnTo>
                  <a:lnTo>
                    <a:pt x="693558" y="673400"/>
                  </a:lnTo>
                  <a:lnTo>
                    <a:pt x="694219" y="668563"/>
                  </a:lnTo>
                  <a:lnTo>
                    <a:pt x="694879" y="665657"/>
                  </a:lnTo>
                  <a:lnTo>
                    <a:pt x="695540" y="664764"/>
                  </a:lnTo>
                  <a:lnTo>
                    <a:pt x="696200" y="677495"/>
                  </a:lnTo>
                  <a:lnTo>
                    <a:pt x="696861" y="698525"/>
                  </a:lnTo>
                  <a:lnTo>
                    <a:pt x="697521" y="690934"/>
                  </a:lnTo>
                  <a:lnTo>
                    <a:pt x="698182" y="683144"/>
                  </a:lnTo>
                  <a:lnTo>
                    <a:pt x="698842" y="667982"/>
                  </a:lnTo>
                  <a:lnTo>
                    <a:pt x="699503" y="672497"/>
                  </a:lnTo>
                  <a:lnTo>
                    <a:pt x="700164" y="677085"/>
                  </a:lnTo>
                  <a:lnTo>
                    <a:pt x="700824" y="681485"/>
                  </a:lnTo>
                  <a:lnTo>
                    <a:pt x="701485" y="682321"/>
                  </a:lnTo>
                  <a:lnTo>
                    <a:pt x="702145" y="685107"/>
                  </a:lnTo>
                  <a:lnTo>
                    <a:pt x="702806" y="700537"/>
                  </a:lnTo>
                  <a:lnTo>
                    <a:pt x="703466" y="686711"/>
                  </a:lnTo>
                  <a:lnTo>
                    <a:pt x="704127" y="695368"/>
                  </a:lnTo>
                  <a:lnTo>
                    <a:pt x="704787" y="697436"/>
                  </a:lnTo>
                  <a:lnTo>
                    <a:pt x="705448" y="662588"/>
                  </a:lnTo>
                  <a:lnTo>
                    <a:pt x="706108" y="633390"/>
                  </a:lnTo>
                  <a:lnTo>
                    <a:pt x="706769" y="637371"/>
                  </a:lnTo>
                  <a:lnTo>
                    <a:pt x="707429" y="633042"/>
                  </a:lnTo>
                  <a:lnTo>
                    <a:pt x="708090" y="645409"/>
                  </a:lnTo>
                  <a:lnTo>
                    <a:pt x="708750" y="651252"/>
                  </a:lnTo>
                  <a:lnTo>
                    <a:pt x="709411" y="655277"/>
                  </a:lnTo>
                  <a:lnTo>
                    <a:pt x="710072" y="637849"/>
                  </a:lnTo>
                  <a:lnTo>
                    <a:pt x="710732" y="653677"/>
                  </a:lnTo>
                  <a:lnTo>
                    <a:pt x="711393" y="678821"/>
                  </a:lnTo>
                  <a:lnTo>
                    <a:pt x="712053" y="691649"/>
                  </a:lnTo>
                  <a:lnTo>
                    <a:pt x="712714" y="679205"/>
                  </a:lnTo>
                  <a:lnTo>
                    <a:pt x="713374" y="672723"/>
                  </a:lnTo>
                  <a:lnTo>
                    <a:pt x="714035" y="673682"/>
                  </a:lnTo>
                  <a:lnTo>
                    <a:pt x="714695" y="682758"/>
                  </a:lnTo>
                  <a:lnTo>
                    <a:pt x="715356" y="680682"/>
                  </a:lnTo>
                  <a:lnTo>
                    <a:pt x="716016" y="669357"/>
                  </a:lnTo>
                  <a:lnTo>
                    <a:pt x="716677" y="675242"/>
                  </a:lnTo>
                  <a:lnTo>
                    <a:pt x="717337" y="676061"/>
                  </a:lnTo>
                  <a:lnTo>
                    <a:pt x="717998" y="669811"/>
                  </a:lnTo>
                  <a:lnTo>
                    <a:pt x="718658" y="679801"/>
                  </a:lnTo>
                  <a:lnTo>
                    <a:pt x="719319" y="694218"/>
                  </a:lnTo>
                  <a:lnTo>
                    <a:pt x="719979" y="696667"/>
                  </a:lnTo>
                  <a:lnTo>
                    <a:pt x="720640" y="650042"/>
                  </a:lnTo>
                  <a:lnTo>
                    <a:pt x="721301" y="653455"/>
                  </a:lnTo>
                  <a:lnTo>
                    <a:pt x="721961" y="663201"/>
                  </a:lnTo>
                  <a:lnTo>
                    <a:pt x="722622" y="663217"/>
                  </a:lnTo>
                  <a:lnTo>
                    <a:pt x="723282" y="669134"/>
                  </a:lnTo>
                  <a:lnTo>
                    <a:pt x="723943" y="683378"/>
                  </a:lnTo>
                  <a:lnTo>
                    <a:pt x="724603" y="675020"/>
                  </a:lnTo>
                  <a:lnTo>
                    <a:pt x="725264" y="674308"/>
                  </a:lnTo>
                  <a:lnTo>
                    <a:pt x="725924" y="675313"/>
                  </a:lnTo>
                  <a:lnTo>
                    <a:pt x="726585" y="632527"/>
                  </a:lnTo>
                  <a:lnTo>
                    <a:pt x="727245" y="628483"/>
                  </a:lnTo>
                  <a:lnTo>
                    <a:pt x="727906" y="633873"/>
                  </a:lnTo>
                  <a:lnTo>
                    <a:pt x="728566" y="647962"/>
                  </a:lnTo>
                  <a:lnTo>
                    <a:pt x="729227" y="653638"/>
                  </a:lnTo>
                  <a:lnTo>
                    <a:pt x="729887" y="637148"/>
                  </a:lnTo>
                  <a:lnTo>
                    <a:pt x="730548" y="632527"/>
                  </a:lnTo>
                  <a:lnTo>
                    <a:pt x="731209" y="667081"/>
                  </a:lnTo>
                  <a:lnTo>
                    <a:pt x="731869" y="673937"/>
                  </a:lnTo>
                  <a:lnTo>
                    <a:pt x="732530" y="662181"/>
                  </a:lnTo>
                  <a:lnTo>
                    <a:pt x="733190" y="669217"/>
                  </a:lnTo>
                  <a:lnTo>
                    <a:pt x="733851" y="674620"/>
                  </a:lnTo>
                  <a:lnTo>
                    <a:pt x="734511" y="673789"/>
                  </a:lnTo>
                  <a:lnTo>
                    <a:pt x="735172" y="664342"/>
                  </a:lnTo>
                  <a:lnTo>
                    <a:pt x="735832" y="659336"/>
                  </a:lnTo>
                  <a:lnTo>
                    <a:pt x="736493" y="672623"/>
                  </a:lnTo>
                  <a:lnTo>
                    <a:pt x="737153" y="668497"/>
                  </a:lnTo>
                  <a:lnTo>
                    <a:pt x="737814" y="697201"/>
                  </a:lnTo>
                  <a:lnTo>
                    <a:pt x="738474" y="696818"/>
                  </a:lnTo>
                  <a:lnTo>
                    <a:pt x="739135" y="674032"/>
                  </a:lnTo>
                  <a:lnTo>
                    <a:pt x="739795" y="687881"/>
                  </a:lnTo>
                  <a:lnTo>
                    <a:pt x="740456" y="675290"/>
                  </a:lnTo>
                  <a:lnTo>
                    <a:pt x="741117" y="664890"/>
                  </a:lnTo>
                  <a:lnTo>
                    <a:pt x="741777" y="674913"/>
                  </a:lnTo>
                  <a:lnTo>
                    <a:pt x="742438" y="671300"/>
                  </a:lnTo>
                  <a:lnTo>
                    <a:pt x="743098" y="647991"/>
                  </a:lnTo>
                  <a:lnTo>
                    <a:pt x="743759" y="656280"/>
                  </a:lnTo>
                  <a:lnTo>
                    <a:pt x="744419" y="663503"/>
                  </a:lnTo>
                  <a:lnTo>
                    <a:pt x="745080" y="670292"/>
                  </a:lnTo>
                  <a:lnTo>
                    <a:pt x="745740" y="653129"/>
                  </a:lnTo>
                  <a:lnTo>
                    <a:pt x="746401" y="644980"/>
                  </a:lnTo>
                  <a:lnTo>
                    <a:pt x="747061" y="657359"/>
                  </a:lnTo>
                  <a:lnTo>
                    <a:pt x="747722" y="658735"/>
                  </a:lnTo>
                  <a:lnTo>
                    <a:pt x="748382" y="652824"/>
                  </a:lnTo>
                  <a:lnTo>
                    <a:pt x="749043" y="660188"/>
                  </a:lnTo>
                  <a:lnTo>
                    <a:pt x="749703" y="666531"/>
                  </a:lnTo>
                  <a:lnTo>
                    <a:pt x="750364" y="651544"/>
                  </a:lnTo>
                  <a:lnTo>
                    <a:pt x="751025" y="645016"/>
                  </a:lnTo>
                  <a:lnTo>
                    <a:pt x="751685" y="650129"/>
                  </a:lnTo>
                  <a:lnTo>
                    <a:pt x="752346" y="658103"/>
                  </a:lnTo>
                  <a:lnTo>
                    <a:pt x="753006" y="671589"/>
                  </a:lnTo>
                  <a:lnTo>
                    <a:pt x="753667" y="668429"/>
                  </a:lnTo>
                  <a:lnTo>
                    <a:pt x="754327" y="653455"/>
                  </a:lnTo>
                  <a:lnTo>
                    <a:pt x="754988" y="661339"/>
                  </a:lnTo>
                  <a:lnTo>
                    <a:pt x="755648" y="679988"/>
                  </a:lnTo>
                  <a:lnTo>
                    <a:pt x="756309" y="688764"/>
                  </a:lnTo>
                  <a:lnTo>
                    <a:pt x="756969" y="687758"/>
                  </a:lnTo>
                  <a:lnTo>
                    <a:pt x="757630" y="683941"/>
                  </a:lnTo>
                  <a:lnTo>
                    <a:pt x="758290" y="676846"/>
                  </a:lnTo>
                  <a:lnTo>
                    <a:pt x="758951" y="674308"/>
                  </a:lnTo>
                  <a:lnTo>
                    <a:pt x="759611" y="676686"/>
                  </a:lnTo>
                  <a:lnTo>
                    <a:pt x="760272" y="699385"/>
                  </a:lnTo>
                  <a:lnTo>
                    <a:pt x="760932" y="687979"/>
                  </a:lnTo>
                  <a:lnTo>
                    <a:pt x="761593" y="675055"/>
                  </a:lnTo>
                  <a:lnTo>
                    <a:pt x="762254" y="686118"/>
                  </a:lnTo>
                  <a:lnTo>
                    <a:pt x="762914" y="668141"/>
                  </a:lnTo>
                  <a:lnTo>
                    <a:pt x="763575" y="657044"/>
                  </a:lnTo>
                  <a:lnTo>
                    <a:pt x="764235" y="671572"/>
                  </a:lnTo>
                  <a:lnTo>
                    <a:pt x="764896" y="678204"/>
                  </a:lnTo>
                  <a:lnTo>
                    <a:pt x="765556" y="665393"/>
                  </a:lnTo>
                  <a:lnTo>
                    <a:pt x="766217" y="660772"/>
                  </a:lnTo>
                  <a:lnTo>
                    <a:pt x="766877" y="659397"/>
                  </a:lnTo>
                  <a:lnTo>
                    <a:pt x="767538" y="662809"/>
                  </a:lnTo>
                  <a:lnTo>
                    <a:pt x="768198" y="662809"/>
                  </a:lnTo>
                  <a:lnTo>
                    <a:pt x="768859" y="662809"/>
                  </a:lnTo>
                  <a:lnTo>
                    <a:pt x="769519" y="665393"/>
                  </a:lnTo>
                  <a:lnTo>
                    <a:pt x="770180" y="664883"/>
                  </a:lnTo>
                  <a:lnTo>
                    <a:pt x="770840" y="646665"/>
                  </a:lnTo>
                  <a:lnTo>
                    <a:pt x="771501" y="636997"/>
                  </a:lnTo>
                  <a:lnTo>
                    <a:pt x="772162" y="661629"/>
                  </a:lnTo>
                  <a:lnTo>
                    <a:pt x="772822" y="656885"/>
                  </a:lnTo>
                  <a:lnTo>
                    <a:pt x="773483" y="644018"/>
                  </a:lnTo>
                  <a:lnTo>
                    <a:pt x="774143" y="656885"/>
                  </a:lnTo>
                  <a:lnTo>
                    <a:pt x="774804" y="663005"/>
                  </a:lnTo>
                  <a:lnTo>
                    <a:pt x="775464" y="676292"/>
                  </a:lnTo>
                  <a:lnTo>
                    <a:pt x="776125" y="685280"/>
                  </a:lnTo>
                  <a:lnTo>
                    <a:pt x="776785" y="665589"/>
                  </a:lnTo>
                  <a:lnTo>
                    <a:pt x="777446" y="638628"/>
                  </a:lnTo>
                  <a:lnTo>
                    <a:pt x="778106" y="638628"/>
                  </a:lnTo>
                  <a:lnTo>
                    <a:pt x="778767" y="658491"/>
                  </a:lnTo>
                  <a:lnTo>
                    <a:pt x="779427" y="654737"/>
                  </a:lnTo>
                  <a:lnTo>
                    <a:pt x="780088" y="649729"/>
                  </a:lnTo>
                  <a:lnTo>
                    <a:pt x="780748" y="670890"/>
                  </a:lnTo>
                  <a:lnTo>
                    <a:pt x="781409" y="665589"/>
                  </a:lnTo>
                  <a:lnTo>
                    <a:pt x="782070" y="666541"/>
                  </a:lnTo>
                  <a:lnTo>
                    <a:pt x="782730" y="666541"/>
                  </a:lnTo>
                  <a:lnTo>
                    <a:pt x="783391" y="663957"/>
                  </a:lnTo>
                  <a:lnTo>
                    <a:pt x="784051" y="670367"/>
                  </a:lnTo>
                  <a:lnTo>
                    <a:pt x="784712" y="669511"/>
                  </a:lnTo>
                  <a:lnTo>
                    <a:pt x="785372" y="662929"/>
                  </a:lnTo>
                  <a:lnTo>
                    <a:pt x="786033" y="665513"/>
                  </a:lnTo>
                  <a:lnTo>
                    <a:pt x="786693" y="654564"/>
                  </a:lnTo>
                  <a:lnTo>
                    <a:pt x="787354" y="665355"/>
                  </a:lnTo>
                  <a:lnTo>
                    <a:pt x="788014" y="677244"/>
                  </a:lnTo>
                  <a:lnTo>
                    <a:pt x="788675" y="707425"/>
                  </a:lnTo>
                  <a:lnTo>
                    <a:pt x="789335" y="699293"/>
                  </a:lnTo>
                  <a:lnTo>
                    <a:pt x="789996" y="675713"/>
                  </a:lnTo>
                  <a:lnTo>
                    <a:pt x="790656" y="691459"/>
                  </a:lnTo>
                  <a:lnTo>
                    <a:pt x="791317" y="685417"/>
                  </a:lnTo>
                  <a:lnTo>
                    <a:pt x="791977" y="682241"/>
                  </a:lnTo>
                  <a:lnTo>
                    <a:pt x="792638" y="678092"/>
                  </a:lnTo>
                  <a:lnTo>
                    <a:pt x="793299" y="675488"/>
                  </a:lnTo>
                  <a:lnTo>
                    <a:pt x="793959" y="673719"/>
                  </a:lnTo>
                  <a:lnTo>
                    <a:pt x="794620" y="673906"/>
                  </a:lnTo>
                  <a:lnTo>
                    <a:pt x="795280" y="690517"/>
                  </a:lnTo>
                  <a:lnTo>
                    <a:pt x="795941" y="691890"/>
                  </a:lnTo>
                  <a:lnTo>
                    <a:pt x="796601" y="682241"/>
                  </a:lnTo>
                  <a:lnTo>
                    <a:pt x="797262" y="671841"/>
                  </a:lnTo>
                  <a:lnTo>
                    <a:pt x="797922" y="663957"/>
                  </a:lnTo>
                  <a:lnTo>
                    <a:pt x="798583" y="653816"/>
                  </a:lnTo>
                  <a:lnTo>
                    <a:pt x="799243" y="663957"/>
                  </a:lnTo>
                  <a:lnTo>
                    <a:pt x="799904" y="659443"/>
                  </a:lnTo>
                  <a:lnTo>
                    <a:pt x="800564" y="666541"/>
                  </a:lnTo>
                  <a:lnTo>
                    <a:pt x="801225" y="673719"/>
                  </a:lnTo>
                  <a:lnTo>
                    <a:pt x="801885" y="676834"/>
                  </a:lnTo>
                  <a:lnTo>
                    <a:pt x="802546" y="688092"/>
                  </a:lnTo>
                  <a:lnTo>
                    <a:pt x="803207" y="688479"/>
                  </a:lnTo>
                  <a:lnTo>
                    <a:pt x="803867" y="656954"/>
                  </a:lnTo>
                  <a:lnTo>
                    <a:pt x="804528" y="681547"/>
                  </a:lnTo>
                  <a:lnTo>
                    <a:pt x="805188" y="695611"/>
                  </a:lnTo>
                  <a:lnTo>
                    <a:pt x="805849" y="682260"/>
                  </a:lnTo>
                  <a:lnTo>
                    <a:pt x="806509" y="661324"/>
                  </a:lnTo>
                  <a:lnTo>
                    <a:pt x="807170" y="644580"/>
                  </a:lnTo>
                  <a:lnTo>
                    <a:pt x="807830" y="642511"/>
                  </a:lnTo>
                  <a:lnTo>
                    <a:pt x="808491" y="656808"/>
                  </a:lnTo>
                  <a:lnTo>
                    <a:pt x="809151" y="633604"/>
                  </a:lnTo>
                  <a:lnTo>
                    <a:pt x="809812" y="625163"/>
                  </a:lnTo>
                  <a:lnTo>
                    <a:pt x="810472" y="626793"/>
                  </a:lnTo>
                  <a:lnTo>
                    <a:pt x="811133" y="643192"/>
                  </a:lnTo>
                  <a:lnTo>
                    <a:pt x="811793" y="667841"/>
                  </a:lnTo>
                  <a:lnTo>
                    <a:pt x="812454" y="698310"/>
                  </a:lnTo>
                  <a:lnTo>
                    <a:pt x="813115" y="676945"/>
                  </a:lnTo>
                  <a:lnTo>
                    <a:pt x="813775" y="649860"/>
                  </a:lnTo>
                  <a:lnTo>
                    <a:pt x="814436" y="659570"/>
                  </a:lnTo>
                  <a:lnTo>
                    <a:pt x="815096" y="683566"/>
                  </a:lnTo>
                  <a:lnTo>
                    <a:pt x="815757" y="658443"/>
                  </a:lnTo>
                  <a:lnTo>
                    <a:pt x="816417" y="639346"/>
                  </a:lnTo>
                  <a:lnTo>
                    <a:pt x="817078" y="636873"/>
                  </a:lnTo>
                  <a:lnTo>
                    <a:pt x="817738" y="641792"/>
                  </a:lnTo>
                  <a:lnTo>
                    <a:pt x="818399" y="651990"/>
                  </a:lnTo>
                  <a:lnTo>
                    <a:pt x="819059" y="655402"/>
                  </a:lnTo>
                  <a:lnTo>
                    <a:pt x="819720" y="682589"/>
                  </a:lnTo>
                  <a:lnTo>
                    <a:pt x="820380" y="694679"/>
                  </a:lnTo>
                  <a:lnTo>
                    <a:pt x="821041" y="691352"/>
                  </a:lnTo>
                  <a:lnTo>
                    <a:pt x="821701" y="688374"/>
                  </a:lnTo>
                  <a:lnTo>
                    <a:pt x="822362" y="665250"/>
                  </a:lnTo>
                  <a:lnTo>
                    <a:pt x="823023" y="676279"/>
                  </a:lnTo>
                  <a:lnTo>
                    <a:pt x="823683" y="654195"/>
                  </a:lnTo>
                  <a:lnTo>
                    <a:pt x="824344" y="668320"/>
                  </a:lnTo>
                  <a:lnTo>
                    <a:pt x="825004" y="699071"/>
                  </a:lnTo>
                  <a:lnTo>
                    <a:pt x="825665" y="656437"/>
                  </a:lnTo>
                  <a:lnTo>
                    <a:pt x="826325" y="647300"/>
                  </a:lnTo>
                  <a:lnTo>
                    <a:pt x="826986" y="637890"/>
                  </a:lnTo>
                  <a:lnTo>
                    <a:pt x="827646" y="605615"/>
                  </a:lnTo>
                  <a:lnTo>
                    <a:pt x="828307" y="608313"/>
                  </a:lnTo>
                  <a:lnTo>
                    <a:pt x="828967" y="599242"/>
                  </a:lnTo>
                  <a:lnTo>
                    <a:pt x="829628" y="554615"/>
                  </a:lnTo>
                  <a:lnTo>
                    <a:pt x="830288" y="550204"/>
                  </a:lnTo>
                  <a:lnTo>
                    <a:pt x="830949" y="541417"/>
                  </a:lnTo>
                  <a:lnTo>
                    <a:pt x="831609" y="527479"/>
                  </a:lnTo>
                  <a:lnTo>
                    <a:pt x="832270" y="517186"/>
                  </a:lnTo>
                  <a:lnTo>
                    <a:pt x="832930" y="484475"/>
                  </a:lnTo>
                  <a:lnTo>
                    <a:pt x="833591" y="486868"/>
                  </a:lnTo>
                  <a:lnTo>
                    <a:pt x="834252" y="485766"/>
                  </a:lnTo>
                  <a:lnTo>
                    <a:pt x="834912" y="576684"/>
                  </a:lnTo>
                  <a:lnTo>
                    <a:pt x="835573" y="621501"/>
                  </a:lnTo>
                  <a:lnTo>
                    <a:pt x="836233" y="604906"/>
                  </a:lnTo>
                  <a:lnTo>
                    <a:pt x="836894" y="611307"/>
                  </a:lnTo>
                  <a:lnTo>
                    <a:pt x="837554" y="575128"/>
                  </a:lnTo>
                  <a:lnTo>
                    <a:pt x="838215" y="587589"/>
                  </a:lnTo>
                  <a:lnTo>
                    <a:pt x="838875" y="637257"/>
                  </a:lnTo>
                  <a:lnTo>
                    <a:pt x="839536" y="678865"/>
                  </a:lnTo>
                  <a:lnTo>
                    <a:pt x="840196" y="689909"/>
                  </a:lnTo>
                  <a:lnTo>
                    <a:pt x="840857" y="687020"/>
                  </a:lnTo>
                  <a:lnTo>
                    <a:pt x="841517" y="635953"/>
                  </a:lnTo>
                  <a:lnTo>
                    <a:pt x="842178" y="631365"/>
                  </a:lnTo>
                  <a:lnTo>
                    <a:pt x="842838" y="677643"/>
                  </a:lnTo>
                  <a:lnTo>
                    <a:pt x="843499" y="700920"/>
                  </a:lnTo>
                  <a:lnTo>
                    <a:pt x="844160" y="691860"/>
                  </a:lnTo>
                  <a:lnTo>
                    <a:pt x="844820" y="664304"/>
                  </a:lnTo>
                  <a:lnTo>
                    <a:pt x="845481" y="665056"/>
                  </a:lnTo>
                  <a:lnTo>
                    <a:pt x="846141" y="663799"/>
                  </a:lnTo>
                  <a:lnTo>
                    <a:pt x="846802" y="679127"/>
                  </a:lnTo>
                  <a:lnTo>
                    <a:pt x="847462" y="667224"/>
                  </a:lnTo>
                  <a:lnTo>
                    <a:pt x="848123" y="670282"/>
                  </a:lnTo>
                  <a:lnTo>
                    <a:pt x="848783" y="675211"/>
                  </a:lnTo>
                  <a:lnTo>
                    <a:pt x="849444" y="665687"/>
                  </a:lnTo>
                  <a:lnTo>
                    <a:pt x="850104" y="676655"/>
                  </a:lnTo>
                  <a:lnTo>
                    <a:pt x="850765" y="679548"/>
                  </a:lnTo>
                  <a:lnTo>
                    <a:pt x="851425" y="668366"/>
                  </a:lnTo>
                  <a:lnTo>
                    <a:pt x="852086" y="694437"/>
                  </a:lnTo>
                  <a:lnTo>
                    <a:pt x="852746" y="704387"/>
                  </a:lnTo>
                  <a:lnTo>
                    <a:pt x="853407" y="703477"/>
                  </a:lnTo>
                  <a:lnTo>
                    <a:pt x="854068" y="690611"/>
                  </a:lnTo>
                  <a:lnTo>
                    <a:pt x="854728" y="658045"/>
                  </a:lnTo>
                  <a:lnTo>
                    <a:pt x="855389" y="682265"/>
                  </a:lnTo>
                  <a:lnTo>
                    <a:pt x="856049" y="693799"/>
                  </a:lnTo>
                  <a:lnTo>
                    <a:pt x="856710" y="663844"/>
                  </a:lnTo>
                  <a:lnTo>
                    <a:pt x="857370" y="650578"/>
                  </a:lnTo>
                  <a:lnTo>
                    <a:pt x="858031" y="638816"/>
                  </a:lnTo>
                  <a:lnTo>
                    <a:pt x="858691" y="638789"/>
                  </a:lnTo>
                  <a:lnTo>
                    <a:pt x="859352" y="654950"/>
                  </a:lnTo>
                  <a:lnTo>
                    <a:pt x="860012" y="665138"/>
                  </a:lnTo>
                  <a:lnTo>
                    <a:pt x="860673" y="654950"/>
                  </a:lnTo>
                  <a:lnTo>
                    <a:pt x="861333" y="648700"/>
                  </a:lnTo>
                  <a:lnTo>
                    <a:pt x="861994" y="628758"/>
                  </a:lnTo>
                  <a:lnTo>
                    <a:pt x="862654" y="613509"/>
                  </a:lnTo>
                  <a:lnTo>
                    <a:pt x="863315" y="625238"/>
                  </a:lnTo>
                  <a:lnTo>
                    <a:pt x="863975" y="639191"/>
                  </a:lnTo>
                  <a:lnTo>
                    <a:pt x="864636" y="634435"/>
                  </a:lnTo>
                  <a:lnTo>
                    <a:pt x="865297" y="637761"/>
                  </a:lnTo>
                  <a:lnTo>
                    <a:pt x="865957" y="646369"/>
                  </a:lnTo>
                  <a:lnTo>
                    <a:pt x="866618" y="647672"/>
                  </a:lnTo>
                  <a:lnTo>
                    <a:pt x="867278" y="631142"/>
                  </a:lnTo>
                  <a:lnTo>
                    <a:pt x="867939" y="624968"/>
                  </a:lnTo>
                  <a:lnTo>
                    <a:pt x="868599" y="629253"/>
                  </a:lnTo>
                  <a:lnTo>
                    <a:pt x="869260" y="622493"/>
                  </a:lnTo>
                  <a:lnTo>
                    <a:pt x="869920" y="617809"/>
                  </a:lnTo>
                  <a:lnTo>
                    <a:pt x="870581" y="615770"/>
                  </a:lnTo>
                  <a:lnTo>
                    <a:pt x="871241" y="608181"/>
                  </a:lnTo>
                  <a:lnTo>
                    <a:pt x="871902" y="608890"/>
                  </a:lnTo>
                  <a:lnTo>
                    <a:pt x="872562" y="597438"/>
                  </a:lnTo>
                  <a:lnTo>
                    <a:pt x="873223" y="577800"/>
                  </a:lnTo>
                  <a:lnTo>
                    <a:pt x="873883" y="573317"/>
                  </a:lnTo>
                  <a:lnTo>
                    <a:pt x="874544" y="593346"/>
                  </a:lnTo>
                  <a:lnTo>
                    <a:pt x="875205" y="599997"/>
                  </a:lnTo>
                  <a:lnTo>
                    <a:pt x="875865" y="597727"/>
                  </a:lnTo>
                  <a:lnTo>
                    <a:pt x="876526" y="635069"/>
                  </a:lnTo>
                  <a:lnTo>
                    <a:pt x="877186" y="635746"/>
                  </a:lnTo>
                  <a:lnTo>
                    <a:pt x="877847" y="585017"/>
                  </a:lnTo>
                  <a:lnTo>
                    <a:pt x="878507" y="551319"/>
                  </a:lnTo>
                  <a:lnTo>
                    <a:pt x="879168" y="549349"/>
                  </a:lnTo>
                  <a:lnTo>
                    <a:pt x="879828" y="566438"/>
                  </a:lnTo>
                  <a:lnTo>
                    <a:pt x="880489" y="558445"/>
                  </a:lnTo>
                  <a:lnTo>
                    <a:pt x="881149" y="524887"/>
                  </a:lnTo>
                  <a:lnTo>
                    <a:pt x="881810" y="521060"/>
                  </a:lnTo>
                  <a:lnTo>
                    <a:pt x="882470" y="512863"/>
                  </a:lnTo>
                  <a:lnTo>
                    <a:pt x="883131" y="523607"/>
                  </a:lnTo>
                  <a:lnTo>
                    <a:pt x="883791" y="521110"/>
                  </a:lnTo>
                  <a:lnTo>
                    <a:pt x="884452" y="539058"/>
                  </a:lnTo>
                  <a:lnTo>
                    <a:pt x="885113" y="519424"/>
                  </a:lnTo>
                  <a:lnTo>
                    <a:pt x="885773" y="546319"/>
                  </a:lnTo>
                  <a:lnTo>
                    <a:pt x="886434" y="542991"/>
                  </a:lnTo>
                  <a:lnTo>
                    <a:pt x="887094" y="538648"/>
                  </a:lnTo>
                  <a:lnTo>
                    <a:pt x="887755" y="529681"/>
                  </a:lnTo>
                  <a:lnTo>
                    <a:pt x="888415" y="515421"/>
                  </a:lnTo>
                  <a:lnTo>
                    <a:pt x="889076" y="505173"/>
                  </a:lnTo>
                  <a:lnTo>
                    <a:pt x="889736" y="477601"/>
                  </a:lnTo>
                  <a:lnTo>
                    <a:pt x="890397" y="461611"/>
                  </a:lnTo>
                  <a:lnTo>
                    <a:pt x="891057" y="418000"/>
                  </a:lnTo>
                  <a:lnTo>
                    <a:pt x="891718" y="382814"/>
                  </a:lnTo>
                  <a:lnTo>
                    <a:pt x="892378" y="352061"/>
                  </a:lnTo>
                  <a:lnTo>
                    <a:pt x="893039" y="344488"/>
                  </a:lnTo>
                  <a:lnTo>
                    <a:pt x="893699" y="318292"/>
                  </a:lnTo>
                  <a:lnTo>
                    <a:pt x="894360" y="316253"/>
                  </a:lnTo>
                  <a:lnTo>
                    <a:pt x="895021" y="314067"/>
                  </a:lnTo>
                  <a:lnTo>
                    <a:pt x="895681" y="319595"/>
                  </a:lnTo>
                  <a:lnTo>
                    <a:pt x="896342" y="324972"/>
                  </a:lnTo>
                  <a:lnTo>
                    <a:pt x="897002" y="360180"/>
                  </a:lnTo>
                  <a:lnTo>
                    <a:pt x="897663" y="393158"/>
                  </a:lnTo>
                  <a:lnTo>
                    <a:pt x="898323" y="400271"/>
                  </a:lnTo>
                  <a:lnTo>
                    <a:pt x="898984" y="445385"/>
                  </a:lnTo>
                  <a:lnTo>
                    <a:pt x="899644" y="444272"/>
                  </a:lnTo>
                  <a:lnTo>
                    <a:pt x="900305" y="481631"/>
                  </a:lnTo>
                  <a:lnTo>
                    <a:pt x="900965" y="488667"/>
                  </a:lnTo>
                  <a:lnTo>
                    <a:pt x="901626" y="488695"/>
                  </a:lnTo>
                  <a:lnTo>
                    <a:pt x="902286" y="504685"/>
                  </a:lnTo>
                  <a:lnTo>
                    <a:pt x="902947" y="513786"/>
                  </a:lnTo>
                  <a:lnTo>
                    <a:pt x="903607" y="525811"/>
                  </a:lnTo>
                  <a:lnTo>
                    <a:pt x="904268" y="536909"/>
                  </a:lnTo>
                  <a:lnTo>
                    <a:pt x="904928" y="552444"/>
                  </a:lnTo>
                  <a:lnTo>
                    <a:pt x="905589" y="633954"/>
                  </a:lnTo>
                  <a:lnTo>
                    <a:pt x="906250" y="599407"/>
                  </a:lnTo>
                  <a:lnTo>
                    <a:pt x="906910" y="606130"/>
                  </a:lnTo>
                  <a:lnTo>
                    <a:pt x="907571" y="602960"/>
                  </a:lnTo>
                  <a:lnTo>
                    <a:pt x="908231" y="614180"/>
                  </a:lnTo>
                  <a:lnTo>
                    <a:pt x="908892" y="632245"/>
                  </a:lnTo>
                  <a:lnTo>
                    <a:pt x="909552" y="641276"/>
                  </a:lnTo>
                  <a:lnTo>
                    <a:pt x="910213" y="615667"/>
                  </a:lnTo>
                  <a:lnTo>
                    <a:pt x="910873" y="614080"/>
                  </a:lnTo>
                  <a:lnTo>
                    <a:pt x="911534" y="610424"/>
                  </a:lnTo>
                  <a:lnTo>
                    <a:pt x="912194" y="599759"/>
                  </a:lnTo>
                  <a:lnTo>
                    <a:pt x="912855" y="599449"/>
                  </a:lnTo>
                  <a:lnTo>
                    <a:pt x="913515" y="578215"/>
                  </a:lnTo>
                  <a:lnTo>
                    <a:pt x="914176" y="583726"/>
                  </a:lnTo>
                  <a:lnTo>
                    <a:pt x="914836" y="592970"/>
                  </a:lnTo>
                  <a:lnTo>
                    <a:pt x="915497" y="593060"/>
                  </a:lnTo>
                  <a:lnTo>
                    <a:pt x="916158" y="603577"/>
                  </a:lnTo>
                  <a:lnTo>
                    <a:pt x="916818" y="603577"/>
                  </a:lnTo>
                  <a:lnTo>
                    <a:pt x="917479" y="607150"/>
                  </a:lnTo>
                  <a:lnTo>
                    <a:pt x="918139" y="637685"/>
                  </a:lnTo>
                  <a:lnTo>
                    <a:pt x="918800" y="645473"/>
                  </a:lnTo>
                  <a:lnTo>
                    <a:pt x="919460" y="626548"/>
                  </a:lnTo>
                  <a:lnTo>
                    <a:pt x="920121" y="623144"/>
                  </a:lnTo>
                  <a:lnTo>
                    <a:pt x="920781" y="621457"/>
                  </a:lnTo>
                  <a:lnTo>
                    <a:pt x="921442" y="624536"/>
                  </a:lnTo>
                  <a:lnTo>
                    <a:pt x="922102" y="637015"/>
                  </a:lnTo>
                  <a:lnTo>
                    <a:pt x="922763" y="642924"/>
                  </a:lnTo>
                  <a:lnTo>
                    <a:pt x="923423" y="633426"/>
                  </a:lnTo>
                  <a:lnTo>
                    <a:pt x="924084" y="599768"/>
                  </a:lnTo>
                  <a:lnTo>
                    <a:pt x="924744" y="593416"/>
                  </a:lnTo>
                  <a:lnTo>
                    <a:pt x="925405" y="604695"/>
                  </a:lnTo>
                  <a:lnTo>
                    <a:pt x="926066" y="609379"/>
                  </a:lnTo>
                  <a:lnTo>
                    <a:pt x="926726" y="615709"/>
                  </a:lnTo>
                  <a:lnTo>
                    <a:pt x="927387" y="606777"/>
                  </a:lnTo>
                  <a:lnTo>
                    <a:pt x="928047" y="580222"/>
                  </a:lnTo>
                  <a:lnTo>
                    <a:pt x="928708" y="582618"/>
                  </a:lnTo>
                  <a:lnTo>
                    <a:pt x="929368" y="554293"/>
                  </a:lnTo>
                  <a:lnTo>
                    <a:pt x="930029" y="540307"/>
                  </a:lnTo>
                  <a:lnTo>
                    <a:pt x="930689" y="569345"/>
                  </a:lnTo>
                  <a:lnTo>
                    <a:pt x="931350" y="573339"/>
                  </a:lnTo>
                  <a:lnTo>
                    <a:pt x="932010" y="574451"/>
                  </a:lnTo>
                  <a:lnTo>
                    <a:pt x="932671" y="558007"/>
                  </a:lnTo>
                  <a:lnTo>
                    <a:pt x="933331" y="528751"/>
                  </a:lnTo>
                  <a:lnTo>
                    <a:pt x="933992" y="525305"/>
                  </a:lnTo>
                  <a:lnTo>
                    <a:pt x="934652" y="540368"/>
                  </a:lnTo>
                  <a:lnTo>
                    <a:pt x="935313" y="587746"/>
                  </a:lnTo>
                  <a:lnTo>
                    <a:pt x="935973" y="635387"/>
                  </a:lnTo>
                  <a:lnTo>
                    <a:pt x="936634" y="628893"/>
                  </a:lnTo>
                  <a:lnTo>
                    <a:pt x="937295" y="610496"/>
                  </a:lnTo>
                  <a:lnTo>
                    <a:pt x="937955" y="625813"/>
                  </a:lnTo>
                  <a:lnTo>
                    <a:pt x="938616" y="627529"/>
                  </a:lnTo>
                  <a:lnTo>
                    <a:pt x="939276" y="606719"/>
                  </a:lnTo>
                  <a:lnTo>
                    <a:pt x="939937" y="615930"/>
                  </a:lnTo>
                  <a:lnTo>
                    <a:pt x="940597" y="615289"/>
                  </a:lnTo>
                  <a:lnTo>
                    <a:pt x="941258" y="618089"/>
                  </a:lnTo>
                  <a:lnTo>
                    <a:pt x="941918" y="620985"/>
                  </a:lnTo>
                  <a:lnTo>
                    <a:pt x="942579" y="620215"/>
                  </a:lnTo>
                  <a:lnTo>
                    <a:pt x="943239" y="632602"/>
                  </a:lnTo>
                  <a:lnTo>
                    <a:pt x="943900" y="622846"/>
                  </a:lnTo>
                  <a:lnTo>
                    <a:pt x="944560" y="624994"/>
                  </a:lnTo>
                  <a:lnTo>
                    <a:pt x="945221" y="635751"/>
                  </a:lnTo>
                  <a:lnTo>
                    <a:pt x="945881" y="646208"/>
                  </a:lnTo>
                  <a:lnTo>
                    <a:pt x="946542" y="646810"/>
                  </a:lnTo>
                  <a:lnTo>
                    <a:pt x="947203" y="630558"/>
                  </a:lnTo>
                  <a:lnTo>
                    <a:pt x="947863" y="629276"/>
                  </a:lnTo>
                  <a:lnTo>
                    <a:pt x="948524" y="659757"/>
                  </a:lnTo>
                  <a:lnTo>
                    <a:pt x="949184" y="671700"/>
                  </a:lnTo>
                  <a:lnTo>
                    <a:pt x="949845" y="682195"/>
                  </a:lnTo>
                  <a:lnTo>
                    <a:pt x="950505" y="652482"/>
                  </a:lnTo>
                  <a:lnTo>
                    <a:pt x="951166" y="641333"/>
                  </a:lnTo>
                  <a:lnTo>
                    <a:pt x="951826" y="598425"/>
                  </a:lnTo>
                  <a:lnTo>
                    <a:pt x="952487" y="608756"/>
                  </a:lnTo>
                  <a:lnTo>
                    <a:pt x="953147" y="624123"/>
                  </a:lnTo>
                  <a:lnTo>
                    <a:pt x="953808" y="606293"/>
                  </a:lnTo>
                  <a:lnTo>
                    <a:pt x="954468" y="575352"/>
                  </a:lnTo>
                  <a:lnTo>
                    <a:pt x="955129" y="571273"/>
                  </a:lnTo>
                  <a:lnTo>
                    <a:pt x="955789" y="513287"/>
                  </a:lnTo>
                  <a:lnTo>
                    <a:pt x="956450" y="490030"/>
                  </a:lnTo>
                  <a:lnTo>
                    <a:pt x="957111" y="492905"/>
                  </a:lnTo>
                  <a:lnTo>
                    <a:pt x="957771" y="535223"/>
                  </a:lnTo>
                  <a:lnTo>
                    <a:pt x="958432" y="615674"/>
                  </a:lnTo>
                  <a:lnTo>
                    <a:pt x="959092" y="619236"/>
                  </a:lnTo>
                  <a:lnTo>
                    <a:pt x="959753" y="620820"/>
                  </a:lnTo>
                  <a:lnTo>
                    <a:pt x="960413" y="606323"/>
                  </a:lnTo>
                  <a:lnTo>
                    <a:pt x="961074" y="616832"/>
                  </a:lnTo>
                  <a:lnTo>
                    <a:pt x="961734" y="646018"/>
                  </a:lnTo>
                  <a:lnTo>
                    <a:pt x="962395" y="669048"/>
                  </a:lnTo>
                  <a:lnTo>
                    <a:pt x="963055" y="660292"/>
                  </a:lnTo>
                  <a:lnTo>
                    <a:pt x="963716" y="676792"/>
                  </a:lnTo>
                  <a:lnTo>
                    <a:pt x="964376" y="663500"/>
                  </a:lnTo>
                  <a:lnTo>
                    <a:pt x="965037" y="675653"/>
                  </a:lnTo>
                  <a:lnTo>
                    <a:pt x="965697" y="694839"/>
                  </a:lnTo>
                  <a:lnTo>
                    <a:pt x="966358" y="686233"/>
                  </a:lnTo>
                  <a:lnTo>
                    <a:pt x="967019" y="682906"/>
                  </a:lnTo>
                  <a:lnTo>
                    <a:pt x="967679" y="698610"/>
                  </a:lnTo>
                  <a:lnTo>
                    <a:pt x="968340" y="700471"/>
                  </a:lnTo>
                  <a:lnTo>
                    <a:pt x="969000" y="710482"/>
                  </a:lnTo>
                  <a:lnTo>
                    <a:pt x="969661" y="714618"/>
                  </a:lnTo>
                  <a:lnTo>
                    <a:pt x="970321" y="706010"/>
                  </a:lnTo>
                  <a:lnTo>
                    <a:pt x="970982" y="685646"/>
                  </a:lnTo>
                  <a:lnTo>
                    <a:pt x="971642" y="693900"/>
                  </a:lnTo>
                  <a:lnTo>
                    <a:pt x="972303" y="718692"/>
                  </a:lnTo>
                  <a:lnTo>
                    <a:pt x="972963" y="716438"/>
                  </a:lnTo>
                  <a:lnTo>
                    <a:pt x="973624" y="684699"/>
                  </a:lnTo>
                  <a:lnTo>
                    <a:pt x="974284" y="696776"/>
                  </a:lnTo>
                  <a:lnTo>
                    <a:pt x="974945" y="685518"/>
                  </a:lnTo>
                  <a:lnTo>
                    <a:pt x="975605" y="694929"/>
                  </a:lnTo>
                  <a:lnTo>
                    <a:pt x="976266" y="705852"/>
                  </a:lnTo>
                  <a:lnTo>
                    <a:pt x="976926" y="693801"/>
                  </a:lnTo>
                  <a:lnTo>
                    <a:pt x="977587" y="684813"/>
                  </a:lnTo>
                  <a:lnTo>
                    <a:pt x="978248" y="696931"/>
                  </a:lnTo>
                  <a:lnTo>
                    <a:pt x="978908" y="677898"/>
                  </a:lnTo>
                  <a:lnTo>
                    <a:pt x="979569" y="700091"/>
                  </a:lnTo>
                  <a:lnTo>
                    <a:pt x="980229" y="708487"/>
                  </a:lnTo>
                  <a:lnTo>
                    <a:pt x="980890" y="688839"/>
                  </a:lnTo>
                  <a:lnTo>
                    <a:pt x="981550" y="703434"/>
                  </a:lnTo>
                  <a:lnTo>
                    <a:pt x="982211" y="679465"/>
                  </a:lnTo>
                  <a:lnTo>
                    <a:pt x="982871" y="678392"/>
                  </a:lnTo>
                  <a:lnTo>
                    <a:pt x="983532" y="682691"/>
                  </a:lnTo>
                  <a:lnTo>
                    <a:pt x="984192" y="680751"/>
                  </a:lnTo>
                  <a:lnTo>
                    <a:pt x="984853" y="678944"/>
                  </a:lnTo>
                  <a:lnTo>
                    <a:pt x="985513" y="692527"/>
                  </a:lnTo>
                  <a:lnTo>
                    <a:pt x="986174" y="698465"/>
                  </a:lnTo>
                  <a:lnTo>
                    <a:pt x="986834" y="654530"/>
                  </a:lnTo>
                  <a:lnTo>
                    <a:pt x="987495" y="627659"/>
                  </a:lnTo>
                  <a:lnTo>
                    <a:pt x="988156" y="652671"/>
                  </a:lnTo>
                  <a:lnTo>
                    <a:pt x="988816" y="683539"/>
                  </a:lnTo>
                  <a:lnTo>
                    <a:pt x="989477" y="688537"/>
                  </a:lnTo>
                  <a:lnTo>
                    <a:pt x="990137" y="683539"/>
                  </a:lnTo>
                  <a:lnTo>
                    <a:pt x="990798" y="684387"/>
                  </a:lnTo>
                  <a:lnTo>
                    <a:pt x="991458" y="694388"/>
                  </a:lnTo>
                  <a:lnTo>
                    <a:pt x="992119" y="688953"/>
                  </a:lnTo>
                  <a:lnTo>
                    <a:pt x="992779" y="668997"/>
                  </a:lnTo>
                  <a:lnTo>
                    <a:pt x="993440" y="673654"/>
                  </a:lnTo>
                  <a:lnTo>
                    <a:pt x="994100" y="672446"/>
                  </a:lnTo>
                  <a:lnTo>
                    <a:pt x="994761" y="651700"/>
                  </a:lnTo>
                  <a:lnTo>
                    <a:pt x="995421" y="653541"/>
                  </a:lnTo>
                  <a:lnTo>
                    <a:pt x="996082" y="666317"/>
                  </a:lnTo>
                  <a:lnTo>
                    <a:pt x="996742" y="664247"/>
                  </a:lnTo>
                  <a:lnTo>
                    <a:pt x="997403" y="674066"/>
                  </a:lnTo>
                  <a:lnTo>
                    <a:pt x="998064" y="675943"/>
                  </a:lnTo>
                  <a:lnTo>
                    <a:pt x="998724" y="665397"/>
                  </a:lnTo>
                  <a:lnTo>
                    <a:pt x="999385" y="644276"/>
                  </a:lnTo>
                  <a:lnTo>
                    <a:pt x="1000045" y="627940"/>
                  </a:lnTo>
                  <a:lnTo>
                    <a:pt x="1000706" y="641209"/>
                  </a:lnTo>
                  <a:lnTo>
                    <a:pt x="1001366" y="646366"/>
                  </a:lnTo>
                  <a:lnTo>
                    <a:pt x="1002027" y="667548"/>
                  </a:lnTo>
                  <a:lnTo>
                    <a:pt x="1002687" y="658702"/>
                  </a:lnTo>
                  <a:lnTo>
                    <a:pt x="1003348" y="653419"/>
                  </a:lnTo>
                  <a:lnTo>
                    <a:pt x="1004008" y="654080"/>
                  </a:lnTo>
                  <a:lnTo>
                    <a:pt x="1004669" y="625493"/>
                  </a:lnTo>
                  <a:lnTo>
                    <a:pt x="1005329" y="582620"/>
                  </a:lnTo>
                  <a:lnTo>
                    <a:pt x="1005990" y="583508"/>
                  </a:lnTo>
                  <a:lnTo>
                    <a:pt x="1006650" y="599961"/>
                  </a:lnTo>
                  <a:lnTo>
                    <a:pt x="1007311" y="624591"/>
                  </a:lnTo>
                  <a:lnTo>
                    <a:pt x="1007971" y="623038"/>
                  </a:lnTo>
                  <a:lnTo>
                    <a:pt x="1008632" y="636307"/>
                  </a:lnTo>
                  <a:lnTo>
                    <a:pt x="1009293" y="632729"/>
                  </a:lnTo>
                  <a:lnTo>
                    <a:pt x="1009953" y="652882"/>
                  </a:lnTo>
                  <a:lnTo>
                    <a:pt x="1010614" y="691408"/>
                  </a:lnTo>
                  <a:lnTo>
                    <a:pt x="1011274" y="680850"/>
                  </a:lnTo>
                  <a:lnTo>
                    <a:pt x="1011935" y="645160"/>
                  </a:lnTo>
                  <a:lnTo>
                    <a:pt x="1012595" y="637533"/>
                  </a:lnTo>
                  <a:lnTo>
                    <a:pt x="1013256" y="627357"/>
                  </a:lnTo>
                  <a:lnTo>
                    <a:pt x="1013916" y="622242"/>
                  </a:lnTo>
                  <a:lnTo>
                    <a:pt x="1014577" y="597380"/>
                  </a:lnTo>
                  <a:lnTo>
                    <a:pt x="1015237" y="624890"/>
                  </a:lnTo>
                  <a:lnTo>
                    <a:pt x="1015898" y="637132"/>
                  </a:lnTo>
                  <a:lnTo>
                    <a:pt x="1016558" y="643599"/>
                  </a:lnTo>
                  <a:lnTo>
                    <a:pt x="1017219" y="658708"/>
                  </a:lnTo>
                  <a:lnTo>
                    <a:pt x="1017879" y="679027"/>
                  </a:lnTo>
                  <a:lnTo>
                    <a:pt x="1018540" y="674511"/>
                  </a:lnTo>
                  <a:lnTo>
                    <a:pt x="1019201" y="666223"/>
                  </a:lnTo>
                  <a:lnTo>
                    <a:pt x="1019861" y="687452"/>
                  </a:lnTo>
                  <a:lnTo>
                    <a:pt x="1020522" y="689862"/>
                  </a:lnTo>
                  <a:lnTo>
                    <a:pt x="1021182" y="670144"/>
                  </a:lnTo>
                  <a:lnTo>
                    <a:pt x="1021843" y="673284"/>
                  </a:lnTo>
                  <a:lnTo>
                    <a:pt x="1022503" y="681462"/>
                  </a:lnTo>
                  <a:lnTo>
                    <a:pt x="1023164" y="674074"/>
                  </a:lnTo>
                  <a:lnTo>
                    <a:pt x="1023824" y="670164"/>
                  </a:lnTo>
                  <a:lnTo>
                    <a:pt x="1024485" y="670242"/>
                  </a:lnTo>
                  <a:lnTo>
                    <a:pt x="1025145" y="642050"/>
                  </a:lnTo>
                  <a:lnTo>
                    <a:pt x="1025806" y="617186"/>
                  </a:lnTo>
                  <a:lnTo>
                    <a:pt x="1026466" y="616934"/>
                  </a:lnTo>
                  <a:lnTo>
                    <a:pt x="1027127" y="607914"/>
                  </a:lnTo>
                  <a:lnTo>
                    <a:pt x="1027787" y="583825"/>
                  </a:lnTo>
                  <a:lnTo>
                    <a:pt x="1028448" y="579210"/>
                  </a:lnTo>
                  <a:lnTo>
                    <a:pt x="1029109" y="593011"/>
                  </a:lnTo>
                  <a:lnTo>
                    <a:pt x="1029769" y="609596"/>
                  </a:lnTo>
                  <a:lnTo>
                    <a:pt x="1030430" y="616607"/>
                  </a:lnTo>
                  <a:lnTo>
                    <a:pt x="1031090" y="616607"/>
                  </a:lnTo>
                  <a:lnTo>
                    <a:pt x="1031751" y="611491"/>
                  </a:lnTo>
                  <a:lnTo>
                    <a:pt x="1032411" y="616607"/>
                  </a:lnTo>
                  <a:lnTo>
                    <a:pt x="1033072" y="616607"/>
                  </a:lnTo>
                  <a:lnTo>
                    <a:pt x="1033732" y="618920"/>
                  </a:lnTo>
                  <a:lnTo>
                    <a:pt x="1034393" y="627234"/>
                  </a:lnTo>
                  <a:lnTo>
                    <a:pt x="1035053" y="626941"/>
                  </a:lnTo>
                  <a:lnTo>
                    <a:pt x="1035714" y="651144"/>
                  </a:lnTo>
                  <a:lnTo>
                    <a:pt x="1036374" y="687745"/>
                  </a:lnTo>
                  <a:lnTo>
                    <a:pt x="1037035" y="684130"/>
                  </a:lnTo>
                  <a:lnTo>
                    <a:pt x="1037695" y="670460"/>
                  </a:lnTo>
                  <a:lnTo>
                    <a:pt x="1038356" y="663985"/>
                  </a:lnTo>
                  <a:lnTo>
                    <a:pt x="1039017" y="652504"/>
                  </a:lnTo>
                  <a:lnTo>
                    <a:pt x="1039677" y="630895"/>
                  </a:lnTo>
                  <a:lnTo>
                    <a:pt x="1040338" y="630895"/>
                  </a:lnTo>
                  <a:lnTo>
                    <a:pt x="1040998" y="630895"/>
                  </a:lnTo>
                  <a:lnTo>
                    <a:pt x="1041659" y="650770"/>
                  </a:lnTo>
                  <a:lnTo>
                    <a:pt x="1042319" y="666851"/>
                  </a:lnTo>
                  <a:lnTo>
                    <a:pt x="1042980" y="655083"/>
                  </a:lnTo>
                  <a:lnTo>
                    <a:pt x="1043640" y="668748"/>
                  </a:lnTo>
                  <a:lnTo>
                    <a:pt x="1044301" y="676495"/>
                  </a:lnTo>
                  <a:lnTo>
                    <a:pt x="1044961" y="655122"/>
                  </a:lnTo>
                  <a:lnTo>
                    <a:pt x="1045622" y="630403"/>
                  </a:lnTo>
                  <a:lnTo>
                    <a:pt x="1046282" y="623495"/>
                  </a:lnTo>
                  <a:lnTo>
                    <a:pt x="1046943" y="609661"/>
                  </a:lnTo>
                  <a:lnTo>
                    <a:pt x="1047603" y="623407"/>
                  </a:lnTo>
                  <a:lnTo>
                    <a:pt x="1048264" y="628537"/>
                  </a:lnTo>
                  <a:lnTo>
                    <a:pt x="1048924" y="618291"/>
                  </a:lnTo>
                  <a:lnTo>
                    <a:pt x="1049585" y="618291"/>
                  </a:lnTo>
                  <a:lnTo>
                    <a:pt x="1050246" y="628611"/>
                  </a:lnTo>
                  <a:lnTo>
                    <a:pt x="1050906" y="628678"/>
                  </a:lnTo>
                  <a:lnTo>
                    <a:pt x="1051567" y="628678"/>
                  </a:lnTo>
                  <a:lnTo>
                    <a:pt x="1052227" y="626886"/>
                  </a:lnTo>
                  <a:lnTo>
                    <a:pt x="1052888" y="637425"/>
                  </a:lnTo>
                  <a:lnTo>
                    <a:pt x="1053548" y="637132"/>
                  </a:lnTo>
                  <a:lnTo>
                    <a:pt x="1054209" y="642152"/>
                  </a:lnTo>
                  <a:lnTo>
                    <a:pt x="1054869" y="637734"/>
                  </a:lnTo>
                  <a:lnTo>
                    <a:pt x="1055530" y="627008"/>
                  </a:lnTo>
                  <a:lnTo>
                    <a:pt x="1056190" y="630600"/>
                  </a:lnTo>
                  <a:lnTo>
                    <a:pt x="1056851" y="647559"/>
                  </a:lnTo>
                  <a:lnTo>
                    <a:pt x="1057511" y="640578"/>
                  </a:lnTo>
                  <a:lnTo>
                    <a:pt x="1058172" y="643780"/>
                  </a:lnTo>
                  <a:lnTo>
                    <a:pt x="1058832" y="647485"/>
                  </a:lnTo>
                  <a:lnTo>
                    <a:pt x="1059493" y="664454"/>
                  </a:lnTo>
                  <a:lnTo>
                    <a:pt x="1060154" y="681404"/>
                  </a:lnTo>
                  <a:lnTo>
                    <a:pt x="1060814" y="664641"/>
                  </a:lnTo>
                  <a:lnTo>
                    <a:pt x="1061475" y="644485"/>
                  </a:lnTo>
                  <a:lnTo>
                    <a:pt x="1062135" y="639355"/>
                  </a:lnTo>
                  <a:lnTo>
                    <a:pt x="1062796" y="644485"/>
                  </a:lnTo>
                  <a:lnTo>
                    <a:pt x="1063456" y="651466"/>
                  </a:lnTo>
                  <a:lnTo>
                    <a:pt x="1064117" y="651466"/>
                  </a:lnTo>
                  <a:lnTo>
                    <a:pt x="1064777" y="664659"/>
                  </a:lnTo>
                  <a:lnTo>
                    <a:pt x="1065438" y="600997"/>
                  </a:lnTo>
                  <a:lnTo>
                    <a:pt x="1066098" y="594042"/>
                  </a:lnTo>
                  <a:lnTo>
                    <a:pt x="1066759" y="594042"/>
                  </a:lnTo>
                  <a:lnTo>
                    <a:pt x="1067419" y="594042"/>
                  </a:lnTo>
                  <a:lnTo>
                    <a:pt x="1068080" y="594042"/>
                  </a:lnTo>
                  <a:lnTo>
                    <a:pt x="1068740" y="596757"/>
                  </a:lnTo>
                  <a:lnTo>
                    <a:pt x="1069401" y="618431"/>
                  </a:lnTo>
                  <a:lnTo>
                    <a:pt x="1070062" y="633902"/>
                  </a:lnTo>
                  <a:lnTo>
                    <a:pt x="1070722" y="669865"/>
                  </a:lnTo>
                  <a:lnTo>
                    <a:pt x="1071383" y="677629"/>
                  </a:lnTo>
                  <a:lnTo>
                    <a:pt x="1072043" y="657202"/>
                  </a:lnTo>
                  <a:lnTo>
                    <a:pt x="1072704" y="645635"/>
                  </a:lnTo>
                  <a:lnTo>
                    <a:pt x="1073364" y="648864"/>
                  </a:lnTo>
                  <a:lnTo>
                    <a:pt x="1074025" y="667337"/>
                  </a:lnTo>
                  <a:lnTo>
                    <a:pt x="1074685" y="667754"/>
                  </a:lnTo>
                  <a:lnTo>
                    <a:pt x="1075346" y="661367"/>
                  </a:lnTo>
                  <a:lnTo>
                    <a:pt x="1076006" y="670024"/>
                  </a:lnTo>
                  <a:lnTo>
                    <a:pt x="1076667" y="684630"/>
                  </a:lnTo>
                  <a:lnTo>
                    <a:pt x="1077327" y="682298"/>
                  </a:lnTo>
                  <a:lnTo>
                    <a:pt x="1077988" y="690782"/>
                  </a:lnTo>
                  <a:lnTo>
                    <a:pt x="1078648" y="677303"/>
                  </a:lnTo>
                  <a:lnTo>
                    <a:pt x="1079309" y="674718"/>
                  </a:lnTo>
                  <a:lnTo>
                    <a:pt x="1079969" y="681301"/>
                  </a:lnTo>
                  <a:lnTo>
                    <a:pt x="1080630" y="679871"/>
                  </a:lnTo>
                  <a:lnTo>
                    <a:pt x="1081291" y="679076"/>
                  </a:lnTo>
                  <a:lnTo>
                    <a:pt x="1081951" y="677303"/>
                  </a:lnTo>
                  <a:lnTo>
                    <a:pt x="1082612" y="669385"/>
                  </a:lnTo>
                  <a:lnTo>
                    <a:pt x="1083272" y="664904"/>
                  </a:lnTo>
                  <a:lnTo>
                    <a:pt x="1083933" y="649772"/>
                  </a:lnTo>
                  <a:lnTo>
                    <a:pt x="1084593" y="684558"/>
                  </a:lnTo>
                  <a:lnTo>
                    <a:pt x="1085254" y="676580"/>
                  </a:lnTo>
                  <a:lnTo>
                    <a:pt x="1085914" y="658447"/>
                  </a:lnTo>
                  <a:lnTo>
                    <a:pt x="1086575" y="658576"/>
                  </a:lnTo>
                  <a:lnTo>
                    <a:pt x="1087235" y="651913"/>
                  </a:lnTo>
                  <a:lnTo>
                    <a:pt x="1087896" y="655951"/>
                  </a:lnTo>
                  <a:lnTo>
                    <a:pt x="1088556" y="680393"/>
                  </a:lnTo>
                  <a:lnTo>
                    <a:pt x="1089217" y="679276"/>
                  </a:lnTo>
                  <a:lnTo>
                    <a:pt x="1089877" y="650696"/>
                  </a:lnTo>
                  <a:lnTo>
                    <a:pt x="1090538" y="650696"/>
                  </a:lnTo>
                  <a:lnTo>
                    <a:pt x="1091199" y="650485"/>
                  </a:lnTo>
                  <a:lnTo>
                    <a:pt x="1091859" y="651377"/>
                  </a:lnTo>
                  <a:lnTo>
                    <a:pt x="1092520" y="665548"/>
                  </a:lnTo>
                  <a:lnTo>
                    <a:pt x="1093180" y="656109"/>
                  </a:lnTo>
                  <a:lnTo>
                    <a:pt x="1093841" y="651133"/>
                  </a:lnTo>
                  <a:lnTo>
                    <a:pt x="1094501" y="614356"/>
                  </a:lnTo>
                  <a:lnTo>
                    <a:pt x="1095162" y="627844"/>
                  </a:lnTo>
                  <a:lnTo>
                    <a:pt x="1095822" y="614427"/>
                  </a:lnTo>
                  <a:lnTo>
                    <a:pt x="1096483" y="608704"/>
                  </a:lnTo>
                  <a:lnTo>
                    <a:pt x="1097143" y="608704"/>
                  </a:lnTo>
                  <a:lnTo>
                    <a:pt x="1097804" y="570608"/>
                  </a:lnTo>
                  <a:lnTo>
                    <a:pt x="1098464" y="506569"/>
                  </a:lnTo>
                  <a:lnTo>
                    <a:pt x="1099125" y="485416"/>
                  </a:lnTo>
                  <a:lnTo>
                    <a:pt x="1099785" y="485416"/>
                  </a:lnTo>
                  <a:lnTo>
                    <a:pt x="1100446" y="516471"/>
                  </a:lnTo>
                  <a:lnTo>
                    <a:pt x="1101107" y="617046"/>
                  </a:lnTo>
                  <a:lnTo>
                    <a:pt x="1101767" y="641865"/>
                  </a:lnTo>
                  <a:lnTo>
                    <a:pt x="1102428" y="639167"/>
                  </a:lnTo>
                  <a:lnTo>
                    <a:pt x="1103088" y="622431"/>
                  </a:lnTo>
                  <a:lnTo>
                    <a:pt x="1103749" y="616866"/>
                  </a:lnTo>
                  <a:lnTo>
                    <a:pt x="1104409" y="646904"/>
                  </a:lnTo>
                  <a:lnTo>
                    <a:pt x="1105070" y="604303"/>
                  </a:lnTo>
                  <a:lnTo>
                    <a:pt x="1105730" y="595927"/>
                  </a:lnTo>
                  <a:lnTo>
                    <a:pt x="1106391" y="512757"/>
                  </a:lnTo>
                  <a:lnTo>
                    <a:pt x="1107051" y="493592"/>
                  </a:lnTo>
                  <a:lnTo>
                    <a:pt x="1107712" y="492302"/>
                  </a:lnTo>
                  <a:lnTo>
                    <a:pt x="1108372" y="519800"/>
                  </a:lnTo>
                  <a:lnTo>
                    <a:pt x="1109033" y="570022"/>
                  </a:lnTo>
                  <a:lnTo>
                    <a:pt x="1109693" y="598188"/>
                  </a:lnTo>
                  <a:lnTo>
                    <a:pt x="1110354" y="612187"/>
                  </a:lnTo>
                  <a:lnTo>
                    <a:pt x="1111015" y="607498"/>
                  </a:lnTo>
                  <a:lnTo>
                    <a:pt x="1111675" y="602976"/>
                  </a:lnTo>
                  <a:lnTo>
                    <a:pt x="1112336" y="614855"/>
                  </a:lnTo>
                  <a:lnTo>
                    <a:pt x="1112996" y="627431"/>
                  </a:lnTo>
                  <a:lnTo>
                    <a:pt x="1113657" y="664831"/>
                  </a:lnTo>
                  <a:lnTo>
                    <a:pt x="1114317" y="640093"/>
                  </a:lnTo>
                  <a:lnTo>
                    <a:pt x="1114978" y="638493"/>
                  </a:lnTo>
                  <a:lnTo>
                    <a:pt x="1115638" y="681050"/>
                  </a:lnTo>
                  <a:lnTo>
                    <a:pt x="1116299" y="654363"/>
                  </a:lnTo>
                  <a:lnTo>
                    <a:pt x="1116959" y="650304"/>
                  </a:lnTo>
                  <a:lnTo>
                    <a:pt x="1117620" y="649965"/>
                  </a:lnTo>
                  <a:lnTo>
                    <a:pt x="1118280" y="659044"/>
                  </a:lnTo>
                  <a:lnTo>
                    <a:pt x="1118941" y="651860"/>
                  </a:lnTo>
                  <a:lnTo>
                    <a:pt x="1119601" y="625588"/>
                  </a:lnTo>
                  <a:lnTo>
                    <a:pt x="1120262" y="628505"/>
                  </a:lnTo>
                  <a:lnTo>
                    <a:pt x="1120922" y="646779"/>
                  </a:lnTo>
                  <a:lnTo>
                    <a:pt x="1121583" y="658614"/>
                  </a:lnTo>
                  <a:lnTo>
                    <a:pt x="1122244" y="648322"/>
                  </a:lnTo>
                  <a:lnTo>
                    <a:pt x="1122904" y="641554"/>
                  </a:lnTo>
                  <a:lnTo>
                    <a:pt x="1123565" y="631699"/>
                  </a:lnTo>
                  <a:lnTo>
                    <a:pt x="1124225" y="621154"/>
                  </a:lnTo>
                  <a:lnTo>
                    <a:pt x="1124886" y="630861"/>
                  </a:lnTo>
                  <a:lnTo>
                    <a:pt x="1125546" y="623762"/>
                  </a:lnTo>
                  <a:lnTo>
                    <a:pt x="1126207" y="628253"/>
                  </a:lnTo>
                  <a:lnTo>
                    <a:pt x="1126867" y="619879"/>
                  </a:lnTo>
                  <a:lnTo>
                    <a:pt x="1127528" y="623416"/>
                  </a:lnTo>
                  <a:lnTo>
                    <a:pt x="1128188" y="613518"/>
                  </a:lnTo>
                  <a:lnTo>
                    <a:pt x="1128849" y="634707"/>
                  </a:lnTo>
                  <a:lnTo>
                    <a:pt x="1129509" y="661774"/>
                  </a:lnTo>
                  <a:lnTo>
                    <a:pt x="1130170" y="674331"/>
                  </a:lnTo>
                  <a:lnTo>
                    <a:pt x="1130830" y="694255"/>
                  </a:lnTo>
                  <a:lnTo>
                    <a:pt x="1131491" y="675588"/>
                  </a:lnTo>
                  <a:lnTo>
                    <a:pt x="1132152" y="677255"/>
                  </a:lnTo>
                  <a:lnTo>
                    <a:pt x="1132812" y="674212"/>
                  </a:lnTo>
                  <a:lnTo>
                    <a:pt x="1133473" y="667007"/>
                  </a:lnTo>
                  <a:lnTo>
                    <a:pt x="1134133" y="675213"/>
                  </a:lnTo>
                  <a:lnTo>
                    <a:pt x="1134794" y="674703"/>
                  </a:lnTo>
                  <a:lnTo>
                    <a:pt x="1135454" y="683105"/>
                  </a:lnTo>
                  <a:lnTo>
                    <a:pt x="1136115" y="683254"/>
                  </a:lnTo>
                  <a:lnTo>
                    <a:pt x="1136775" y="669682"/>
                  </a:lnTo>
                  <a:lnTo>
                    <a:pt x="1137436" y="650836"/>
                  </a:lnTo>
                  <a:lnTo>
                    <a:pt x="1138096" y="665377"/>
                  </a:lnTo>
                  <a:lnTo>
                    <a:pt x="1138757" y="666984"/>
                  </a:lnTo>
                  <a:lnTo>
                    <a:pt x="1139417" y="653837"/>
                  </a:lnTo>
                  <a:lnTo>
                    <a:pt x="1140078" y="663470"/>
                  </a:lnTo>
                  <a:lnTo>
                    <a:pt x="1140738" y="680854"/>
                  </a:lnTo>
                  <a:lnTo>
                    <a:pt x="1141399" y="675121"/>
                  </a:lnTo>
                  <a:lnTo>
                    <a:pt x="1142060" y="657244"/>
                  </a:lnTo>
                  <a:lnTo>
                    <a:pt x="1142720" y="620335"/>
                  </a:lnTo>
                  <a:lnTo>
                    <a:pt x="1143381" y="620335"/>
                  </a:lnTo>
                  <a:lnTo>
                    <a:pt x="1144041" y="620335"/>
                  </a:lnTo>
                  <a:lnTo>
                    <a:pt x="1144702" y="637058"/>
                  </a:lnTo>
                  <a:lnTo>
                    <a:pt x="1145362" y="630285"/>
                  </a:lnTo>
                  <a:lnTo>
                    <a:pt x="1146023" y="645789"/>
                  </a:lnTo>
                  <a:lnTo>
                    <a:pt x="1146683" y="666226"/>
                  </a:lnTo>
                  <a:lnTo>
                    <a:pt x="1147344" y="666746"/>
                  </a:lnTo>
                  <a:lnTo>
                    <a:pt x="1148004" y="660861"/>
                  </a:lnTo>
                  <a:lnTo>
                    <a:pt x="1148665" y="675362"/>
                  </a:lnTo>
                  <a:lnTo>
                    <a:pt x="1149325" y="668657"/>
                  </a:lnTo>
                  <a:lnTo>
                    <a:pt x="1149986" y="628648"/>
                  </a:lnTo>
                  <a:lnTo>
                    <a:pt x="1150646" y="631883"/>
                  </a:lnTo>
                  <a:lnTo>
                    <a:pt x="1151307" y="651403"/>
                  </a:lnTo>
                  <a:lnTo>
                    <a:pt x="1151967" y="672375"/>
                  </a:lnTo>
                  <a:lnTo>
                    <a:pt x="1152628" y="658795"/>
                  </a:lnTo>
                  <a:lnTo>
                    <a:pt x="1153289" y="624697"/>
                  </a:lnTo>
                  <a:lnTo>
                    <a:pt x="1153949" y="599656"/>
                  </a:lnTo>
                  <a:lnTo>
                    <a:pt x="1154610" y="608808"/>
                  </a:lnTo>
                  <a:lnTo>
                    <a:pt x="1155270" y="652398"/>
                  </a:lnTo>
                  <a:lnTo>
                    <a:pt x="1155931" y="673375"/>
                  </a:lnTo>
                  <a:lnTo>
                    <a:pt x="1156591" y="658367"/>
                  </a:lnTo>
                  <a:lnTo>
                    <a:pt x="1157252" y="628141"/>
                  </a:lnTo>
                  <a:lnTo>
                    <a:pt x="1157912" y="628782"/>
                  </a:lnTo>
                  <a:lnTo>
                    <a:pt x="1158573" y="654899"/>
                  </a:lnTo>
                  <a:lnTo>
                    <a:pt x="1159233" y="652840"/>
                  </a:lnTo>
                  <a:lnTo>
                    <a:pt x="1159894" y="649428"/>
                  </a:lnTo>
                  <a:lnTo>
                    <a:pt x="1160554" y="653740"/>
                  </a:lnTo>
                  <a:lnTo>
                    <a:pt x="1161215" y="649784"/>
                  </a:lnTo>
                  <a:lnTo>
                    <a:pt x="1161875" y="641855"/>
                  </a:lnTo>
                  <a:lnTo>
                    <a:pt x="1162536" y="626849"/>
                  </a:lnTo>
                  <a:lnTo>
                    <a:pt x="1163197" y="630417"/>
                  </a:lnTo>
                  <a:lnTo>
                    <a:pt x="1163857" y="646093"/>
                  </a:lnTo>
                  <a:lnTo>
                    <a:pt x="1164518" y="651008"/>
                  </a:lnTo>
                  <a:lnTo>
                    <a:pt x="1165178" y="631488"/>
                  </a:lnTo>
                  <a:lnTo>
                    <a:pt x="1165839" y="656614"/>
                  </a:lnTo>
                  <a:lnTo>
                    <a:pt x="1166499" y="651555"/>
                  </a:lnTo>
                  <a:lnTo>
                    <a:pt x="1167160" y="626663"/>
                  </a:lnTo>
                  <a:lnTo>
                    <a:pt x="1167820" y="626584"/>
                  </a:lnTo>
                  <a:lnTo>
                    <a:pt x="1168481" y="626425"/>
                  </a:lnTo>
                  <a:lnTo>
                    <a:pt x="1169141" y="626425"/>
                  </a:lnTo>
                  <a:lnTo>
                    <a:pt x="1169802" y="627331"/>
                  </a:lnTo>
                  <a:lnTo>
                    <a:pt x="1170462" y="628748"/>
                  </a:lnTo>
                  <a:lnTo>
                    <a:pt x="1171123" y="632759"/>
                  </a:lnTo>
                  <a:lnTo>
                    <a:pt x="1171783" y="633107"/>
                  </a:lnTo>
                  <a:lnTo>
                    <a:pt x="1172444" y="627663"/>
                  </a:lnTo>
                  <a:lnTo>
                    <a:pt x="1173105" y="628835"/>
                  </a:lnTo>
                  <a:lnTo>
                    <a:pt x="1173765" y="614849"/>
                  </a:lnTo>
                  <a:lnTo>
                    <a:pt x="1174426" y="601755"/>
                  </a:lnTo>
                  <a:lnTo>
                    <a:pt x="1175086" y="624032"/>
                  </a:lnTo>
                  <a:lnTo>
                    <a:pt x="1175747" y="616500"/>
                  </a:lnTo>
                  <a:lnTo>
                    <a:pt x="1176407" y="622204"/>
                  </a:lnTo>
                  <a:lnTo>
                    <a:pt x="1177068" y="622944"/>
                  </a:lnTo>
                  <a:lnTo>
                    <a:pt x="1177728" y="619953"/>
                  </a:lnTo>
                  <a:lnTo>
                    <a:pt x="1178389" y="615150"/>
                  </a:lnTo>
                  <a:lnTo>
                    <a:pt x="1179049" y="565852"/>
                  </a:lnTo>
                  <a:lnTo>
                    <a:pt x="1179710" y="562134"/>
                  </a:lnTo>
                  <a:lnTo>
                    <a:pt x="1180370" y="562323"/>
                  </a:lnTo>
                  <a:lnTo>
                    <a:pt x="1181031" y="566041"/>
                  </a:lnTo>
                  <a:lnTo>
                    <a:pt x="1181691" y="596048"/>
                  </a:lnTo>
                  <a:lnTo>
                    <a:pt x="1182352" y="596048"/>
                  </a:lnTo>
                  <a:lnTo>
                    <a:pt x="1183013" y="612682"/>
                  </a:lnTo>
                  <a:lnTo>
                    <a:pt x="1183673" y="622894"/>
                  </a:lnTo>
                  <a:lnTo>
                    <a:pt x="1184334" y="639730"/>
                  </a:lnTo>
                  <a:lnTo>
                    <a:pt x="1184994" y="643680"/>
                  </a:lnTo>
                  <a:lnTo>
                    <a:pt x="1185655" y="643680"/>
                  </a:lnTo>
                  <a:lnTo>
                    <a:pt x="1186315" y="639166"/>
                  </a:lnTo>
                  <a:lnTo>
                    <a:pt x="1186976" y="622072"/>
                  </a:lnTo>
                  <a:lnTo>
                    <a:pt x="1187636" y="614016"/>
                  </a:lnTo>
                  <a:lnTo>
                    <a:pt x="1188297" y="595176"/>
                  </a:lnTo>
                  <a:lnTo>
                    <a:pt x="1188957" y="565168"/>
                  </a:lnTo>
                  <a:lnTo>
                    <a:pt x="1189618" y="564979"/>
                  </a:lnTo>
                  <a:lnTo>
                    <a:pt x="1190278" y="584299"/>
                  </a:lnTo>
                  <a:lnTo>
                    <a:pt x="1190939" y="614016"/>
                  </a:lnTo>
                  <a:lnTo>
                    <a:pt x="1191599" y="652305"/>
                  </a:lnTo>
                  <a:lnTo>
                    <a:pt x="1192260" y="652765"/>
                  </a:lnTo>
                  <a:lnTo>
                    <a:pt x="1192920" y="625189"/>
                  </a:lnTo>
                  <a:lnTo>
                    <a:pt x="1193581" y="623521"/>
                  </a:lnTo>
                  <a:lnTo>
                    <a:pt x="1194242" y="604680"/>
                  </a:lnTo>
                  <a:lnTo>
                    <a:pt x="1194902" y="617134"/>
                  </a:lnTo>
                  <a:lnTo>
                    <a:pt x="1195563" y="622198"/>
                  </a:lnTo>
                  <a:lnTo>
                    <a:pt x="1196223" y="595534"/>
                  </a:lnTo>
                  <a:lnTo>
                    <a:pt x="1196884" y="595534"/>
                  </a:lnTo>
                  <a:lnTo>
                    <a:pt x="1197544" y="606410"/>
                  </a:lnTo>
                  <a:lnTo>
                    <a:pt x="1198205" y="595534"/>
                  </a:lnTo>
                  <a:lnTo>
                    <a:pt x="1198865" y="595534"/>
                  </a:lnTo>
                  <a:lnTo>
                    <a:pt x="1199526" y="623893"/>
                  </a:lnTo>
                  <a:lnTo>
                    <a:pt x="1200186" y="623600"/>
                  </a:lnTo>
                  <a:lnTo>
                    <a:pt x="1200847" y="616511"/>
                  </a:lnTo>
                  <a:lnTo>
                    <a:pt x="1201507" y="621627"/>
                  </a:lnTo>
                  <a:lnTo>
                    <a:pt x="1202168" y="629967"/>
                  </a:lnTo>
                  <a:lnTo>
                    <a:pt x="1202828" y="630972"/>
                  </a:lnTo>
                  <a:lnTo>
                    <a:pt x="1203489" y="633964"/>
                  </a:lnTo>
                  <a:lnTo>
                    <a:pt x="1204150" y="653868"/>
                  </a:lnTo>
                  <a:lnTo>
                    <a:pt x="1204810" y="654762"/>
                  </a:lnTo>
                  <a:lnTo>
                    <a:pt x="1205471" y="625702"/>
                  </a:lnTo>
                  <a:lnTo>
                    <a:pt x="1206131" y="628398"/>
                  </a:lnTo>
                  <a:lnTo>
                    <a:pt x="1206792" y="641734"/>
                  </a:lnTo>
                  <a:lnTo>
                    <a:pt x="1207452" y="648435"/>
                  </a:lnTo>
                  <a:lnTo>
                    <a:pt x="1208113" y="622847"/>
                  </a:lnTo>
                  <a:lnTo>
                    <a:pt x="1208773" y="628748"/>
                  </a:lnTo>
                  <a:lnTo>
                    <a:pt x="1209434" y="634092"/>
                  </a:lnTo>
                  <a:lnTo>
                    <a:pt x="1210094" y="642916"/>
                  </a:lnTo>
                  <a:lnTo>
                    <a:pt x="1210755" y="658720"/>
                  </a:lnTo>
                  <a:lnTo>
                    <a:pt x="1211415" y="683825"/>
                  </a:lnTo>
                  <a:lnTo>
                    <a:pt x="1212076" y="674874"/>
                  </a:lnTo>
                  <a:lnTo>
                    <a:pt x="1212736" y="632258"/>
                  </a:lnTo>
                  <a:lnTo>
                    <a:pt x="1213397" y="666541"/>
                  </a:lnTo>
                  <a:lnTo>
                    <a:pt x="1214058" y="656164"/>
                  </a:lnTo>
                  <a:lnTo>
                    <a:pt x="1214718" y="656743"/>
                  </a:lnTo>
                  <a:lnTo>
                    <a:pt x="1215379" y="649089"/>
                  </a:lnTo>
                  <a:lnTo>
                    <a:pt x="1216039" y="632201"/>
                  </a:lnTo>
                  <a:lnTo>
                    <a:pt x="1216700" y="614702"/>
                  </a:lnTo>
                  <a:lnTo>
                    <a:pt x="1217360" y="601214"/>
                  </a:lnTo>
                  <a:lnTo>
                    <a:pt x="1218021" y="663303"/>
                  </a:lnTo>
                  <a:lnTo>
                    <a:pt x="1218681" y="656468"/>
                  </a:lnTo>
                  <a:lnTo>
                    <a:pt x="1219342" y="644010"/>
                  </a:lnTo>
                  <a:lnTo>
                    <a:pt x="1220002" y="524955"/>
                  </a:lnTo>
                  <a:lnTo>
                    <a:pt x="1220663" y="483253"/>
                  </a:lnTo>
                  <a:lnTo>
                    <a:pt x="1221323" y="481551"/>
                  </a:lnTo>
                  <a:lnTo>
                    <a:pt x="1221984" y="487607"/>
                  </a:lnTo>
                  <a:lnTo>
                    <a:pt x="1222644" y="542658"/>
                  </a:lnTo>
                  <a:lnTo>
                    <a:pt x="1223305" y="588525"/>
                  </a:lnTo>
                  <a:lnTo>
                    <a:pt x="1223965" y="601971"/>
                  </a:lnTo>
                  <a:lnTo>
                    <a:pt x="1224626" y="615517"/>
                  </a:lnTo>
                  <a:lnTo>
                    <a:pt x="1225287" y="609485"/>
                  </a:lnTo>
                  <a:lnTo>
                    <a:pt x="1225947" y="600605"/>
                  </a:lnTo>
                  <a:lnTo>
                    <a:pt x="1226608" y="645315"/>
                  </a:lnTo>
                  <a:lnTo>
                    <a:pt x="1227268" y="663800"/>
                  </a:lnTo>
                  <a:lnTo>
                    <a:pt x="1227929" y="675979"/>
                  </a:lnTo>
                  <a:lnTo>
                    <a:pt x="1228589" y="667771"/>
                  </a:lnTo>
                  <a:lnTo>
                    <a:pt x="1229250" y="661677"/>
                  </a:lnTo>
                  <a:lnTo>
                    <a:pt x="1229910" y="672443"/>
                  </a:lnTo>
                  <a:lnTo>
                    <a:pt x="1230571" y="657851"/>
                  </a:lnTo>
                  <a:lnTo>
                    <a:pt x="1231231" y="645003"/>
                  </a:lnTo>
                  <a:lnTo>
                    <a:pt x="1231892" y="668610"/>
                  </a:lnTo>
                  <a:lnTo>
                    <a:pt x="1232552" y="663027"/>
                  </a:lnTo>
                  <a:lnTo>
                    <a:pt x="1233213" y="641244"/>
                  </a:lnTo>
                  <a:lnTo>
                    <a:pt x="1233873" y="635988"/>
                  </a:lnTo>
                  <a:lnTo>
                    <a:pt x="1234534" y="620548"/>
                  </a:lnTo>
                  <a:lnTo>
                    <a:pt x="1235195" y="634002"/>
                  </a:lnTo>
                  <a:lnTo>
                    <a:pt x="1235855" y="682355"/>
                  </a:lnTo>
                  <a:lnTo>
                    <a:pt x="1236516" y="705365"/>
                  </a:lnTo>
                  <a:lnTo>
                    <a:pt x="1237176" y="689397"/>
                  </a:lnTo>
                  <a:lnTo>
                    <a:pt x="1237837" y="686730"/>
                  </a:lnTo>
                  <a:lnTo>
                    <a:pt x="1238497" y="676518"/>
                  </a:lnTo>
                  <a:lnTo>
                    <a:pt x="1239158" y="690758"/>
                  </a:lnTo>
                  <a:lnTo>
                    <a:pt x="1239818" y="695596"/>
                  </a:lnTo>
                  <a:lnTo>
                    <a:pt x="1240479" y="686608"/>
                  </a:lnTo>
                  <a:lnTo>
                    <a:pt x="1241139" y="677821"/>
                  </a:lnTo>
                  <a:lnTo>
                    <a:pt x="1241800" y="683084"/>
                  </a:lnTo>
                  <a:lnTo>
                    <a:pt x="1242460" y="690717"/>
                  </a:lnTo>
                  <a:lnTo>
                    <a:pt x="1243121" y="686567"/>
                  </a:lnTo>
                  <a:lnTo>
                    <a:pt x="1243781" y="684188"/>
                  </a:lnTo>
                  <a:lnTo>
                    <a:pt x="1244442" y="699092"/>
                  </a:lnTo>
                  <a:lnTo>
                    <a:pt x="1245103" y="693643"/>
                  </a:lnTo>
                  <a:lnTo>
                    <a:pt x="1245763" y="679565"/>
                  </a:lnTo>
                  <a:lnTo>
                    <a:pt x="1246424" y="687208"/>
                  </a:lnTo>
                  <a:lnTo>
                    <a:pt x="1247084" y="695964"/>
                  </a:lnTo>
                  <a:lnTo>
                    <a:pt x="1247745" y="690717"/>
                  </a:lnTo>
                  <a:lnTo>
                    <a:pt x="1248405" y="683714"/>
                  </a:lnTo>
                  <a:lnTo>
                    <a:pt x="1249066" y="680937"/>
                  </a:lnTo>
                  <a:lnTo>
                    <a:pt x="1249726" y="682149"/>
                  </a:lnTo>
                  <a:lnTo>
                    <a:pt x="1250387" y="691220"/>
                  </a:lnTo>
                  <a:lnTo>
                    <a:pt x="1251047" y="696634"/>
                  </a:lnTo>
                  <a:lnTo>
                    <a:pt x="1251708" y="682997"/>
                  </a:lnTo>
                  <a:lnTo>
                    <a:pt x="1252368" y="685376"/>
                  </a:lnTo>
                  <a:lnTo>
                    <a:pt x="1253029" y="704646"/>
                  </a:lnTo>
                  <a:lnTo>
                    <a:pt x="1253689" y="689525"/>
                  </a:lnTo>
                  <a:lnTo>
                    <a:pt x="1254350" y="682997"/>
                  </a:lnTo>
                  <a:lnTo>
                    <a:pt x="1255011" y="699454"/>
                  </a:lnTo>
                  <a:lnTo>
                    <a:pt x="1255671" y="699709"/>
                  </a:lnTo>
                  <a:lnTo>
                    <a:pt x="1256332" y="693925"/>
                  </a:lnTo>
                  <a:lnTo>
                    <a:pt x="1256992" y="684528"/>
                  </a:lnTo>
                  <a:lnTo>
                    <a:pt x="1257653" y="699494"/>
                  </a:lnTo>
                  <a:lnTo>
                    <a:pt x="1258313" y="699921"/>
                  </a:lnTo>
                  <a:lnTo>
                    <a:pt x="1258974" y="681190"/>
                  </a:lnTo>
                  <a:lnTo>
                    <a:pt x="1259634" y="682452"/>
                  </a:lnTo>
                  <a:lnTo>
                    <a:pt x="1260295" y="681740"/>
                  </a:lnTo>
                  <a:lnTo>
                    <a:pt x="1260955" y="683271"/>
                  </a:lnTo>
                  <a:lnTo>
                    <a:pt x="1261616" y="692995"/>
                  </a:lnTo>
                  <a:lnTo>
                    <a:pt x="1262276" y="689125"/>
                  </a:lnTo>
                  <a:lnTo>
                    <a:pt x="1262937" y="695376"/>
                  </a:lnTo>
                  <a:lnTo>
                    <a:pt x="1263597" y="691764"/>
                  </a:lnTo>
                  <a:lnTo>
                    <a:pt x="1264258" y="698197"/>
                  </a:lnTo>
                  <a:lnTo>
                    <a:pt x="1264918" y="685310"/>
                  </a:lnTo>
                  <a:lnTo>
                    <a:pt x="1265579" y="684565"/>
                  </a:lnTo>
                  <a:lnTo>
                    <a:pt x="1266240" y="694493"/>
                  </a:lnTo>
                  <a:lnTo>
                    <a:pt x="1266900" y="684565"/>
                  </a:lnTo>
                  <a:lnTo>
                    <a:pt x="1267561" y="684163"/>
                  </a:lnTo>
                  <a:lnTo>
                    <a:pt x="1268221" y="667758"/>
                  </a:lnTo>
                  <a:lnTo>
                    <a:pt x="1268882" y="670295"/>
                  </a:lnTo>
                  <a:lnTo>
                    <a:pt x="1269542" y="687252"/>
                  </a:lnTo>
                  <a:lnTo>
                    <a:pt x="1270203" y="702131"/>
                  </a:lnTo>
                  <a:lnTo>
                    <a:pt x="1270863" y="690758"/>
                  </a:lnTo>
                  <a:lnTo>
                    <a:pt x="1271524" y="676518"/>
                  </a:lnTo>
                  <a:lnTo>
                    <a:pt x="1272184" y="683084"/>
                  </a:lnTo>
                  <a:lnTo>
                    <a:pt x="1272845" y="696874"/>
                  </a:lnTo>
                  <a:lnTo>
                    <a:pt x="1273505" y="698783"/>
                  </a:lnTo>
                  <a:lnTo>
                    <a:pt x="1274166" y="663773"/>
                  </a:lnTo>
                  <a:lnTo>
                    <a:pt x="1274826" y="665823"/>
                  </a:lnTo>
                  <a:lnTo>
                    <a:pt x="1275487" y="702667"/>
                  </a:lnTo>
                  <a:lnTo>
                    <a:pt x="1276148" y="705675"/>
                  </a:lnTo>
                  <a:lnTo>
                    <a:pt x="1276808" y="695182"/>
                  </a:lnTo>
                  <a:lnTo>
                    <a:pt x="1277469" y="684948"/>
                  </a:lnTo>
                  <a:lnTo>
                    <a:pt x="1278129" y="676426"/>
                  </a:lnTo>
                  <a:lnTo>
                    <a:pt x="1278790" y="684948"/>
                  </a:lnTo>
                  <a:lnTo>
                    <a:pt x="1279450" y="678694"/>
                  </a:lnTo>
                  <a:lnTo>
                    <a:pt x="1280111" y="677122"/>
                  </a:lnTo>
                  <a:lnTo>
                    <a:pt x="1280771" y="694430"/>
                  </a:lnTo>
                  <a:lnTo>
                    <a:pt x="1281432" y="692774"/>
                  </a:lnTo>
                  <a:lnTo>
                    <a:pt x="1282092" y="673534"/>
                  </a:lnTo>
                  <a:lnTo>
                    <a:pt x="1282753" y="699597"/>
                  </a:lnTo>
                  <a:lnTo>
                    <a:pt x="1283413" y="692074"/>
                  </a:lnTo>
                  <a:lnTo>
                    <a:pt x="1284074" y="661210"/>
                  </a:lnTo>
                  <a:lnTo>
                    <a:pt x="1284734" y="652575"/>
                  </a:lnTo>
                  <a:lnTo>
                    <a:pt x="1285395" y="681081"/>
                  </a:lnTo>
                  <a:lnTo>
                    <a:pt x="1286056" y="676813"/>
                  </a:lnTo>
                  <a:lnTo>
                    <a:pt x="1286716" y="625247"/>
                  </a:lnTo>
                  <a:lnTo>
                    <a:pt x="1287377" y="580151"/>
                  </a:lnTo>
                  <a:lnTo>
                    <a:pt x="1288037" y="593728"/>
                  </a:lnTo>
                  <a:lnTo>
                    <a:pt x="1288698" y="626496"/>
                  </a:lnTo>
                  <a:lnTo>
                    <a:pt x="1289358" y="592875"/>
                  </a:lnTo>
                  <a:lnTo>
                    <a:pt x="1290019" y="492633"/>
                  </a:lnTo>
                  <a:lnTo>
                    <a:pt x="1290679" y="490913"/>
                  </a:lnTo>
                  <a:lnTo>
                    <a:pt x="1291340" y="492633"/>
                  </a:lnTo>
                  <a:lnTo>
                    <a:pt x="1292000" y="486909"/>
                  </a:lnTo>
                  <a:lnTo>
                    <a:pt x="1292661" y="487571"/>
                  </a:lnTo>
                  <a:lnTo>
                    <a:pt x="1293321" y="487571"/>
                  </a:lnTo>
                  <a:lnTo>
                    <a:pt x="1293982" y="487571"/>
                  </a:lnTo>
                  <a:lnTo>
                    <a:pt x="1294642" y="529074"/>
                  </a:lnTo>
                  <a:lnTo>
                    <a:pt x="1295303" y="581336"/>
                  </a:lnTo>
                  <a:lnTo>
                    <a:pt x="1295963" y="607243"/>
                  </a:lnTo>
                  <a:lnTo>
                    <a:pt x="1296624" y="597302"/>
                  </a:lnTo>
                  <a:lnTo>
                    <a:pt x="1297285" y="648111"/>
                  </a:lnTo>
                  <a:lnTo>
                    <a:pt x="1297945" y="645171"/>
                  </a:lnTo>
                  <a:lnTo>
                    <a:pt x="1298606" y="657990"/>
                  </a:lnTo>
                  <a:lnTo>
                    <a:pt x="1299266" y="666180"/>
                  </a:lnTo>
                  <a:lnTo>
                    <a:pt x="1299927" y="672182"/>
                  </a:lnTo>
                  <a:lnTo>
                    <a:pt x="1300587" y="678601"/>
                  </a:lnTo>
                  <a:lnTo>
                    <a:pt x="1301248" y="649313"/>
                  </a:lnTo>
                  <a:lnTo>
                    <a:pt x="1301908" y="654126"/>
                  </a:lnTo>
                  <a:lnTo>
                    <a:pt x="1302569" y="660487"/>
                  </a:lnTo>
                  <a:lnTo>
                    <a:pt x="1303229" y="681410"/>
                  </a:lnTo>
                  <a:lnTo>
                    <a:pt x="1303890" y="692304"/>
                  </a:lnTo>
                  <a:lnTo>
                    <a:pt x="1304550" y="695670"/>
                  </a:lnTo>
                  <a:lnTo>
                    <a:pt x="1305211" y="701205"/>
                  </a:lnTo>
                  <a:lnTo>
                    <a:pt x="1305871" y="697468"/>
                  </a:lnTo>
                  <a:lnTo>
                    <a:pt x="1306532" y="668426"/>
                  </a:lnTo>
                  <a:lnTo>
                    <a:pt x="1307193" y="665267"/>
                  </a:lnTo>
                  <a:lnTo>
                    <a:pt x="1307853" y="658975"/>
                  </a:lnTo>
                  <a:lnTo>
                    <a:pt x="1308514" y="668585"/>
                  </a:lnTo>
                  <a:lnTo>
                    <a:pt x="1309174" y="690835"/>
                  </a:lnTo>
                  <a:lnTo>
                    <a:pt x="1309835" y="705370"/>
                  </a:lnTo>
                  <a:lnTo>
                    <a:pt x="1310495" y="707307"/>
                  </a:lnTo>
                  <a:lnTo>
                    <a:pt x="1311156" y="700853"/>
                  </a:lnTo>
                  <a:lnTo>
                    <a:pt x="1311816" y="715151"/>
                  </a:lnTo>
                  <a:lnTo>
                    <a:pt x="1312477" y="714826"/>
                  </a:lnTo>
                  <a:lnTo>
                    <a:pt x="1313137" y="695701"/>
                  </a:lnTo>
                  <a:lnTo>
                    <a:pt x="1313798" y="692667"/>
                  </a:lnTo>
                  <a:lnTo>
                    <a:pt x="1314458" y="669969"/>
                  </a:lnTo>
                  <a:lnTo>
                    <a:pt x="1315119" y="669614"/>
                  </a:lnTo>
                  <a:lnTo>
                    <a:pt x="1315779" y="680358"/>
                  </a:lnTo>
                  <a:lnTo>
                    <a:pt x="1316440" y="689635"/>
                  </a:lnTo>
                  <a:lnTo>
                    <a:pt x="1317101" y="691071"/>
                  </a:lnTo>
                  <a:lnTo>
                    <a:pt x="1317761" y="700253"/>
                  </a:lnTo>
                  <a:lnTo>
                    <a:pt x="1318422" y="702082"/>
                  </a:lnTo>
                  <a:lnTo>
                    <a:pt x="1319082" y="684730"/>
                  </a:lnTo>
                  <a:lnTo>
                    <a:pt x="1319743" y="689635"/>
                  </a:lnTo>
                  <a:lnTo>
                    <a:pt x="1320403" y="702611"/>
                  </a:lnTo>
                  <a:lnTo>
                    <a:pt x="1321064" y="705265"/>
                  </a:lnTo>
                  <a:lnTo>
                    <a:pt x="1321724" y="697747"/>
                  </a:lnTo>
                  <a:lnTo>
                    <a:pt x="1322385" y="699747"/>
                  </a:lnTo>
                  <a:lnTo>
                    <a:pt x="1323045" y="705730"/>
                  </a:lnTo>
                  <a:lnTo>
                    <a:pt x="1323706" y="689728"/>
                  </a:lnTo>
                  <a:lnTo>
                    <a:pt x="1324366" y="701005"/>
                  </a:lnTo>
                  <a:lnTo>
                    <a:pt x="1325027" y="707003"/>
                  </a:lnTo>
                  <a:lnTo>
                    <a:pt x="1325687" y="708702"/>
                  </a:lnTo>
                  <a:lnTo>
                    <a:pt x="1326348" y="699808"/>
                  </a:lnTo>
                  <a:lnTo>
                    <a:pt x="1327009" y="697656"/>
                  </a:lnTo>
                  <a:lnTo>
                    <a:pt x="1327669" y="707839"/>
                  </a:lnTo>
                  <a:lnTo>
                    <a:pt x="1328330" y="698306"/>
                  </a:lnTo>
                  <a:lnTo>
                    <a:pt x="1328990" y="693790"/>
                  </a:lnTo>
                  <a:lnTo>
                    <a:pt x="1329651" y="702437"/>
                  </a:lnTo>
                  <a:lnTo>
                    <a:pt x="1330311" y="699436"/>
                  </a:lnTo>
                  <a:lnTo>
                    <a:pt x="1330972" y="692865"/>
                  </a:lnTo>
                  <a:lnTo>
                    <a:pt x="1331632" y="701627"/>
                  </a:lnTo>
                  <a:lnTo>
                    <a:pt x="1332293" y="702672"/>
                  </a:lnTo>
                  <a:lnTo>
                    <a:pt x="1332953" y="706803"/>
                  </a:lnTo>
                  <a:lnTo>
                    <a:pt x="1333614" y="711588"/>
                  </a:lnTo>
                  <a:lnTo>
                    <a:pt x="1334274" y="711402"/>
                  </a:lnTo>
                  <a:lnTo>
                    <a:pt x="1334935" y="706803"/>
                  </a:lnTo>
                  <a:lnTo>
                    <a:pt x="1335595" y="702162"/>
                  </a:lnTo>
                  <a:lnTo>
                    <a:pt x="1336256" y="700337"/>
                  </a:lnTo>
                  <a:lnTo>
                    <a:pt x="1336916" y="707512"/>
                  </a:lnTo>
                  <a:lnTo>
                    <a:pt x="1337577" y="703844"/>
                  </a:lnTo>
                  <a:lnTo>
                    <a:pt x="1338238" y="694327"/>
                  </a:lnTo>
                  <a:lnTo>
                    <a:pt x="1338898" y="701288"/>
                  </a:lnTo>
                  <a:lnTo>
                    <a:pt x="1339559" y="704064"/>
                  </a:lnTo>
                  <a:lnTo>
                    <a:pt x="1340219" y="708965"/>
                  </a:lnTo>
                  <a:lnTo>
                    <a:pt x="1340880" y="696680"/>
                  </a:lnTo>
                  <a:lnTo>
                    <a:pt x="1341540" y="693460"/>
                  </a:lnTo>
                  <a:lnTo>
                    <a:pt x="1342201" y="693649"/>
                  </a:lnTo>
                  <a:lnTo>
                    <a:pt x="1342861" y="696657"/>
                  </a:lnTo>
                  <a:lnTo>
                    <a:pt x="1343522" y="697899"/>
                  </a:lnTo>
                  <a:lnTo>
                    <a:pt x="1344182" y="698914"/>
                  </a:lnTo>
                  <a:lnTo>
                    <a:pt x="1344843" y="698932"/>
                  </a:lnTo>
                  <a:lnTo>
                    <a:pt x="1345503" y="693500"/>
                  </a:lnTo>
                  <a:lnTo>
                    <a:pt x="1346164" y="675122"/>
                  </a:lnTo>
                  <a:lnTo>
                    <a:pt x="1346824" y="668430"/>
                  </a:lnTo>
                  <a:lnTo>
                    <a:pt x="1347485" y="671889"/>
                  </a:lnTo>
                  <a:lnTo>
                    <a:pt x="1348146" y="661065"/>
                  </a:lnTo>
                  <a:lnTo>
                    <a:pt x="1348806" y="648756"/>
                  </a:lnTo>
                  <a:lnTo>
                    <a:pt x="1349467" y="633294"/>
                  </a:lnTo>
                  <a:lnTo>
                    <a:pt x="1350127" y="612676"/>
                  </a:lnTo>
                  <a:lnTo>
                    <a:pt x="1350788" y="636211"/>
                  </a:lnTo>
                  <a:lnTo>
                    <a:pt x="1351448" y="646136"/>
                  </a:lnTo>
                  <a:lnTo>
                    <a:pt x="1352109" y="651911"/>
                  </a:lnTo>
                  <a:lnTo>
                    <a:pt x="1352769" y="674144"/>
                  </a:lnTo>
                  <a:lnTo>
                    <a:pt x="1353430" y="677960"/>
                  </a:lnTo>
                  <a:lnTo>
                    <a:pt x="1354090" y="683319"/>
                  </a:lnTo>
                  <a:lnTo>
                    <a:pt x="1354751" y="692439"/>
                  </a:lnTo>
                  <a:lnTo>
                    <a:pt x="1355411" y="674583"/>
                  </a:lnTo>
                  <a:lnTo>
                    <a:pt x="1356072" y="677727"/>
                  </a:lnTo>
                  <a:lnTo>
                    <a:pt x="1356732" y="691996"/>
                  </a:lnTo>
                  <a:lnTo>
                    <a:pt x="1357393" y="705896"/>
                  </a:lnTo>
                  <a:lnTo>
                    <a:pt x="1358054" y="698326"/>
                  </a:lnTo>
                  <a:lnTo>
                    <a:pt x="1358714" y="697781"/>
                  </a:lnTo>
                  <a:lnTo>
                    <a:pt x="1359375" y="694321"/>
                  </a:lnTo>
                  <a:lnTo>
                    <a:pt x="1360035" y="679692"/>
                  </a:lnTo>
                  <a:lnTo>
                    <a:pt x="1360696" y="684689"/>
                  </a:lnTo>
                  <a:lnTo>
                    <a:pt x="1361356" y="693281"/>
                  </a:lnTo>
                  <a:lnTo>
                    <a:pt x="1362017" y="692620"/>
                  </a:lnTo>
                  <a:lnTo>
                    <a:pt x="1362677" y="690388"/>
                  </a:lnTo>
                  <a:lnTo>
                    <a:pt x="1363338" y="680717"/>
                  </a:lnTo>
                  <a:lnTo>
                    <a:pt x="1363998" y="687246"/>
                  </a:lnTo>
                  <a:lnTo>
                    <a:pt x="1364659" y="687051"/>
                  </a:lnTo>
                  <a:lnTo>
                    <a:pt x="1365319" y="678529"/>
                  </a:lnTo>
                  <a:lnTo>
                    <a:pt x="1365980" y="670318"/>
                  </a:lnTo>
                  <a:lnTo>
                    <a:pt x="1366640" y="675837"/>
                  </a:lnTo>
                  <a:lnTo>
                    <a:pt x="1367301" y="685223"/>
                  </a:lnTo>
                  <a:lnTo>
                    <a:pt x="1367961" y="674528"/>
                  </a:lnTo>
                  <a:lnTo>
                    <a:pt x="1368622" y="686403"/>
                  </a:lnTo>
                  <a:lnTo>
                    <a:pt x="1369283" y="679616"/>
                  </a:lnTo>
                  <a:lnTo>
                    <a:pt x="1369943" y="679874"/>
                  </a:lnTo>
                  <a:lnTo>
                    <a:pt x="1370604" y="701808"/>
                  </a:lnTo>
                  <a:lnTo>
                    <a:pt x="1371264" y="703913"/>
                  </a:lnTo>
                  <a:lnTo>
                    <a:pt x="1371925" y="693105"/>
                  </a:lnTo>
                  <a:lnTo>
                    <a:pt x="1372585" y="679314"/>
                  </a:lnTo>
                  <a:lnTo>
                    <a:pt x="1373246" y="690341"/>
                  </a:lnTo>
                  <a:lnTo>
                    <a:pt x="1373906" y="698920"/>
                  </a:lnTo>
                  <a:lnTo>
                    <a:pt x="1374567" y="676230"/>
                  </a:lnTo>
                  <a:lnTo>
                    <a:pt x="1375227" y="661611"/>
                  </a:lnTo>
                  <a:lnTo>
                    <a:pt x="1375888" y="651616"/>
                  </a:lnTo>
                  <a:lnTo>
                    <a:pt x="1376548" y="648908"/>
                  </a:lnTo>
                  <a:lnTo>
                    <a:pt x="1377209" y="636868"/>
                  </a:lnTo>
                  <a:lnTo>
                    <a:pt x="1377869" y="631511"/>
                  </a:lnTo>
                  <a:lnTo>
                    <a:pt x="1378530" y="651571"/>
                  </a:lnTo>
                  <a:lnTo>
                    <a:pt x="1379191" y="660955"/>
                  </a:lnTo>
                  <a:lnTo>
                    <a:pt x="1379851" y="702151"/>
                  </a:lnTo>
                  <a:lnTo>
                    <a:pt x="1380512" y="701224"/>
                  </a:lnTo>
                  <a:lnTo>
                    <a:pt x="1381172" y="686475"/>
                  </a:lnTo>
                  <a:lnTo>
                    <a:pt x="1381833" y="670827"/>
                  </a:lnTo>
                  <a:lnTo>
                    <a:pt x="1382493" y="674621"/>
                  </a:lnTo>
                  <a:lnTo>
                    <a:pt x="1383154" y="689213"/>
                  </a:lnTo>
                  <a:lnTo>
                    <a:pt x="1383814" y="691946"/>
                  </a:lnTo>
                  <a:lnTo>
                    <a:pt x="1384475" y="665274"/>
                  </a:lnTo>
                  <a:lnTo>
                    <a:pt x="1385135" y="663456"/>
                  </a:lnTo>
                  <a:lnTo>
                    <a:pt x="1385796" y="665982"/>
                  </a:lnTo>
                  <a:lnTo>
                    <a:pt x="1386456" y="689749"/>
                  </a:lnTo>
                  <a:lnTo>
                    <a:pt x="1387117" y="686403"/>
                  </a:lnTo>
                  <a:lnTo>
                    <a:pt x="1387777" y="676003"/>
                  </a:lnTo>
                  <a:lnTo>
                    <a:pt x="1388438" y="674701"/>
                  </a:lnTo>
                  <a:lnTo>
                    <a:pt x="1389099" y="680586"/>
                  </a:lnTo>
                  <a:lnTo>
                    <a:pt x="1389759" y="700385"/>
                  </a:lnTo>
                  <a:lnTo>
                    <a:pt x="1390420" y="698821"/>
                  </a:lnTo>
                  <a:lnTo>
                    <a:pt x="1391080" y="691173"/>
                  </a:lnTo>
                  <a:lnTo>
                    <a:pt x="1391741" y="678438"/>
                  </a:lnTo>
                  <a:lnTo>
                    <a:pt x="1392401" y="678251"/>
                  </a:lnTo>
                  <a:lnTo>
                    <a:pt x="1393062" y="675071"/>
                  </a:lnTo>
                  <a:lnTo>
                    <a:pt x="1393722" y="668489"/>
                  </a:lnTo>
                  <a:lnTo>
                    <a:pt x="1394383" y="701425"/>
                  </a:lnTo>
                  <a:lnTo>
                    <a:pt x="1395043" y="686773"/>
                  </a:lnTo>
                  <a:lnTo>
                    <a:pt x="1395704" y="682624"/>
                  </a:lnTo>
                  <a:lnTo>
                    <a:pt x="1396364" y="698330"/>
                  </a:lnTo>
                  <a:lnTo>
                    <a:pt x="1397025" y="704019"/>
                  </a:lnTo>
                  <a:lnTo>
                    <a:pt x="1397685" y="690242"/>
                  </a:lnTo>
                  <a:lnTo>
                    <a:pt x="1398346" y="692624"/>
                  </a:lnTo>
                  <a:lnTo>
                    <a:pt x="1399007" y="680928"/>
                  </a:lnTo>
                  <a:lnTo>
                    <a:pt x="1399667" y="680245"/>
                  </a:lnTo>
                  <a:lnTo>
                    <a:pt x="1400328" y="705913"/>
                  </a:lnTo>
                  <a:lnTo>
                    <a:pt x="1400988" y="694492"/>
                  </a:lnTo>
                  <a:lnTo>
                    <a:pt x="1401649" y="697766"/>
                  </a:lnTo>
                  <a:lnTo>
                    <a:pt x="1402309" y="706734"/>
                  </a:lnTo>
                  <a:lnTo>
                    <a:pt x="1402970" y="701331"/>
                  </a:lnTo>
                  <a:lnTo>
                    <a:pt x="1403630" y="679463"/>
                  </a:lnTo>
                  <a:lnTo>
                    <a:pt x="1404291" y="669514"/>
                  </a:lnTo>
                  <a:lnTo>
                    <a:pt x="1404951" y="675924"/>
                  </a:lnTo>
                  <a:lnTo>
                    <a:pt x="1405612" y="694906"/>
                  </a:lnTo>
                  <a:lnTo>
                    <a:pt x="1406272" y="706999"/>
                  </a:lnTo>
                  <a:lnTo>
                    <a:pt x="1406933" y="691294"/>
                  </a:lnTo>
                  <a:lnTo>
                    <a:pt x="1407593" y="675924"/>
                  </a:lnTo>
                  <a:lnTo>
                    <a:pt x="1408254" y="698945"/>
                  </a:lnTo>
                  <a:lnTo>
                    <a:pt x="1408914" y="708223"/>
                  </a:lnTo>
                  <a:lnTo>
                    <a:pt x="1409575" y="695726"/>
                  </a:lnTo>
                  <a:lnTo>
                    <a:pt x="1410236" y="700890"/>
                  </a:lnTo>
                  <a:lnTo>
                    <a:pt x="1410896" y="695413"/>
                  </a:lnTo>
                  <a:lnTo>
                    <a:pt x="1411557" y="678285"/>
                  </a:lnTo>
                  <a:lnTo>
                    <a:pt x="1412217" y="672872"/>
                  </a:lnTo>
                  <a:lnTo>
                    <a:pt x="1412878" y="686259"/>
                  </a:lnTo>
                  <a:lnTo>
                    <a:pt x="1413538" y="690934"/>
                  </a:lnTo>
                  <a:lnTo>
                    <a:pt x="1414199" y="676678"/>
                  </a:lnTo>
                  <a:lnTo>
                    <a:pt x="1414859" y="696904"/>
                  </a:lnTo>
                  <a:lnTo>
                    <a:pt x="1415520" y="713569"/>
                  </a:lnTo>
                  <a:lnTo>
                    <a:pt x="1416180" y="713006"/>
                  </a:lnTo>
                  <a:lnTo>
                    <a:pt x="1416841" y="706416"/>
                  </a:lnTo>
                  <a:lnTo>
                    <a:pt x="1417501" y="689408"/>
                  </a:lnTo>
                  <a:lnTo>
                    <a:pt x="1418162" y="684411"/>
                  </a:lnTo>
                  <a:lnTo>
                    <a:pt x="1418822" y="681073"/>
                  </a:lnTo>
                  <a:lnTo>
                    <a:pt x="1419483" y="711929"/>
                  </a:lnTo>
                  <a:lnTo>
                    <a:pt x="1420144" y="714191"/>
                  </a:lnTo>
                  <a:lnTo>
                    <a:pt x="1420804" y="704962"/>
                  </a:lnTo>
                  <a:lnTo>
                    <a:pt x="1421465" y="696517"/>
                  </a:lnTo>
                  <a:lnTo>
                    <a:pt x="1422125" y="700746"/>
                  </a:lnTo>
                  <a:lnTo>
                    <a:pt x="1422786" y="692904"/>
                  </a:lnTo>
                  <a:lnTo>
                    <a:pt x="1423446" y="700746"/>
                  </a:lnTo>
                  <a:lnTo>
                    <a:pt x="1424107" y="696517"/>
                  </a:lnTo>
                  <a:lnTo>
                    <a:pt x="1424767" y="710182"/>
                  </a:lnTo>
                  <a:lnTo>
                    <a:pt x="1425428" y="698546"/>
                  </a:lnTo>
                  <a:lnTo>
                    <a:pt x="1426088" y="684411"/>
                  </a:lnTo>
                  <a:lnTo>
                    <a:pt x="1426749" y="682658"/>
                  </a:lnTo>
                  <a:lnTo>
                    <a:pt x="1427409" y="700523"/>
                  </a:lnTo>
                  <a:lnTo>
                    <a:pt x="1428070" y="680664"/>
                  </a:lnTo>
                  <a:lnTo>
                    <a:pt x="1428730" y="693633"/>
                  </a:lnTo>
                  <a:lnTo>
                    <a:pt x="1429391" y="704035"/>
                  </a:lnTo>
                  <a:lnTo>
                    <a:pt x="1430052" y="713283"/>
                  </a:lnTo>
                  <a:lnTo>
                    <a:pt x="1430712" y="696294"/>
                  </a:lnTo>
                  <a:lnTo>
                    <a:pt x="1431373" y="685036"/>
                  </a:lnTo>
                  <a:lnTo>
                    <a:pt x="1432033" y="695859"/>
                  </a:lnTo>
                  <a:lnTo>
                    <a:pt x="1432694" y="691424"/>
                  </a:lnTo>
                  <a:lnTo>
                    <a:pt x="1433354" y="698817"/>
                  </a:lnTo>
                  <a:lnTo>
                    <a:pt x="1434015" y="706845"/>
                  </a:lnTo>
                  <a:lnTo>
                    <a:pt x="1434675" y="686485"/>
                  </a:lnTo>
                  <a:lnTo>
                    <a:pt x="1435336" y="695834"/>
                  </a:lnTo>
                  <a:lnTo>
                    <a:pt x="1435996" y="710445"/>
                  </a:lnTo>
                  <a:lnTo>
                    <a:pt x="1436657" y="694561"/>
                  </a:lnTo>
                  <a:lnTo>
                    <a:pt x="1437317" y="684188"/>
                  </a:lnTo>
                  <a:lnTo>
                    <a:pt x="1437978" y="673115"/>
                  </a:lnTo>
                  <a:lnTo>
                    <a:pt x="1438638" y="657919"/>
                  </a:lnTo>
                  <a:lnTo>
                    <a:pt x="1439299" y="669729"/>
                  </a:lnTo>
                  <a:lnTo>
                    <a:pt x="1439959" y="705028"/>
                  </a:lnTo>
                  <a:lnTo>
                    <a:pt x="1440620" y="711333"/>
                  </a:lnTo>
                  <a:lnTo>
                    <a:pt x="1441281" y="706379"/>
                  </a:lnTo>
                  <a:lnTo>
                    <a:pt x="1441941" y="677705"/>
                  </a:lnTo>
                  <a:lnTo>
                    <a:pt x="1442602" y="675721"/>
                  </a:lnTo>
                  <a:lnTo>
                    <a:pt x="1443262" y="696990"/>
                  </a:lnTo>
                  <a:lnTo>
                    <a:pt x="1443923" y="696389"/>
                  </a:lnTo>
                  <a:lnTo>
                    <a:pt x="1444583" y="675071"/>
                  </a:lnTo>
                  <a:lnTo>
                    <a:pt x="1445244" y="687369"/>
                  </a:lnTo>
                  <a:lnTo>
                    <a:pt x="1445904" y="701926"/>
                  </a:lnTo>
                  <a:lnTo>
                    <a:pt x="1446565" y="697581"/>
                  </a:lnTo>
                  <a:lnTo>
                    <a:pt x="1447225" y="685522"/>
                  </a:lnTo>
                  <a:lnTo>
                    <a:pt x="1447886" y="657650"/>
                  </a:lnTo>
                  <a:lnTo>
                    <a:pt x="1448546" y="613689"/>
                  </a:lnTo>
                  <a:lnTo>
                    <a:pt x="1449207" y="597903"/>
                  </a:lnTo>
                  <a:lnTo>
                    <a:pt x="1449867" y="620341"/>
                  </a:lnTo>
                  <a:lnTo>
                    <a:pt x="1450528" y="649318"/>
                  </a:lnTo>
                  <a:lnTo>
                    <a:pt x="1451189" y="649318"/>
                  </a:lnTo>
                  <a:lnTo>
                    <a:pt x="1451849" y="653832"/>
                  </a:lnTo>
                  <a:lnTo>
                    <a:pt x="1452510" y="654713"/>
                  </a:lnTo>
                  <a:lnTo>
                    <a:pt x="1453170" y="682433"/>
                  </a:lnTo>
                  <a:lnTo>
                    <a:pt x="1453831" y="674938"/>
                  </a:lnTo>
                  <a:lnTo>
                    <a:pt x="1454491" y="680393"/>
                  </a:lnTo>
                  <a:lnTo>
                    <a:pt x="1455152" y="694270"/>
                  </a:lnTo>
                  <a:lnTo>
                    <a:pt x="1455812" y="688406"/>
                  </a:lnTo>
                  <a:lnTo>
                    <a:pt x="1456473" y="684530"/>
                  </a:lnTo>
                  <a:lnTo>
                    <a:pt x="1457133" y="678274"/>
                  </a:lnTo>
                  <a:lnTo>
                    <a:pt x="1457794" y="693375"/>
                  </a:lnTo>
                  <a:lnTo>
                    <a:pt x="1458454" y="695123"/>
                  </a:lnTo>
                  <a:lnTo>
                    <a:pt x="1459115" y="673760"/>
                  </a:lnTo>
                  <a:lnTo>
                    <a:pt x="1459775" y="691514"/>
                  </a:lnTo>
                  <a:lnTo>
                    <a:pt x="1460436" y="705755"/>
                  </a:lnTo>
                  <a:lnTo>
                    <a:pt x="1461097" y="690630"/>
                  </a:lnTo>
                  <a:lnTo>
                    <a:pt x="1461757" y="697513"/>
                  </a:lnTo>
                  <a:lnTo>
                    <a:pt x="1462418" y="689714"/>
                  </a:lnTo>
                  <a:lnTo>
                    <a:pt x="1463078" y="663102"/>
                  </a:lnTo>
                  <a:lnTo>
                    <a:pt x="1463739" y="656982"/>
                  </a:lnTo>
                  <a:lnTo>
                    <a:pt x="1464399" y="669684"/>
                  </a:lnTo>
                  <a:lnTo>
                    <a:pt x="1465060" y="669967"/>
                  </a:lnTo>
                  <a:lnTo>
                    <a:pt x="1465720" y="685728"/>
                  </a:lnTo>
                  <a:lnTo>
                    <a:pt x="1466381" y="673995"/>
                  </a:lnTo>
                  <a:lnTo>
                    <a:pt x="1467041" y="677332"/>
                  </a:lnTo>
                  <a:lnTo>
                    <a:pt x="1467702" y="669684"/>
                  </a:lnTo>
                  <a:lnTo>
                    <a:pt x="1468362" y="694377"/>
                  </a:lnTo>
                  <a:lnTo>
                    <a:pt x="1469023" y="707112"/>
                  </a:lnTo>
                  <a:lnTo>
                    <a:pt x="1469683" y="706925"/>
                  </a:lnTo>
                  <a:lnTo>
                    <a:pt x="1470344" y="682330"/>
                  </a:lnTo>
                  <a:lnTo>
                    <a:pt x="1471005" y="670986"/>
                  </a:lnTo>
                  <a:lnTo>
                    <a:pt x="1471665" y="693064"/>
                  </a:lnTo>
                  <a:lnTo>
                    <a:pt x="1472326" y="695515"/>
                  </a:lnTo>
                  <a:lnTo>
                    <a:pt x="1472986" y="698256"/>
                  </a:lnTo>
                  <a:lnTo>
                    <a:pt x="1473647" y="702549"/>
                  </a:lnTo>
                  <a:lnTo>
                    <a:pt x="1474307" y="695644"/>
                  </a:lnTo>
                  <a:lnTo>
                    <a:pt x="1474968" y="683262"/>
                  </a:lnTo>
                  <a:lnTo>
                    <a:pt x="1475628" y="675766"/>
                  </a:lnTo>
                  <a:lnTo>
                    <a:pt x="1476289" y="676736"/>
                  </a:lnTo>
                  <a:lnTo>
                    <a:pt x="1476949" y="674217"/>
                  </a:lnTo>
                  <a:lnTo>
                    <a:pt x="1477610" y="688332"/>
                  </a:lnTo>
                  <a:lnTo>
                    <a:pt x="1478270" y="704544"/>
                  </a:lnTo>
                  <a:lnTo>
                    <a:pt x="1478931" y="699471"/>
                  </a:lnTo>
                  <a:lnTo>
                    <a:pt x="1479591" y="691633"/>
                  </a:lnTo>
                  <a:lnTo>
                    <a:pt x="1480252" y="682552"/>
                  </a:lnTo>
                  <a:lnTo>
                    <a:pt x="1480912" y="689661"/>
                  </a:lnTo>
                  <a:lnTo>
                    <a:pt x="1481573" y="696164"/>
                  </a:lnTo>
                  <a:lnTo>
                    <a:pt x="1482234" y="668706"/>
                  </a:lnTo>
                  <a:lnTo>
                    <a:pt x="1482894" y="657782"/>
                  </a:lnTo>
                  <a:lnTo>
                    <a:pt x="1483555" y="642190"/>
                  </a:lnTo>
                  <a:lnTo>
                    <a:pt x="1484215" y="668706"/>
                  </a:lnTo>
                  <a:lnTo>
                    <a:pt x="1484876" y="653898"/>
                  </a:lnTo>
                  <a:lnTo>
                    <a:pt x="1485536" y="638018"/>
                  </a:lnTo>
                  <a:lnTo>
                    <a:pt x="1486197" y="602632"/>
                  </a:lnTo>
                  <a:lnTo>
                    <a:pt x="1486857" y="584291"/>
                  </a:lnTo>
                  <a:lnTo>
                    <a:pt x="1487518" y="595955"/>
                  </a:lnTo>
                  <a:lnTo>
                    <a:pt x="1488178" y="596427"/>
                  </a:lnTo>
                  <a:lnTo>
                    <a:pt x="1488839" y="595046"/>
                  </a:lnTo>
                  <a:lnTo>
                    <a:pt x="1489499" y="618029"/>
                  </a:lnTo>
                  <a:lnTo>
                    <a:pt x="1490160" y="666860"/>
                  </a:lnTo>
                  <a:lnTo>
                    <a:pt x="1490820" y="664276"/>
                  </a:lnTo>
                  <a:lnTo>
                    <a:pt x="1491481" y="668705"/>
                  </a:lnTo>
                  <a:lnTo>
                    <a:pt x="1492142" y="664276"/>
                  </a:lnTo>
                  <a:lnTo>
                    <a:pt x="1492802" y="672895"/>
                  </a:lnTo>
                  <a:lnTo>
                    <a:pt x="1493463" y="698421"/>
                  </a:lnTo>
                  <a:lnTo>
                    <a:pt x="1494123" y="695673"/>
                  </a:lnTo>
                  <a:lnTo>
                    <a:pt x="1494784" y="658789"/>
                  </a:lnTo>
                  <a:lnTo>
                    <a:pt x="1495444" y="654829"/>
                  </a:lnTo>
                  <a:lnTo>
                    <a:pt x="1496105" y="675169"/>
                  </a:lnTo>
                  <a:lnTo>
                    <a:pt x="1496765" y="674039"/>
                  </a:lnTo>
                  <a:lnTo>
                    <a:pt x="1497426" y="679354"/>
                  </a:lnTo>
                  <a:lnTo>
                    <a:pt x="1498086" y="659762"/>
                  </a:lnTo>
                  <a:lnTo>
                    <a:pt x="1498747" y="672161"/>
                  </a:lnTo>
                  <a:lnTo>
                    <a:pt x="1499407" y="692585"/>
                  </a:lnTo>
                  <a:lnTo>
                    <a:pt x="1500068" y="688306"/>
                  </a:lnTo>
                  <a:lnTo>
                    <a:pt x="1500728" y="677249"/>
                  </a:lnTo>
                  <a:lnTo>
                    <a:pt x="1501389" y="679355"/>
                  </a:lnTo>
                  <a:lnTo>
                    <a:pt x="1502050" y="694044"/>
                  </a:lnTo>
                  <a:lnTo>
                    <a:pt x="1502710" y="683504"/>
                  </a:lnTo>
                  <a:lnTo>
                    <a:pt x="1503371" y="674039"/>
                  </a:lnTo>
                  <a:lnTo>
                    <a:pt x="1504031" y="683504"/>
                  </a:lnTo>
                  <a:lnTo>
                    <a:pt x="1504692" y="697983"/>
                  </a:lnTo>
                  <a:lnTo>
                    <a:pt x="1505352" y="691000"/>
                  </a:lnTo>
                  <a:lnTo>
                    <a:pt x="1506013" y="676128"/>
                  </a:lnTo>
                  <a:lnTo>
                    <a:pt x="1506673" y="668905"/>
                  </a:lnTo>
                  <a:lnTo>
                    <a:pt x="1507334" y="647937"/>
                  </a:lnTo>
                  <a:lnTo>
                    <a:pt x="1507994" y="637548"/>
                  </a:lnTo>
                  <a:lnTo>
                    <a:pt x="1508655" y="657350"/>
                  </a:lnTo>
                  <a:lnTo>
                    <a:pt x="1509315" y="672895"/>
                  </a:lnTo>
                  <a:lnTo>
                    <a:pt x="1509976" y="690087"/>
                  </a:lnTo>
                  <a:lnTo>
                    <a:pt x="1510636" y="695858"/>
                  </a:lnTo>
                  <a:lnTo>
                    <a:pt x="1511297" y="692175"/>
                  </a:lnTo>
                  <a:lnTo>
                    <a:pt x="1511957" y="707428"/>
                  </a:lnTo>
                  <a:lnTo>
                    <a:pt x="1512618" y="707728"/>
                  </a:lnTo>
                  <a:lnTo>
                    <a:pt x="1513279" y="690613"/>
                  </a:lnTo>
                  <a:lnTo>
                    <a:pt x="1513939" y="674039"/>
                  </a:lnTo>
                  <a:lnTo>
                    <a:pt x="1514600" y="694565"/>
                  </a:lnTo>
                  <a:lnTo>
                    <a:pt x="1515260" y="708952"/>
                  </a:lnTo>
                  <a:lnTo>
                    <a:pt x="1515921" y="700315"/>
                  </a:lnTo>
                  <a:lnTo>
                    <a:pt x="1516581" y="679354"/>
                  </a:lnTo>
                  <a:lnTo>
                    <a:pt x="1517242" y="691841"/>
                  </a:lnTo>
                  <a:lnTo>
                    <a:pt x="1517902" y="697950"/>
                  </a:lnTo>
                  <a:lnTo>
                    <a:pt x="1518563" y="709571"/>
                  </a:lnTo>
                  <a:lnTo>
                    <a:pt x="1519223" y="705822"/>
                  </a:lnTo>
                  <a:lnTo>
                    <a:pt x="1519884" y="687000"/>
                  </a:lnTo>
                  <a:lnTo>
                    <a:pt x="1520544" y="664276"/>
                  </a:lnTo>
                  <a:lnTo>
                    <a:pt x="1521205" y="680838"/>
                  </a:lnTo>
                  <a:lnTo>
                    <a:pt x="1521865" y="692262"/>
                  </a:lnTo>
                  <a:lnTo>
                    <a:pt x="1522526" y="671313"/>
                  </a:lnTo>
                  <a:lnTo>
                    <a:pt x="1523187" y="676976"/>
                  </a:lnTo>
                  <a:lnTo>
                    <a:pt x="1523847" y="689742"/>
                  </a:lnTo>
                  <a:lnTo>
                    <a:pt x="1524508" y="700102"/>
                  </a:lnTo>
                  <a:lnTo>
                    <a:pt x="1525168" y="684247"/>
                  </a:lnTo>
                  <a:lnTo>
                    <a:pt x="1525829" y="681371"/>
                  </a:lnTo>
                  <a:lnTo>
                    <a:pt x="1526489" y="683860"/>
                  </a:lnTo>
                  <a:lnTo>
                    <a:pt x="1527150" y="705514"/>
                  </a:lnTo>
                  <a:lnTo>
                    <a:pt x="1527810" y="703529"/>
                  </a:lnTo>
                  <a:lnTo>
                    <a:pt x="1528471" y="682247"/>
                  </a:lnTo>
                  <a:lnTo>
                    <a:pt x="1529131" y="707377"/>
                  </a:lnTo>
                  <a:lnTo>
                    <a:pt x="1529792" y="708896"/>
                  </a:lnTo>
                  <a:lnTo>
                    <a:pt x="1530452" y="697950"/>
                  </a:lnTo>
                  <a:lnTo>
                    <a:pt x="1531113" y="690613"/>
                  </a:lnTo>
                  <a:lnTo>
                    <a:pt x="1531773" y="704970"/>
                  </a:lnTo>
                  <a:lnTo>
                    <a:pt x="1532434" y="697950"/>
                  </a:lnTo>
                  <a:lnTo>
                    <a:pt x="1533095" y="683504"/>
                  </a:lnTo>
                  <a:lnTo>
                    <a:pt x="1533755" y="695351"/>
                  </a:lnTo>
                  <a:lnTo>
                    <a:pt x="1534416" y="697109"/>
                  </a:lnTo>
                  <a:lnTo>
                    <a:pt x="1535076" y="685402"/>
                  </a:lnTo>
                  <a:lnTo>
                    <a:pt x="1535737" y="689384"/>
                  </a:lnTo>
                  <a:lnTo>
                    <a:pt x="1536397" y="685915"/>
                  </a:lnTo>
                  <a:lnTo>
                    <a:pt x="1537058" y="688257"/>
                  </a:lnTo>
                  <a:lnTo>
                    <a:pt x="1537718" y="700901"/>
                  </a:lnTo>
                  <a:lnTo>
                    <a:pt x="1538379" y="703286"/>
                  </a:lnTo>
                  <a:lnTo>
                    <a:pt x="1539039" y="704594"/>
                  </a:lnTo>
                  <a:lnTo>
                    <a:pt x="1539700" y="689428"/>
                  </a:lnTo>
                  <a:lnTo>
                    <a:pt x="1540360" y="699327"/>
                  </a:lnTo>
                  <a:lnTo>
                    <a:pt x="1541021" y="706763"/>
                  </a:lnTo>
                  <a:lnTo>
                    <a:pt x="1541681" y="685169"/>
                  </a:lnTo>
                  <a:lnTo>
                    <a:pt x="1542342" y="677530"/>
                  </a:lnTo>
                  <a:lnTo>
                    <a:pt x="1543003" y="684511"/>
                  </a:lnTo>
                  <a:lnTo>
                    <a:pt x="1543663" y="691374"/>
                  </a:lnTo>
                  <a:lnTo>
                    <a:pt x="1544324" y="692313"/>
                  </a:lnTo>
                  <a:lnTo>
                    <a:pt x="1544984" y="691951"/>
                  </a:lnTo>
                  <a:lnTo>
                    <a:pt x="1545645" y="702023"/>
                  </a:lnTo>
                  <a:lnTo>
                    <a:pt x="1546305" y="706499"/>
                  </a:lnTo>
                  <a:lnTo>
                    <a:pt x="1546966" y="686719"/>
                  </a:lnTo>
                  <a:lnTo>
                    <a:pt x="1547626" y="694668"/>
                  </a:lnTo>
                  <a:lnTo>
                    <a:pt x="1548287" y="705028"/>
                  </a:lnTo>
                  <a:lnTo>
                    <a:pt x="1548947" y="688366"/>
                  </a:lnTo>
                  <a:lnTo>
                    <a:pt x="1549608" y="679270"/>
                  </a:lnTo>
                  <a:lnTo>
                    <a:pt x="1550268" y="676798"/>
                  </a:lnTo>
                  <a:lnTo>
                    <a:pt x="1550929" y="675985"/>
                  </a:lnTo>
                  <a:lnTo>
                    <a:pt x="1551589" y="696821"/>
                  </a:lnTo>
                  <a:lnTo>
                    <a:pt x="1552250" y="705661"/>
                  </a:lnTo>
                  <a:lnTo>
                    <a:pt x="1552910" y="689928"/>
                  </a:lnTo>
                  <a:lnTo>
                    <a:pt x="1553571" y="672123"/>
                  </a:lnTo>
                  <a:lnTo>
                    <a:pt x="1554232" y="678680"/>
                  </a:lnTo>
                  <a:lnTo>
                    <a:pt x="1554892" y="660495"/>
                  </a:lnTo>
                  <a:lnTo>
                    <a:pt x="1555553" y="652275"/>
                  </a:lnTo>
                  <a:lnTo>
                    <a:pt x="1556213" y="658395"/>
                  </a:lnTo>
                  <a:lnTo>
                    <a:pt x="1556874" y="683899"/>
                  </a:lnTo>
                  <a:lnTo>
                    <a:pt x="1557534" y="683733"/>
                  </a:lnTo>
                  <a:lnTo>
                    <a:pt x="1558195" y="681501"/>
                  </a:lnTo>
                  <a:lnTo>
                    <a:pt x="1558855" y="701562"/>
                  </a:lnTo>
                  <a:lnTo>
                    <a:pt x="1559516" y="694276"/>
                  </a:lnTo>
                  <a:lnTo>
                    <a:pt x="1560176" y="674154"/>
                  </a:lnTo>
                  <a:lnTo>
                    <a:pt x="1560837" y="659076"/>
                  </a:lnTo>
                  <a:lnTo>
                    <a:pt x="1561497" y="658721"/>
                  </a:lnTo>
                  <a:lnTo>
                    <a:pt x="1562158" y="678597"/>
                  </a:lnTo>
                  <a:lnTo>
                    <a:pt x="1562818" y="683796"/>
                  </a:lnTo>
                  <a:lnTo>
                    <a:pt x="1563479" y="675390"/>
                  </a:lnTo>
                  <a:lnTo>
                    <a:pt x="1564140" y="670337"/>
                  </a:lnTo>
                  <a:lnTo>
                    <a:pt x="1564800" y="678850"/>
                  </a:lnTo>
                  <a:lnTo>
                    <a:pt x="1565461" y="678574"/>
                  </a:lnTo>
                  <a:lnTo>
                    <a:pt x="1566121" y="675843"/>
                  </a:lnTo>
                  <a:lnTo>
                    <a:pt x="1566782" y="654702"/>
                  </a:lnTo>
                  <a:lnTo>
                    <a:pt x="1567442" y="649633"/>
                  </a:lnTo>
                  <a:lnTo>
                    <a:pt x="1568103" y="650845"/>
                  </a:lnTo>
                  <a:lnTo>
                    <a:pt x="1568763" y="671986"/>
                  </a:lnTo>
                  <a:lnTo>
                    <a:pt x="1569424" y="655057"/>
                  </a:lnTo>
                  <a:lnTo>
                    <a:pt x="1570084" y="585646"/>
                  </a:lnTo>
                  <a:lnTo>
                    <a:pt x="1570745" y="600721"/>
                  </a:lnTo>
                  <a:lnTo>
                    <a:pt x="1571405" y="573783"/>
                  </a:lnTo>
                  <a:lnTo>
                    <a:pt x="1572066" y="541760"/>
                  </a:lnTo>
                  <a:lnTo>
                    <a:pt x="1572726" y="492474"/>
                  </a:lnTo>
                  <a:lnTo>
                    <a:pt x="1573387" y="469416"/>
                  </a:lnTo>
                  <a:lnTo>
                    <a:pt x="1574048" y="474111"/>
                  </a:lnTo>
                  <a:lnTo>
                    <a:pt x="1574708" y="506124"/>
                  </a:lnTo>
                  <a:lnTo>
                    <a:pt x="1575369" y="554812"/>
                  </a:lnTo>
                  <a:lnTo>
                    <a:pt x="1576029" y="575367"/>
                  </a:lnTo>
                  <a:lnTo>
                    <a:pt x="1576690" y="585676"/>
                  </a:lnTo>
                  <a:lnTo>
                    <a:pt x="1577350" y="593035"/>
                  </a:lnTo>
                  <a:lnTo>
                    <a:pt x="1578011" y="626054"/>
                  </a:lnTo>
                  <a:lnTo>
                    <a:pt x="1578671" y="660556"/>
                  </a:lnTo>
                  <a:lnTo>
                    <a:pt x="1579332" y="651087"/>
                  </a:lnTo>
                  <a:lnTo>
                    <a:pt x="1579992" y="651935"/>
                  </a:lnTo>
                  <a:lnTo>
                    <a:pt x="1580653" y="657194"/>
                  </a:lnTo>
                  <a:lnTo>
                    <a:pt x="1581313" y="650870"/>
                  </a:lnTo>
                  <a:lnTo>
                    <a:pt x="1581974" y="661988"/>
                  </a:lnTo>
                  <a:lnTo>
                    <a:pt x="1582634" y="656325"/>
                  </a:lnTo>
                  <a:lnTo>
                    <a:pt x="1583295" y="650137"/>
                  </a:lnTo>
                  <a:lnTo>
                    <a:pt x="1583955" y="656283"/>
                  </a:lnTo>
                  <a:lnTo>
                    <a:pt x="1584616" y="661565"/>
                  </a:lnTo>
                  <a:lnTo>
                    <a:pt x="1585277" y="658512"/>
                  </a:lnTo>
                  <a:lnTo>
                    <a:pt x="1585937" y="664629"/>
                  </a:lnTo>
                  <a:lnTo>
                    <a:pt x="1586598" y="684254"/>
                  </a:lnTo>
                  <a:lnTo>
                    <a:pt x="1587258" y="679240"/>
                  </a:lnTo>
                  <a:lnTo>
                    <a:pt x="1587919" y="671333"/>
                  </a:lnTo>
                  <a:lnTo>
                    <a:pt x="1588579" y="669564"/>
                  </a:lnTo>
                  <a:lnTo>
                    <a:pt x="1589240" y="688212"/>
                  </a:lnTo>
                  <a:lnTo>
                    <a:pt x="1589900" y="695624"/>
                  </a:lnTo>
                  <a:lnTo>
                    <a:pt x="1590561" y="681641"/>
                  </a:lnTo>
                  <a:lnTo>
                    <a:pt x="1591221" y="659982"/>
                  </a:lnTo>
                  <a:lnTo>
                    <a:pt x="1591882" y="675832"/>
                  </a:lnTo>
                  <a:lnTo>
                    <a:pt x="1592542" y="674611"/>
                  </a:lnTo>
                  <a:lnTo>
                    <a:pt x="1593203" y="652423"/>
                  </a:lnTo>
                  <a:lnTo>
                    <a:pt x="1593863" y="652608"/>
                  </a:lnTo>
                  <a:lnTo>
                    <a:pt x="1594524" y="698308"/>
                  </a:lnTo>
                  <a:lnTo>
                    <a:pt x="1595185" y="700493"/>
                  </a:lnTo>
                  <a:lnTo>
                    <a:pt x="1595845" y="679473"/>
                  </a:lnTo>
                  <a:lnTo>
                    <a:pt x="1596506" y="646643"/>
                  </a:lnTo>
                  <a:lnTo>
                    <a:pt x="1597166" y="640882"/>
                  </a:lnTo>
                  <a:lnTo>
                    <a:pt x="1597827" y="657376"/>
                  </a:lnTo>
                  <a:lnTo>
                    <a:pt x="1598487" y="674964"/>
                  </a:lnTo>
                  <a:lnTo>
                    <a:pt x="1599148" y="668638"/>
                  </a:lnTo>
                  <a:lnTo>
                    <a:pt x="1599808" y="664839"/>
                  </a:lnTo>
                  <a:lnTo>
                    <a:pt x="1600469" y="685672"/>
                  </a:lnTo>
                  <a:lnTo>
                    <a:pt x="1601129" y="655253"/>
                  </a:lnTo>
                  <a:lnTo>
                    <a:pt x="1601790" y="647878"/>
                  </a:lnTo>
                  <a:lnTo>
                    <a:pt x="1602450" y="654434"/>
                  </a:lnTo>
                  <a:lnTo>
                    <a:pt x="1603111" y="666252"/>
                  </a:lnTo>
                  <a:lnTo>
                    <a:pt x="1603771" y="675607"/>
                  </a:lnTo>
                  <a:lnTo>
                    <a:pt x="1604432" y="695994"/>
                  </a:lnTo>
                  <a:lnTo>
                    <a:pt x="1605093" y="656100"/>
                  </a:lnTo>
                  <a:lnTo>
                    <a:pt x="1605753" y="657326"/>
                  </a:lnTo>
                  <a:lnTo>
                    <a:pt x="1606414" y="691783"/>
                  </a:lnTo>
                  <a:lnTo>
                    <a:pt x="1607074" y="684415"/>
                  </a:lnTo>
                  <a:lnTo>
                    <a:pt x="1607735" y="653722"/>
                  </a:lnTo>
                  <a:lnTo>
                    <a:pt x="1608395" y="647878"/>
                  </a:lnTo>
                  <a:lnTo>
                    <a:pt x="1609056" y="673748"/>
                  </a:lnTo>
                  <a:lnTo>
                    <a:pt x="1609716" y="665404"/>
                  </a:lnTo>
                  <a:lnTo>
                    <a:pt x="1610377" y="644219"/>
                  </a:lnTo>
                  <a:lnTo>
                    <a:pt x="1611037" y="625561"/>
                  </a:lnTo>
                  <a:lnTo>
                    <a:pt x="1611698" y="657692"/>
                  </a:lnTo>
                  <a:lnTo>
                    <a:pt x="1612358" y="681507"/>
                  </a:lnTo>
                  <a:lnTo>
                    <a:pt x="1613019" y="652495"/>
                  </a:lnTo>
                  <a:lnTo>
                    <a:pt x="1613679" y="626419"/>
                  </a:lnTo>
                  <a:lnTo>
                    <a:pt x="1614340" y="616818"/>
                  </a:lnTo>
                  <a:lnTo>
                    <a:pt x="1615001" y="606892"/>
                  </a:lnTo>
                  <a:lnTo>
                    <a:pt x="1615661" y="607541"/>
                  </a:lnTo>
                  <a:lnTo>
                    <a:pt x="1616322" y="635352"/>
                  </a:lnTo>
                  <a:lnTo>
                    <a:pt x="1616982" y="656724"/>
                  </a:lnTo>
                  <a:lnTo>
                    <a:pt x="1617643" y="678716"/>
                  </a:lnTo>
                  <a:lnTo>
                    <a:pt x="1618303" y="665395"/>
                  </a:lnTo>
                  <a:lnTo>
                    <a:pt x="1618964" y="645504"/>
                  </a:lnTo>
                  <a:lnTo>
                    <a:pt x="1619624" y="657966"/>
                  </a:lnTo>
                  <a:lnTo>
                    <a:pt x="1620285" y="650526"/>
                  </a:lnTo>
                  <a:lnTo>
                    <a:pt x="1620945" y="619891"/>
                  </a:lnTo>
                  <a:lnTo>
                    <a:pt x="1621606" y="626996"/>
                  </a:lnTo>
                  <a:lnTo>
                    <a:pt x="1622266" y="639793"/>
                  </a:lnTo>
                  <a:lnTo>
                    <a:pt x="1622927" y="622456"/>
                  </a:lnTo>
                  <a:lnTo>
                    <a:pt x="1623587" y="599581"/>
                  </a:lnTo>
                  <a:lnTo>
                    <a:pt x="1624248" y="605830"/>
                  </a:lnTo>
                  <a:lnTo>
                    <a:pt x="1624908" y="580918"/>
                  </a:lnTo>
                  <a:lnTo>
                    <a:pt x="1625569" y="550516"/>
                  </a:lnTo>
                  <a:lnTo>
                    <a:pt x="1626230" y="532641"/>
                  </a:lnTo>
                  <a:lnTo>
                    <a:pt x="1626890" y="541137"/>
                  </a:lnTo>
                  <a:lnTo>
                    <a:pt x="1627551" y="539326"/>
                  </a:lnTo>
                  <a:lnTo>
                    <a:pt x="1628211" y="505430"/>
                  </a:lnTo>
                  <a:lnTo>
                    <a:pt x="1628872" y="504013"/>
                  </a:lnTo>
                  <a:lnTo>
                    <a:pt x="1629532" y="507374"/>
                  </a:lnTo>
                  <a:lnTo>
                    <a:pt x="1630193" y="465042"/>
                  </a:lnTo>
                  <a:lnTo>
                    <a:pt x="1630853" y="432020"/>
                  </a:lnTo>
                  <a:lnTo>
                    <a:pt x="1631514" y="393347"/>
                  </a:lnTo>
                  <a:lnTo>
                    <a:pt x="1632174" y="379809"/>
                  </a:lnTo>
                  <a:lnTo>
                    <a:pt x="1632835" y="344652"/>
                  </a:lnTo>
                  <a:lnTo>
                    <a:pt x="1633495" y="346434"/>
                  </a:lnTo>
                  <a:lnTo>
                    <a:pt x="1634156" y="363562"/>
                  </a:lnTo>
                  <a:lnTo>
                    <a:pt x="1634816" y="354867"/>
                  </a:lnTo>
                  <a:lnTo>
                    <a:pt x="1635477" y="370329"/>
                  </a:lnTo>
                  <a:lnTo>
                    <a:pt x="1636138" y="409419"/>
                  </a:lnTo>
                  <a:lnTo>
                    <a:pt x="1636798" y="454201"/>
                  </a:lnTo>
                  <a:lnTo>
                    <a:pt x="1637459" y="483853"/>
                  </a:lnTo>
                  <a:lnTo>
                    <a:pt x="1638119" y="505330"/>
                  </a:lnTo>
                  <a:lnTo>
                    <a:pt x="1638780" y="535796"/>
                  </a:lnTo>
                  <a:lnTo>
                    <a:pt x="1639440" y="559433"/>
                  </a:lnTo>
                  <a:lnTo>
                    <a:pt x="1640101" y="543428"/>
                  </a:lnTo>
                  <a:lnTo>
                    <a:pt x="1640761" y="566301"/>
                  </a:lnTo>
                  <a:lnTo>
                    <a:pt x="1641422" y="584707"/>
                  </a:lnTo>
                  <a:lnTo>
                    <a:pt x="1642082" y="586402"/>
                  </a:lnTo>
                  <a:lnTo>
                    <a:pt x="1642743" y="567221"/>
                  </a:lnTo>
                  <a:lnTo>
                    <a:pt x="1643403" y="636673"/>
                  </a:lnTo>
                  <a:lnTo>
                    <a:pt x="1644064" y="646390"/>
                  </a:lnTo>
                  <a:lnTo>
                    <a:pt x="1644724" y="628887"/>
                  </a:lnTo>
                  <a:lnTo>
                    <a:pt x="1645385" y="596411"/>
                  </a:lnTo>
                  <a:lnTo>
                    <a:pt x="1646046" y="595134"/>
                  </a:lnTo>
                  <a:lnTo>
                    <a:pt x="1646706" y="625462"/>
                  </a:lnTo>
                  <a:lnTo>
                    <a:pt x="1647367" y="646151"/>
                  </a:lnTo>
                  <a:lnTo>
                    <a:pt x="1648027" y="620908"/>
                  </a:lnTo>
                  <a:lnTo>
                    <a:pt x="1648688" y="599363"/>
                  </a:lnTo>
                  <a:lnTo>
                    <a:pt x="1649348" y="607585"/>
                  </a:lnTo>
                  <a:lnTo>
                    <a:pt x="1650009" y="603293"/>
                  </a:lnTo>
                  <a:lnTo>
                    <a:pt x="1650669" y="586882"/>
                  </a:lnTo>
                  <a:lnTo>
                    <a:pt x="1651330" y="532408"/>
                  </a:lnTo>
                  <a:lnTo>
                    <a:pt x="1651990" y="484720"/>
                  </a:lnTo>
                  <a:lnTo>
                    <a:pt x="1652651" y="494583"/>
                  </a:lnTo>
                  <a:lnTo>
                    <a:pt x="1653311" y="546193"/>
                  </a:lnTo>
                  <a:lnTo>
                    <a:pt x="1653972" y="621009"/>
                  </a:lnTo>
                  <a:lnTo>
                    <a:pt x="1654632" y="632725"/>
                  </a:lnTo>
                  <a:lnTo>
                    <a:pt x="1655293" y="604377"/>
                  </a:lnTo>
                  <a:lnTo>
                    <a:pt x="1655953" y="608181"/>
                  </a:lnTo>
                  <a:lnTo>
                    <a:pt x="1656614" y="597937"/>
                  </a:lnTo>
                  <a:lnTo>
                    <a:pt x="1657275" y="609689"/>
                  </a:lnTo>
                  <a:lnTo>
                    <a:pt x="1657935" y="623955"/>
                  </a:lnTo>
                  <a:lnTo>
                    <a:pt x="1658596" y="648845"/>
                  </a:lnTo>
                  <a:lnTo>
                    <a:pt x="1659256" y="642308"/>
                  </a:lnTo>
                  <a:lnTo>
                    <a:pt x="1659917" y="640630"/>
                  </a:lnTo>
                  <a:lnTo>
                    <a:pt x="1660577" y="659413"/>
                  </a:lnTo>
                  <a:lnTo>
                    <a:pt x="1661238" y="656690"/>
                  </a:lnTo>
                  <a:lnTo>
                    <a:pt x="1661898" y="643730"/>
                  </a:lnTo>
                  <a:lnTo>
                    <a:pt x="1662559" y="637232"/>
                  </a:lnTo>
                  <a:lnTo>
                    <a:pt x="1663219" y="628185"/>
                  </a:lnTo>
                  <a:lnTo>
                    <a:pt x="1663880" y="637542"/>
                  </a:lnTo>
                  <a:lnTo>
                    <a:pt x="1664540" y="652953"/>
                  </a:lnTo>
                  <a:lnTo>
                    <a:pt x="1665201" y="664771"/>
                  </a:lnTo>
                  <a:lnTo>
                    <a:pt x="1665861" y="656589"/>
                  </a:lnTo>
                  <a:lnTo>
                    <a:pt x="1666522" y="689474"/>
                  </a:lnTo>
                  <a:lnTo>
                    <a:pt x="1667183" y="676988"/>
                  </a:lnTo>
                  <a:lnTo>
                    <a:pt x="1667843" y="673613"/>
                  </a:lnTo>
                  <a:lnTo>
                    <a:pt x="1668504" y="667554"/>
                  </a:lnTo>
                  <a:lnTo>
                    <a:pt x="1669164" y="645759"/>
                  </a:lnTo>
                  <a:lnTo>
                    <a:pt x="1669825" y="648081"/>
                  </a:lnTo>
                  <a:lnTo>
                    <a:pt x="1670485" y="695088"/>
                  </a:lnTo>
                  <a:lnTo>
                    <a:pt x="1671146" y="694662"/>
                  </a:lnTo>
                  <a:lnTo>
                    <a:pt x="1671806" y="674701"/>
                  </a:lnTo>
                  <a:lnTo>
                    <a:pt x="1672467" y="677304"/>
                  </a:lnTo>
                  <a:lnTo>
                    <a:pt x="1673127" y="648081"/>
                  </a:lnTo>
                  <a:lnTo>
                    <a:pt x="1673788" y="662916"/>
                  </a:lnTo>
                  <a:lnTo>
                    <a:pt x="1674448" y="671913"/>
                  </a:lnTo>
                  <a:lnTo>
                    <a:pt x="1675109" y="661039"/>
                  </a:lnTo>
                  <a:lnTo>
                    <a:pt x="1675769" y="650363"/>
                  </a:lnTo>
                  <a:lnTo>
                    <a:pt x="1676430" y="669240"/>
                  </a:lnTo>
                  <a:lnTo>
                    <a:pt x="1677091" y="693973"/>
                  </a:lnTo>
                  <a:lnTo>
                    <a:pt x="1677751" y="693170"/>
                  </a:lnTo>
                  <a:lnTo>
                    <a:pt x="1678412" y="680424"/>
                  </a:lnTo>
                  <a:lnTo>
                    <a:pt x="1679072" y="698003"/>
                  </a:lnTo>
                  <a:lnTo>
                    <a:pt x="1679733" y="678430"/>
                  </a:lnTo>
                  <a:lnTo>
                    <a:pt x="1680393" y="655945"/>
                  </a:lnTo>
                  <a:lnTo>
                    <a:pt x="1681054" y="668067"/>
                  </a:lnTo>
                  <a:lnTo>
                    <a:pt x="1681714" y="656348"/>
                  </a:lnTo>
                  <a:lnTo>
                    <a:pt x="1682375" y="661163"/>
                  </a:lnTo>
                  <a:lnTo>
                    <a:pt x="1683035" y="667658"/>
                  </a:lnTo>
                  <a:lnTo>
                    <a:pt x="1683696" y="670734"/>
                  </a:lnTo>
                  <a:lnTo>
                    <a:pt x="1684356" y="677641"/>
                  </a:lnTo>
                  <a:lnTo>
                    <a:pt x="1685017" y="656303"/>
                  </a:lnTo>
                  <a:lnTo>
                    <a:pt x="1685677" y="646593"/>
                  </a:lnTo>
                  <a:lnTo>
                    <a:pt x="1686338" y="642839"/>
                  </a:lnTo>
                  <a:lnTo>
                    <a:pt x="1686998" y="646593"/>
                  </a:lnTo>
                  <a:lnTo>
                    <a:pt x="1687659" y="659483"/>
                  </a:lnTo>
                  <a:lnTo>
                    <a:pt x="1688320" y="656303"/>
                  </a:lnTo>
                  <a:lnTo>
                    <a:pt x="1688980" y="659041"/>
                  </a:lnTo>
                  <a:lnTo>
                    <a:pt x="1689641" y="655127"/>
                  </a:lnTo>
                  <a:lnTo>
                    <a:pt x="1690301" y="673017"/>
                  </a:lnTo>
                  <a:lnTo>
                    <a:pt x="1690962" y="679094"/>
                  </a:lnTo>
                  <a:lnTo>
                    <a:pt x="1691622" y="672169"/>
                  </a:lnTo>
                  <a:lnTo>
                    <a:pt x="1692283" y="659041"/>
                  </a:lnTo>
                  <a:lnTo>
                    <a:pt x="1692943" y="659041"/>
                  </a:lnTo>
                  <a:lnTo>
                    <a:pt x="1693604" y="672169"/>
                  </a:lnTo>
                  <a:lnTo>
                    <a:pt x="1694264" y="664129"/>
                  </a:lnTo>
                  <a:lnTo>
                    <a:pt x="1694925" y="648029"/>
                  </a:lnTo>
                  <a:lnTo>
                    <a:pt x="1695585" y="659041"/>
                  </a:lnTo>
                  <a:lnTo>
                    <a:pt x="1696246" y="670835"/>
                  </a:lnTo>
                  <a:lnTo>
                    <a:pt x="1696906" y="662049"/>
                  </a:lnTo>
                  <a:lnTo>
                    <a:pt x="1697567" y="659041"/>
                  </a:lnTo>
                  <a:lnTo>
                    <a:pt x="1698228" y="680125"/>
                  </a:lnTo>
                  <a:lnTo>
                    <a:pt x="1698888" y="683343"/>
                  </a:lnTo>
                  <a:lnTo>
                    <a:pt x="1699549" y="683776"/>
                  </a:lnTo>
                  <a:lnTo>
                    <a:pt x="1700209" y="687600"/>
                  </a:lnTo>
                  <a:lnTo>
                    <a:pt x="1700870" y="659041"/>
                  </a:lnTo>
                  <a:lnTo>
                    <a:pt x="1701530" y="662049"/>
                  </a:lnTo>
                  <a:lnTo>
                    <a:pt x="1702191" y="678519"/>
                  </a:lnTo>
                  <a:lnTo>
                    <a:pt x="1702851" y="670351"/>
                  </a:lnTo>
                  <a:lnTo>
                    <a:pt x="1703512" y="675559"/>
                  </a:lnTo>
                  <a:lnTo>
                    <a:pt x="1704172" y="656303"/>
                  </a:lnTo>
                  <a:lnTo>
                    <a:pt x="1704833" y="660506"/>
                  </a:lnTo>
                  <a:lnTo>
                    <a:pt x="1705493" y="671474"/>
                  </a:lnTo>
                  <a:lnTo>
                    <a:pt x="1706154" y="664692"/>
                  </a:lnTo>
                  <a:lnTo>
                    <a:pt x="1706814" y="674970"/>
                  </a:lnTo>
                  <a:lnTo>
                    <a:pt x="1707475" y="656196"/>
                  </a:lnTo>
                  <a:lnTo>
                    <a:pt x="1708136" y="651000"/>
                  </a:lnTo>
                  <a:lnTo>
                    <a:pt x="1708796" y="660506"/>
                  </a:lnTo>
                  <a:lnTo>
                    <a:pt x="1709457" y="663844"/>
                  </a:lnTo>
                  <a:lnTo>
                    <a:pt x="1710117" y="674970"/>
                  </a:lnTo>
                  <a:lnTo>
                    <a:pt x="1710778" y="686883"/>
                  </a:lnTo>
                  <a:lnTo>
                    <a:pt x="1711438" y="662996"/>
                  </a:lnTo>
                  <a:lnTo>
                    <a:pt x="1712099" y="651000"/>
                  </a:lnTo>
                  <a:lnTo>
                    <a:pt x="1712759" y="671474"/>
                  </a:lnTo>
                  <a:lnTo>
                    <a:pt x="1713420" y="663844"/>
                  </a:lnTo>
                  <a:lnTo>
                    <a:pt x="1714080" y="653162"/>
                  </a:lnTo>
                  <a:lnTo>
                    <a:pt x="1714741" y="653584"/>
                  </a:lnTo>
                  <a:lnTo>
                    <a:pt x="1715401" y="659376"/>
                  </a:lnTo>
                  <a:lnTo>
                    <a:pt x="1716062" y="669621"/>
                  </a:lnTo>
                  <a:lnTo>
                    <a:pt x="1716722" y="671241"/>
                  </a:lnTo>
                  <a:lnTo>
                    <a:pt x="1717383" y="679429"/>
                  </a:lnTo>
                  <a:lnTo>
                    <a:pt x="1718044" y="662354"/>
                  </a:lnTo>
                  <a:lnTo>
                    <a:pt x="1718704" y="647382"/>
                  </a:lnTo>
                  <a:lnTo>
                    <a:pt x="1719365" y="655210"/>
                  </a:lnTo>
                  <a:lnTo>
                    <a:pt x="1720025" y="656513"/>
                  </a:lnTo>
                  <a:lnTo>
                    <a:pt x="1720686" y="663077"/>
                  </a:lnTo>
                  <a:lnTo>
                    <a:pt x="1721346" y="661325"/>
                  </a:lnTo>
                  <a:lnTo>
                    <a:pt x="1722007" y="653440"/>
                  </a:lnTo>
                  <a:lnTo>
                    <a:pt x="1722667" y="670961"/>
                  </a:lnTo>
                  <a:lnTo>
                    <a:pt x="1723328" y="665693"/>
                  </a:lnTo>
                  <a:lnTo>
                    <a:pt x="1723988" y="652183"/>
                  </a:lnTo>
                  <a:lnTo>
                    <a:pt x="1724649" y="666461"/>
                  </a:lnTo>
                  <a:lnTo>
                    <a:pt x="1725309" y="658593"/>
                  </a:lnTo>
                  <a:lnTo>
                    <a:pt x="1725970" y="660477"/>
                  </a:lnTo>
                  <a:lnTo>
                    <a:pt x="1726630" y="671056"/>
                  </a:lnTo>
                  <a:lnTo>
                    <a:pt x="1727291" y="673071"/>
                  </a:lnTo>
                  <a:lnTo>
                    <a:pt x="1727951" y="678999"/>
                  </a:lnTo>
                  <a:lnTo>
                    <a:pt x="1728612" y="671282"/>
                  </a:lnTo>
                  <a:lnTo>
                    <a:pt x="1729273" y="664800"/>
                  </a:lnTo>
                  <a:lnTo>
                    <a:pt x="1729933" y="666566"/>
                  </a:lnTo>
                  <a:lnTo>
                    <a:pt x="1730594" y="665199"/>
                  </a:lnTo>
                  <a:lnTo>
                    <a:pt x="1731254" y="652618"/>
                  </a:lnTo>
                  <a:lnTo>
                    <a:pt x="1731915" y="661311"/>
                  </a:lnTo>
                  <a:lnTo>
                    <a:pt x="1732575" y="661282"/>
                  </a:lnTo>
                  <a:lnTo>
                    <a:pt x="1733236" y="645110"/>
                  </a:lnTo>
                  <a:lnTo>
                    <a:pt x="1733896" y="647074"/>
                  </a:lnTo>
                  <a:lnTo>
                    <a:pt x="1734557" y="649121"/>
                  </a:lnTo>
                  <a:lnTo>
                    <a:pt x="1735217" y="640505"/>
                  </a:lnTo>
                  <a:lnTo>
                    <a:pt x="1735878" y="597183"/>
                  </a:lnTo>
                  <a:lnTo>
                    <a:pt x="1736538" y="587697"/>
                  </a:lnTo>
                  <a:lnTo>
                    <a:pt x="1737199" y="624093"/>
                  </a:lnTo>
                  <a:lnTo>
                    <a:pt x="1737859" y="585435"/>
                  </a:lnTo>
                  <a:lnTo>
                    <a:pt x="1738520" y="545865"/>
                  </a:lnTo>
                  <a:lnTo>
                    <a:pt x="1739181" y="551235"/>
                  </a:lnTo>
                  <a:lnTo>
                    <a:pt x="1739841" y="544908"/>
                  </a:lnTo>
                  <a:lnTo>
                    <a:pt x="1740502" y="460544"/>
                  </a:lnTo>
                  <a:lnTo>
                    <a:pt x="1741162" y="450608"/>
                  </a:lnTo>
                  <a:lnTo>
                    <a:pt x="1741823" y="508814"/>
                  </a:lnTo>
                  <a:lnTo>
                    <a:pt x="1742483" y="530143"/>
                  </a:lnTo>
                  <a:lnTo>
                    <a:pt x="1743144" y="539737"/>
                  </a:lnTo>
                  <a:lnTo>
                    <a:pt x="1743804" y="545865"/>
                  </a:lnTo>
                  <a:lnTo>
                    <a:pt x="1744465" y="596252"/>
                  </a:lnTo>
                  <a:lnTo>
                    <a:pt x="1745125" y="635837"/>
                  </a:lnTo>
                  <a:lnTo>
                    <a:pt x="1745786" y="641826"/>
                  </a:lnTo>
                  <a:lnTo>
                    <a:pt x="1746446" y="635693"/>
                  </a:lnTo>
                  <a:lnTo>
                    <a:pt x="1747107" y="622902"/>
                  </a:lnTo>
                  <a:lnTo>
                    <a:pt x="1747767" y="644309"/>
                  </a:lnTo>
                  <a:lnTo>
                    <a:pt x="1748428" y="641146"/>
                  </a:lnTo>
                  <a:lnTo>
                    <a:pt x="1749089" y="643356"/>
                  </a:lnTo>
                  <a:lnTo>
                    <a:pt x="1749749" y="636822"/>
                  </a:lnTo>
                  <a:lnTo>
                    <a:pt x="1750410" y="649229"/>
                  </a:lnTo>
                  <a:lnTo>
                    <a:pt x="1751070" y="670275"/>
                  </a:lnTo>
                  <a:lnTo>
                    <a:pt x="1751731" y="666339"/>
                  </a:lnTo>
                  <a:lnTo>
                    <a:pt x="1752391" y="665182"/>
                  </a:lnTo>
                  <a:lnTo>
                    <a:pt x="1753052" y="660292"/>
                  </a:lnTo>
                  <a:lnTo>
                    <a:pt x="1753712" y="664351"/>
                  </a:lnTo>
                  <a:lnTo>
                    <a:pt x="1754373" y="639527"/>
                  </a:lnTo>
                  <a:lnTo>
                    <a:pt x="1755033" y="639995"/>
                  </a:lnTo>
                  <a:lnTo>
                    <a:pt x="1755694" y="658222"/>
                  </a:lnTo>
                  <a:lnTo>
                    <a:pt x="1756354" y="648170"/>
                  </a:lnTo>
                  <a:lnTo>
                    <a:pt x="1757015" y="648058"/>
                  </a:lnTo>
                  <a:lnTo>
                    <a:pt x="1757675" y="652572"/>
                  </a:lnTo>
                  <a:lnTo>
                    <a:pt x="1758336" y="633040"/>
                  </a:lnTo>
                  <a:lnTo>
                    <a:pt x="1758996" y="612821"/>
                  </a:lnTo>
                  <a:lnTo>
                    <a:pt x="1759657" y="620251"/>
                  </a:lnTo>
                  <a:lnTo>
                    <a:pt x="1760318" y="630895"/>
                  </a:lnTo>
                  <a:lnTo>
                    <a:pt x="1760978" y="621227"/>
                  </a:lnTo>
                  <a:lnTo>
                    <a:pt x="1761639" y="621227"/>
                  </a:lnTo>
                  <a:lnTo>
                    <a:pt x="1762299" y="620359"/>
                  </a:lnTo>
                  <a:lnTo>
                    <a:pt x="1762960" y="601982"/>
                  </a:lnTo>
                  <a:lnTo>
                    <a:pt x="1763620" y="619362"/>
                  </a:lnTo>
                  <a:lnTo>
                    <a:pt x="1764281" y="651683"/>
                  </a:lnTo>
                  <a:lnTo>
                    <a:pt x="1764941" y="675097"/>
                  </a:lnTo>
                  <a:lnTo>
                    <a:pt x="1765602" y="689084"/>
                  </a:lnTo>
                  <a:lnTo>
                    <a:pt x="1766262" y="665560"/>
                  </a:lnTo>
                  <a:lnTo>
                    <a:pt x="1766923" y="670535"/>
                  </a:lnTo>
                  <a:lnTo>
                    <a:pt x="1767583" y="662478"/>
                  </a:lnTo>
                  <a:lnTo>
                    <a:pt x="1768244" y="655679"/>
                  </a:lnTo>
                  <a:lnTo>
                    <a:pt x="1768904" y="658616"/>
                  </a:lnTo>
                  <a:lnTo>
                    <a:pt x="1769565" y="669135"/>
                  </a:lnTo>
                  <a:lnTo>
                    <a:pt x="1770226" y="658889"/>
                  </a:lnTo>
                  <a:lnTo>
                    <a:pt x="1770886" y="654421"/>
                  </a:lnTo>
                  <a:lnTo>
                    <a:pt x="1771547" y="660777"/>
                  </a:lnTo>
                  <a:lnTo>
                    <a:pt x="1772207" y="639514"/>
                  </a:lnTo>
                  <a:lnTo>
                    <a:pt x="1772868" y="618100"/>
                  </a:lnTo>
                  <a:lnTo>
                    <a:pt x="1773528" y="615244"/>
                  </a:lnTo>
                  <a:lnTo>
                    <a:pt x="1774189" y="608132"/>
                  </a:lnTo>
                  <a:lnTo>
                    <a:pt x="1774849" y="612540"/>
                  </a:lnTo>
                  <a:lnTo>
                    <a:pt x="1775510" y="601470"/>
                  </a:lnTo>
                  <a:lnTo>
                    <a:pt x="1776170" y="614754"/>
                  </a:lnTo>
                  <a:lnTo>
                    <a:pt x="1776831" y="641775"/>
                  </a:lnTo>
                  <a:lnTo>
                    <a:pt x="1777491" y="644913"/>
                  </a:lnTo>
                  <a:lnTo>
                    <a:pt x="1778152" y="639736"/>
                  </a:lnTo>
                  <a:lnTo>
                    <a:pt x="1778812" y="639736"/>
                  </a:lnTo>
                  <a:lnTo>
                    <a:pt x="1779473" y="623053"/>
                  </a:lnTo>
                  <a:lnTo>
                    <a:pt x="1780134" y="616734"/>
                  </a:lnTo>
                  <a:lnTo>
                    <a:pt x="1780794" y="608436"/>
                  </a:lnTo>
                  <a:lnTo>
                    <a:pt x="1781455" y="598570"/>
                  </a:lnTo>
                  <a:lnTo>
                    <a:pt x="1782115" y="630543"/>
                  </a:lnTo>
                  <a:lnTo>
                    <a:pt x="1782776" y="675035"/>
                  </a:lnTo>
                  <a:lnTo>
                    <a:pt x="1783436" y="687925"/>
                  </a:lnTo>
                  <a:lnTo>
                    <a:pt x="1784097" y="664253"/>
                  </a:lnTo>
                  <a:lnTo>
                    <a:pt x="1784757" y="684161"/>
                  </a:lnTo>
                  <a:lnTo>
                    <a:pt x="1785418" y="663299"/>
                  </a:lnTo>
                  <a:lnTo>
                    <a:pt x="1786078" y="667865"/>
                  </a:lnTo>
                  <a:lnTo>
                    <a:pt x="1786739" y="674639"/>
                  </a:lnTo>
                  <a:lnTo>
                    <a:pt x="1787399" y="657287"/>
                  </a:lnTo>
                  <a:lnTo>
                    <a:pt x="1788060" y="623505"/>
                  </a:lnTo>
                  <a:lnTo>
                    <a:pt x="1788720" y="628706"/>
                  </a:lnTo>
                  <a:lnTo>
                    <a:pt x="1789381" y="643423"/>
                  </a:lnTo>
                  <a:lnTo>
                    <a:pt x="1790042" y="646502"/>
                  </a:lnTo>
                  <a:lnTo>
                    <a:pt x="1790702" y="646330"/>
                  </a:lnTo>
                  <a:lnTo>
                    <a:pt x="1791363" y="647804"/>
                  </a:lnTo>
                  <a:lnTo>
                    <a:pt x="1792023" y="654150"/>
                  </a:lnTo>
                  <a:lnTo>
                    <a:pt x="1792684" y="658671"/>
                  </a:lnTo>
                  <a:lnTo>
                    <a:pt x="1793344" y="628706"/>
                  </a:lnTo>
                  <a:lnTo>
                    <a:pt x="1794005" y="614327"/>
                  </a:lnTo>
                  <a:lnTo>
                    <a:pt x="1794665" y="614327"/>
                  </a:lnTo>
                  <a:lnTo>
                    <a:pt x="1795326" y="637659"/>
                  </a:lnTo>
                  <a:lnTo>
                    <a:pt x="1795986" y="637957"/>
                  </a:lnTo>
                  <a:lnTo>
                    <a:pt x="1796647" y="646069"/>
                  </a:lnTo>
                  <a:lnTo>
                    <a:pt x="1797307" y="655510"/>
                  </a:lnTo>
                  <a:lnTo>
                    <a:pt x="1797968" y="655083"/>
                  </a:lnTo>
                  <a:lnTo>
                    <a:pt x="1798628" y="620699"/>
                  </a:lnTo>
                  <a:lnTo>
                    <a:pt x="1799289" y="623556"/>
                  </a:lnTo>
                  <a:lnTo>
                    <a:pt x="1799949" y="652094"/>
                  </a:lnTo>
                  <a:lnTo>
                    <a:pt x="1800610" y="659805"/>
                  </a:lnTo>
                  <a:lnTo>
                    <a:pt x="1801271" y="658395"/>
                  </a:lnTo>
                  <a:lnTo>
                    <a:pt x="1801931" y="642704"/>
                  </a:lnTo>
                  <a:lnTo>
                    <a:pt x="1802592" y="623522"/>
                  </a:lnTo>
                  <a:lnTo>
                    <a:pt x="1803252" y="625546"/>
                  </a:lnTo>
                  <a:lnTo>
                    <a:pt x="1803913" y="632506"/>
                  </a:lnTo>
                  <a:lnTo>
                    <a:pt x="1804573" y="638377"/>
                  </a:lnTo>
                  <a:lnTo>
                    <a:pt x="1805234" y="625531"/>
                  </a:lnTo>
                  <a:lnTo>
                    <a:pt x="1805894" y="648416"/>
                  </a:lnTo>
                  <a:lnTo>
                    <a:pt x="1806555" y="652726"/>
                  </a:lnTo>
                  <a:lnTo>
                    <a:pt x="1807215" y="638217"/>
                  </a:lnTo>
                  <a:lnTo>
                    <a:pt x="1807876" y="628179"/>
                  </a:lnTo>
                  <a:lnTo>
                    <a:pt x="1808536" y="630327"/>
                  </a:lnTo>
                  <a:lnTo>
                    <a:pt x="1809197" y="643961"/>
                  </a:lnTo>
                  <a:lnTo>
                    <a:pt x="1809857" y="649718"/>
                  </a:lnTo>
                  <a:lnTo>
                    <a:pt x="1810518" y="648244"/>
                  </a:lnTo>
                  <a:lnTo>
                    <a:pt x="1811179" y="645337"/>
                  </a:lnTo>
                  <a:lnTo>
                    <a:pt x="1811839" y="646898"/>
                  </a:lnTo>
                  <a:lnTo>
                    <a:pt x="1812500" y="652504"/>
                  </a:lnTo>
                  <a:lnTo>
                    <a:pt x="1813160" y="659583"/>
                  </a:lnTo>
                  <a:lnTo>
                    <a:pt x="1813821" y="657729"/>
                  </a:lnTo>
                  <a:lnTo>
                    <a:pt x="1814481" y="648467"/>
                  </a:lnTo>
                  <a:lnTo>
                    <a:pt x="1815142" y="655023"/>
                  </a:lnTo>
                  <a:lnTo>
                    <a:pt x="1815802" y="656689"/>
                  </a:lnTo>
                  <a:lnTo>
                    <a:pt x="1816463" y="655842"/>
                  </a:lnTo>
                  <a:lnTo>
                    <a:pt x="1817123" y="626928"/>
                  </a:lnTo>
                  <a:lnTo>
                    <a:pt x="1817784" y="606757"/>
                  </a:lnTo>
                  <a:lnTo>
                    <a:pt x="1818444" y="639572"/>
                  </a:lnTo>
                  <a:lnTo>
                    <a:pt x="1819105" y="650525"/>
                  </a:lnTo>
                  <a:lnTo>
                    <a:pt x="1819765" y="660868"/>
                  </a:lnTo>
                  <a:lnTo>
                    <a:pt x="1820426" y="669809"/>
                  </a:lnTo>
                  <a:lnTo>
                    <a:pt x="1821087" y="665434"/>
                  </a:lnTo>
                  <a:lnTo>
                    <a:pt x="1821747" y="658325"/>
                  </a:lnTo>
                  <a:lnTo>
                    <a:pt x="1822408" y="681031"/>
                  </a:lnTo>
                  <a:lnTo>
                    <a:pt x="1823068" y="663223"/>
                  </a:lnTo>
                  <a:lnTo>
                    <a:pt x="1823729" y="639932"/>
                  </a:lnTo>
                  <a:lnTo>
                    <a:pt x="1824389" y="647823"/>
                  </a:lnTo>
                  <a:lnTo>
                    <a:pt x="1825050" y="644744"/>
                  </a:lnTo>
                  <a:lnTo>
                    <a:pt x="1825710" y="630536"/>
                  </a:lnTo>
                  <a:lnTo>
                    <a:pt x="1826371" y="638272"/>
                  </a:lnTo>
                  <a:lnTo>
                    <a:pt x="1827031" y="639220"/>
                  </a:lnTo>
                  <a:lnTo>
                    <a:pt x="1827692" y="647540"/>
                  </a:lnTo>
                  <a:lnTo>
                    <a:pt x="1828352" y="641849"/>
                  </a:lnTo>
                  <a:lnTo>
                    <a:pt x="1829013" y="638705"/>
                  </a:lnTo>
                  <a:lnTo>
                    <a:pt x="1829673" y="634890"/>
                  </a:lnTo>
                  <a:lnTo>
                    <a:pt x="1830334" y="645714"/>
                  </a:lnTo>
                  <a:lnTo>
                    <a:pt x="1830994" y="651097"/>
                  </a:lnTo>
                  <a:lnTo>
                    <a:pt x="1831655" y="622289"/>
                  </a:lnTo>
                  <a:lnTo>
                    <a:pt x="1832316" y="625427"/>
                  </a:lnTo>
                  <a:lnTo>
                    <a:pt x="1832976" y="620961"/>
                  </a:lnTo>
                  <a:lnTo>
                    <a:pt x="1833637" y="603438"/>
                  </a:lnTo>
                  <a:lnTo>
                    <a:pt x="1834297" y="580293"/>
                  </a:lnTo>
                  <a:lnTo>
                    <a:pt x="1834958" y="599134"/>
                  </a:lnTo>
                  <a:lnTo>
                    <a:pt x="1835618" y="613539"/>
                  </a:lnTo>
                  <a:lnTo>
                    <a:pt x="1836279" y="608858"/>
                  </a:lnTo>
                  <a:lnTo>
                    <a:pt x="1836939" y="559375"/>
                  </a:lnTo>
                  <a:lnTo>
                    <a:pt x="1837600" y="596974"/>
                  </a:lnTo>
                  <a:lnTo>
                    <a:pt x="1838260" y="637001"/>
                  </a:lnTo>
                  <a:lnTo>
                    <a:pt x="1838921" y="640080"/>
                  </a:lnTo>
                  <a:lnTo>
                    <a:pt x="1839581" y="646426"/>
                  </a:lnTo>
                  <a:lnTo>
                    <a:pt x="1840242" y="647244"/>
                  </a:lnTo>
                  <a:lnTo>
                    <a:pt x="1840902" y="645647"/>
                  </a:lnTo>
                  <a:lnTo>
                    <a:pt x="1841563" y="645821"/>
                  </a:lnTo>
                  <a:lnTo>
                    <a:pt x="1842224" y="641261"/>
                  </a:lnTo>
                  <a:lnTo>
                    <a:pt x="1842884" y="631144"/>
                  </a:lnTo>
                  <a:lnTo>
                    <a:pt x="1843545" y="645215"/>
                  </a:lnTo>
                  <a:lnTo>
                    <a:pt x="1844205" y="635543"/>
                  </a:lnTo>
                  <a:lnTo>
                    <a:pt x="1844866" y="613249"/>
                  </a:lnTo>
                  <a:lnTo>
                    <a:pt x="1845526" y="630862"/>
                  </a:lnTo>
                  <a:lnTo>
                    <a:pt x="1846187" y="634027"/>
                  </a:lnTo>
                  <a:lnTo>
                    <a:pt x="1846847" y="613408"/>
                  </a:lnTo>
                  <a:lnTo>
                    <a:pt x="1847508" y="613060"/>
                  </a:lnTo>
                  <a:lnTo>
                    <a:pt x="1848168" y="643052"/>
                  </a:lnTo>
                  <a:lnTo>
                    <a:pt x="1848829" y="646035"/>
                  </a:lnTo>
                  <a:lnTo>
                    <a:pt x="1849489" y="650895"/>
                  </a:lnTo>
                  <a:lnTo>
                    <a:pt x="1850150" y="633243"/>
                  </a:lnTo>
                  <a:lnTo>
                    <a:pt x="1850810" y="625980"/>
                  </a:lnTo>
                  <a:lnTo>
                    <a:pt x="1851471" y="615938"/>
                  </a:lnTo>
                  <a:lnTo>
                    <a:pt x="1852132" y="606356"/>
                  </a:lnTo>
                  <a:lnTo>
                    <a:pt x="1852792" y="626760"/>
                  </a:lnTo>
                  <a:lnTo>
                    <a:pt x="1853453" y="635744"/>
                  </a:lnTo>
                  <a:lnTo>
                    <a:pt x="1854113" y="646471"/>
                  </a:lnTo>
                  <a:lnTo>
                    <a:pt x="1854774" y="670011"/>
                  </a:lnTo>
                  <a:lnTo>
                    <a:pt x="1855434" y="643133"/>
                  </a:lnTo>
                  <a:lnTo>
                    <a:pt x="1856095" y="633080"/>
                  </a:lnTo>
                  <a:lnTo>
                    <a:pt x="1856755" y="631237"/>
                  </a:lnTo>
                  <a:lnTo>
                    <a:pt x="1857416" y="609100"/>
                  </a:lnTo>
                  <a:lnTo>
                    <a:pt x="1858076" y="604766"/>
                  </a:lnTo>
                  <a:lnTo>
                    <a:pt x="1858737" y="620976"/>
                  </a:lnTo>
                  <a:lnTo>
                    <a:pt x="1859397" y="646812"/>
                  </a:lnTo>
                  <a:lnTo>
                    <a:pt x="1860058" y="652027"/>
                  </a:lnTo>
                  <a:lnTo>
                    <a:pt x="1860718" y="609307"/>
                  </a:lnTo>
                  <a:lnTo>
                    <a:pt x="1861379" y="634014"/>
                  </a:lnTo>
                  <a:lnTo>
                    <a:pt x="1862040" y="652940"/>
                  </a:lnTo>
                  <a:lnTo>
                    <a:pt x="1862700" y="620461"/>
                  </a:lnTo>
                  <a:lnTo>
                    <a:pt x="1863361" y="599255"/>
                  </a:lnTo>
                  <a:lnTo>
                    <a:pt x="1864021" y="599255"/>
                  </a:lnTo>
                  <a:lnTo>
                    <a:pt x="1864682" y="644831"/>
                  </a:lnTo>
                  <a:lnTo>
                    <a:pt x="1865342" y="663516"/>
                  </a:lnTo>
                  <a:lnTo>
                    <a:pt x="1866003" y="621946"/>
                  </a:lnTo>
                  <a:lnTo>
                    <a:pt x="1866663" y="619994"/>
                  </a:lnTo>
                  <a:lnTo>
                    <a:pt x="1867324" y="589358"/>
                  </a:lnTo>
                  <a:lnTo>
                    <a:pt x="1867984" y="620872"/>
                  </a:lnTo>
                  <a:lnTo>
                    <a:pt x="1868645" y="624420"/>
                  </a:lnTo>
                  <a:lnTo>
                    <a:pt x="1869305" y="633697"/>
                  </a:lnTo>
                  <a:lnTo>
                    <a:pt x="1869966" y="649589"/>
                  </a:lnTo>
                  <a:lnTo>
                    <a:pt x="1870626" y="647677"/>
                  </a:lnTo>
                  <a:lnTo>
                    <a:pt x="1871287" y="628145"/>
                  </a:lnTo>
                  <a:lnTo>
                    <a:pt x="1871947" y="630523"/>
                  </a:lnTo>
                  <a:lnTo>
                    <a:pt x="1872608" y="628145"/>
                  </a:lnTo>
                  <a:lnTo>
                    <a:pt x="1873269" y="627975"/>
                  </a:lnTo>
                  <a:lnTo>
                    <a:pt x="1873929" y="621855"/>
                  </a:lnTo>
                  <a:lnTo>
                    <a:pt x="1874590" y="607625"/>
                  </a:lnTo>
                  <a:lnTo>
                    <a:pt x="1875250" y="614434"/>
                  </a:lnTo>
                  <a:lnTo>
                    <a:pt x="1875911" y="621870"/>
                  </a:lnTo>
                  <a:lnTo>
                    <a:pt x="1876571" y="642577"/>
                  </a:lnTo>
                  <a:lnTo>
                    <a:pt x="1877232" y="629064"/>
                  </a:lnTo>
                  <a:lnTo>
                    <a:pt x="1877892" y="621870"/>
                  </a:lnTo>
                  <a:lnTo>
                    <a:pt x="1878553" y="612677"/>
                  </a:lnTo>
                  <a:lnTo>
                    <a:pt x="1879213" y="557662"/>
                  </a:lnTo>
                  <a:lnTo>
                    <a:pt x="1879874" y="557662"/>
                  </a:lnTo>
                  <a:lnTo>
                    <a:pt x="1880534" y="570264"/>
                  </a:lnTo>
                  <a:lnTo>
                    <a:pt x="1881195" y="603365"/>
                  </a:lnTo>
                  <a:lnTo>
                    <a:pt x="1881855" y="616145"/>
                  </a:lnTo>
                  <a:lnTo>
                    <a:pt x="1882516" y="618756"/>
                  </a:lnTo>
                  <a:lnTo>
                    <a:pt x="1883177" y="611064"/>
                  </a:lnTo>
                  <a:lnTo>
                    <a:pt x="1883837" y="618458"/>
                  </a:lnTo>
                  <a:lnTo>
                    <a:pt x="1884498" y="623207"/>
                  </a:lnTo>
                  <a:lnTo>
                    <a:pt x="1885158" y="624738"/>
                  </a:lnTo>
                  <a:lnTo>
                    <a:pt x="1885819" y="638930"/>
                  </a:lnTo>
                  <a:lnTo>
                    <a:pt x="1886479" y="666977"/>
                  </a:lnTo>
                  <a:lnTo>
                    <a:pt x="1887140" y="652057"/>
                  </a:lnTo>
                  <a:lnTo>
                    <a:pt x="1887800" y="642595"/>
                  </a:lnTo>
                  <a:lnTo>
                    <a:pt x="1888461" y="619457"/>
                  </a:lnTo>
                  <a:lnTo>
                    <a:pt x="1889121" y="615807"/>
                  </a:lnTo>
                  <a:lnTo>
                    <a:pt x="1889782" y="650164"/>
                  </a:lnTo>
                  <a:lnTo>
                    <a:pt x="1890442" y="623834"/>
                  </a:lnTo>
                  <a:lnTo>
                    <a:pt x="1891103" y="623538"/>
                  </a:lnTo>
                  <a:lnTo>
                    <a:pt x="1891763" y="595595"/>
                  </a:lnTo>
                  <a:lnTo>
                    <a:pt x="1892424" y="550549"/>
                  </a:lnTo>
                  <a:lnTo>
                    <a:pt x="1893085" y="533300"/>
                  </a:lnTo>
                  <a:lnTo>
                    <a:pt x="1893745" y="542519"/>
                  </a:lnTo>
                  <a:lnTo>
                    <a:pt x="1894406" y="577459"/>
                  </a:lnTo>
                  <a:lnTo>
                    <a:pt x="1895066" y="573114"/>
                  </a:lnTo>
                  <a:lnTo>
                    <a:pt x="1895727" y="549709"/>
                  </a:lnTo>
                  <a:lnTo>
                    <a:pt x="1896387" y="531307"/>
                  </a:lnTo>
                  <a:lnTo>
                    <a:pt x="1897048" y="518440"/>
                  </a:lnTo>
                  <a:lnTo>
                    <a:pt x="1897708" y="495516"/>
                  </a:lnTo>
                  <a:lnTo>
                    <a:pt x="1898369" y="495516"/>
                  </a:lnTo>
                  <a:lnTo>
                    <a:pt x="1899029" y="493450"/>
                  </a:lnTo>
                  <a:lnTo>
                    <a:pt x="1899690" y="473647"/>
                  </a:lnTo>
                  <a:lnTo>
                    <a:pt x="1900350" y="489965"/>
                  </a:lnTo>
                  <a:lnTo>
                    <a:pt x="1901011" y="489450"/>
                  </a:lnTo>
                  <a:lnTo>
                    <a:pt x="1901671" y="526905"/>
                  </a:lnTo>
                  <a:lnTo>
                    <a:pt x="1902332" y="505079"/>
                  </a:lnTo>
                  <a:lnTo>
                    <a:pt x="1902992" y="551220"/>
                  </a:lnTo>
                  <a:lnTo>
                    <a:pt x="1903653" y="524783"/>
                  </a:lnTo>
                  <a:lnTo>
                    <a:pt x="1904314" y="486310"/>
                  </a:lnTo>
                  <a:lnTo>
                    <a:pt x="1904974" y="457414"/>
                  </a:lnTo>
                  <a:lnTo>
                    <a:pt x="1905635" y="386368"/>
                  </a:lnTo>
                  <a:lnTo>
                    <a:pt x="1906295" y="344216"/>
                  </a:lnTo>
                  <a:lnTo>
                    <a:pt x="1906956" y="319209"/>
                  </a:lnTo>
                  <a:lnTo>
                    <a:pt x="1907616" y="289534"/>
                  </a:lnTo>
                  <a:lnTo>
                    <a:pt x="1908277" y="268544"/>
                  </a:lnTo>
                  <a:lnTo>
                    <a:pt x="1908937" y="278131"/>
                  </a:lnTo>
                  <a:lnTo>
                    <a:pt x="1909598" y="268866"/>
                  </a:lnTo>
                  <a:lnTo>
                    <a:pt x="1910258" y="265735"/>
                  </a:lnTo>
                  <a:lnTo>
                    <a:pt x="1910919" y="244728"/>
                  </a:lnTo>
                  <a:lnTo>
                    <a:pt x="1911579" y="245186"/>
                  </a:lnTo>
                  <a:lnTo>
                    <a:pt x="1912240" y="257652"/>
                  </a:lnTo>
                  <a:lnTo>
                    <a:pt x="1912900" y="241832"/>
                  </a:lnTo>
                  <a:lnTo>
                    <a:pt x="1913561" y="260390"/>
                  </a:lnTo>
                  <a:lnTo>
                    <a:pt x="1914222" y="277248"/>
                  </a:lnTo>
                  <a:lnTo>
                    <a:pt x="1914882" y="293845"/>
                  </a:lnTo>
                  <a:lnTo>
                    <a:pt x="1915543" y="291101"/>
                  </a:lnTo>
                  <a:lnTo>
                    <a:pt x="1916203" y="344763"/>
                  </a:lnTo>
                  <a:lnTo>
                    <a:pt x="1916864" y="408328"/>
                  </a:lnTo>
                  <a:lnTo>
                    <a:pt x="1917524" y="408328"/>
                  </a:lnTo>
                  <a:lnTo>
                    <a:pt x="1918185" y="395727"/>
                  </a:lnTo>
                  <a:lnTo>
                    <a:pt x="1918845" y="436260"/>
                  </a:lnTo>
                  <a:lnTo>
                    <a:pt x="1919506" y="449692"/>
                  </a:lnTo>
                  <a:lnTo>
                    <a:pt x="1920166" y="419427"/>
                  </a:lnTo>
                  <a:lnTo>
                    <a:pt x="1920827" y="441509"/>
                  </a:lnTo>
                  <a:lnTo>
                    <a:pt x="1921487" y="465209"/>
                  </a:lnTo>
                  <a:lnTo>
                    <a:pt x="1922148" y="425724"/>
                  </a:lnTo>
                  <a:lnTo>
                    <a:pt x="1922808" y="431687"/>
                  </a:lnTo>
                  <a:lnTo>
                    <a:pt x="1923469" y="341325"/>
                  </a:lnTo>
                  <a:lnTo>
                    <a:pt x="1924130" y="369964"/>
                  </a:lnTo>
                  <a:lnTo>
                    <a:pt x="1924790" y="342951"/>
                  </a:lnTo>
                  <a:lnTo>
                    <a:pt x="1925451" y="282184"/>
                  </a:lnTo>
                  <a:lnTo>
                    <a:pt x="1926111" y="297219"/>
                  </a:lnTo>
                  <a:lnTo>
                    <a:pt x="1926772" y="309979"/>
                  </a:lnTo>
                  <a:lnTo>
                    <a:pt x="1927432" y="294404"/>
                  </a:lnTo>
                  <a:lnTo>
                    <a:pt x="1928093" y="254525"/>
                  </a:lnTo>
                  <a:lnTo>
                    <a:pt x="1928753" y="249428"/>
                  </a:lnTo>
                  <a:lnTo>
                    <a:pt x="1929414" y="214049"/>
                  </a:lnTo>
                  <a:lnTo>
                    <a:pt x="1930074" y="170322"/>
                  </a:lnTo>
                  <a:lnTo>
                    <a:pt x="1930735" y="146116"/>
                  </a:lnTo>
                  <a:lnTo>
                    <a:pt x="1931395" y="125317"/>
                  </a:lnTo>
                  <a:lnTo>
                    <a:pt x="1932056" y="123801"/>
                  </a:lnTo>
                  <a:lnTo>
                    <a:pt x="1932716" y="124056"/>
                  </a:lnTo>
                  <a:lnTo>
                    <a:pt x="1933377" y="123616"/>
                  </a:lnTo>
                  <a:lnTo>
                    <a:pt x="1934038" y="123616"/>
                  </a:lnTo>
                  <a:lnTo>
                    <a:pt x="1934698" y="122547"/>
                  </a:lnTo>
                  <a:lnTo>
                    <a:pt x="1935359" y="102926"/>
                  </a:lnTo>
                  <a:lnTo>
                    <a:pt x="1936019" y="97050"/>
                  </a:lnTo>
                  <a:lnTo>
                    <a:pt x="1936680" y="122362"/>
                  </a:lnTo>
                  <a:lnTo>
                    <a:pt x="1937340" y="122547"/>
                  </a:lnTo>
                  <a:lnTo>
                    <a:pt x="1938001" y="169023"/>
                  </a:lnTo>
                  <a:lnTo>
                    <a:pt x="1938661" y="228441"/>
                  </a:lnTo>
                  <a:lnTo>
                    <a:pt x="1939322" y="232474"/>
                  </a:lnTo>
                  <a:lnTo>
                    <a:pt x="1939982" y="255643"/>
                  </a:lnTo>
                  <a:lnTo>
                    <a:pt x="1940643" y="288875"/>
                  </a:lnTo>
                  <a:lnTo>
                    <a:pt x="1941303" y="332704"/>
                  </a:lnTo>
                  <a:lnTo>
                    <a:pt x="1941964" y="340338"/>
                  </a:lnTo>
                  <a:lnTo>
                    <a:pt x="1942624" y="319049"/>
                  </a:lnTo>
                  <a:lnTo>
                    <a:pt x="1943285" y="325449"/>
                  </a:lnTo>
                  <a:lnTo>
                    <a:pt x="1943945" y="350485"/>
                  </a:lnTo>
                  <a:lnTo>
                    <a:pt x="1944606" y="390687"/>
                  </a:lnTo>
                  <a:lnTo>
                    <a:pt x="1945267" y="382922"/>
                  </a:lnTo>
                  <a:lnTo>
                    <a:pt x="1945927" y="388371"/>
                  </a:lnTo>
                  <a:lnTo>
                    <a:pt x="1946588" y="375727"/>
                  </a:lnTo>
                  <a:lnTo>
                    <a:pt x="1947248" y="407706"/>
                  </a:lnTo>
                  <a:lnTo>
                    <a:pt x="1947909" y="405044"/>
                  </a:lnTo>
                  <a:lnTo>
                    <a:pt x="1948569" y="403228"/>
                  </a:lnTo>
                  <a:lnTo>
                    <a:pt x="1949230" y="351047"/>
                  </a:lnTo>
                  <a:lnTo>
                    <a:pt x="1949890" y="349997"/>
                  </a:lnTo>
                  <a:lnTo>
                    <a:pt x="1950551" y="316378"/>
                  </a:lnTo>
                  <a:lnTo>
                    <a:pt x="1951211" y="296125"/>
                  </a:lnTo>
                  <a:lnTo>
                    <a:pt x="1951872" y="240389"/>
                  </a:lnTo>
                  <a:lnTo>
                    <a:pt x="1952532" y="173396"/>
                  </a:lnTo>
                  <a:lnTo>
                    <a:pt x="1953193" y="186002"/>
                  </a:lnTo>
                  <a:lnTo>
                    <a:pt x="1953853" y="172697"/>
                  </a:lnTo>
                  <a:lnTo>
                    <a:pt x="1954514" y="188516"/>
                  </a:lnTo>
                  <a:lnTo>
                    <a:pt x="1955175" y="205833"/>
                  </a:lnTo>
                  <a:lnTo>
                    <a:pt x="1955835" y="208866"/>
                  </a:lnTo>
                  <a:lnTo>
                    <a:pt x="1956496" y="225154"/>
                  </a:lnTo>
                  <a:lnTo>
                    <a:pt x="1957156" y="264896"/>
                  </a:lnTo>
                  <a:lnTo>
                    <a:pt x="1957817" y="310374"/>
                  </a:lnTo>
                  <a:lnTo>
                    <a:pt x="1958477" y="326408"/>
                  </a:lnTo>
                  <a:lnTo>
                    <a:pt x="1959138" y="362317"/>
                  </a:lnTo>
                  <a:lnTo>
                    <a:pt x="1959798" y="406205"/>
                  </a:lnTo>
                  <a:lnTo>
                    <a:pt x="1960459" y="449274"/>
                  </a:lnTo>
                  <a:lnTo>
                    <a:pt x="1961119" y="439385"/>
                  </a:lnTo>
                  <a:lnTo>
                    <a:pt x="1961780" y="422116"/>
                  </a:lnTo>
                  <a:lnTo>
                    <a:pt x="1962440" y="450702"/>
                  </a:lnTo>
                  <a:lnTo>
                    <a:pt x="1963101" y="454955"/>
                  </a:lnTo>
                  <a:lnTo>
                    <a:pt x="1963761" y="474360"/>
                  </a:lnTo>
                  <a:lnTo>
                    <a:pt x="1964422" y="450579"/>
                  </a:lnTo>
                  <a:lnTo>
                    <a:pt x="1965083" y="416708"/>
                  </a:lnTo>
                  <a:lnTo>
                    <a:pt x="1965743" y="432806"/>
                  </a:lnTo>
                  <a:lnTo>
                    <a:pt x="1966404" y="416466"/>
                  </a:lnTo>
                  <a:lnTo>
                    <a:pt x="1967064" y="387005"/>
                  </a:lnTo>
                  <a:lnTo>
                    <a:pt x="1967725" y="318559"/>
                  </a:lnTo>
                  <a:lnTo>
                    <a:pt x="1968385" y="294469"/>
                  </a:lnTo>
                  <a:lnTo>
                    <a:pt x="1969046" y="234423"/>
                  </a:lnTo>
                  <a:lnTo>
                    <a:pt x="1969706" y="213675"/>
                  </a:lnTo>
                  <a:lnTo>
                    <a:pt x="1970367" y="230833"/>
                  </a:lnTo>
                  <a:lnTo>
                    <a:pt x="1971027" y="212297"/>
                  </a:lnTo>
                  <a:lnTo>
                    <a:pt x="1971688" y="179242"/>
                  </a:lnTo>
                  <a:lnTo>
                    <a:pt x="1972348" y="221613"/>
                  </a:lnTo>
                  <a:lnTo>
                    <a:pt x="1973009" y="241028"/>
                  </a:lnTo>
                  <a:lnTo>
                    <a:pt x="1973669" y="257284"/>
                  </a:lnTo>
                  <a:lnTo>
                    <a:pt x="1974330" y="287157"/>
                  </a:lnTo>
                  <a:lnTo>
                    <a:pt x="1974990" y="348849"/>
                  </a:lnTo>
                  <a:lnTo>
                    <a:pt x="1975651" y="409524"/>
                  </a:lnTo>
                  <a:lnTo>
                    <a:pt x="1976312" y="435982"/>
                  </a:lnTo>
                  <a:lnTo>
                    <a:pt x="1976972" y="480156"/>
                  </a:lnTo>
                  <a:lnTo>
                    <a:pt x="1977633" y="513483"/>
                  </a:lnTo>
                  <a:lnTo>
                    <a:pt x="1978293" y="495755"/>
                  </a:lnTo>
                  <a:lnTo>
                    <a:pt x="1978954" y="537629"/>
                  </a:lnTo>
                  <a:lnTo>
                    <a:pt x="1979614" y="527240"/>
                  </a:lnTo>
                  <a:lnTo>
                    <a:pt x="1980275" y="516600"/>
                  </a:lnTo>
                  <a:lnTo>
                    <a:pt x="1980935" y="548945"/>
                  </a:lnTo>
                  <a:lnTo>
                    <a:pt x="1981596" y="566057"/>
                  </a:lnTo>
                  <a:lnTo>
                    <a:pt x="1982256" y="523890"/>
                  </a:lnTo>
                  <a:lnTo>
                    <a:pt x="1982917" y="535926"/>
                  </a:lnTo>
                  <a:lnTo>
                    <a:pt x="1983577" y="543692"/>
                  </a:lnTo>
                  <a:lnTo>
                    <a:pt x="1984238" y="533243"/>
                  </a:lnTo>
                  <a:lnTo>
                    <a:pt x="1984898" y="523400"/>
                  </a:lnTo>
                  <a:lnTo>
                    <a:pt x="1985559" y="542306"/>
                  </a:lnTo>
                  <a:lnTo>
                    <a:pt x="1986220" y="607756"/>
                  </a:lnTo>
                  <a:lnTo>
                    <a:pt x="1986880" y="598674"/>
                  </a:lnTo>
                  <a:lnTo>
                    <a:pt x="1987541" y="593333"/>
                  </a:lnTo>
                  <a:lnTo>
                    <a:pt x="1988201" y="565695"/>
                  </a:lnTo>
                  <a:lnTo>
                    <a:pt x="1988862" y="568802"/>
                  </a:lnTo>
                  <a:lnTo>
                    <a:pt x="1989522" y="554414"/>
                  </a:lnTo>
                  <a:lnTo>
                    <a:pt x="1990183" y="562858"/>
                  </a:lnTo>
                  <a:lnTo>
                    <a:pt x="1990843" y="603904"/>
                  </a:lnTo>
                  <a:lnTo>
                    <a:pt x="1991504" y="529753"/>
                  </a:lnTo>
                  <a:lnTo>
                    <a:pt x="1992164" y="504831"/>
                  </a:lnTo>
                  <a:lnTo>
                    <a:pt x="1992825" y="510320"/>
                  </a:lnTo>
                  <a:lnTo>
                    <a:pt x="1993485" y="490664"/>
                  </a:lnTo>
                  <a:lnTo>
                    <a:pt x="1994146" y="497720"/>
                  </a:lnTo>
                  <a:lnTo>
                    <a:pt x="1994806" y="530838"/>
                  </a:lnTo>
                  <a:lnTo>
                    <a:pt x="1995467" y="547154"/>
                  </a:lnTo>
                  <a:lnTo>
                    <a:pt x="1996128" y="561204"/>
                  </a:lnTo>
                  <a:lnTo>
                    <a:pt x="1996788" y="534027"/>
                  </a:lnTo>
                  <a:lnTo>
                    <a:pt x="1997449" y="531965"/>
                  </a:lnTo>
                  <a:lnTo>
                    <a:pt x="1998109" y="533210"/>
                  </a:lnTo>
                  <a:lnTo>
                    <a:pt x="1998770" y="513802"/>
                  </a:lnTo>
                  <a:lnTo>
                    <a:pt x="1999430" y="504362"/>
                  </a:lnTo>
                  <a:lnTo>
                    <a:pt x="2000091" y="500329"/>
                  </a:lnTo>
                  <a:lnTo>
                    <a:pt x="2000751" y="488150"/>
                  </a:lnTo>
                  <a:lnTo>
                    <a:pt x="2001412" y="493744"/>
                  </a:lnTo>
                  <a:lnTo>
                    <a:pt x="2002072" y="486752"/>
                  </a:lnTo>
                  <a:lnTo>
                    <a:pt x="2002733" y="487100"/>
                  </a:lnTo>
                  <a:lnTo>
                    <a:pt x="2003393" y="491364"/>
                  </a:lnTo>
                  <a:lnTo>
                    <a:pt x="2004054" y="495030"/>
                  </a:lnTo>
                  <a:lnTo>
                    <a:pt x="2004714" y="479699"/>
                  </a:lnTo>
                  <a:lnTo>
                    <a:pt x="2005375" y="465403"/>
                  </a:lnTo>
                  <a:lnTo>
                    <a:pt x="2006036" y="483815"/>
                  </a:lnTo>
                  <a:lnTo>
                    <a:pt x="2006696" y="514090"/>
                  </a:lnTo>
                  <a:lnTo>
                    <a:pt x="2007357" y="488884"/>
                  </a:lnTo>
                  <a:lnTo>
                    <a:pt x="2008017" y="483630"/>
                  </a:lnTo>
                  <a:lnTo>
                    <a:pt x="2008678" y="471004"/>
                  </a:lnTo>
                  <a:lnTo>
                    <a:pt x="2009338" y="466724"/>
                  </a:lnTo>
                  <a:lnTo>
                    <a:pt x="2009999" y="446566"/>
                  </a:lnTo>
                  <a:lnTo>
                    <a:pt x="2010659" y="455848"/>
                  </a:lnTo>
                  <a:lnTo>
                    <a:pt x="2011320" y="455509"/>
                  </a:lnTo>
                  <a:lnTo>
                    <a:pt x="2011980" y="512723"/>
                  </a:lnTo>
                  <a:lnTo>
                    <a:pt x="2012641" y="475684"/>
                  </a:lnTo>
                  <a:lnTo>
                    <a:pt x="2013301" y="470878"/>
                  </a:lnTo>
                  <a:lnTo>
                    <a:pt x="2013962" y="460488"/>
                  </a:lnTo>
                  <a:lnTo>
                    <a:pt x="2014622" y="475334"/>
                  </a:lnTo>
                  <a:lnTo>
                    <a:pt x="2015283" y="421026"/>
                  </a:lnTo>
                  <a:lnTo>
                    <a:pt x="2015943" y="363117"/>
                  </a:lnTo>
                  <a:lnTo>
                    <a:pt x="2016604" y="350114"/>
                  </a:lnTo>
                  <a:lnTo>
                    <a:pt x="2017265" y="314541"/>
                  </a:lnTo>
                  <a:lnTo>
                    <a:pt x="2017925" y="272375"/>
                  </a:lnTo>
                  <a:lnTo>
                    <a:pt x="2018586" y="290766"/>
                  </a:lnTo>
                  <a:lnTo>
                    <a:pt x="2019246" y="282603"/>
                  </a:lnTo>
                  <a:lnTo>
                    <a:pt x="2019907" y="278582"/>
                  </a:lnTo>
                  <a:lnTo>
                    <a:pt x="2020567" y="282154"/>
                  </a:lnTo>
                  <a:lnTo>
                    <a:pt x="2021228" y="287322"/>
                  </a:lnTo>
                  <a:lnTo>
                    <a:pt x="2021888" y="287322"/>
                  </a:lnTo>
                  <a:lnTo>
                    <a:pt x="2022549" y="303323"/>
                  </a:lnTo>
                  <a:lnTo>
                    <a:pt x="2023209" y="317917"/>
                  </a:lnTo>
                  <a:lnTo>
                    <a:pt x="2023870" y="334821"/>
                  </a:lnTo>
                  <a:lnTo>
                    <a:pt x="2024530" y="355933"/>
                  </a:lnTo>
                  <a:lnTo>
                    <a:pt x="2025191" y="394653"/>
                  </a:lnTo>
                  <a:lnTo>
                    <a:pt x="2025851" y="461161"/>
                  </a:lnTo>
                  <a:lnTo>
                    <a:pt x="2026512" y="492449"/>
                  </a:lnTo>
                  <a:lnTo>
                    <a:pt x="2027173" y="508971"/>
                  </a:lnTo>
                  <a:lnTo>
                    <a:pt x="2027833" y="500886"/>
                  </a:lnTo>
                  <a:lnTo>
                    <a:pt x="2028494" y="558501"/>
                  </a:lnTo>
                  <a:lnTo>
                    <a:pt x="2029154" y="527200"/>
                  </a:lnTo>
                  <a:lnTo>
                    <a:pt x="2029815" y="517739"/>
                  </a:lnTo>
                  <a:lnTo>
                    <a:pt x="2030475" y="535639"/>
                  </a:lnTo>
                  <a:lnTo>
                    <a:pt x="2031136" y="556726"/>
                  </a:lnTo>
                  <a:lnTo>
                    <a:pt x="2031796" y="550618"/>
                  </a:lnTo>
                  <a:lnTo>
                    <a:pt x="2032457" y="555505"/>
                  </a:lnTo>
                  <a:lnTo>
                    <a:pt x="2033117" y="529210"/>
                  </a:lnTo>
                  <a:lnTo>
                    <a:pt x="2033778" y="562455"/>
                  </a:lnTo>
                  <a:lnTo>
                    <a:pt x="2034438" y="574898"/>
                  </a:lnTo>
                  <a:lnTo>
                    <a:pt x="2035099" y="576705"/>
                  </a:lnTo>
                  <a:lnTo>
                    <a:pt x="2035759" y="561056"/>
                  </a:lnTo>
                  <a:lnTo>
                    <a:pt x="2036420" y="590988"/>
                  </a:lnTo>
                  <a:lnTo>
                    <a:pt x="2037081" y="572625"/>
                  </a:lnTo>
                  <a:lnTo>
                    <a:pt x="2037741" y="576819"/>
                  </a:lnTo>
                  <a:lnTo>
                    <a:pt x="2038402" y="581493"/>
                  </a:lnTo>
                  <a:lnTo>
                    <a:pt x="2039062" y="564279"/>
                  </a:lnTo>
                  <a:lnTo>
                    <a:pt x="2039723" y="581515"/>
                  </a:lnTo>
                  <a:lnTo>
                    <a:pt x="2040383" y="571184"/>
                  </a:lnTo>
                  <a:lnTo>
                    <a:pt x="2041044" y="554895"/>
                  </a:lnTo>
                  <a:lnTo>
                    <a:pt x="2041704" y="589923"/>
                  </a:lnTo>
                  <a:lnTo>
                    <a:pt x="2042365" y="626343"/>
                  </a:lnTo>
                  <a:lnTo>
                    <a:pt x="2043025" y="614944"/>
                  </a:lnTo>
                  <a:lnTo>
                    <a:pt x="2043686" y="625194"/>
                  </a:lnTo>
                  <a:lnTo>
                    <a:pt x="2044346" y="617041"/>
                  </a:lnTo>
                  <a:lnTo>
                    <a:pt x="2045007" y="605964"/>
                  </a:lnTo>
                  <a:lnTo>
                    <a:pt x="2045667" y="629907"/>
                  </a:lnTo>
                  <a:lnTo>
                    <a:pt x="2046328" y="613919"/>
                  </a:lnTo>
                  <a:lnTo>
                    <a:pt x="2046988" y="629060"/>
                  </a:lnTo>
                  <a:lnTo>
                    <a:pt x="2047649" y="653239"/>
                  </a:lnTo>
                  <a:lnTo>
                    <a:pt x="2048310" y="648057"/>
                  </a:lnTo>
                  <a:lnTo>
                    <a:pt x="2048970" y="655533"/>
                  </a:lnTo>
                  <a:lnTo>
                    <a:pt x="2049631" y="624591"/>
                  </a:lnTo>
                  <a:lnTo>
                    <a:pt x="2050291" y="657621"/>
                  </a:lnTo>
                  <a:lnTo>
                    <a:pt x="2050952" y="652042"/>
                  </a:lnTo>
                  <a:lnTo>
                    <a:pt x="2051612" y="620383"/>
                  </a:lnTo>
                  <a:lnTo>
                    <a:pt x="2052273" y="626271"/>
                  </a:lnTo>
                  <a:lnTo>
                    <a:pt x="2052933" y="624464"/>
                  </a:lnTo>
                  <a:lnTo>
                    <a:pt x="2053594" y="628650"/>
                  </a:lnTo>
                  <a:lnTo>
                    <a:pt x="2054254" y="624874"/>
                  </a:lnTo>
                  <a:lnTo>
                    <a:pt x="2054915" y="620211"/>
                  </a:lnTo>
                  <a:lnTo>
                    <a:pt x="2055575" y="627841"/>
                  </a:lnTo>
                  <a:lnTo>
                    <a:pt x="2056236" y="647751"/>
                  </a:lnTo>
                  <a:lnTo>
                    <a:pt x="2056896" y="656130"/>
                  </a:lnTo>
                  <a:lnTo>
                    <a:pt x="2057557" y="639739"/>
                  </a:lnTo>
                  <a:lnTo>
                    <a:pt x="2058218" y="653235"/>
                  </a:lnTo>
                  <a:lnTo>
                    <a:pt x="2058878" y="627722"/>
                  </a:lnTo>
                  <a:lnTo>
                    <a:pt x="2059539" y="617813"/>
                  </a:lnTo>
                  <a:lnTo>
                    <a:pt x="2060199" y="610833"/>
                  </a:lnTo>
                  <a:lnTo>
                    <a:pt x="2060860" y="608225"/>
                  </a:lnTo>
                  <a:lnTo>
                    <a:pt x="2061520" y="631886"/>
                  </a:lnTo>
                  <a:lnTo>
                    <a:pt x="2062181" y="652125"/>
                  </a:lnTo>
                  <a:lnTo>
                    <a:pt x="2062841" y="646366"/>
                  </a:lnTo>
                  <a:lnTo>
                    <a:pt x="2063502" y="633286"/>
                  </a:lnTo>
                  <a:lnTo>
                    <a:pt x="2064162" y="627918"/>
                  </a:lnTo>
                  <a:lnTo>
                    <a:pt x="2064823" y="623056"/>
                  </a:lnTo>
                  <a:lnTo>
                    <a:pt x="2065483" y="630711"/>
                  </a:lnTo>
                  <a:lnTo>
                    <a:pt x="2066144" y="616811"/>
                  </a:lnTo>
                  <a:lnTo>
                    <a:pt x="2066804" y="585505"/>
                  </a:lnTo>
                  <a:lnTo>
                    <a:pt x="2067465" y="615428"/>
                  </a:lnTo>
                  <a:lnTo>
                    <a:pt x="2068126" y="617806"/>
                  </a:lnTo>
                  <a:lnTo>
                    <a:pt x="2068786" y="633759"/>
                  </a:lnTo>
                  <a:lnTo>
                    <a:pt x="2069447" y="636049"/>
                  </a:lnTo>
                  <a:lnTo>
                    <a:pt x="2070107" y="641115"/>
                  </a:lnTo>
                  <a:lnTo>
                    <a:pt x="2070768" y="657692"/>
                  </a:lnTo>
                  <a:lnTo>
                    <a:pt x="2071428" y="657540"/>
                  </a:lnTo>
                  <a:lnTo>
                    <a:pt x="2072089" y="646266"/>
                  </a:lnTo>
                  <a:lnTo>
                    <a:pt x="2072749" y="647579"/>
                  </a:lnTo>
                  <a:lnTo>
                    <a:pt x="2073410" y="665637"/>
                  </a:lnTo>
                  <a:lnTo>
                    <a:pt x="2074070" y="664472"/>
                  </a:lnTo>
                  <a:lnTo>
                    <a:pt x="2074731" y="670445"/>
                  </a:lnTo>
                  <a:lnTo>
                    <a:pt x="2075391" y="649666"/>
                  </a:lnTo>
                  <a:lnTo>
                    <a:pt x="2076052" y="658152"/>
                  </a:lnTo>
                  <a:lnTo>
                    <a:pt x="2076712" y="671087"/>
                  </a:lnTo>
                  <a:lnTo>
                    <a:pt x="2077373" y="658152"/>
                  </a:lnTo>
                  <a:lnTo>
                    <a:pt x="2078034" y="645071"/>
                  </a:lnTo>
                  <a:lnTo>
                    <a:pt x="2078694" y="629489"/>
                  </a:lnTo>
                  <a:lnTo>
                    <a:pt x="2079355" y="628501"/>
                  </a:lnTo>
                  <a:lnTo>
                    <a:pt x="2080015" y="650068"/>
                  </a:lnTo>
                  <a:lnTo>
                    <a:pt x="2080676" y="644737"/>
                  </a:lnTo>
                  <a:lnTo>
                    <a:pt x="2081336" y="639445"/>
                  </a:lnTo>
                  <a:lnTo>
                    <a:pt x="2081997" y="672283"/>
                  </a:lnTo>
                  <a:lnTo>
                    <a:pt x="2082657" y="657943"/>
                  </a:lnTo>
                  <a:lnTo>
                    <a:pt x="2083318" y="657079"/>
                  </a:lnTo>
                  <a:lnTo>
                    <a:pt x="2083978" y="651027"/>
                  </a:lnTo>
                  <a:lnTo>
                    <a:pt x="2084639" y="641889"/>
                  </a:lnTo>
                  <a:lnTo>
                    <a:pt x="2085299" y="644501"/>
                  </a:lnTo>
                  <a:lnTo>
                    <a:pt x="2085960" y="652997"/>
                  </a:lnTo>
                  <a:lnTo>
                    <a:pt x="2086620" y="648811"/>
                  </a:lnTo>
                  <a:lnTo>
                    <a:pt x="2087281" y="651875"/>
                  </a:lnTo>
                  <a:lnTo>
                    <a:pt x="2087941" y="648250"/>
                  </a:lnTo>
                  <a:lnTo>
                    <a:pt x="2088602" y="685290"/>
                  </a:lnTo>
                  <a:lnTo>
                    <a:pt x="2089263" y="663499"/>
                  </a:lnTo>
                  <a:lnTo>
                    <a:pt x="2089923" y="647283"/>
                  </a:lnTo>
                  <a:lnTo>
                    <a:pt x="2090584" y="646402"/>
                  </a:lnTo>
                  <a:lnTo>
                    <a:pt x="2091244" y="639480"/>
                  </a:lnTo>
                  <a:lnTo>
                    <a:pt x="2091905" y="642091"/>
                  </a:lnTo>
                  <a:lnTo>
                    <a:pt x="2092565" y="656728"/>
                  </a:lnTo>
                  <a:lnTo>
                    <a:pt x="2093226" y="646858"/>
                  </a:lnTo>
                  <a:lnTo>
                    <a:pt x="2093886" y="639210"/>
                  </a:lnTo>
                  <a:lnTo>
                    <a:pt x="2094547" y="639210"/>
                  </a:lnTo>
                  <a:lnTo>
                    <a:pt x="2095207" y="636131"/>
                  </a:lnTo>
                  <a:lnTo>
                    <a:pt x="2095868" y="619923"/>
                  </a:lnTo>
                  <a:lnTo>
                    <a:pt x="2096528" y="608862"/>
                  </a:lnTo>
                  <a:lnTo>
                    <a:pt x="2097189" y="630407"/>
                  </a:lnTo>
                  <a:lnTo>
                    <a:pt x="2097849" y="643520"/>
                  </a:lnTo>
                  <a:lnTo>
                    <a:pt x="2098510" y="645521"/>
                  </a:lnTo>
                  <a:lnTo>
                    <a:pt x="2099171" y="645521"/>
                  </a:lnTo>
                  <a:lnTo>
                    <a:pt x="2099831" y="643643"/>
                  </a:lnTo>
                  <a:lnTo>
                    <a:pt x="2100492" y="644884"/>
                  </a:lnTo>
                  <a:lnTo>
                    <a:pt x="2101152" y="641978"/>
                  </a:lnTo>
                  <a:lnTo>
                    <a:pt x="2101813" y="641978"/>
                  </a:lnTo>
                  <a:lnTo>
                    <a:pt x="2102473" y="646318"/>
                  </a:lnTo>
                  <a:lnTo>
                    <a:pt x="2103134" y="643999"/>
                  </a:lnTo>
                  <a:lnTo>
                    <a:pt x="2103794" y="649995"/>
                  </a:lnTo>
                  <a:lnTo>
                    <a:pt x="2104455" y="658226"/>
                  </a:lnTo>
                  <a:lnTo>
                    <a:pt x="2105115" y="680712"/>
                  </a:lnTo>
                  <a:lnTo>
                    <a:pt x="2105776" y="683542"/>
                  </a:lnTo>
                  <a:lnTo>
                    <a:pt x="2106436" y="659859"/>
                  </a:lnTo>
                  <a:lnTo>
                    <a:pt x="2107097" y="665175"/>
                  </a:lnTo>
                  <a:lnTo>
                    <a:pt x="2107757" y="682600"/>
                  </a:lnTo>
                  <a:lnTo>
                    <a:pt x="2108418" y="660615"/>
                  </a:lnTo>
                  <a:lnTo>
                    <a:pt x="2109079" y="654116"/>
                  </a:lnTo>
                  <a:lnTo>
                    <a:pt x="2109739" y="659312"/>
                  </a:lnTo>
                  <a:lnTo>
                    <a:pt x="2110400" y="655443"/>
                  </a:lnTo>
                  <a:lnTo>
                    <a:pt x="2111060" y="657699"/>
                  </a:lnTo>
                  <a:lnTo>
                    <a:pt x="2111721" y="659820"/>
                  </a:lnTo>
                  <a:lnTo>
                    <a:pt x="2112381" y="679684"/>
                  </a:lnTo>
                  <a:lnTo>
                    <a:pt x="2113042" y="669043"/>
                  </a:lnTo>
                  <a:lnTo>
                    <a:pt x="2113702" y="658957"/>
                  </a:lnTo>
                  <a:lnTo>
                    <a:pt x="2114363" y="657654"/>
                  </a:lnTo>
                  <a:lnTo>
                    <a:pt x="2115023" y="671585"/>
                  </a:lnTo>
                  <a:lnTo>
                    <a:pt x="2115684" y="685978"/>
                  </a:lnTo>
                  <a:lnTo>
                    <a:pt x="2116344" y="665303"/>
                  </a:lnTo>
                  <a:lnTo>
                    <a:pt x="2117005" y="666150"/>
                  </a:lnTo>
                  <a:lnTo>
                    <a:pt x="2117665" y="669452"/>
                  </a:lnTo>
                  <a:lnTo>
                    <a:pt x="2118326" y="666150"/>
                  </a:lnTo>
                  <a:lnTo>
                    <a:pt x="2118986" y="657654"/>
                  </a:lnTo>
                  <a:lnTo>
                    <a:pt x="2119647" y="657482"/>
                  </a:lnTo>
                  <a:lnTo>
                    <a:pt x="2120308" y="660834"/>
                  </a:lnTo>
                  <a:lnTo>
                    <a:pt x="2120968" y="657482"/>
                  </a:lnTo>
                  <a:lnTo>
                    <a:pt x="2121629" y="654013"/>
                  </a:lnTo>
                  <a:lnTo>
                    <a:pt x="2122289" y="656083"/>
                  </a:lnTo>
                  <a:lnTo>
                    <a:pt x="2122950" y="664113"/>
                  </a:lnTo>
                  <a:lnTo>
                    <a:pt x="2123610" y="663401"/>
                  </a:lnTo>
                  <a:lnTo>
                    <a:pt x="2124271" y="632560"/>
                  </a:lnTo>
                  <a:lnTo>
                    <a:pt x="2124931" y="615272"/>
                  </a:lnTo>
                  <a:lnTo>
                    <a:pt x="2125592" y="569054"/>
                  </a:lnTo>
                  <a:lnTo>
                    <a:pt x="2126252" y="542852"/>
                  </a:lnTo>
                  <a:lnTo>
                    <a:pt x="2126913" y="540791"/>
                  </a:lnTo>
                  <a:lnTo>
                    <a:pt x="2127573" y="541185"/>
                  </a:lnTo>
                  <a:lnTo>
                    <a:pt x="2128234" y="541001"/>
                  </a:lnTo>
                  <a:lnTo>
                    <a:pt x="2128894" y="537877"/>
                  </a:lnTo>
                  <a:lnTo>
                    <a:pt x="2129555" y="590658"/>
                  </a:lnTo>
                  <a:lnTo>
                    <a:pt x="2130216" y="608038"/>
                  </a:lnTo>
                  <a:lnTo>
                    <a:pt x="2130876" y="606621"/>
                  </a:lnTo>
                  <a:lnTo>
                    <a:pt x="2131537" y="606621"/>
                  </a:lnTo>
                  <a:lnTo>
                    <a:pt x="2132197" y="600607"/>
                  </a:lnTo>
                  <a:lnTo>
                    <a:pt x="2132858" y="607533"/>
                  </a:lnTo>
                  <a:lnTo>
                    <a:pt x="2133518" y="629853"/>
                  </a:lnTo>
                  <a:lnTo>
                    <a:pt x="2134179" y="621472"/>
                  </a:lnTo>
                  <a:lnTo>
                    <a:pt x="2134839" y="610722"/>
                  </a:lnTo>
                  <a:lnTo>
                    <a:pt x="2135500" y="600840"/>
                  </a:lnTo>
                  <a:lnTo>
                    <a:pt x="2136160" y="607414"/>
                  </a:lnTo>
                  <a:lnTo>
                    <a:pt x="2136821" y="602298"/>
                  </a:lnTo>
                  <a:lnTo>
                    <a:pt x="2137481" y="602298"/>
                  </a:lnTo>
                  <a:lnTo>
                    <a:pt x="2138142" y="602298"/>
                  </a:lnTo>
                  <a:lnTo>
                    <a:pt x="2138802" y="626453"/>
                  </a:lnTo>
                  <a:lnTo>
                    <a:pt x="2139463" y="659235"/>
                  </a:lnTo>
                  <a:lnTo>
                    <a:pt x="2140124" y="617330"/>
                  </a:lnTo>
                  <a:lnTo>
                    <a:pt x="2140784" y="613138"/>
                  </a:lnTo>
                  <a:lnTo>
                    <a:pt x="2141445" y="605829"/>
                  </a:lnTo>
                  <a:lnTo>
                    <a:pt x="2142105" y="615199"/>
                  </a:lnTo>
                  <a:lnTo>
                    <a:pt x="2142766" y="614988"/>
                  </a:lnTo>
                  <a:lnTo>
                    <a:pt x="2143426" y="611430"/>
                  </a:lnTo>
                  <a:lnTo>
                    <a:pt x="2144087" y="619750"/>
                  </a:lnTo>
                  <a:lnTo>
                    <a:pt x="2144747" y="615446"/>
                  </a:lnTo>
                  <a:lnTo>
                    <a:pt x="2145408" y="615446"/>
                  </a:lnTo>
                  <a:lnTo>
                    <a:pt x="2146068" y="621117"/>
                  </a:lnTo>
                  <a:lnTo>
                    <a:pt x="2146729" y="626212"/>
                  </a:lnTo>
                  <a:lnTo>
                    <a:pt x="2147389" y="617956"/>
                  </a:lnTo>
                  <a:lnTo>
                    <a:pt x="2148050" y="613100"/>
                  </a:lnTo>
                  <a:lnTo>
                    <a:pt x="2148710" y="618818"/>
                  </a:lnTo>
                  <a:lnTo>
                    <a:pt x="2149371" y="622861"/>
                  </a:lnTo>
                  <a:lnTo>
                    <a:pt x="2150032" y="621253"/>
                  </a:lnTo>
                  <a:lnTo>
                    <a:pt x="2150692" y="621514"/>
                  </a:lnTo>
                  <a:lnTo>
                    <a:pt x="2151353" y="625917"/>
                  </a:lnTo>
                  <a:lnTo>
                    <a:pt x="2152013" y="656438"/>
                  </a:lnTo>
                  <a:lnTo>
                    <a:pt x="2152674" y="664940"/>
                  </a:lnTo>
                  <a:lnTo>
                    <a:pt x="2153334" y="633100"/>
                  </a:lnTo>
                  <a:lnTo>
                    <a:pt x="2153995" y="624604"/>
                  </a:lnTo>
                  <a:lnTo>
                    <a:pt x="2154655" y="629278"/>
                  </a:lnTo>
                  <a:lnTo>
                    <a:pt x="2155316" y="624975"/>
                  </a:lnTo>
                  <a:lnTo>
                    <a:pt x="2155976" y="643656"/>
                  </a:lnTo>
                  <a:lnTo>
                    <a:pt x="2156637" y="673987"/>
                  </a:lnTo>
                  <a:lnTo>
                    <a:pt x="2157297" y="676654"/>
                  </a:lnTo>
                  <a:lnTo>
                    <a:pt x="2157958" y="673987"/>
                  </a:lnTo>
                  <a:lnTo>
                    <a:pt x="2158618" y="658575"/>
                  </a:lnTo>
                  <a:lnTo>
                    <a:pt x="2159279" y="645699"/>
                  </a:lnTo>
                  <a:lnTo>
                    <a:pt x="2159939" y="627843"/>
                  </a:lnTo>
                  <a:lnTo>
                    <a:pt x="2160600" y="626556"/>
                  </a:lnTo>
                  <a:lnTo>
                    <a:pt x="2161261" y="627552"/>
                  </a:lnTo>
                  <a:lnTo>
                    <a:pt x="2161921" y="626070"/>
                  </a:lnTo>
                  <a:lnTo>
                    <a:pt x="2162582" y="621766"/>
                  </a:lnTo>
                  <a:lnTo>
                    <a:pt x="2163242" y="639778"/>
                  </a:lnTo>
                  <a:lnTo>
                    <a:pt x="2163903" y="640448"/>
                  </a:lnTo>
                  <a:lnTo>
                    <a:pt x="2164563" y="635653"/>
                  </a:lnTo>
                  <a:lnTo>
                    <a:pt x="2165224" y="626281"/>
                  </a:lnTo>
                  <a:lnTo>
                    <a:pt x="2165884" y="626070"/>
                  </a:lnTo>
                  <a:lnTo>
                    <a:pt x="2166545" y="622258"/>
                  </a:lnTo>
                  <a:lnTo>
                    <a:pt x="2167205" y="626185"/>
                  </a:lnTo>
                  <a:lnTo>
                    <a:pt x="2167866" y="647321"/>
                  </a:lnTo>
                  <a:lnTo>
                    <a:pt x="2168526" y="656917"/>
                  </a:lnTo>
                  <a:lnTo>
                    <a:pt x="2169187" y="651131"/>
                  </a:lnTo>
                  <a:lnTo>
                    <a:pt x="2169847" y="644011"/>
                  </a:lnTo>
                  <a:lnTo>
                    <a:pt x="2170508" y="638819"/>
                  </a:lnTo>
                  <a:lnTo>
                    <a:pt x="2171169" y="632417"/>
                  </a:lnTo>
                  <a:lnTo>
                    <a:pt x="2171829" y="629727"/>
                  </a:lnTo>
                  <a:lnTo>
                    <a:pt x="2172490" y="634031"/>
                  </a:lnTo>
                  <a:lnTo>
                    <a:pt x="2173150" y="623243"/>
                  </a:lnTo>
                  <a:lnTo>
                    <a:pt x="2173811" y="632183"/>
                  </a:lnTo>
                  <a:lnTo>
                    <a:pt x="2174471" y="654510"/>
                  </a:lnTo>
                  <a:lnTo>
                    <a:pt x="2175132" y="634455"/>
                  </a:lnTo>
                  <a:lnTo>
                    <a:pt x="2175792" y="632784"/>
                  </a:lnTo>
                  <a:lnTo>
                    <a:pt x="2176453" y="625155"/>
                  </a:lnTo>
                  <a:lnTo>
                    <a:pt x="2177113" y="618046"/>
                  </a:lnTo>
                  <a:lnTo>
                    <a:pt x="2177774" y="615438"/>
                  </a:lnTo>
                  <a:lnTo>
                    <a:pt x="2178434" y="610179"/>
                  </a:lnTo>
                  <a:lnTo>
                    <a:pt x="2179095" y="586360"/>
                  </a:lnTo>
                  <a:lnTo>
                    <a:pt x="2179755" y="581722"/>
                  </a:lnTo>
                  <a:lnTo>
                    <a:pt x="2180416" y="610808"/>
                  </a:lnTo>
                  <a:lnTo>
                    <a:pt x="2181077" y="628249"/>
                  </a:lnTo>
                  <a:lnTo>
                    <a:pt x="2181737" y="654270"/>
                  </a:lnTo>
                  <a:lnTo>
                    <a:pt x="2182398" y="677609"/>
                  </a:lnTo>
                  <a:lnTo>
                    <a:pt x="2183058" y="660227"/>
                  </a:lnTo>
                  <a:lnTo>
                    <a:pt x="2183719" y="638353"/>
                  </a:lnTo>
                  <a:lnTo>
                    <a:pt x="2184379" y="622267"/>
                  </a:lnTo>
                  <a:lnTo>
                    <a:pt x="2185040" y="632322"/>
                  </a:lnTo>
                  <a:lnTo>
                    <a:pt x="2185700" y="643418"/>
                  </a:lnTo>
                  <a:lnTo>
                    <a:pt x="2186361" y="617583"/>
                  </a:lnTo>
                  <a:lnTo>
                    <a:pt x="2187021" y="613540"/>
                  </a:lnTo>
                  <a:lnTo>
                    <a:pt x="2187682" y="617446"/>
                  </a:lnTo>
                  <a:lnTo>
                    <a:pt x="2188342" y="588231"/>
                  </a:lnTo>
                  <a:lnTo>
                    <a:pt x="2189003" y="575697"/>
                  </a:lnTo>
                  <a:lnTo>
                    <a:pt x="2189663" y="557997"/>
                  </a:lnTo>
                  <a:lnTo>
                    <a:pt x="2190324" y="560906"/>
                  </a:lnTo>
                  <a:lnTo>
                    <a:pt x="2190984" y="580226"/>
                  </a:lnTo>
                  <a:lnTo>
                    <a:pt x="2191645" y="604148"/>
                  </a:lnTo>
                  <a:lnTo>
                    <a:pt x="2192306" y="604148"/>
                  </a:lnTo>
                  <a:lnTo>
                    <a:pt x="2192966" y="609003"/>
                  </a:lnTo>
                  <a:lnTo>
                    <a:pt x="2193627" y="614192"/>
                  </a:lnTo>
                  <a:lnTo>
                    <a:pt x="2194287" y="609882"/>
                  </a:lnTo>
                  <a:lnTo>
                    <a:pt x="2194948" y="591042"/>
                  </a:lnTo>
                  <a:lnTo>
                    <a:pt x="2195608" y="617532"/>
                  </a:lnTo>
                  <a:lnTo>
                    <a:pt x="2196269" y="643264"/>
                  </a:lnTo>
                  <a:lnTo>
                    <a:pt x="2196929" y="622655"/>
                  </a:lnTo>
                  <a:lnTo>
                    <a:pt x="2197590" y="600393"/>
                  </a:lnTo>
                  <a:lnTo>
                    <a:pt x="2198250" y="612283"/>
                  </a:lnTo>
                  <a:lnTo>
                    <a:pt x="2198911" y="604640"/>
                  </a:lnTo>
                  <a:lnTo>
                    <a:pt x="2199571" y="604148"/>
                  </a:lnTo>
                  <a:lnTo>
                    <a:pt x="2200232" y="609003"/>
                  </a:lnTo>
                  <a:lnTo>
                    <a:pt x="2200892" y="609755"/>
                  </a:lnTo>
                  <a:lnTo>
                    <a:pt x="2201553" y="604633"/>
                  </a:lnTo>
                  <a:lnTo>
                    <a:pt x="2202214" y="619476"/>
                  </a:lnTo>
                  <a:lnTo>
                    <a:pt x="2202874" y="623853"/>
                  </a:lnTo>
                  <a:lnTo>
                    <a:pt x="2203535" y="625634"/>
                  </a:lnTo>
                  <a:lnTo>
                    <a:pt x="2204195" y="598297"/>
                  </a:lnTo>
                  <a:lnTo>
                    <a:pt x="2204856" y="594697"/>
                  </a:lnTo>
                  <a:lnTo>
                    <a:pt x="2205516" y="609489"/>
                  </a:lnTo>
                  <a:lnTo>
                    <a:pt x="2206177" y="623381"/>
                  </a:lnTo>
                  <a:lnTo>
                    <a:pt x="2206837" y="613307"/>
                  </a:lnTo>
                  <a:lnTo>
                    <a:pt x="2207498" y="602712"/>
                  </a:lnTo>
                  <a:lnTo>
                    <a:pt x="2208158" y="608222"/>
                  </a:lnTo>
                  <a:lnTo>
                    <a:pt x="2208819" y="603106"/>
                  </a:lnTo>
                  <a:lnTo>
                    <a:pt x="2209479" y="588973"/>
                  </a:lnTo>
                  <a:lnTo>
                    <a:pt x="2210140" y="591043"/>
                  </a:lnTo>
                  <a:lnTo>
                    <a:pt x="2210800" y="589627"/>
                  </a:lnTo>
                  <a:lnTo>
                    <a:pt x="2211461" y="565515"/>
                  </a:lnTo>
                  <a:lnTo>
                    <a:pt x="2212122" y="565515"/>
                  </a:lnTo>
                  <a:lnTo>
                    <a:pt x="2212782" y="585725"/>
                  </a:lnTo>
                  <a:lnTo>
                    <a:pt x="2213443" y="583807"/>
                  </a:lnTo>
                  <a:lnTo>
                    <a:pt x="2214103" y="583807"/>
                  </a:lnTo>
                  <a:lnTo>
                    <a:pt x="2214764" y="583807"/>
                  </a:lnTo>
                  <a:lnTo>
                    <a:pt x="2215424" y="568941"/>
                  </a:lnTo>
                  <a:lnTo>
                    <a:pt x="2216085" y="626249"/>
                  </a:lnTo>
                  <a:lnTo>
                    <a:pt x="2216745" y="643699"/>
                  </a:lnTo>
                  <a:lnTo>
                    <a:pt x="2217406" y="621827"/>
                  </a:lnTo>
                  <a:lnTo>
                    <a:pt x="2218066" y="605830"/>
                  </a:lnTo>
                  <a:lnTo>
                    <a:pt x="2218727" y="594138"/>
                  </a:lnTo>
                  <a:lnTo>
                    <a:pt x="2219387" y="560832"/>
                  </a:lnTo>
                  <a:lnTo>
                    <a:pt x="2220048" y="550896"/>
                  </a:lnTo>
                  <a:lnTo>
                    <a:pt x="2220708" y="585268"/>
                  </a:lnTo>
                  <a:lnTo>
                    <a:pt x="2221369" y="594138"/>
                  </a:lnTo>
                  <a:lnTo>
                    <a:pt x="2222030" y="594138"/>
                  </a:lnTo>
                  <a:lnTo>
                    <a:pt x="2222690" y="598414"/>
                  </a:lnTo>
                  <a:lnTo>
                    <a:pt x="2223351" y="603530"/>
                  </a:lnTo>
                  <a:lnTo>
                    <a:pt x="2224011" y="632858"/>
                  </a:lnTo>
                  <a:lnTo>
                    <a:pt x="2224672" y="655993"/>
                  </a:lnTo>
                  <a:lnTo>
                    <a:pt x="2225332" y="627399"/>
                  </a:lnTo>
                  <a:lnTo>
                    <a:pt x="2225993" y="635356"/>
                  </a:lnTo>
                  <a:lnTo>
                    <a:pt x="2226653" y="660614"/>
                  </a:lnTo>
                  <a:lnTo>
                    <a:pt x="2227314" y="648511"/>
                  </a:lnTo>
                  <a:lnTo>
                    <a:pt x="2227974" y="647795"/>
                  </a:lnTo>
                  <a:lnTo>
                    <a:pt x="2228635" y="649005"/>
                  </a:lnTo>
                  <a:lnTo>
                    <a:pt x="2229295" y="649980"/>
                  </a:lnTo>
                  <a:lnTo>
                    <a:pt x="2229956" y="655150"/>
                  </a:lnTo>
                  <a:lnTo>
                    <a:pt x="2230616" y="649648"/>
                  </a:lnTo>
                  <a:lnTo>
                    <a:pt x="2231277" y="634272"/>
                  </a:lnTo>
                  <a:lnTo>
                    <a:pt x="2231937" y="623577"/>
                  </a:lnTo>
                  <a:lnTo>
                    <a:pt x="2232598" y="623687"/>
                  </a:lnTo>
                  <a:lnTo>
                    <a:pt x="2233259" y="632661"/>
                  </a:lnTo>
                  <a:lnTo>
                    <a:pt x="2233919" y="658723"/>
                  </a:lnTo>
                  <a:lnTo>
                    <a:pt x="2234580" y="670369"/>
                  </a:lnTo>
                  <a:lnTo>
                    <a:pt x="2235240" y="664023"/>
                  </a:lnTo>
                  <a:lnTo>
                    <a:pt x="2235901" y="658723"/>
                  </a:lnTo>
                  <a:lnTo>
                    <a:pt x="2236561" y="681627"/>
                  </a:lnTo>
                  <a:lnTo>
                    <a:pt x="2237222" y="698235"/>
                  </a:lnTo>
                  <a:lnTo>
                    <a:pt x="2237882" y="700178"/>
                  </a:lnTo>
                  <a:lnTo>
                    <a:pt x="2238543" y="684700"/>
                  </a:lnTo>
                  <a:lnTo>
                    <a:pt x="2239203" y="699923"/>
                  </a:lnTo>
                  <a:lnTo>
                    <a:pt x="2239864" y="703347"/>
                  </a:lnTo>
                  <a:lnTo>
                    <a:pt x="2240524" y="694273"/>
                  </a:lnTo>
                  <a:lnTo>
                    <a:pt x="2241185" y="683580"/>
                  </a:lnTo>
                  <a:lnTo>
                    <a:pt x="2241845" y="701423"/>
                  </a:lnTo>
                  <a:lnTo>
                    <a:pt x="2242506" y="701928"/>
                  </a:lnTo>
                  <a:lnTo>
                    <a:pt x="2243167" y="694831"/>
                  </a:lnTo>
                  <a:lnTo>
                    <a:pt x="2243827" y="680243"/>
                  </a:lnTo>
                  <a:lnTo>
                    <a:pt x="2244488" y="688895"/>
                  </a:lnTo>
                  <a:lnTo>
                    <a:pt x="2245148" y="670437"/>
                  </a:lnTo>
                  <a:lnTo>
                    <a:pt x="2245809" y="664910"/>
                  </a:lnTo>
                  <a:lnTo>
                    <a:pt x="2246469" y="669725"/>
                  </a:lnTo>
                  <a:lnTo>
                    <a:pt x="2247130" y="634771"/>
                  </a:lnTo>
                  <a:lnTo>
                    <a:pt x="2247790" y="606935"/>
                  </a:lnTo>
                  <a:lnTo>
                    <a:pt x="2248451" y="652675"/>
                  </a:lnTo>
                  <a:lnTo>
                    <a:pt x="2249111" y="659930"/>
                  </a:lnTo>
                  <a:lnTo>
                    <a:pt x="2249772" y="676253"/>
                  </a:lnTo>
                  <a:lnTo>
                    <a:pt x="2250432" y="664910"/>
                  </a:lnTo>
                  <a:lnTo>
                    <a:pt x="2251093" y="685438"/>
                  </a:lnTo>
                  <a:lnTo>
                    <a:pt x="2251753" y="684181"/>
                  </a:lnTo>
                  <a:lnTo>
                    <a:pt x="2252414" y="691163"/>
                  </a:lnTo>
                  <a:lnTo>
                    <a:pt x="2253075" y="687638"/>
                  </a:lnTo>
                  <a:lnTo>
                    <a:pt x="2253735" y="667070"/>
                  </a:lnTo>
                  <a:lnTo>
                    <a:pt x="2254396" y="672104"/>
                  </a:lnTo>
                  <a:lnTo>
                    <a:pt x="2255056" y="649005"/>
                  </a:lnTo>
                  <a:lnTo>
                    <a:pt x="2255717" y="632699"/>
                  </a:lnTo>
                  <a:lnTo>
                    <a:pt x="2256377" y="635616"/>
                  </a:lnTo>
                  <a:lnTo>
                    <a:pt x="2257038" y="645593"/>
                  </a:lnTo>
                  <a:lnTo>
                    <a:pt x="2257698" y="656741"/>
                  </a:lnTo>
                  <a:lnTo>
                    <a:pt x="2258359" y="701764"/>
                  </a:lnTo>
                  <a:lnTo>
                    <a:pt x="2259019" y="701228"/>
                  </a:lnTo>
                  <a:lnTo>
                    <a:pt x="2259680" y="684422"/>
                  </a:lnTo>
                  <a:lnTo>
                    <a:pt x="2260340" y="670371"/>
                  </a:lnTo>
                  <a:lnTo>
                    <a:pt x="2261001" y="662971"/>
                  </a:lnTo>
                  <a:lnTo>
                    <a:pt x="2261661" y="649303"/>
                  </a:lnTo>
                  <a:lnTo>
                    <a:pt x="2262322" y="652360"/>
                  </a:lnTo>
                  <a:lnTo>
                    <a:pt x="2262982" y="654547"/>
                  </a:lnTo>
                  <a:lnTo>
                    <a:pt x="2263643" y="670707"/>
                  </a:lnTo>
                  <a:lnTo>
                    <a:pt x="2264304" y="689026"/>
                  </a:lnTo>
                  <a:lnTo>
                    <a:pt x="2264964" y="620757"/>
                  </a:lnTo>
                  <a:lnTo>
                    <a:pt x="2265625" y="605965"/>
                  </a:lnTo>
                  <a:lnTo>
                    <a:pt x="2266285" y="591980"/>
                  </a:lnTo>
                  <a:lnTo>
                    <a:pt x="2266946" y="621017"/>
                  </a:lnTo>
                  <a:lnTo>
                    <a:pt x="2267606" y="624924"/>
                  </a:lnTo>
                  <a:lnTo>
                    <a:pt x="2268267" y="660997"/>
                  </a:lnTo>
                  <a:lnTo>
                    <a:pt x="2268927" y="672803"/>
                  </a:lnTo>
                  <a:lnTo>
                    <a:pt x="2269588" y="654547"/>
                  </a:lnTo>
                  <a:lnTo>
                    <a:pt x="2270248" y="659364"/>
                  </a:lnTo>
                  <a:lnTo>
                    <a:pt x="2270909" y="670707"/>
                  </a:lnTo>
                  <a:lnTo>
                    <a:pt x="2271569" y="669770"/>
                  </a:lnTo>
                  <a:lnTo>
                    <a:pt x="2272230" y="660392"/>
                  </a:lnTo>
                  <a:lnTo>
                    <a:pt x="2272890" y="646798"/>
                  </a:lnTo>
                  <a:lnTo>
                    <a:pt x="2273551" y="673148"/>
                  </a:lnTo>
                  <a:lnTo>
                    <a:pt x="2274212" y="671618"/>
                  </a:lnTo>
                  <a:lnTo>
                    <a:pt x="2274872" y="666803"/>
                  </a:lnTo>
                  <a:lnTo>
                    <a:pt x="2275533" y="674370"/>
                  </a:lnTo>
                  <a:lnTo>
                    <a:pt x="2276193" y="677037"/>
                  </a:lnTo>
                  <a:lnTo>
                    <a:pt x="2276854" y="668829"/>
                  </a:lnTo>
                  <a:lnTo>
                    <a:pt x="2277514" y="678294"/>
                  </a:lnTo>
                  <a:lnTo>
                    <a:pt x="2278175" y="704890"/>
                  </a:lnTo>
                  <a:lnTo>
                    <a:pt x="2278835" y="699319"/>
                  </a:lnTo>
                  <a:lnTo>
                    <a:pt x="2279496" y="683293"/>
                  </a:lnTo>
                  <a:lnTo>
                    <a:pt x="2280156" y="685085"/>
                  </a:lnTo>
                  <a:lnTo>
                    <a:pt x="2280817" y="663425"/>
                  </a:lnTo>
                  <a:lnTo>
                    <a:pt x="2281477" y="665209"/>
                  </a:lnTo>
                  <a:lnTo>
                    <a:pt x="2282138" y="688347"/>
                  </a:lnTo>
                  <a:lnTo>
                    <a:pt x="2282798" y="684724"/>
                  </a:lnTo>
                  <a:lnTo>
                    <a:pt x="2283459" y="662021"/>
                  </a:lnTo>
                  <a:lnTo>
                    <a:pt x="2284120" y="633707"/>
                  </a:lnTo>
                  <a:lnTo>
                    <a:pt x="2284780" y="629726"/>
                  </a:lnTo>
                  <a:lnTo>
                    <a:pt x="2285441" y="652598"/>
                  </a:lnTo>
                  <a:lnTo>
                    <a:pt x="2286101" y="670366"/>
                  </a:lnTo>
                  <a:lnTo>
                    <a:pt x="2286762" y="662850"/>
                  </a:lnTo>
                  <a:lnTo>
                    <a:pt x="2287422" y="676343"/>
                  </a:lnTo>
                  <a:lnTo>
                    <a:pt x="2288083" y="668531"/>
                  </a:lnTo>
                  <a:lnTo>
                    <a:pt x="2288743" y="682123"/>
                  </a:lnTo>
                  <a:lnTo>
                    <a:pt x="2289404" y="678581"/>
                  </a:lnTo>
                  <a:lnTo>
                    <a:pt x="2290064" y="676343"/>
                  </a:lnTo>
                  <a:lnTo>
                    <a:pt x="2290725" y="657115"/>
                  </a:lnTo>
                  <a:lnTo>
                    <a:pt x="2291385" y="657115"/>
                  </a:lnTo>
                  <a:lnTo>
                    <a:pt x="2292046" y="671073"/>
                  </a:lnTo>
                  <a:lnTo>
                    <a:pt x="2292706" y="686934"/>
                  </a:lnTo>
                  <a:lnTo>
                    <a:pt x="2293367" y="659700"/>
                  </a:lnTo>
                  <a:lnTo>
                    <a:pt x="2294028" y="665891"/>
                  </a:lnTo>
                  <a:lnTo>
                    <a:pt x="2294688" y="677279"/>
                  </a:lnTo>
                  <a:lnTo>
                    <a:pt x="2295349" y="687499"/>
                  </a:lnTo>
                  <a:lnTo>
                    <a:pt x="2296009" y="686503"/>
                  </a:lnTo>
                  <a:lnTo>
                    <a:pt x="2296670" y="669831"/>
                  </a:lnTo>
                  <a:lnTo>
                    <a:pt x="2297330" y="642565"/>
                  </a:lnTo>
                  <a:lnTo>
                    <a:pt x="2297991" y="624712"/>
                  </a:lnTo>
                  <a:lnTo>
                    <a:pt x="2298651" y="633169"/>
                  </a:lnTo>
                  <a:lnTo>
                    <a:pt x="2299312" y="638451"/>
                  </a:lnTo>
                  <a:lnTo>
                    <a:pt x="2299972" y="633370"/>
                  </a:lnTo>
                  <a:lnTo>
                    <a:pt x="2300633" y="634201"/>
                  </a:lnTo>
                  <a:lnTo>
                    <a:pt x="2301293" y="666908"/>
                  </a:lnTo>
                  <a:lnTo>
                    <a:pt x="2301954" y="684368"/>
                  </a:lnTo>
                  <a:lnTo>
                    <a:pt x="2302614" y="676486"/>
                  </a:lnTo>
                  <a:lnTo>
                    <a:pt x="2303275" y="667174"/>
                  </a:lnTo>
                  <a:lnTo>
                    <a:pt x="2303935" y="676486"/>
                  </a:lnTo>
                  <a:lnTo>
                    <a:pt x="2304596" y="680099"/>
                  </a:lnTo>
                  <a:lnTo>
                    <a:pt x="2305257" y="654246"/>
                  </a:lnTo>
                  <a:lnTo>
                    <a:pt x="2305917" y="621744"/>
                  </a:lnTo>
                  <a:lnTo>
                    <a:pt x="2306578" y="618816"/>
                  </a:lnTo>
                  <a:lnTo>
                    <a:pt x="2307238" y="629871"/>
                  </a:lnTo>
                  <a:lnTo>
                    <a:pt x="2307899" y="669040"/>
                  </a:lnTo>
                  <a:lnTo>
                    <a:pt x="2308559" y="676486"/>
                  </a:lnTo>
                  <a:lnTo>
                    <a:pt x="2309220" y="665119"/>
                  </a:lnTo>
                  <a:lnTo>
                    <a:pt x="2309880" y="639029"/>
                  </a:lnTo>
                  <a:lnTo>
                    <a:pt x="2310541" y="626307"/>
                  </a:lnTo>
                  <a:lnTo>
                    <a:pt x="2311201" y="626307"/>
                  </a:lnTo>
                  <a:lnTo>
                    <a:pt x="2311862" y="622866"/>
                  </a:lnTo>
                  <a:lnTo>
                    <a:pt x="2312522" y="636498"/>
                  </a:lnTo>
                  <a:lnTo>
                    <a:pt x="2313183" y="638867"/>
                  </a:lnTo>
                  <a:lnTo>
                    <a:pt x="2313843" y="633477"/>
                  </a:lnTo>
                  <a:lnTo>
                    <a:pt x="2314504" y="639639"/>
                  </a:lnTo>
                  <a:lnTo>
                    <a:pt x="2315165" y="639016"/>
                  </a:lnTo>
                  <a:lnTo>
                    <a:pt x="2315825" y="629433"/>
                  </a:lnTo>
                  <a:lnTo>
                    <a:pt x="2316486" y="625390"/>
                  </a:lnTo>
                  <a:lnTo>
                    <a:pt x="2317146" y="633625"/>
                  </a:lnTo>
                  <a:lnTo>
                    <a:pt x="2317807" y="650009"/>
                  </a:lnTo>
                  <a:lnTo>
                    <a:pt x="2318467" y="656591"/>
                  </a:lnTo>
                  <a:lnTo>
                    <a:pt x="2319128" y="656591"/>
                  </a:lnTo>
                  <a:lnTo>
                    <a:pt x="2319788" y="665272"/>
                  </a:lnTo>
                  <a:lnTo>
                    <a:pt x="2320449" y="676908"/>
                  </a:lnTo>
                  <a:lnTo>
                    <a:pt x="2321109" y="679622"/>
                  </a:lnTo>
                  <a:lnTo>
                    <a:pt x="2321770" y="685064"/>
                  </a:lnTo>
                  <a:lnTo>
                    <a:pt x="2322430" y="680166"/>
                  </a:lnTo>
                  <a:lnTo>
                    <a:pt x="2323091" y="672521"/>
                  </a:lnTo>
                  <a:lnTo>
                    <a:pt x="2323751" y="676671"/>
                  </a:lnTo>
                  <a:lnTo>
                    <a:pt x="2324412" y="676671"/>
                  </a:lnTo>
                  <a:lnTo>
                    <a:pt x="2325073" y="667205"/>
                  </a:lnTo>
                  <a:lnTo>
                    <a:pt x="2325733" y="668224"/>
                  </a:lnTo>
                  <a:lnTo>
                    <a:pt x="2326394" y="671162"/>
                  </a:lnTo>
                  <a:lnTo>
                    <a:pt x="2327054" y="650003"/>
                  </a:lnTo>
                  <a:lnTo>
                    <a:pt x="2327715" y="639087"/>
                  </a:lnTo>
                  <a:lnTo>
                    <a:pt x="2328375" y="639711"/>
                  </a:lnTo>
                  <a:lnTo>
                    <a:pt x="2329036" y="644105"/>
                  </a:lnTo>
                  <a:lnTo>
                    <a:pt x="2329696" y="645712"/>
                  </a:lnTo>
                  <a:lnTo>
                    <a:pt x="2330357" y="638916"/>
                  </a:lnTo>
                  <a:lnTo>
                    <a:pt x="2331017" y="656564"/>
                  </a:lnTo>
                  <a:lnTo>
                    <a:pt x="2331678" y="669041"/>
                  </a:lnTo>
                  <a:lnTo>
                    <a:pt x="2332338" y="654812"/>
                  </a:lnTo>
                  <a:lnTo>
                    <a:pt x="2332999" y="657950"/>
                  </a:lnTo>
                  <a:lnTo>
                    <a:pt x="2333659" y="673226"/>
                  </a:lnTo>
                  <a:lnTo>
                    <a:pt x="2334320" y="669088"/>
                  </a:lnTo>
                  <a:lnTo>
                    <a:pt x="2334980" y="654812"/>
                  </a:lnTo>
                  <a:lnTo>
                    <a:pt x="2335641" y="645430"/>
                  </a:lnTo>
                  <a:lnTo>
                    <a:pt x="2336302" y="643489"/>
                  </a:lnTo>
                  <a:lnTo>
                    <a:pt x="2336962" y="670448"/>
                  </a:lnTo>
                  <a:lnTo>
                    <a:pt x="2337623" y="688482"/>
                  </a:lnTo>
                  <a:lnTo>
                    <a:pt x="2338283" y="678554"/>
                  </a:lnTo>
                  <a:lnTo>
                    <a:pt x="2338944" y="686829"/>
                  </a:lnTo>
                  <a:lnTo>
                    <a:pt x="2339604" y="684792"/>
                  </a:lnTo>
                  <a:lnTo>
                    <a:pt x="2340265" y="686049"/>
                  </a:lnTo>
                  <a:lnTo>
                    <a:pt x="2340925" y="678554"/>
                  </a:lnTo>
                  <a:lnTo>
                    <a:pt x="2341586" y="675887"/>
                  </a:lnTo>
                  <a:lnTo>
                    <a:pt x="2342246" y="669088"/>
                  </a:lnTo>
                  <a:lnTo>
                    <a:pt x="2342907" y="684758"/>
                  </a:lnTo>
                  <a:lnTo>
                    <a:pt x="2343567" y="679263"/>
                  </a:lnTo>
                  <a:lnTo>
                    <a:pt x="2344228" y="674674"/>
                  </a:lnTo>
                  <a:lnTo>
                    <a:pt x="2344888" y="660137"/>
                  </a:lnTo>
                  <a:lnTo>
                    <a:pt x="2345549" y="669089"/>
                  </a:lnTo>
                  <a:lnTo>
                    <a:pt x="2346210" y="683045"/>
                  </a:lnTo>
                  <a:lnTo>
                    <a:pt x="2346870" y="677500"/>
                  </a:lnTo>
                  <a:lnTo>
                    <a:pt x="2347531" y="662646"/>
                  </a:lnTo>
                  <a:lnTo>
                    <a:pt x="2348191" y="681588"/>
                  </a:lnTo>
                  <a:lnTo>
                    <a:pt x="2348852" y="671740"/>
                  </a:lnTo>
                  <a:lnTo>
                    <a:pt x="2349512" y="661630"/>
                  </a:lnTo>
                  <a:lnTo>
                    <a:pt x="2350173" y="667674"/>
                  </a:lnTo>
                  <a:lnTo>
                    <a:pt x="2350833" y="673910"/>
                  </a:lnTo>
                  <a:lnTo>
                    <a:pt x="2351494" y="656104"/>
                  </a:lnTo>
                  <a:lnTo>
                    <a:pt x="2352154" y="643706"/>
                  </a:lnTo>
                  <a:lnTo>
                    <a:pt x="2352815" y="629423"/>
                  </a:lnTo>
                  <a:lnTo>
                    <a:pt x="2353475" y="614135"/>
                  </a:lnTo>
                  <a:lnTo>
                    <a:pt x="2354136" y="609286"/>
                  </a:lnTo>
                  <a:lnTo>
                    <a:pt x="2354796" y="618309"/>
                  </a:lnTo>
                  <a:lnTo>
                    <a:pt x="2355457" y="607398"/>
                  </a:lnTo>
                  <a:lnTo>
                    <a:pt x="2356118" y="617968"/>
                  </a:lnTo>
                  <a:lnTo>
                    <a:pt x="2356778" y="617968"/>
                  </a:lnTo>
                  <a:lnTo>
                    <a:pt x="2357439" y="629960"/>
                  </a:lnTo>
                  <a:lnTo>
                    <a:pt x="2358099" y="636303"/>
                  </a:lnTo>
                  <a:lnTo>
                    <a:pt x="2358760" y="636400"/>
                  </a:lnTo>
                  <a:lnTo>
                    <a:pt x="2359420" y="660418"/>
                  </a:lnTo>
                  <a:lnTo>
                    <a:pt x="2360081" y="663239"/>
                  </a:lnTo>
                  <a:lnTo>
                    <a:pt x="2360741" y="667413"/>
                  </a:lnTo>
                  <a:lnTo>
                    <a:pt x="2361402" y="641902"/>
                  </a:lnTo>
                  <a:lnTo>
                    <a:pt x="2362062" y="649080"/>
                  </a:lnTo>
                  <a:lnTo>
                    <a:pt x="2362723" y="641548"/>
                  </a:lnTo>
                  <a:lnTo>
                    <a:pt x="2363383" y="641548"/>
                  </a:lnTo>
                  <a:lnTo>
                    <a:pt x="2364044" y="654147"/>
                  </a:lnTo>
                  <a:lnTo>
                    <a:pt x="2364704" y="665127"/>
                  </a:lnTo>
                  <a:lnTo>
                    <a:pt x="2365365" y="668065"/>
                  </a:lnTo>
                  <a:lnTo>
                    <a:pt x="2366026" y="676151"/>
                  </a:lnTo>
                  <a:lnTo>
                    <a:pt x="2366686" y="683731"/>
                  </a:lnTo>
                  <a:lnTo>
                    <a:pt x="2367347" y="682396"/>
                  </a:lnTo>
                  <a:lnTo>
                    <a:pt x="2368007" y="668814"/>
                  </a:lnTo>
                  <a:lnTo>
                    <a:pt x="2368668" y="683208"/>
                  </a:lnTo>
                  <a:lnTo>
                    <a:pt x="2369328" y="688656"/>
                  </a:lnTo>
                  <a:lnTo>
                    <a:pt x="2369989" y="669773"/>
                  </a:lnTo>
                  <a:lnTo>
                    <a:pt x="2370649" y="637912"/>
                  </a:lnTo>
                  <a:lnTo>
                    <a:pt x="2371310" y="660904"/>
                  </a:lnTo>
                  <a:lnTo>
                    <a:pt x="2371970" y="686230"/>
                  </a:lnTo>
                  <a:lnTo>
                    <a:pt x="2372631" y="675296"/>
                  </a:lnTo>
                  <a:lnTo>
                    <a:pt x="2373291" y="665806"/>
                  </a:lnTo>
                  <a:lnTo>
                    <a:pt x="2373952" y="665806"/>
                  </a:lnTo>
                  <a:lnTo>
                    <a:pt x="2374612" y="675892"/>
                  </a:lnTo>
                  <a:lnTo>
                    <a:pt x="2375273" y="692624"/>
                  </a:lnTo>
                  <a:lnTo>
                    <a:pt x="2375933" y="691744"/>
                  </a:lnTo>
                  <a:lnTo>
                    <a:pt x="2376594" y="664504"/>
                  </a:lnTo>
                  <a:lnTo>
                    <a:pt x="2377255" y="672152"/>
                  </a:lnTo>
                  <a:lnTo>
                    <a:pt x="2377915" y="691744"/>
                  </a:lnTo>
                  <a:lnTo>
                    <a:pt x="2378576" y="681027"/>
                  </a:lnTo>
                  <a:lnTo>
                    <a:pt x="2379236" y="670453"/>
                  </a:lnTo>
                  <a:lnTo>
                    <a:pt x="2379897" y="678788"/>
                  </a:lnTo>
                  <a:lnTo>
                    <a:pt x="2380557" y="675931"/>
                  </a:lnTo>
                  <a:lnTo>
                    <a:pt x="2381218" y="672749"/>
                  </a:lnTo>
                  <a:lnTo>
                    <a:pt x="2381878" y="660665"/>
                  </a:lnTo>
                  <a:lnTo>
                    <a:pt x="2382539" y="641353"/>
                  </a:lnTo>
                  <a:lnTo>
                    <a:pt x="2383199" y="636232"/>
                  </a:lnTo>
                  <a:lnTo>
                    <a:pt x="2383860" y="639702"/>
                  </a:lnTo>
                  <a:lnTo>
                    <a:pt x="2384520" y="630622"/>
                  </a:lnTo>
                  <a:lnTo>
                    <a:pt x="2385181" y="629780"/>
                  </a:lnTo>
                  <a:lnTo>
                    <a:pt x="2385841" y="639450"/>
                  </a:lnTo>
                  <a:lnTo>
                    <a:pt x="2386502" y="638586"/>
                  </a:lnTo>
                  <a:lnTo>
                    <a:pt x="2387163" y="635105"/>
                  </a:lnTo>
                  <a:lnTo>
                    <a:pt x="2387823" y="629046"/>
                  </a:lnTo>
                  <a:lnTo>
                    <a:pt x="2388484" y="622000"/>
                  </a:lnTo>
                  <a:lnTo>
                    <a:pt x="2389144" y="622063"/>
                  </a:lnTo>
                  <a:lnTo>
                    <a:pt x="2389805" y="620707"/>
                  </a:lnTo>
                  <a:lnTo>
                    <a:pt x="2390465" y="623269"/>
                  </a:lnTo>
                  <a:lnTo>
                    <a:pt x="2391126" y="620919"/>
                  </a:lnTo>
                  <a:lnTo>
                    <a:pt x="2391786" y="620707"/>
                  </a:lnTo>
                  <a:lnTo>
                    <a:pt x="2392447" y="613083"/>
                  </a:lnTo>
                  <a:lnTo>
                    <a:pt x="2393107" y="613083"/>
                  </a:lnTo>
                  <a:lnTo>
                    <a:pt x="2393768" y="612822"/>
                  </a:lnTo>
                  <a:lnTo>
                    <a:pt x="2394428" y="609620"/>
                  </a:lnTo>
                  <a:lnTo>
                    <a:pt x="2395089" y="613788"/>
                  </a:lnTo>
                  <a:lnTo>
                    <a:pt x="2395749" y="617968"/>
                  </a:lnTo>
                  <a:lnTo>
                    <a:pt x="2396410" y="646299"/>
                  </a:lnTo>
                  <a:lnTo>
                    <a:pt x="2397071" y="657363"/>
                  </a:lnTo>
                  <a:lnTo>
                    <a:pt x="2397731" y="637656"/>
                  </a:lnTo>
                  <a:lnTo>
                    <a:pt x="2398392" y="604435"/>
                  </a:lnTo>
                  <a:lnTo>
                    <a:pt x="2399052" y="598755"/>
                  </a:lnTo>
                  <a:lnTo>
                    <a:pt x="2399713" y="586050"/>
                  </a:lnTo>
                  <a:lnTo>
                    <a:pt x="2400373" y="584648"/>
                  </a:lnTo>
                  <a:lnTo>
                    <a:pt x="2401034" y="585804"/>
                  </a:lnTo>
                  <a:lnTo>
                    <a:pt x="2401694" y="584299"/>
                  </a:lnTo>
                  <a:lnTo>
                    <a:pt x="2402355" y="591060"/>
                  </a:lnTo>
                  <a:lnTo>
                    <a:pt x="2403015" y="591196"/>
                  </a:lnTo>
                  <a:lnTo>
                    <a:pt x="2403676" y="591196"/>
                  </a:lnTo>
                  <a:lnTo>
                    <a:pt x="2404336" y="591060"/>
                  </a:lnTo>
                  <a:lnTo>
                    <a:pt x="2404997" y="567595"/>
                  </a:lnTo>
                  <a:lnTo>
                    <a:pt x="2405657" y="524542"/>
                  </a:lnTo>
                  <a:lnTo>
                    <a:pt x="2406318" y="524548"/>
                  </a:lnTo>
                  <a:lnTo>
                    <a:pt x="2406978" y="505518"/>
                  </a:lnTo>
                  <a:lnTo>
                    <a:pt x="2407639" y="531332"/>
                  </a:lnTo>
                  <a:lnTo>
                    <a:pt x="2408300" y="550870"/>
                  </a:lnTo>
                  <a:lnTo>
                    <a:pt x="2408960" y="528903"/>
                  </a:lnTo>
                  <a:lnTo>
                    <a:pt x="2409621" y="545016"/>
                  </a:lnTo>
                  <a:lnTo>
                    <a:pt x="2410281" y="555381"/>
                  </a:lnTo>
                  <a:lnTo>
                    <a:pt x="2410942" y="561884"/>
                  </a:lnTo>
                  <a:lnTo>
                    <a:pt x="2411602" y="578297"/>
                  </a:lnTo>
                  <a:lnTo>
                    <a:pt x="2412263" y="581983"/>
                  </a:lnTo>
                  <a:lnTo>
                    <a:pt x="2412923" y="593779"/>
                  </a:lnTo>
                  <a:lnTo>
                    <a:pt x="2413584" y="594476"/>
                  </a:lnTo>
                  <a:lnTo>
                    <a:pt x="2414244" y="620204"/>
                  </a:lnTo>
                  <a:lnTo>
                    <a:pt x="2414905" y="638033"/>
                  </a:lnTo>
                  <a:lnTo>
                    <a:pt x="2415565" y="634535"/>
                  </a:lnTo>
                  <a:lnTo>
                    <a:pt x="2416226" y="649856"/>
                  </a:lnTo>
                  <a:lnTo>
                    <a:pt x="2416886" y="592064"/>
                  </a:lnTo>
                  <a:lnTo>
                    <a:pt x="2417547" y="597115"/>
                  </a:lnTo>
                  <a:lnTo>
                    <a:pt x="2418208" y="613451"/>
                  </a:lnTo>
                  <a:lnTo>
                    <a:pt x="2418868" y="615970"/>
                  </a:lnTo>
                  <a:lnTo>
                    <a:pt x="2419529" y="614607"/>
                  </a:lnTo>
                  <a:lnTo>
                    <a:pt x="2420189" y="630675"/>
                  </a:lnTo>
                  <a:lnTo>
                    <a:pt x="2420850" y="618247"/>
                  </a:lnTo>
                  <a:lnTo>
                    <a:pt x="2421510" y="582360"/>
                  </a:lnTo>
                  <a:lnTo>
                    <a:pt x="2422171" y="590118"/>
                  </a:lnTo>
                  <a:lnTo>
                    <a:pt x="2422831" y="559406"/>
                  </a:lnTo>
                  <a:lnTo>
                    <a:pt x="2423492" y="552396"/>
                  </a:lnTo>
                  <a:lnTo>
                    <a:pt x="2424152" y="546956"/>
                  </a:lnTo>
                  <a:lnTo>
                    <a:pt x="2424813" y="516267"/>
                  </a:lnTo>
                  <a:lnTo>
                    <a:pt x="2425473" y="552039"/>
                  </a:lnTo>
                  <a:lnTo>
                    <a:pt x="2426134" y="533315"/>
                  </a:lnTo>
                  <a:lnTo>
                    <a:pt x="2426794" y="518099"/>
                  </a:lnTo>
                  <a:lnTo>
                    <a:pt x="2427455" y="504011"/>
                  </a:lnTo>
                  <a:lnTo>
                    <a:pt x="2428116" y="475029"/>
                  </a:lnTo>
                  <a:lnTo>
                    <a:pt x="2428776" y="434502"/>
                  </a:lnTo>
                  <a:lnTo>
                    <a:pt x="2429437" y="401136"/>
                  </a:lnTo>
                  <a:lnTo>
                    <a:pt x="2430097" y="400053"/>
                  </a:lnTo>
                  <a:lnTo>
                    <a:pt x="2430758" y="400053"/>
                  </a:lnTo>
                  <a:lnTo>
                    <a:pt x="2431418" y="398877"/>
                  </a:lnTo>
                  <a:lnTo>
                    <a:pt x="2432079" y="411327"/>
                  </a:lnTo>
                  <a:lnTo>
                    <a:pt x="2432739" y="437719"/>
                  </a:lnTo>
                  <a:lnTo>
                    <a:pt x="2433400" y="449801"/>
                  </a:lnTo>
                  <a:lnTo>
                    <a:pt x="2434060" y="455702"/>
                  </a:lnTo>
                  <a:lnTo>
                    <a:pt x="2434721" y="478325"/>
                  </a:lnTo>
                  <a:lnTo>
                    <a:pt x="2435381" y="523454"/>
                  </a:lnTo>
                  <a:lnTo>
                    <a:pt x="2436042" y="501758"/>
                  </a:lnTo>
                  <a:lnTo>
                    <a:pt x="2436702" y="510403"/>
                  </a:lnTo>
                  <a:lnTo>
                    <a:pt x="2437363" y="508831"/>
                  </a:lnTo>
                  <a:lnTo>
                    <a:pt x="2438024" y="517811"/>
                  </a:lnTo>
                  <a:lnTo>
                    <a:pt x="2438684" y="517246"/>
                  </a:lnTo>
                  <a:lnTo>
                    <a:pt x="2439345" y="523041"/>
                  </a:lnTo>
                  <a:lnTo>
                    <a:pt x="2440005" y="530119"/>
                  </a:lnTo>
                  <a:lnTo>
                    <a:pt x="2440666" y="549246"/>
                  </a:lnTo>
                  <a:lnTo>
                    <a:pt x="2441326" y="556424"/>
                  </a:lnTo>
                  <a:lnTo>
                    <a:pt x="2441987" y="541200"/>
                  </a:lnTo>
                  <a:lnTo>
                    <a:pt x="2442647" y="538594"/>
                  </a:lnTo>
                  <a:lnTo>
                    <a:pt x="2443308" y="559605"/>
                  </a:lnTo>
                  <a:lnTo>
                    <a:pt x="2443968" y="561962"/>
                  </a:lnTo>
                  <a:lnTo>
                    <a:pt x="2444629" y="565112"/>
                  </a:lnTo>
                  <a:lnTo>
                    <a:pt x="2445289" y="550105"/>
                  </a:lnTo>
                  <a:lnTo>
                    <a:pt x="2445950" y="542276"/>
                  </a:lnTo>
                  <a:lnTo>
                    <a:pt x="2446610" y="539540"/>
                  </a:lnTo>
                  <a:lnTo>
                    <a:pt x="2447271" y="552837"/>
                  </a:lnTo>
                  <a:lnTo>
                    <a:pt x="2447931" y="572450"/>
                  </a:lnTo>
                  <a:lnTo>
                    <a:pt x="2448592" y="601792"/>
                  </a:lnTo>
                  <a:lnTo>
                    <a:pt x="2449253" y="547228"/>
                  </a:lnTo>
                  <a:lnTo>
                    <a:pt x="2449913" y="539505"/>
                  </a:lnTo>
                  <a:lnTo>
                    <a:pt x="2450574" y="479425"/>
                  </a:lnTo>
                  <a:lnTo>
                    <a:pt x="2451234" y="454007"/>
                  </a:lnTo>
                  <a:lnTo>
                    <a:pt x="2451895" y="491560"/>
                  </a:lnTo>
                  <a:lnTo>
                    <a:pt x="2452555" y="545041"/>
                  </a:lnTo>
                  <a:lnTo>
                    <a:pt x="2453216" y="564151"/>
                  </a:lnTo>
                  <a:lnTo>
                    <a:pt x="2453876" y="586070"/>
                  </a:lnTo>
                  <a:lnTo>
                    <a:pt x="2454537" y="584166"/>
                  </a:lnTo>
                  <a:lnTo>
                    <a:pt x="2455197" y="595229"/>
                  </a:lnTo>
                  <a:lnTo>
                    <a:pt x="2455858" y="598614"/>
                  </a:lnTo>
                  <a:lnTo>
                    <a:pt x="2456518" y="617430"/>
                  </a:lnTo>
                  <a:lnTo>
                    <a:pt x="2457179" y="637718"/>
                  </a:lnTo>
                  <a:lnTo>
                    <a:pt x="2457839" y="647513"/>
                  </a:lnTo>
                  <a:lnTo>
                    <a:pt x="2458500" y="664970"/>
                  </a:lnTo>
                  <a:lnTo>
                    <a:pt x="2459161" y="643999"/>
                  </a:lnTo>
                  <a:lnTo>
                    <a:pt x="2459821" y="642431"/>
                  </a:lnTo>
                  <a:lnTo>
                    <a:pt x="2460482" y="635451"/>
                  </a:lnTo>
                  <a:lnTo>
                    <a:pt x="2461142" y="647395"/>
                  </a:lnTo>
                  <a:lnTo>
                    <a:pt x="2461803" y="664284"/>
                  </a:lnTo>
                  <a:lnTo>
                    <a:pt x="2462463" y="631249"/>
                  </a:lnTo>
                  <a:lnTo>
                    <a:pt x="2463124" y="597326"/>
                  </a:lnTo>
                  <a:lnTo>
                    <a:pt x="2463784" y="578231"/>
                  </a:lnTo>
                  <a:lnTo>
                    <a:pt x="2464445" y="586263"/>
                  </a:lnTo>
                  <a:lnTo>
                    <a:pt x="2465105" y="591161"/>
                  </a:lnTo>
                  <a:lnTo>
                    <a:pt x="2465766" y="593022"/>
                  </a:lnTo>
                  <a:lnTo>
                    <a:pt x="2466426" y="593022"/>
                  </a:lnTo>
                  <a:lnTo>
                    <a:pt x="2467087" y="608740"/>
                  </a:lnTo>
                  <a:lnTo>
                    <a:pt x="2467747" y="632269"/>
                  </a:lnTo>
                  <a:lnTo>
                    <a:pt x="2468408" y="630391"/>
                  </a:lnTo>
                  <a:lnTo>
                    <a:pt x="2469069" y="624377"/>
                  </a:lnTo>
                  <a:lnTo>
                    <a:pt x="2469729" y="615955"/>
                  </a:lnTo>
                  <a:lnTo>
                    <a:pt x="2470390" y="631063"/>
                  </a:lnTo>
                  <a:lnTo>
                    <a:pt x="2471050" y="639139"/>
                  </a:lnTo>
                  <a:lnTo>
                    <a:pt x="2471711" y="602510"/>
                  </a:lnTo>
                  <a:lnTo>
                    <a:pt x="2472371" y="589168"/>
                  </a:lnTo>
                  <a:lnTo>
                    <a:pt x="2473032" y="567471"/>
                  </a:lnTo>
                  <a:lnTo>
                    <a:pt x="2473692" y="598992"/>
                  </a:lnTo>
                  <a:lnTo>
                    <a:pt x="2474353" y="620078"/>
                  </a:lnTo>
                  <a:lnTo>
                    <a:pt x="2475013" y="643164"/>
                  </a:lnTo>
                  <a:lnTo>
                    <a:pt x="2475674" y="642159"/>
                  </a:lnTo>
                  <a:lnTo>
                    <a:pt x="2476334" y="630124"/>
                  </a:lnTo>
                  <a:lnTo>
                    <a:pt x="2476995" y="660830"/>
                  </a:lnTo>
                  <a:lnTo>
                    <a:pt x="2477655" y="668499"/>
                  </a:lnTo>
                  <a:lnTo>
                    <a:pt x="2478316" y="648452"/>
                  </a:lnTo>
                  <a:lnTo>
                    <a:pt x="2478976" y="633922"/>
                  </a:lnTo>
                  <a:lnTo>
                    <a:pt x="2479637" y="616662"/>
                  </a:lnTo>
                  <a:lnTo>
                    <a:pt x="2480298" y="604307"/>
                  </a:lnTo>
                  <a:lnTo>
                    <a:pt x="2480958" y="580385"/>
                  </a:lnTo>
                  <a:lnTo>
                    <a:pt x="2481619" y="604307"/>
                  </a:lnTo>
                  <a:lnTo>
                    <a:pt x="2482279" y="609423"/>
                  </a:lnTo>
                  <a:lnTo>
                    <a:pt x="2482940" y="618580"/>
                  </a:lnTo>
                  <a:lnTo>
                    <a:pt x="2483600" y="629218"/>
                  </a:lnTo>
                  <a:lnTo>
                    <a:pt x="2484261" y="617897"/>
                  </a:lnTo>
                  <a:lnTo>
                    <a:pt x="2484921" y="638039"/>
                  </a:lnTo>
                  <a:lnTo>
                    <a:pt x="2485582" y="628800"/>
                  </a:lnTo>
                  <a:lnTo>
                    <a:pt x="2486242" y="649344"/>
                  </a:lnTo>
                  <a:lnTo>
                    <a:pt x="2486903" y="651338"/>
                  </a:lnTo>
                  <a:lnTo>
                    <a:pt x="2487563" y="620069"/>
                  </a:lnTo>
                  <a:lnTo>
                    <a:pt x="2488224" y="612530"/>
                  </a:lnTo>
                  <a:lnTo>
                    <a:pt x="2488884" y="592034"/>
                  </a:lnTo>
                  <a:lnTo>
                    <a:pt x="2489545" y="590532"/>
                  </a:lnTo>
                  <a:lnTo>
                    <a:pt x="2490206" y="590532"/>
                  </a:lnTo>
                  <a:lnTo>
                    <a:pt x="2490866" y="586482"/>
                  </a:lnTo>
                  <a:lnTo>
                    <a:pt x="2491527" y="560968"/>
                  </a:lnTo>
                  <a:lnTo>
                    <a:pt x="2492187" y="576546"/>
                  </a:lnTo>
                  <a:lnTo>
                    <a:pt x="2492848" y="600468"/>
                  </a:lnTo>
                  <a:lnTo>
                    <a:pt x="2493508" y="603371"/>
                  </a:lnTo>
                  <a:lnTo>
                    <a:pt x="2494169" y="612823"/>
                  </a:lnTo>
                  <a:lnTo>
                    <a:pt x="2494829" y="635542"/>
                  </a:lnTo>
                  <a:lnTo>
                    <a:pt x="2495490" y="646835"/>
                  </a:lnTo>
                  <a:lnTo>
                    <a:pt x="2496150" y="604116"/>
                  </a:lnTo>
                  <a:lnTo>
                    <a:pt x="2496811" y="595993"/>
                  </a:lnTo>
                  <a:lnTo>
                    <a:pt x="2497471" y="615568"/>
                  </a:lnTo>
                  <a:lnTo>
                    <a:pt x="2498132" y="653375"/>
                  </a:lnTo>
                  <a:lnTo>
                    <a:pt x="2498792" y="657748"/>
                  </a:lnTo>
                  <a:lnTo>
                    <a:pt x="2499453" y="648067"/>
                  </a:lnTo>
                  <a:lnTo>
                    <a:pt x="2500114" y="614767"/>
                  </a:lnTo>
                  <a:lnTo>
                    <a:pt x="2500774" y="596957"/>
                  </a:lnTo>
                  <a:lnTo>
                    <a:pt x="2501435" y="597552"/>
                  </a:lnTo>
                  <a:lnTo>
                    <a:pt x="2502095" y="571112"/>
                  </a:lnTo>
                  <a:lnTo>
                    <a:pt x="2502756" y="582064"/>
                  </a:lnTo>
                  <a:lnTo>
                    <a:pt x="2503416" y="596050"/>
                  </a:lnTo>
                  <a:lnTo>
                    <a:pt x="2504077" y="586113"/>
                  </a:lnTo>
                  <a:lnTo>
                    <a:pt x="2504737" y="596050"/>
                  </a:lnTo>
                  <a:lnTo>
                    <a:pt x="2505398" y="605999"/>
                  </a:lnTo>
                  <a:lnTo>
                    <a:pt x="2506058" y="601165"/>
                  </a:lnTo>
                  <a:lnTo>
                    <a:pt x="2506719" y="614143"/>
                  </a:lnTo>
                  <a:lnTo>
                    <a:pt x="2507379" y="627796"/>
                  </a:lnTo>
                  <a:lnTo>
                    <a:pt x="2508040" y="625925"/>
                  </a:lnTo>
                  <a:lnTo>
                    <a:pt x="2508700" y="622471"/>
                  </a:lnTo>
                  <a:lnTo>
                    <a:pt x="2509361" y="628485"/>
                  </a:lnTo>
                  <a:lnTo>
                    <a:pt x="2510022" y="615328"/>
                  </a:lnTo>
                  <a:lnTo>
                    <a:pt x="2510682" y="604480"/>
                  </a:lnTo>
                  <a:lnTo>
                    <a:pt x="2511343" y="599513"/>
                  </a:lnTo>
                  <a:lnTo>
                    <a:pt x="2512003" y="607831"/>
                  </a:lnTo>
                  <a:lnTo>
                    <a:pt x="2512664" y="622960"/>
                  </a:lnTo>
                  <a:lnTo>
                    <a:pt x="2513324" y="615568"/>
                  </a:lnTo>
                  <a:lnTo>
                    <a:pt x="2513985" y="612198"/>
                  </a:lnTo>
                  <a:lnTo>
                    <a:pt x="2514645" y="651227"/>
                  </a:lnTo>
                  <a:lnTo>
                    <a:pt x="2515306" y="667761"/>
                  </a:lnTo>
                  <a:lnTo>
                    <a:pt x="2515966" y="664683"/>
                  </a:lnTo>
                  <a:lnTo>
                    <a:pt x="2516627" y="666522"/>
                  </a:lnTo>
                  <a:lnTo>
                    <a:pt x="2517287" y="660256"/>
                  </a:lnTo>
                  <a:lnTo>
                    <a:pt x="2517948" y="668586"/>
                  </a:lnTo>
                  <a:lnTo>
                    <a:pt x="2518608" y="659439"/>
                  </a:lnTo>
                  <a:lnTo>
                    <a:pt x="2519269" y="659439"/>
                  </a:lnTo>
                  <a:lnTo>
                    <a:pt x="2519929" y="643465"/>
                  </a:lnTo>
                  <a:lnTo>
                    <a:pt x="2520590" y="642049"/>
                  </a:lnTo>
                  <a:lnTo>
                    <a:pt x="2521251" y="650924"/>
                  </a:lnTo>
                  <a:lnTo>
                    <a:pt x="2521911" y="650924"/>
                  </a:lnTo>
                  <a:lnTo>
                    <a:pt x="2522572" y="660717"/>
                  </a:lnTo>
                  <a:lnTo>
                    <a:pt x="2523232" y="667875"/>
                  </a:lnTo>
                  <a:lnTo>
                    <a:pt x="2523893" y="667056"/>
                  </a:lnTo>
                  <a:lnTo>
                    <a:pt x="2524553" y="660634"/>
                  </a:lnTo>
                  <a:lnTo>
                    <a:pt x="2525214" y="655438"/>
                  </a:lnTo>
                  <a:lnTo>
                    <a:pt x="2525874" y="635283"/>
                  </a:lnTo>
                  <a:lnTo>
                    <a:pt x="2526535" y="655438"/>
                  </a:lnTo>
                  <a:lnTo>
                    <a:pt x="2527195" y="661981"/>
                  </a:lnTo>
                  <a:lnTo>
                    <a:pt x="2527856" y="652882"/>
                  </a:lnTo>
                  <a:lnTo>
                    <a:pt x="2528516" y="645620"/>
                  </a:lnTo>
                  <a:lnTo>
                    <a:pt x="2529177" y="660840"/>
                  </a:lnTo>
                  <a:lnTo>
                    <a:pt x="2529837" y="658775"/>
                  </a:lnTo>
                  <a:lnTo>
                    <a:pt x="2530498" y="657958"/>
                  </a:lnTo>
                  <a:lnTo>
                    <a:pt x="2531159" y="677263"/>
                  </a:lnTo>
                  <a:lnTo>
                    <a:pt x="2531819" y="660695"/>
                  </a:lnTo>
                  <a:lnTo>
                    <a:pt x="2532480" y="655431"/>
                  </a:lnTo>
                  <a:lnTo>
                    <a:pt x="2533140" y="653381"/>
                  </a:lnTo>
                  <a:lnTo>
                    <a:pt x="2533801" y="639838"/>
                  </a:lnTo>
                  <a:lnTo>
                    <a:pt x="2534461" y="652119"/>
                  </a:lnTo>
                  <a:lnTo>
                    <a:pt x="2535122" y="668776"/>
                  </a:lnTo>
                  <a:lnTo>
                    <a:pt x="2535782" y="677496"/>
                  </a:lnTo>
                  <a:lnTo>
                    <a:pt x="2536443" y="645751"/>
                  </a:lnTo>
                  <a:lnTo>
                    <a:pt x="2537103" y="622452"/>
                  </a:lnTo>
                  <a:lnTo>
                    <a:pt x="2537764" y="632122"/>
                  </a:lnTo>
                  <a:lnTo>
                    <a:pt x="2538424" y="632849"/>
                  </a:lnTo>
                  <a:lnTo>
                    <a:pt x="2539085" y="637963"/>
                  </a:lnTo>
                  <a:lnTo>
                    <a:pt x="2539745" y="638328"/>
                  </a:lnTo>
                  <a:lnTo>
                    <a:pt x="2540406" y="620889"/>
                  </a:lnTo>
                  <a:lnTo>
                    <a:pt x="2541067" y="618811"/>
                  </a:lnTo>
                  <a:lnTo>
                    <a:pt x="2541727" y="645218"/>
                  </a:lnTo>
                  <a:lnTo>
                    <a:pt x="2542388" y="635583"/>
                  </a:lnTo>
                  <a:lnTo>
                    <a:pt x="2543048" y="634184"/>
                  </a:lnTo>
                  <a:lnTo>
                    <a:pt x="2543709" y="634184"/>
                  </a:lnTo>
                  <a:lnTo>
                    <a:pt x="2544369" y="613444"/>
                  </a:lnTo>
                  <a:lnTo>
                    <a:pt x="2545030" y="618324"/>
                  </a:lnTo>
                  <a:lnTo>
                    <a:pt x="2545690" y="640191"/>
                  </a:lnTo>
                  <a:lnTo>
                    <a:pt x="2546351" y="628601"/>
                  </a:lnTo>
                  <a:lnTo>
                    <a:pt x="2547011" y="627034"/>
                  </a:lnTo>
                  <a:lnTo>
                    <a:pt x="2547672" y="648841"/>
                  </a:lnTo>
                  <a:lnTo>
                    <a:pt x="2548332" y="644294"/>
                  </a:lnTo>
                  <a:lnTo>
                    <a:pt x="2548993" y="651658"/>
                  </a:lnTo>
                  <a:lnTo>
                    <a:pt x="2549653" y="648129"/>
                  </a:lnTo>
                  <a:lnTo>
                    <a:pt x="2550314" y="660662"/>
                  </a:lnTo>
                  <a:lnTo>
                    <a:pt x="2550974" y="657282"/>
                  </a:lnTo>
                  <a:lnTo>
                    <a:pt x="2551635" y="605756"/>
                  </a:lnTo>
                  <a:lnTo>
                    <a:pt x="2552296" y="624027"/>
                  </a:lnTo>
                  <a:lnTo>
                    <a:pt x="2552956" y="613792"/>
                  </a:lnTo>
                  <a:lnTo>
                    <a:pt x="2553617" y="609411"/>
                  </a:lnTo>
                  <a:lnTo>
                    <a:pt x="2554277" y="644778"/>
                  </a:lnTo>
                  <a:lnTo>
                    <a:pt x="2554938" y="619322"/>
                  </a:lnTo>
                  <a:lnTo>
                    <a:pt x="2555598" y="586328"/>
                  </a:lnTo>
                  <a:lnTo>
                    <a:pt x="2556259" y="531579"/>
                  </a:lnTo>
                  <a:lnTo>
                    <a:pt x="2556919" y="476147"/>
                  </a:lnTo>
                  <a:lnTo>
                    <a:pt x="2557580" y="475381"/>
                  </a:lnTo>
                  <a:lnTo>
                    <a:pt x="2558240" y="472645"/>
                  </a:lnTo>
                  <a:lnTo>
                    <a:pt x="2558901" y="477139"/>
                  </a:lnTo>
                  <a:lnTo>
                    <a:pt x="2559561" y="468563"/>
                  </a:lnTo>
                  <a:lnTo>
                    <a:pt x="2560222" y="432400"/>
                  </a:lnTo>
                  <a:lnTo>
                    <a:pt x="2560882" y="432400"/>
                  </a:lnTo>
                  <a:lnTo>
                    <a:pt x="2561543" y="442057"/>
                  </a:lnTo>
                  <a:lnTo>
                    <a:pt x="2562204" y="452444"/>
                  </a:lnTo>
                  <a:lnTo>
                    <a:pt x="2562864" y="488134"/>
                  </a:lnTo>
                  <a:lnTo>
                    <a:pt x="2563525" y="490420"/>
                  </a:lnTo>
                  <a:lnTo>
                    <a:pt x="2564185" y="486328"/>
                  </a:lnTo>
                  <a:lnTo>
                    <a:pt x="2564846" y="513019"/>
                  </a:lnTo>
                  <a:lnTo>
                    <a:pt x="2565506" y="517521"/>
                  </a:lnTo>
                  <a:lnTo>
                    <a:pt x="2566167" y="537414"/>
                  </a:lnTo>
                  <a:lnTo>
                    <a:pt x="2566827" y="546632"/>
                  </a:lnTo>
                  <a:lnTo>
                    <a:pt x="2567488" y="553794"/>
                  </a:lnTo>
                  <a:lnTo>
                    <a:pt x="2568148" y="548718"/>
                  </a:lnTo>
                  <a:lnTo>
                    <a:pt x="2568809" y="572887"/>
                  </a:lnTo>
                  <a:lnTo>
                    <a:pt x="2569469" y="549344"/>
                  </a:lnTo>
                  <a:lnTo>
                    <a:pt x="2570130" y="544229"/>
                  </a:lnTo>
                  <a:lnTo>
                    <a:pt x="2570790" y="521679"/>
                  </a:lnTo>
                  <a:lnTo>
                    <a:pt x="2571451" y="550575"/>
                  </a:lnTo>
                  <a:lnTo>
                    <a:pt x="2572112" y="615884"/>
                  </a:lnTo>
                  <a:lnTo>
                    <a:pt x="2572772" y="619413"/>
                  </a:lnTo>
                  <a:lnTo>
                    <a:pt x="2573433" y="597963"/>
                  </a:lnTo>
                  <a:lnTo>
                    <a:pt x="2574093" y="603109"/>
                  </a:lnTo>
                  <a:lnTo>
                    <a:pt x="2574754" y="615195"/>
                  </a:lnTo>
                  <a:lnTo>
                    <a:pt x="2575414" y="643578"/>
                  </a:lnTo>
                  <a:lnTo>
                    <a:pt x="2576075" y="645070"/>
                  </a:lnTo>
                  <a:lnTo>
                    <a:pt x="2576735" y="633374"/>
                  </a:lnTo>
                  <a:lnTo>
                    <a:pt x="2577396" y="628924"/>
                  </a:lnTo>
                  <a:lnTo>
                    <a:pt x="2578056" y="633208"/>
                  </a:lnTo>
                  <a:lnTo>
                    <a:pt x="2578717" y="645399"/>
                  </a:lnTo>
                  <a:lnTo>
                    <a:pt x="2579377" y="664155"/>
                  </a:lnTo>
                  <a:lnTo>
                    <a:pt x="2580038" y="662499"/>
                  </a:lnTo>
                  <a:lnTo>
                    <a:pt x="2580698" y="648966"/>
                  </a:lnTo>
                  <a:lnTo>
                    <a:pt x="2581359" y="669851"/>
                  </a:lnTo>
                  <a:lnTo>
                    <a:pt x="2582020" y="675775"/>
                  </a:lnTo>
                  <a:lnTo>
                    <a:pt x="2582680" y="677274"/>
                  </a:lnTo>
                  <a:lnTo>
                    <a:pt x="2583341" y="676116"/>
                  </a:lnTo>
                  <a:lnTo>
                    <a:pt x="2584001" y="662635"/>
                  </a:lnTo>
                  <a:lnTo>
                    <a:pt x="2584662" y="658508"/>
                  </a:lnTo>
                  <a:lnTo>
                    <a:pt x="2585322" y="681784"/>
                  </a:lnTo>
                  <a:lnTo>
                    <a:pt x="2585983" y="679212"/>
                  </a:lnTo>
                  <a:lnTo>
                    <a:pt x="2586643" y="652361"/>
                  </a:lnTo>
                  <a:lnTo>
                    <a:pt x="2587304" y="641087"/>
                  </a:lnTo>
                  <a:lnTo>
                    <a:pt x="2587964" y="635285"/>
                  </a:lnTo>
                  <a:lnTo>
                    <a:pt x="2588625" y="636930"/>
                  </a:lnTo>
                  <a:lnTo>
                    <a:pt x="2589285" y="652813"/>
                  </a:lnTo>
                  <a:lnTo>
                    <a:pt x="2589946" y="640468"/>
                  </a:lnTo>
                  <a:lnTo>
                    <a:pt x="2590606" y="629426"/>
                  </a:lnTo>
                  <a:lnTo>
                    <a:pt x="2591267" y="618290"/>
                  </a:lnTo>
                  <a:lnTo>
                    <a:pt x="2591927" y="637418"/>
                  </a:lnTo>
                  <a:lnTo>
                    <a:pt x="2592588" y="678907"/>
                  </a:lnTo>
                  <a:lnTo>
                    <a:pt x="2593249" y="668061"/>
                  </a:lnTo>
                  <a:lnTo>
                    <a:pt x="2593909" y="653983"/>
                  </a:lnTo>
                  <a:lnTo>
                    <a:pt x="2594570" y="654465"/>
                  </a:lnTo>
                  <a:lnTo>
                    <a:pt x="2595230" y="636051"/>
                  </a:lnTo>
                  <a:lnTo>
                    <a:pt x="2595891" y="643149"/>
                  </a:lnTo>
                  <a:lnTo>
                    <a:pt x="2596551" y="647599"/>
                  </a:lnTo>
                  <a:lnTo>
                    <a:pt x="2597212" y="648688"/>
                  </a:lnTo>
                  <a:lnTo>
                    <a:pt x="2597872" y="653884"/>
                  </a:lnTo>
                  <a:lnTo>
                    <a:pt x="2598533" y="654248"/>
                  </a:lnTo>
                  <a:lnTo>
                    <a:pt x="2599193" y="670488"/>
                  </a:lnTo>
                  <a:lnTo>
                    <a:pt x="2599854" y="677596"/>
                  </a:lnTo>
                  <a:lnTo>
                    <a:pt x="2600514" y="670488"/>
                  </a:lnTo>
                  <a:lnTo>
                    <a:pt x="2601175" y="646283"/>
                  </a:lnTo>
                  <a:lnTo>
                    <a:pt x="2601835" y="653219"/>
                  </a:lnTo>
                  <a:lnTo>
                    <a:pt x="2602496" y="655687"/>
                  </a:lnTo>
                  <a:lnTo>
                    <a:pt x="2603157" y="641578"/>
                  </a:lnTo>
                  <a:lnTo>
                    <a:pt x="2603817" y="653007"/>
                  </a:lnTo>
                  <a:lnTo>
                    <a:pt x="2604478" y="685302"/>
                  </a:lnTo>
                  <a:lnTo>
                    <a:pt x="2605138" y="690370"/>
                  </a:lnTo>
                  <a:lnTo>
                    <a:pt x="2605799" y="666997"/>
                  </a:lnTo>
                  <a:lnTo>
                    <a:pt x="2606459" y="658833"/>
                  </a:lnTo>
                  <a:lnTo>
                    <a:pt x="2607120" y="640419"/>
                  </a:lnTo>
                  <a:lnTo>
                    <a:pt x="2607780" y="641521"/>
                  </a:lnTo>
                  <a:lnTo>
                    <a:pt x="2608441" y="667845"/>
                  </a:lnTo>
                  <a:lnTo>
                    <a:pt x="2609101" y="669737"/>
                  </a:lnTo>
                  <a:lnTo>
                    <a:pt x="2609762" y="655213"/>
                  </a:lnTo>
                  <a:lnTo>
                    <a:pt x="2610422" y="632351"/>
                  </a:lnTo>
                  <a:lnTo>
                    <a:pt x="2611083" y="646913"/>
                  </a:lnTo>
                  <a:lnTo>
                    <a:pt x="2611743" y="666886"/>
                  </a:lnTo>
                  <a:lnTo>
                    <a:pt x="2612404" y="660596"/>
                  </a:lnTo>
                  <a:lnTo>
                    <a:pt x="2613065" y="629413"/>
                  </a:lnTo>
                  <a:lnTo>
                    <a:pt x="2613725" y="635560"/>
                  </a:lnTo>
                  <a:lnTo>
                    <a:pt x="2614386" y="650595"/>
                  </a:lnTo>
                  <a:lnTo>
                    <a:pt x="2615046" y="663948"/>
                  </a:lnTo>
                  <a:lnTo>
                    <a:pt x="2615707" y="663948"/>
                  </a:lnTo>
                  <a:lnTo>
                    <a:pt x="2616367" y="665079"/>
                  </a:lnTo>
                  <a:lnTo>
                    <a:pt x="2617028" y="667948"/>
                  </a:lnTo>
                  <a:lnTo>
                    <a:pt x="2617688" y="678193"/>
                  </a:lnTo>
                  <a:lnTo>
                    <a:pt x="2618349" y="699860"/>
                  </a:lnTo>
                  <a:lnTo>
                    <a:pt x="2619009" y="692366"/>
                  </a:lnTo>
                  <a:lnTo>
                    <a:pt x="2619670" y="665079"/>
                  </a:lnTo>
                  <a:lnTo>
                    <a:pt x="2620330" y="663948"/>
                  </a:lnTo>
                  <a:lnTo>
                    <a:pt x="2620991" y="672350"/>
                  </a:lnTo>
                  <a:lnTo>
                    <a:pt x="2621651" y="666903"/>
                  </a:lnTo>
                  <a:lnTo>
                    <a:pt x="2622312" y="663764"/>
                  </a:lnTo>
                  <a:lnTo>
                    <a:pt x="2622972" y="668047"/>
                  </a:lnTo>
                  <a:lnTo>
                    <a:pt x="2623633" y="670714"/>
                  </a:lnTo>
                  <a:lnTo>
                    <a:pt x="2624294" y="670714"/>
                  </a:lnTo>
                  <a:lnTo>
                    <a:pt x="2624954" y="663931"/>
                  </a:lnTo>
                  <a:lnTo>
                    <a:pt x="2625615" y="662235"/>
                  </a:lnTo>
                  <a:lnTo>
                    <a:pt x="2626275" y="662334"/>
                  </a:lnTo>
                  <a:lnTo>
                    <a:pt x="2626936" y="683678"/>
                  </a:lnTo>
                  <a:lnTo>
                    <a:pt x="2627596" y="684885"/>
                  </a:lnTo>
                  <a:lnTo>
                    <a:pt x="2628257" y="667421"/>
                  </a:lnTo>
                  <a:lnTo>
                    <a:pt x="2628917" y="661316"/>
                  </a:lnTo>
                  <a:lnTo>
                    <a:pt x="2629578" y="671093"/>
                  </a:lnTo>
                  <a:lnTo>
                    <a:pt x="2630238" y="680054"/>
                  </a:lnTo>
                  <a:lnTo>
                    <a:pt x="2630899" y="678486"/>
                  </a:lnTo>
                  <a:lnTo>
                    <a:pt x="2631559" y="654987"/>
                  </a:lnTo>
                  <a:lnTo>
                    <a:pt x="2632220" y="652403"/>
                  </a:lnTo>
                  <a:lnTo>
                    <a:pt x="2632880" y="674203"/>
                  </a:lnTo>
                  <a:lnTo>
                    <a:pt x="2633541" y="691219"/>
                  </a:lnTo>
                  <a:lnTo>
                    <a:pt x="2634202" y="681312"/>
                  </a:lnTo>
                  <a:lnTo>
                    <a:pt x="2634862" y="676442"/>
                  </a:lnTo>
                  <a:lnTo>
                    <a:pt x="2635523" y="660058"/>
                  </a:lnTo>
                  <a:lnTo>
                    <a:pt x="2636183" y="667421"/>
                  </a:lnTo>
                  <a:lnTo>
                    <a:pt x="2636844" y="683086"/>
                  </a:lnTo>
                  <a:lnTo>
                    <a:pt x="2637504" y="683129"/>
                  </a:lnTo>
                  <a:lnTo>
                    <a:pt x="2638165" y="630423"/>
                  </a:lnTo>
                  <a:lnTo>
                    <a:pt x="2638825" y="633988"/>
                  </a:lnTo>
                  <a:lnTo>
                    <a:pt x="2639486" y="623993"/>
                  </a:lnTo>
                  <a:lnTo>
                    <a:pt x="2640146" y="622463"/>
                  </a:lnTo>
                  <a:lnTo>
                    <a:pt x="2640807" y="630296"/>
                  </a:lnTo>
                  <a:lnTo>
                    <a:pt x="2641467" y="651657"/>
                  </a:lnTo>
                  <a:lnTo>
                    <a:pt x="2642128" y="656064"/>
                  </a:lnTo>
                  <a:lnTo>
                    <a:pt x="2642788" y="665037"/>
                  </a:lnTo>
                  <a:lnTo>
                    <a:pt x="2643449" y="671410"/>
                  </a:lnTo>
                  <a:lnTo>
                    <a:pt x="2644110" y="645329"/>
                  </a:lnTo>
                  <a:lnTo>
                    <a:pt x="2644770" y="639332"/>
                  </a:lnTo>
                  <a:lnTo>
                    <a:pt x="2645431" y="650799"/>
                  </a:lnTo>
                  <a:lnTo>
                    <a:pt x="2646091" y="651590"/>
                  </a:lnTo>
                  <a:lnTo>
                    <a:pt x="2646752" y="679068"/>
                  </a:lnTo>
                  <a:lnTo>
                    <a:pt x="2647412" y="661760"/>
                  </a:lnTo>
                  <a:lnTo>
                    <a:pt x="2648073" y="660285"/>
                  </a:lnTo>
                  <a:lnTo>
                    <a:pt x="2648733" y="648605"/>
                  </a:lnTo>
                  <a:lnTo>
                    <a:pt x="2649394" y="630296"/>
                  </a:lnTo>
                  <a:lnTo>
                    <a:pt x="2650054" y="646602"/>
                  </a:lnTo>
                  <a:lnTo>
                    <a:pt x="2650715" y="674304"/>
                  </a:lnTo>
                  <a:lnTo>
                    <a:pt x="2651375" y="688299"/>
                  </a:lnTo>
                  <a:lnTo>
                    <a:pt x="2652036" y="682012"/>
                  </a:lnTo>
                  <a:lnTo>
                    <a:pt x="2652696" y="657428"/>
                  </a:lnTo>
                  <a:lnTo>
                    <a:pt x="2653357" y="656645"/>
                  </a:lnTo>
                  <a:lnTo>
                    <a:pt x="2654018" y="662442"/>
                  </a:lnTo>
                  <a:lnTo>
                    <a:pt x="2654678" y="651798"/>
                  </a:lnTo>
                  <a:lnTo>
                    <a:pt x="2655339" y="659306"/>
                  </a:lnTo>
                  <a:lnTo>
                    <a:pt x="2655999" y="671778"/>
                  </a:lnTo>
                  <a:lnTo>
                    <a:pt x="2656660" y="681327"/>
                  </a:lnTo>
                  <a:lnTo>
                    <a:pt x="2657320" y="686852"/>
                  </a:lnTo>
                  <a:lnTo>
                    <a:pt x="2657981" y="662442"/>
                  </a:lnTo>
                  <a:lnTo>
                    <a:pt x="2658641" y="660912"/>
                  </a:lnTo>
                  <a:lnTo>
                    <a:pt x="2659302" y="659073"/>
                  </a:lnTo>
                  <a:lnTo>
                    <a:pt x="2659962" y="658800"/>
                  </a:lnTo>
                  <a:lnTo>
                    <a:pt x="2660623" y="659921"/>
                  </a:lnTo>
                  <a:lnTo>
                    <a:pt x="2661283" y="668895"/>
                  </a:lnTo>
                  <a:lnTo>
                    <a:pt x="2661944" y="658452"/>
                  </a:lnTo>
                  <a:lnTo>
                    <a:pt x="2662604" y="692331"/>
                  </a:lnTo>
                  <a:lnTo>
                    <a:pt x="2663265" y="671498"/>
                  </a:lnTo>
                  <a:lnTo>
                    <a:pt x="2663925" y="661207"/>
                  </a:lnTo>
                  <a:lnTo>
                    <a:pt x="2664586" y="643237"/>
                  </a:lnTo>
                  <a:lnTo>
                    <a:pt x="2665247" y="640005"/>
                  </a:lnTo>
                  <a:lnTo>
                    <a:pt x="2665907" y="664375"/>
                  </a:lnTo>
                  <a:lnTo>
                    <a:pt x="2666568" y="673699"/>
                  </a:lnTo>
                  <a:lnTo>
                    <a:pt x="2667228" y="677805"/>
                  </a:lnTo>
                  <a:lnTo>
                    <a:pt x="2667889" y="657178"/>
                  </a:lnTo>
                  <a:lnTo>
                    <a:pt x="2668549" y="670825"/>
                  </a:lnTo>
                  <a:lnTo>
                    <a:pt x="2669210" y="681050"/>
                  </a:lnTo>
                  <a:lnTo>
                    <a:pt x="2669870" y="672577"/>
                  </a:lnTo>
                  <a:lnTo>
                    <a:pt x="2670531" y="642569"/>
                  </a:lnTo>
                  <a:lnTo>
                    <a:pt x="2671191" y="632794"/>
                  </a:lnTo>
                  <a:lnTo>
                    <a:pt x="2671852" y="631244"/>
                  </a:lnTo>
                  <a:lnTo>
                    <a:pt x="2672512" y="624463"/>
                  </a:lnTo>
                  <a:lnTo>
                    <a:pt x="2673173" y="625734"/>
                  </a:lnTo>
                  <a:lnTo>
                    <a:pt x="2673833" y="667789"/>
                  </a:lnTo>
                  <a:lnTo>
                    <a:pt x="2674494" y="691075"/>
                  </a:lnTo>
                  <a:lnTo>
                    <a:pt x="2675155" y="659022"/>
                  </a:lnTo>
                  <a:lnTo>
                    <a:pt x="2675815" y="670022"/>
                  </a:lnTo>
                  <a:lnTo>
                    <a:pt x="2676476" y="647437"/>
                  </a:lnTo>
                  <a:lnTo>
                    <a:pt x="2677136" y="650452"/>
                  </a:lnTo>
                  <a:lnTo>
                    <a:pt x="2677797" y="667329"/>
                  </a:lnTo>
                  <a:lnTo>
                    <a:pt x="2678457" y="674438"/>
                  </a:lnTo>
                  <a:lnTo>
                    <a:pt x="2679118" y="682645"/>
                  </a:lnTo>
                  <a:lnTo>
                    <a:pt x="2679778" y="670825"/>
                  </a:lnTo>
                  <a:lnTo>
                    <a:pt x="2680439" y="667657"/>
                  </a:lnTo>
                  <a:lnTo>
                    <a:pt x="2681099" y="668586"/>
                  </a:lnTo>
                  <a:lnTo>
                    <a:pt x="2681760" y="668586"/>
                  </a:lnTo>
                  <a:lnTo>
                    <a:pt x="2682420" y="664866"/>
                  </a:lnTo>
                  <a:lnTo>
                    <a:pt x="2683081" y="658485"/>
                  </a:lnTo>
                  <a:lnTo>
                    <a:pt x="2683741" y="663627"/>
                  </a:lnTo>
                  <a:lnTo>
                    <a:pt x="2684402" y="653475"/>
                  </a:lnTo>
                  <a:lnTo>
                    <a:pt x="2685063" y="646778"/>
                  </a:lnTo>
                  <a:lnTo>
                    <a:pt x="2685723" y="649098"/>
                  </a:lnTo>
                  <a:lnTo>
                    <a:pt x="2686384" y="646778"/>
                  </a:lnTo>
                  <a:lnTo>
                    <a:pt x="2687044" y="672365"/>
                  </a:lnTo>
                  <a:lnTo>
                    <a:pt x="2687705" y="671655"/>
                  </a:lnTo>
                  <a:lnTo>
                    <a:pt x="2688365" y="686805"/>
                  </a:lnTo>
                  <a:lnTo>
                    <a:pt x="2689026" y="654372"/>
                  </a:lnTo>
                  <a:lnTo>
                    <a:pt x="2689686" y="633466"/>
                  </a:lnTo>
                  <a:lnTo>
                    <a:pt x="2690347" y="644221"/>
                  </a:lnTo>
                  <a:lnTo>
                    <a:pt x="2691007" y="626946"/>
                  </a:lnTo>
                  <a:lnTo>
                    <a:pt x="2691668" y="626946"/>
                  </a:lnTo>
                  <a:lnTo>
                    <a:pt x="2692328" y="653115"/>
                  </a:lnTo>
                  <a:lnTo>
                    <a:pt x="2692989" y="665980"/>
                  </a:lnTo>
                  <a:lnTo>
                    <a:pt x="2693649" y="654372"/>
                  </a:lnTo>
                  <a:lnTo>
                    <a:pt x="2694310" y="644221"/>
                  </a:lnTo>
                  <a:lnTo>
                    <a:pt x="2694970" y="636403"/>
                  </a:lnTo>
                  <a:lnTo>
                    <a:pt x="2695631" y="648799"/>
                  </a:lnTo>
                  <a:lnTo>
                    <a:pt x="2696292" y="603806"/>
                  </a:lnTo>
                  <a:lnTo>
                    <a:pt x="2696952" y="577127"/>
                  </a:lnTo>
                  <a:lnTo>
                    <a:pt x="2697613" y="591203"/>
                  </a:lnTo>
                  <a:lnTo>
                    <a:pt x="2698273" y="587547"/>
                  </a:lnTo>
                  <a:lnTo>
                    <a:pt x="2698934" y="573850"/>
                  </a:lnTo>
                  <a:lnTo>
                    <a:pt x="2699594" y="572261"/>
                  </a:lnTo>
                  <a:lnTo>
                    <a:pt x="2700255" y="594843"/>
                  </a:lnTo>
                  <a:lnTo>
                    <a:pt x="2700915" y="600880"/>
                  </a:lnTo>
                  <a:lnTo>
                    <a:pt x="2701576" y="581040"/>
                  </a:lnTo>
                  <a:lnTo>
                    <a:pt x="2702236" y="560749"/>
                  </a:lnTo>
                  <a:lnTo>
                    <a:pt x="2702897" y="542385"/>
                  </a:lnTo>
                  <a:lnTo>
                    <a:pt x="2703557" y="530734"/>
                  </a:lnTo>
                  <a:lnTo>
                    <a:pt x="2704218" y="525933"/>
                  </a:lnTo>
                  <a:lnTo>
                    <a:pt x="2704878" y="537051"/>
                  </a:lnTo>
                  <a:lnTo>
                    <a:pt x="2705539" y="528323"/>
                  </a:lnTo>
                  <a:lnTo>
                    <a:pt x="2706200" y="481247"/>
                  </a:lnTo>
                  <a:lnTo>
                    <a:pt x="2706860" y="501138"/>
                  </a:lnTo>
                  <a:lnTo>
                    <a:pt x="2707521" y="460258"/>
                  </a:lnTo>
                  <a:lnTo>
                    <a:pt x="2708181" y="431635"/>
                  </a:lnTo>
                  <a:lnTo>
                    <a:pt x="2708842" y="414061"/>
                  </a:lnTo>
                  <a:lnTo>
                    <a:pt x="2709502" y="407295"/>
                  </a:lnTo>
                  <a:lnTo>
                    <a:pt x="2710163" y="418158"/>
                  </a:lnTo>
                  <a:lnTo>
                    <a:pt x="2710823" y="426852"/>
                  </a:lnTo>
                  <a:lnTo>
                    <a:pt x="2711484" y="432623"/>
                  </a:lnTo>
                  <a:lnTo>
                    <a:pt x="2712144" y="467439"/>
                  </a:lnTo>
                  <a:lnTo>
                    <a:pt x="2712805" y="497285"/>
                  </a:lnTo>
                  <a:lnTo>
                    <a:pt x="2713465" y="526211"/>
                  </a:lnTo>
                  <a:lnTo>
                    <a:pt x="2714126" y="557759"/>
                  </a:lnTo>
                  <a:lnTo>
                    <a:pt x="2714786" y="573289"/>
                  </a:lnTo>
                  <a:lnTo>
                    <a:pt x="2715447" y="569251"/>
                  </a:lnTo>
                  <a:lnTo>
                    <a:pt x="2716108" y="538775"/>
                  </a:lnTo>
                  <a:lnTo>
                    <a:pt x="2716768" y="565197"/>
                  </a:lnTo>
                  <a:lnTo>
                    <a:pt x="2717429" y="557199"/>
                  </a:lnTo>
                  <a:lnTo>
                    <a:pt x="2718089" y="538710"/>
                  </a:lnTo>
                  <a:lnTo>
                    <a:pt x="2718750" y="533627"/>
                  </a:lnTo>
                  <a:lnTo>
                    <a:pt x="2719410" y="530795"/>
                  </a:lnTo>
                  <a:lnTo>
                    <a:pt x="2720071" y="514262"/>
                  </a:lnTo>
                  <a:lnTo>
                    <a:pt x="2720731" y="514173"/>
                  </a:lnTo>
                  <a:lnTo>
                    <a:pt x="2721392" y="520446"/>
                  </a:lnTo>
                  <a:lnTo>
                    <a:pt x="2722052" y="505317"/>
                  </a:lnTo>
                  <a:lnTo>
                    <a:pt x="2722713" y="505553"/>
                  </a:lnTo>
                  <a:lnTo>
                    <a:pt x="2723373" y="485376"/>
                  </a:lnTo>
                  <a:lnTo>
                    <a:pt x="2724034" y="450949"/>
                  </a:lnTo>
                  <a:lnTo>
                    <a:pt x="2724694" y="414695"/>
                  </a:lnTo>
                  <a:lnTo>
                    <a:pt x="2725355" y="414695"/>
                  </a:lnTo>
                  <a:lnTo>
                    <a:pt x="2726016" y="405199"/>
                  </a:lnTo>
                  <a:lnTo>
                    <a:pt x="2726676" y="409211"/>
                  </a:lnTo>
                  <a:lnTo>
                    <a:pt x="2727337" y="410188"/>
                  </a:lnTo>
                  <a:lnTo>
                    <a:pt x="2727997" y="408320"/>
                  </a:lnTo>
                  <a:lnTo>
                    <a:pt x="2728658" y="429387"/>
                  </a:lnTo>
                  <a:lnTo>
                    <a:pt x="2729318" y="457128"/>
                  </a:lnTo>
                  <a:lnTo>
                    <a:pt x="2729979" y="494075"/>
                  </a:lnTo>
                  <a:lnTo>
                    <a:pt x="2730639" y="526282"/>
                  </a:lnTo>
                  <a:lnTo>
                    <a:pt x="2731300" y="563598"/>
                  </a:lnTo>
                  <a:lnTo>
                    <a:pt x="2731960" y="592876"/>
                  </a:lnTo>
                  <a:lnTo>
                    <a:pt x="2732621" y="580575"/>
                  </a:lnTo>
                  <a:lnTo>
                    <a:pt x="2733281" y="560749"/>
                  </a:lnTo>
                  <a:lnTo>
                    <a:pt x="2733942" y="542317"/>
                  </a:lnTo>
                  <a:lnTo>
                    <a:pt x="2734602" y="571000"/>
                  </a:lnTo>
                  <a:lnTo>
                    <a:pt x="2735263" y="601084"/>
                  </a:lnTo>
                  <a:lnTo>
                    <a:pt x="2735923" y="606158"/>
                  </a:lnTo>
                  <a:lnTo>
                    <a:pt x="2736584" y="588497"/>
                  </a:lnTo>
                  <a:lnTo>
                    <a:pt x="2737245" y="578001"/>
                  </a:lnTo>
                  <a:lnTo>
                    <a:pt x="2737905" y="587169"/>
                  </a:lnTo>
                  <a:lnTo>
                    <a:pt x="2738566" y="599095"/>
                  </a:lnTo>
                  <a:lnTo>
                    <a:pt x="2739226" y="620067"/>
                  </a:lnTo>
                  <a:lnTo>
                    <a:pt x="2739887" y="623205"/>
                  </a:lnTo>
                  <a:lnTo>
                    <a:pt x="2740547" y="602468"/>
                  </a:lnTo>
                  <a:lnTo>
                    <a:pt x="2741208" y="616723"/>
                  </a:lnTo>
                  <a:lnTo>
                    <a:pt x="2741868" y="632835"/>
                  </a:lnTo>
                  <a:lnTo>
                    <a:pt x="2742529" y="614437"/>
                  </a:lnTo>
                  <a:lnTo>
                    <a:pt x="2743189" y="595592"/>
                  </a:lnTo>
                  <a:lnTo>
                    <a:pt x="2743850" y="575777"/>
                  </a:lnTo>
                  <a:lnTo>
                    <a:pt x="2744510" y="573912"/>
                  </a:lnTo>
                  <a:lnTo>
                    <a:pt x="2745171" y="603580"/>
                  </a:lnTo>
                  <a:lnTo>
                    <a:pt x="2745831" y="613560"/>
                  </a:lnTo>
                  <a:lnTo>
                    <a:pt x="2746492" y="609659"/>
                  </a:lnTo>
                  <a:lnTo>
                    <a:pt x="2747153" y="588294"/>
                  </a:lnTo>
                  <a:lnTo>
                    <a:pt x="2747813" y="569684"/>
                  </a:lnTo>
                  <a:lnTo>
                    <a:pt x="2748474" y="587140"/>
                  </a:lnTo>
                  <a:lnTo>
                    <a:pt x="2749134" y="619447"/>
                  </a:lnTo>
                  <a:lnTo>
                    <a:pt x="2749795" y="628389"/>
                  </a:lnTo>
                  <a:lnTo>
                    <a:pt x="2750455" y="655035"/>
                  </a:lnTo>
                  <a:lnTo>
                    <a:pt x="2751116" y="659392"/>
                  </a:lnTo>
                  <a:lnTo>
                    <a:pt x="2751776" y="627973"/>
                  </a:lnTo>
                  <a:lnTo>
                    <a:pt x="2752437" y="619732"/>
                  </a:lnTo>
                  <a:lnTo>
                    <a:pt x="2753097" y="609536"/>
                  </a:lnTo>
                  <a:lnTo>
                    <a:pt x="2753758" y="602644"/>
                  </a:lnTo>
                  <a:lnTo>
                    <a:pt x="2754418" y="567410"/>
                  </a:lnTo>
                  <a:lnTo>
                    <a:pt x="2755079" y="539733"/>
                  </a:lnTo>
                  <a:lnTo>
                    <a:pt x="2755739" y="524458"/>
                  </a:lnTo>
                  <a:lnTo>
                    <a:pt x="2756400" y="498972"/>
                  </a:lnTo>
                  <a:lnTo>
                    <a:pt x="2757061" y="499822"/>
                  </a:lnTo>
                  <a:lnTo>
                    <a:pt x="2757721" y="515786"/>
                  </a:lnTo>
                  <a:lnTo>
                    <a:pt x="2758382" y="506428"/>
                  </a:lnTo>
                  <a:lnTo>
                    <a:pt x="2759042" y="506022"/>
                  </a:lnTo>
                  <a:lnTo>
                    <a:pt x="2759703" y="476565"/>
                  </a:lnTo>
                  <a:lnTo>
                    <a:pt x="2760363" y="476848"/>
                  </a:lnTo>
                  <a:lnTo>
                    <a:pt x="2761024" y="550675"/>
                  </a:lnTo>
                  <a:lnTo>
                    <a:pt x="2761684" y="578907"/>
                  </a:lnTo>
                  <a:lnTo>
                    <a:pt x="2762345" y="582949"/>
                  </a:lnTo>
                  <a:lnTo>
                    <a:pt x="2763005" y="587784"/>
                  </a:lnTo>
                  <a:lnTo>
                    <a:pt x="2763666" y="650882"/>
                  </a:lnTo>
                  <a:lnTo>
                    <a:pt x="2764326" y="646314"/>
                  </a:lnTo>
                  <a:lnTo>
                    <a:pt x="2764987" y="616234"/>
                  </a:lnTo>
                  <a:lnTo>
                    <a:pt x="2765647" y="635337"/>
                  </a:lnTo>
                  <a:lnTo>
                    <a:pt x="2766308" y="636709"/>
                  </a:lnTo>
                  <a:lnTo>
                    <a:pt x="2766968" y="624856"/>
                  </a:lnTo>
                  <a:lnTo>
                    <a:pt x="2767629" y="635100"/>
                  </a:lnTo>
                  <a:lnTo>
                    <a:pt x="2768290" y="646718"/>
                  </a:lnTo>
                  <a:lnTo>
                    <a:pt x="2768950" y="650975"/>
                  </a:lnTo>
                  <a:lnTo>
                    <a:pt x="2769611" y="678337"/>
                  </a:lnTo>
                  <a:lnTo>
                    <a:pt x="2770271" y="696242"/>
                  </a:lnTo>
                  <a:lnTo>
                    <a:pt x="2770932" y="674141"/>
                  </a:lnTo>
                  <a:lnTo>
                    <a:pt x="2771592" y="654105"/>
                  </a:lnTo>
                  <a:lnTo>
                    <a:pt x="2772253" y="687602"/>
                  </a:lnTo>
                  <a:lnTo>
                    <a:pt x="2772913" y="657979"/>
                  </a:lnTo>
                  <a:lnTo>
                    <a:pt x="2773574" y="602504"/>
                  </a:lnTo>
                  <a:lnTo>
                    <a:pt x="2774234" y="614774"/>
                  </a:lnTo>
                  <a:lnTo>
                    <a:pt x="2774895" y="641631"/>
                  </a:lnTo>
                  <a:lnTo>
                    <a:pt x="2775555" y="645591"/>
                  </a:lnTo>
                  <a:lnTo>
                    <a:pt x="2776216" y="648160"/>
                  </a:lnTo>
                  <a:lnTo>
                    <a:pt x="2776876" y="657550"/>
                  </a:lnTo>
                  <a:lnTo>
                    <a:pt x="2777537" y="655032"/>
                  </a:lnTo>
                  <a:lnTo>
                    <a:pt x="2778198" y="654760"/>
                  </a:lnTo>
                  <a:lnTo>
                    <a:pt x="2778858" y="632926"/>
                  </a:lnTo>
                  <a:lnTo>
                    <a:pt x="2779519" y="654708"/>
                  </a:lnTo>
                  <a:lnTo>
                    <a:pt x="2780179" y="658285"/>
                  </a:lnTo>
                  <a:lnTo>
                    <a:pt x="2780840" y="654059"/>
                  </a:lnTo>
                  <a:lnTo>
                    <a:pt x="2781500" y="642763"/>
                  </a:lnTo>
                  <a:lnTo>
                    <a:pt x="2782161" y="634934"/>
                  </a:lnTo>
                  <a:lnTo>
                    <a:pt x="2782821" y="628041"/>
                  </a:lnTo>
                  <a:lnTo>
                    <a:pt x="2783482" y="608100"/>
                  </a:lnTo>
                  <a:lnTo>
                    <a:pt x="2784142" y="597665"/>
                  </a:lnTo>
                  <a:lnTo>
                    <a:pt x="2784803" y="592993"/>
                  </a:lnTo>
                  <a:lnTo>
                    <a:pt x="2785463" y="601660"/>
                  </a:lnTo>
                  <a:lnTo>
                    <a:pt x="2786124" y="612599"/>
                  </a:lnTo>
                  <a:lnTo>
                    <a:pt x="2786784" y="633930"/>
                  </a:lnTo>
                  <a:lnTo>
                    <a:pt x="2787445" y="652021"/>
                  </a:lnTo>
                  <a:lnTo>
                    <a:pt x="2788106" y="652563"/>
                  </a:lnTo>
                  <a:lnTo>
                    <a:pt x="2788766" y="651463"/>
                  </a:lnTo>
                  <a:lnTo>
                    <a:pt x="2789427" y="629266"/>
                  </a:lnTo>
                  <a:lnTo>
                    <a:pt x="2790087" y="609196"/>
                  </a:lnTo>
                  <a:lnTo>
                    <a:pt x="2790748" y="639541"/>
                  </a:lnTo>
                  <a:lnTo>
                    <a:pt x="2791408" y="626242"/>
                  </a:lnTo>
                  <a:lnTo>
                    <a:pt x="2792069" y="599620"/>
                  </a:lnTo>
                  <a:lnTo>
                    <a:pt x="2792729" y="618901"/>
                  </a:lnTo>
                  <a:lnTo>
                    <a:pt x="2793390" y="662395"/>
                  </a:lnTo>
                  <a:lnTo>
                    <a:pt x="2794050" y="686740"/>
                  </a:lnTo>
                  <a:lnTo>
                    <a:pt x="2794711" y="683074"/>
                  </a:lnTo>
                  <a:lnTo>
                    <a:pt x="2795371" y="655577"/>
                  </a:lnTo>
                  <a:lnTo>
                    <a:pt x="2796032" y="684173"/>
                  </a:lnTo>
                  <a:lnTo>
                    <a:pt x="2796692" y="684026"/>
                  </a:lnTo>
                  <a:lnTo>
                    <a:pt x="2797353" y="668773"/>
                  </a:lnTo>
                  <a:lnTo>
                    <a:pt x="2798014" y="677959"/>
                  </a:lnTo>
                  <a:lnTo>
                    <a:pt x="2798674" y="668773"/>
                  </a:lnTo>
                  <a:lnTo>
                    <a:pt x="2799335" y="675242"/>
                  </a:lnTo>
                  <a:lnTo>
                    <a:pt x="2799995" y="681615"/>
                  </a:lnTo>
                  <a:lnTo>
                    <a:pt x="2800656" y="657425"/>
                  </a:lnTo>
                  <a:lnTo>
                    <a:pt x="2801316" y="644978"/>
                  </a:lnTo>
                  <a:lnTo>
                    <a:pt x="2801977" y="652398"/>
                  </a:lnTo>
                  <a:lnTo>
                    <a:pt x="2802637" y="681671"/>
                  </a:lnTo>
                  <a:lnTo>
                    <a:pt x="2803298" y="687149"/>
                  </a:lnTo>
                  <a:lnTo>
                    <a:pt x="2803958" y="662730"/>
                  </a:lnTo>
                  <a:lnTo>
                    <a:pt x="2804619" y="683783"/>
                  </a:lnTo>
                  <a:lnTo>
                    <a:pt x="2805279" y="669183"/>
                  </a:lnTo>
                  <a:lnTo>
                    <a:pt x="2805940" y="652398"/>
                  </a:lnTo>
                  <a:lnTo>
                    <a:pt x="2806600" y="663248"/>
                  </a:lnTo>
                  <a:lnTo>
                    <a:pt x="2807261" y="662623"/>
                  </a:lnTo>
                  <a:lnTo>
                    <a:pt x="2807921" y="660303"/>
                  </a:lnTo>
                  <a:lnTo>
                    <a:pt x="2808582" y="660303"/>
                  </a:lnTo>
                  <a:lnTo>
                    <a:pt x="2809243" y="680895"/>
                  </a:lnTo>
                  <a:lnTo>
                    <a:pt x="2809903" y="676312"/>
                  </a:lnTo>
                  <a:lnTo>
                    <a:pt x="2810564" y="670253"/>
                  </a:lnTo>
                  <a:lnTo>
                    <a:pt x="2811224" y="669405"/>
                  </a:lnTo>
                  <a:lnTo>
                    <a:pt x="2811885" y="677793"/>
                  </a:lnTo>
                  <a:lnTo>
                    <a:pt x="2812545" y="684063"/>
                  </a:lnTo>
                  <a:lnTo>
                    <a:pt x="2813206" y="663471"/>
                  </a:lnTo>
                  <a:lnTo>
                    <a:pt x="2813866" y="653649"/>
                  </a:lnTo>
                  <a:lnTo>
                    <a:pt x="2814527" y="678181"/>
                  </a:lnTo>
                  <a:lnTo>
                    <a:pt x="2815187" y="679401"/>
                  </a:lnTo>
                  <a:lnTo>
                    <a:pt x="2815848" y="659823"/>
                  </a:lnTo>
                  <a:lnTo>
                    <a:pt x="2816508" y="659046"/>
                  </a:lnTo>
                  <a:lnTo>
                    <a:pt x="2817169" y="656518"/>
                  </a:lnTo>
                  <a:lnTo>
                    <a:pt x="2817829" y="659960"/>
                  </a:lnTo>
                  <a:lnTo>
                    <a:pt x="2818490" y="667873"/>
                  </a:lnTo>
                  <a:lnTo>
                    <a:pt x="2819151" y="678820"/>
                  </a:lnTo>
                  <a:lnTo>
                    <a:pt x="2819811" y="659954"/>
                  </a:lnTo>
                  <a:lnTo>
                    <a:pt x="2820472" y="661761"/>
                  </a:lnTo>
                  <a:lnTo>
                    <a:pt x="2821132" y="678432"/>
                  </a:lnTo>
                  <a:lnTo>
                    <a:pt x="2821793" y="671596"/>
                  </a:lnTo>
                  <a:lnTo>
                    <a:pt x="2822453" y="653753"/>
                  </a:lnTo>
                  <a:lnTo>
                    <a:pt x="2823114" y="649792"/>
                  </a:lnTo>
                  <a:lnTo>
                    <a:pt x="2823774" y="631804"/>
                  </a:lnTo>
                  <a:lnTo>
                    <a:pt x="2824435" y="640253"/>
                  </a:lnTo>
                  <a:lnTo>
                    <a:pt x="2825095" y="661212"/>
                  </a:lnTo>
                  <a:lnTo>
                    <a:pt x="2825756" y="674527"/>
                  </a:lnTo>
                  <a:lnTo>
                    <a:pt x="2826416" y="695108"/>
                  </a:lnTo>
                  <a:lnTo>
                    <a:pt x="2827077" y="661212"/>
                  </a:lnTo>
                  <a:lnTo>
                    <a:pt x="2827737" y="661212"/>
                  </a:lnTo>
                  <a:lnTo>
                    <a:pt x="2828398" y="652762"/>
                  </a:lnTo>
                  <a:lnTo>
                    <a:pt x="2829059" y="648974"/>
                  </a:lnTo>
                  <a:lnTo>
                    <a:pt x="2829719" y="656365"/>
                  </a:lnTo>
                  <a:lnTo>
                    <a:pt x="2830380" y="666187"/>
                  </a:lnTo>
                  <a:lnTo>
                    <a:pt x="2831040" y="641343"/>
                  </a:lnTo>
                  <a:lnTo>
                    <a:pt x="2831701" y="648154"/>
                  </a:lnTo>
                  <a:lnTo>
                    <a:pt x="2832361" y="641261"/>
                  </a:lnTo>
                  <a:lnTo>
                    <a:pt x="2833022" y="631082"/>
                  </a:lnTo>
                  <a:lnTo>
                    <a:pt x="2833682" y="619634"/>
                  </a:lnTo>
                  <a:lnTo>
                    <a:pt x="2834343" y="663290"/>
                  </a:lnTo>
                  <a:lnTo>
                    <a:pt x="2835003" y="682678"/>
                  </a:lnTo>
                  <a:lnTo>
                    <a:pt x="2835664" y="681428"/>
                  </a:lnTo>
                  <a:lnTo>
                    <a:pt x="2836324" y="656809"/>
                  </a:lnTo>
                  <a:lnTo>
                    <a:pt x="2836985" y="644362"/>
                  </a:lnTo>
                  <a:lnTo>
                    <a:pt x="2837645" y="631168"/>
                  </a:lnTo>
                  <a:lnTo>
                    <a:pt x="2838306" y="656284"/>
                  </a:lnTo>
                  <a:lnTo>
                    <a:pt x="2838966" y="664642"/>
                  </a:lnTo>
                  <a:lnTo>
                    <a:pt x="2839627" y="634870"/>
                  </a:lnTo>
                  <a:lnTo>
                    <a:pt x="2840288" y="645695"/>
                  </a:lnTo>
                  <a:lnTo>
                    <a:pt x="2840948" y="661474"/>
                  </a:lnTo>
                  <a:lnTo>
                    <a:pt x="2841609" y="643083"/>
                  </a:lnTo>
                  <a:lnTo>
                    <a:pt x="2842269" y="637943"/>
                  </a:lnTo>
                  <a:lnTo>
                    <a:pt x="2842930" y="640527"/>
                  </a:lnTo>
                  <a:lnTo>
                    <a:pt x="2843590" y="636280"/>
                  </a:lnTo>
                  <a:lnTo>
                    <a:pt x="2844251" y="605177"/>
                  </a:lnTo>
                  <a:lnTo>
                    <a:pt x="2844911" y="637165"/>
                  </a:lnTo>
                  <a:lnTo>
                    <a:pt x="2845572" y="665184"/>
                  </a:lnTo>
                  <a:lnTo>
                    <a:pt x="2846232" y="655835"/>
                  </a:lnTo>
                  <a:lnTo>
                    <a:pt x="2846893" y="639782"/>
                  </a:lnTo>
                  <a:lnTo>
                    <a:pt x="2847553" y="627334"/>
                  </a:lnTo>
                  <a:lnTo>
                    <a:pt x="2848214" y="606342"/>
                  </a:lnTo>
                  <a:lnTo>
                    <a:pt x="2848874" y="614860"/>
                  </a:lnTo>
                  <a:lnTo>
                    <a:pt x="2849535" y="611484"/>
                  </a:lnTo>
                  <a:lnTo>
                    <a:pt x="2850196" y="569041"/>
                  </a:lnTo>
                  <a:lnTo>
                    <a:pt x="2850856" y="536410"/>
                  </a:lnTo>
                  <a:lnTo>
                    <a:pt x="2851517" y="559248"/>
                  </a:lnTo>
                  <a:lnTo>
                    <a:pt x="2852177" y="561956"/>
                  </a:lnTo>
                  <a:lnTo>
                    <a:pt x="2852838" y="533158"/>
                  </a:lnTo>
                  <a:lnTo>
                    <a:pt x="2853498" y="515877"/>
                  </a:lnTo>
                  <a:lnTo>
                    <a:pt x="2854159" y="549114"/>
                  </a:lnTo>
                  <a:lnTo>
                    <a:pt x="2854819" y="469320"/>
                  </a:lnTo>
                  <a:lnTo>
                    <a:pt x="2855480" y="458892"/>
                  </a:lnTo>
                  <a:lnTo>
                    <a:pt x="2856140" y="512589"/>
                  </a:lnTo>
                  <a:lnTo>
                    <a:pt x="2856801" y="510415"/>
                  </a:lnTo>
                  <a:lnTo>
                    <a:pt x="2857461" y="523009"/>
                  </a:lnTo>
                  <a:lnTo>
                    <a:pt x="2858122" y="534671"/>
                  </a:lnTo>
                  <a:lnTo>
                    <a:pt x="2858782" y="589046"/>
                  </a:lnTo>
                  <a:lnTo>
                    <a:pt x="2859443" y="621138"/>
                  </a:lnTo>
                  <a:lnTo>
                    <a:pt x="2860104" y="617878"/>
                  </a:lnTo>
                  <a:lnTo>
                    <a:pt x="2860764" y="604061"/>
                  </a:lnTo>
                  <a:lnTo>
                    <a:pt x="2861425" y="604773"/>
                  </a:lnTo>
                  <a:lnTo>
                    <a:pt x="2862085" y="621435"/>
                  </a:lnTo>
                  <a:lnTo>
                    <a:pt x="2862746" y="629624"/>
                  </a:lnTo>
                  <a:lnTo>
                    <a:pt x="2863406" y="620711"/>
                  </a:lnTo>
                  <a:lnTo>
                    <a:pt x="2864067" y="639815"/>
                  </a:lnTo>
                  <a:lnTo>
                    <a:pt x="2864727" y="637157"/>
                  </a:lnTo>
                  <a:lnTo>
                    <a:pt x="2865388" y="638964"/>
                  </a:lnTo>
                  <a:lnTo>
                    <a:pt x="2866048" y="631266"/>
                  </a:lnTo>
                  <a:lnTo>
                    <a:pt x="2866709" y="644428"/>
                  </a:lnTo>
                  <a:lnTo>
                    <a:pt x="2867369" y="658661"/>
                  </a:lnTo>
                  <a:lnTo>
                    <a:pt x="2868030" y="639111"/>
                  </a:lnTo>
                  <a:lnTo>
                    <a:pt x="2868690" y="656391"/>
                  </a:lnTo>
                  <a:lnTo>
                    <a:pt x="2869351" y="637661"/>
                  </a:lnTo>
                  <a:lnTo>
                    <a:pt x="2870012" y="623673"/>
                  </a:lnTo>
                  <a:lnTo>
                    <a:pt x="2870672" y="626258"/>
                  </a:lnTo>
                  <a:lnTo>
                    <a:pt x="2871333" y="620838"/>
                  </a:lnTo>
                  <a:lnTo>
                    <a:pt x="2871993" y="620713"/>
                  </a:lnTo>
                  <a:lnTo>
                    <a:pt x="2872654" y="592879"/>
                  </a:lnTo>
                  <a:lnTo>
                    <a:pt x="2873314" y="558783"/>
                  </a:lnTo>
                  <a:lnTo>
                    <a:pt x="2873975" y="529220"/>
                  </a:lnTo>
                  <a:lnTo>
                    <a:pt x="2874635" y="598273"/>
                  </a:lnTo>
                  <a:lnTo>
                    <a:pt x="2875296" y="614141"/>
                  </a:lnTo>
                  <a:lnTo>
                    <a:pt x="2875956" y="611003"/>
                  </a:lnTo>
                  <a:lnTo>
                    <a:pt x="2876617" y="619129"/>
                  </a:lnTo>
                  <a:lnTo>
                    <a:pt x="2877277" y="607248"/>
                  </a:lnTo>
                  <a:lnTo>
                    <a:pt x="2877938" y="607248"/>
                  </a:lnTo>
                  <a:lnTo>
                    <a:pt x="2878598" y="604924"/>
                  </a:lnTo>
                  <a:lnTo>
                    <a:pt x="2879259" y="617568"/>
                  </a:lnTo>
                  <a:lnTo>
                    <a:pt x="2879919" y="633433"/>
                  </a:lnTo>
                  <a:lnTo>
                    <a:pt x="2880580" y="636370"/>
                  </a:lnTo>
                  <a:lnTo>
                    <a:pt x="2881241" y="640870"/>
                  </a:lnTo>
                  <a:lnTo>
                    <a:pt x="2881901" y="642478"/>
                  </a:lnTo>
                  <a:lnTo>
                    <a:pt x="2882562" y="636751"/>
                  </a:lnTo>
                  <a:lnTo>
                    <a:pt x="2883222" y="614416"/>
                  </a:lnTo>
                  <a:lnTo>
                    <a:pt x="2883883" y="611967"/>
                  </a:lnTo>
                  <a:lnTo>
                    <a:pt x="2884543" y="617357"/>
                  </a:lnTo>
                  <a:lnTo>
                    <a:pt x="2885204" y="654156"/>
                  </a:lnTo>
                  <a:lnTo>
                    <a:pt x="2885864" y="656862"/>
                  </a:lnTo>
                  <a:lnTo>
                    <a:pt x="2886525" y="653155"/>
                  </a:lnTo>
                  <a:lnTo>
                    <a:pt x="2887185" y="639169"/>
                  </a:lnTo>
                  <a:lnTo>
                    <a:pt x="2887846" y="621422"/>
                  </a:lnTo>
                  <a:lnTo>
                    <a:pt x="2888506" y="629822"/>
                  </a:lnTo>
                  <a:lnTo>
                    <a:pt x="2889167" y="642924"/>
                  </a:lnTo>
                  <a:lnTo>
                    <a:pt x="2889827" y="662897"/>
                  </a:lnTo>
                  <a:lnTo>
                    <a:pt x="2890488" y="690364"/>
                  </a:lnTo>
                  <a:lnTo>
                    <a:pt x="2891149" y="691096"/>
                  </a:lnTo>
                  <a:lnTo>
                    <a:pt x="2891809" y="671163"/>
                  </a:lnTo>
                  <a:lnTo>
                    <a:pt x="2892470" y="682827"/>
                  </a:lnTo>
                  <a:lnTo>
                    <a:pt x="2893130" y="658119"/>
                  </a:lnTo>
                  <a:lnTo>
                    <a:pt x="2893791" y="669366"/>
                  </a:lnTo>
                  <a:lnTo>
                    <a:pt x="2894451" y="663307"/>
                  </a:lnTo>
                  <a:lnTo>
                    <a:pt x="2895112" y="653156"/>
                  </a:lnTo>
                  <a:lnTo>
                    <a:pt x="2895772" y="677017"/>
                  </a:lnTo>
                  <a:lnTo>
                    <a:pt x="2896433" y="689898"/>
                  </a:lnTo>
                  <a:lnTo>
                    <a:pt x="2897093" y="658164"/>
                  </a:lnTo>
                  <a:lnTo>
                    <a:pt x="2897754" y="636845"/>
                  </a:lnTo>
                  <a:lnTo>
                    <a:pt x="2898414" y="652906"/>
                  </a:lnTo>
                  <a:lnTo>
                    <a:pt x="2899075" y="664946"/>
                  </a:lnTo>
                  <a:lnTo>
                    <a:pt x="2899735" y="677183"/>
                  </a:lnTo>
                  <a:lnTo>
                    <a:pt x="2900396" y="676055"/>
                  </a:lnTo>
                  <a:lnTo>
                    <a:pt x="2901057" y="684620"/>
                  </a:lnTo>
                  <a:lnTo>
                    <a:pt x="2901717" y="683916"/>
                  </a:lnTo>
                  <a:lnTo>
                    <a:pt x="2902378" y="672803"/>
                  </a:lnTo>
                  <a:lnTo>
                    <a:pt x="2903038" y="673799"/>
                  </a:lnTo>
                  <a:lnTo>
                    <a:pt x="2903699" y="665794"/>
                  </a:lnTo>
                  <a:lnTo>
                    <a:pt x="2904359" y="672903"/>
                  </a:lnTo>
                  <a:lnTo>
                    <a:pt x="2905020" y="663128"/>
                  </a:lnTo>
                  <a:lnTo>
                    <a:pt x="2905680" y="652906"/>
                  </a:lnTo>
                  <a:lnTo>
                    <a:pt x="2906341" y="655827"/>
                  </a:lnTo>
                  <a:lnTo>
                    <a:pt x="2907001" y="655844"/>
                  </a:lnTo>
                  <a:lnTo>
                    <a:pt x="2907662" y="658164"/>
                  </a:lnTo>
                  <a:lnTo>
                    <a:pt x="2908322" y="664537"/>
                  </a:lnTo>
                  <a:lnTo>
                    <a:pt x="2908983" y="657754"/>
                  </a:lnTo>
                  <a:lnTo>
                    <a:pt x="2909643" y="668032"/>
                  </a:lnTo>
                  <a:lnTo>
                    <a:pt x="2910304" y="663941"/>
                  </a:lnTo>
                  <a:lnTo>
                    <a:pt x="2910964" y="645550"/>
                  </a:lnTo>
                  <a:lnTo>
                    <a:pt x="2911625" y="665794"/>
                  </a:lnTo>
                  <a:lnTo>
                    <a:pt x="2912286" y="679512"/>
                  </a:lnTo>
                  <a:lnTo>
                    <a:pt x="2912946" y="664537"/>
                  </a:lnTo>
                  <a:lnTo>
                    <a:pt x="2913607" y="642660"/>
                  </a:lnTo>
                  <a:lnTo>
                    <a:pt x="2914267" y="641284"/>
                  </a:lnTo>
                  <a:lnTo>
                    <a:pt x="2914928" y="656250"/>
                  </a:lnTo>
                  <a:lnTo>
                    <a:pt x="2915588" y="658706"/>
                  </a:lnTo>
                  <a:lnTo>
                    <a:pt x="2916249" y="672597"/>
                  </a:lnTo>
                  <a:lnTo>
                    <a:pt x="2916909" y="650327"/>
                  </a:lnTo>
                  <a:lnTo>
                    <a:pt x="2917570" y="646200"/>
                  </a:lnTo>
                  <a:lnTo>
                    <a:pt x="2918230" y="662584"/>
                  </a:lnTo>
                  <a:lnTo>
                    <a:pt x="2918891" y="646327"/>
                  </a:lnTo>
                  <a:lnTo>
                    <a:pt x="2919551" y="664612"/>
                  </a:lnTo>
                  <a:lnTo>
                    <a:pt x="2920212" y="658744"/>
                  </a:lnTo>
                  <a:lnTo>
                    <a:pt x="2920872" y="656202"/>
                  </a:lnTo>
                  <a:lnTo>
                    <a:pt x="2921533" y="656202"/>
                  </a:lnTo>
                  <a:lnTo>
                    <a:pt x="2922194" y="646050"/>
                  </a:lnTo>
                  <a:lnTo>
                    <a:pt x="2922854" y="623613"/>
                  </a:lnTo>
                  <a:lnTo>
                    <a:pt x="2923515" y="598793"/>
                  </a:lnTo>
                  <a:lnTo>
                    <a:pt x="2924175" y="603097"/>
                  </a:lnTo>
                  <a:lnTo>
                    <a:pt x="2924836" y="610379"/>
                  </a:lnTo>
                  <a:lnTo>
                    <a:pt x="2925496" y="631817"/>
                  </a:lnTo>
                  <a:lnTo>
                    <a:pt x="2926157" y="661358"/>
                  </a:lnTo>
                  <a:lnTo>
                    <a:pt x="2926817" y="667891"/>
                  </a:lnTo>
                  <a:lnTo>
                    <a:pt x="2927478" y="607462"/>
                  </a:lnTo>
                  <a:lnTo>
                    <a:pt x="2928138" y="603481"/>
                  </a:lnTo>
                  <a:lnTo>
                    <a:pt x="2928799" y="599629"/>
                  </a:lnTo>
                  <a:lnTo>
                    <a:pt x="2929459" y="599629"/>
                  </a:lnTo>
                  <a:lnTo>
                    <a:pt x="2930120" y="599629"/>
                  </a:lnTo>
                  <a:lnTo>
                    <a:pt x="2930780" y="618358"/>
                  </a:lnTo>
                  <a:lnTo>
                    <a:pt x="2931441" y="667401"/>
                  </a:lnTo>
                  <a:lnTo>
                    <a:pt x="2932102" y="657060"/>
                  </a:lnTo>
                  <a:lnTo>
                    <a:pt x="2932762" y="651025"/>
                  </a:lnTo>
                  <a:lnTo>
                    <a:pt x="2933423" y="626352"/>
                  </a:lnTo>
                  <a:lnTo>
                    <a:pt x="2934083" y="599629"/>
                  </a:lnTo>
                  <a:lnTo>
                    <a:pt x="2934744" y="599629"/>
                  </a:lnTo>
                  <a:lnTo>
                    <a:pt x="2935404" y="626120"/>
                  </a:lnTo>
                  <a:lnTo>
                    <a:pt x="2936065" y="667788"/>
                  </a:lnTo>
                  <a:lnTo>
                    <a:pt x="2936725" y="668658"/>
                  </a:lnTo>
                  <a:lnTo>
                    <a:pt x="2937386" y="633115"/>
                  </a:lnTo>
                  <a:lnTo>
                    <a:pt x="2938046" y="620136"/>
                  </a:lnTo>
                  <a:lnTo>
                    <a:pt x="2938707" y="624992"/>
                  </a:lnTo>
                  <a:lnTo>
                    <a:pt x="2939367" y="620136"/>
                  </a:lnTo>
                  <a:lnTo>
                    <a:pt x="2940028" y="604265"/>
                  </a:lnTo>
                  <a:lnTo>
                    <a:pt x="2940688" y="612098"/>
                  </a:lnTo>
                  <a:lnTo>
                    <a:pt x="2941349" y="632013"/>
                  </a:lnTo>
                  <a:lnTo>
                    <a:pt x="2942010" y="636527"/>
                  </a:lnTo>
                  <a:lnTo>
                    <a:pt x="2942670" y="627552"/>
                  </a:lnTo>
                  <a:lnTo>
                    <a:pt x="2943331" y="623750"/>
                  </a:lnTo>
                  <a:lnTo>
                    <a:pt x="2943991" y="607636"/>
                  </a:lnTo>
                  <a:lnTo>
                    <a:pt x="2944652" y="621150"/>
                  </a:lnTo>
                  <a:lnTo>
                    <a:pt x="2945312" y="632065"/>
                  </a:lnTo>
                  <a:lnTo>
                    <a:pt x="2945973" y="615674"/>
                  </a:lnTo>
                  <a:lnTo>
                    <a:pt x="2946633" y="643898"/>
                  </a:lnTo>
                  <a:lnTo>
                    <a:pt x="2947294" y="657235"/>
                  </a:lnTo>
                  <a:lnTo>
                    <a:pt x="2947954" y="637261"/>
                  </a:lnTo>
                  <a:lnTo>
                    <a:pt x="2948615" y="632065"/>
                  </a:lnTo>
                  <a:lnTo>
                    <a:pt x="2949275" y="628653"/>
                  </a:lnTo>
                  <a:lnTo>
                    <a:pt x="2949936" y="664239"/>
                  </a:lnTo>
                  <a:lnTo>
                    <a:pt x="2950596" y="638356"/>
                  </a:lnTo>
                  <a:lnTo>
                    <a:pt x="2951257" y="621150"/>
                  </a:lnTo>
                  <a:lnTo>
                    <a:pt x="2951917" y="599803"/>
                  </a:lnTo>
                  <a:lnTo>
                    <a:pt x="2952578" y="603980"/>
                  </a:lnTo>
                  <a:lnTo>
                    <a:pt x="2953239" y="626903"/>
                  </a:lnTo>
                  <a:lnTo>
                    <a:pt x="2953899" y="639574"/>
                  </a:lnTo>
                  <a:lnTo>
                    <a:pt x="2954560" y="612103"/>
                  </a:lnTo>
                  <a:lnTo>
                    <a:pt x="2955220" y="590133"/>
                  </a:lnTo>
                  <a:lnTo>
                    <a:pt x="2955881" y="580183"/>
                  </a:lnTo>
                  <a:lnTo>
                    <a:pt x="2956541" y="588306"/>
                  </a:lnTo>
                  <a:lnTo>
                    <a:pt x="2957202" y="610473"/>
                  </a:lnTo>
                  <a:lnTo>
                    <a:pt x="2957862" y="630179"/>
                  </a:lnTo>
                  <a:lnTo>
                    <a:pt x="2958523" y="613279"/>
                  </a:lnTo>
                  <a:lnTo>
                    <a:pt x="2959183" y="591379"/>
                  </a:lnTo>
                  <a:lnTo>
                    <a:pt x="2959844" y="589963"/>
                  </a:lnTo>
                  <a:lnTo>
                    <a:pt x="2960504" y="572002"/>
                  </a:lnTo>
                  <a:lnTo>
                    <a:pt x="2961165" y="589986"/>
                  </a:lnTo>
                  <a:lnTo>
                    <a:pt x="2961825" y="598397"/>
                  </a:lnTo>
                  <a:lnTo>
                    <a:pt x="2962486" y="626344"/>
                  </a:lnTo>
                  <a:lnTo>
                    <a:pt x="2963147" y="628896"/>
                  </a:lnTo>
                  <a:lnTo>
                    <a:pt x="2963807" y="609246"/>
                  </a:lnTo>
                  <a:lnTo>
                    <a:pt x="2964468" y="602918"/>
                  </a:lnTo>
                  <a:lnTo>
                    <a:pt x="2965128" y="588950"/>
                  </a:lnTo>
                  <a:lnTo>
                    <a:pt x="2965789" y="595899"/>
                  </a:lnTo>
                  <a:lnTo>
                    <a:pt x="2966449" y="621685"/>
                  </a:lnTo>
                  <a:lnTo>
                    <a:pt x="2967110" y="620001"/>
                  </a:lnTo>
                  <a:lnTo>
                    <a:pt x="2967770" y="620001"/>
                  </a:lnTo>
                  <a:lnTo>
                    <a:pt x="2968431" y="620001"/>
                  </a:lnTo>
                  <a:lnTo>
                    <a:pt x="2969091" y="627639"/>
                  </a:lnTo>
                  <a:lnTo>
                    <a:pt x="2969752" y="618744"/>
                  </a:lnTo>
                  <a:lnTo>
                    <a:pt x="2970412" y="612895"/>
                  </a:lnTo>
                  <a:lnTo>
                    <a:pt x="2971073" y="622826"/>
                  </a:lnTo>
                  <a:lnTo>
                    <a:pt x="2971733" y="618305"/>
                  </a:lnTo>
                  <a:lnTo>
                    <a:pt x="2972394" y="642832"/>
                  </a:lnTo>
                  <a:lnTo>
                    <a:pt x="2973055" y="640332"/>
                  </a:lnTo>
                  <a:lnTo>
                    <a:pt x="2973715" y="623674"/>
                  </a:lnTo>
                  <a:lnTo>
                    <a:pt x="2974376" y="612183"/>
                  </a:lnTo>
                  <a:lnTo>
                    <a:pt x="2975036" y="619153"/>
                  </a:lnTo>
                  <a:lnTo>
                    <a:pt x="2975697" y="612895"/>
                  </a:lnTo>
                  <a:lnTo>
                    <a:pt x="2976357" y="632862"/>
                  </a:lnTo>
                  <a:lnTo>
                    <a:pt x="2977018" y="640202"/>
                  </a:lnTo>
                  <a:lnTo>
                    <a:pt x="2977678" y="625959"/>
                  </a:lnTo>
                  <a:lnTo>
                    <a:pt x="2978339" y="602107"/>
                  </a:lnTo>
                  <a:lnTo>
                    <a:pt x="2978999" y="621120"/>
                  </a:lnTo>
                  <a:lnTo>
                    <a:pt x="2979660" y="635054"/>
                  </a:lnTo>
                  <a:lnTo>
                    <a:pt x="2980320" y="595346"/>
                  </a:lnTo>
                  <a:lnTo>
                    <a:pt x="2980981" y="583919"/>
                  </a:lnTo>
                  <a:lnTo>
                    <a:pt x="2981641" y="581234"/>
                  </a:lnTo>
                  <a:lnTo>
                    <a:pt x="2982302" y="570068"/>
                  </a:lnTo>
                  <a:lnTo>
                    <a:pt x="2982962" y="574261"/>
                  </a:lnTo>
                  <a:lnTo>
                    <a:pt x="2983623" y="564736"/>
                  </a:lnTo>
                  <a:lnTo>
                    <a:pt x="2984284" y="535461"/>
                  </a:lnTo>
                  <a:lnTo>
                    <a:pt x="2984944" y="522833"/>
                  </a:lnTo>
                  <a:lnTo>
                    <a:pt x="2985605" y="543110"/>
                  </a:lnTo>
                  <a:lnTo>
                    <a:pt x="2986265" y="519935"/>
                  </a:lnTo>
                  <a:lnTo>
                    <a:pt x="2986926" y="483216"/>
                  </a:lnTo>
                  <a:lnTo>
                    <a:pt x="2987586" y="433209"/>
                  </a:lnTo>
                  <a:lnTo>
                    <a:pt x="2988247" y="447114"/>
                  </a:lnTo>
                  <a:lnTo>
                    <a:pt x="2988907" y="440441"/>
                  </a:lnTo>
                  <a:lnTo>
                    <a:pt x="2989568" y="444160"/>
                  </a:lnTo>
                  <a:lnTo>
                    <a:pt x="2990228" y="462355"/>
                  </a:lnTo>
                  <a:lnTo>
                    <a:pt x="2990889" y="469780"/>
                  </a:lnTo>
                  <a:lnTo>
                    <a:pt x="2991549" y="422886"/>
                  </a:lnTo>
                  <a:lnTo>
                    <a:pt x="2992210" y="404103"/>
                  </a:lnTo>
                  <a:lnTo>
                    <a:pt x="2992870" y="400124"/>
                  </a:lnTo>
                  <a:lnTo>
                    <a:pt x="2993531" y="400590"/>
                  </a:lnTo>
                  <a:lnTo>
                    <a:pt x="2994192" y="367602"/>
                  </a:lnTo>
                  <a:lnTo>
                    <a:pt x="2994852" y="350757"/>
                  </a:lnTo>
                  <a:lnTo>
                    <a:pt x="2995513" y="305765"/>
                  </a:lnTo>
                  <a:lnTo>
                    <a:pt x="2996173" y="302875"/>
                  </a:lnTo>
                  <a:lnTo>
                    <a:pt x="2996834" y="262638"/>
                  </a:lnTo>
                  <a:lnTo>
                    <a:pt x="2997494" y="229535"/>
                  </a:lnTo>
                  <a:lnTo>
                    <a:pt x="2998155" y="223773"/>
                  </a:lnTo>
                  <a:lnTo>
                    <a:pt x="2998815" y="187322"/>
                  </a:lnTo>
                  <a:lnTo>
                    <a:pt x="2999476" y="154179"/>
                  </a:lnTo>
                  <a:lnTo>
                    <a:pt x="3000136" y="146856"/>
                  </a:lnTo>
                  <a:lnTo>
                    <a:pt x="3000797" y="145344"/>
                  </a:lnTo>
                  <a:lnTo>
                    <a:pt x="3001457" y="145344"/>
                  </a:lnTo>
                  <a:lnTo>
                    <a:pt x="3002118" y="149143"/>
                  </a:lnTo>
                  <a:lnTo>
                    <a:pt x="3002778" y="145802"/>
                  </a:lnTo>
                  <a:lnTo>
                    <a:pt x="3003439" y="128859"/>
                  </a:lnTo>
                  <a:lnTo>
                    <a:pt x="3004100" y="128859"/>
                  </a:lnTo>
                  <a:lnTo>
                    <a:pt x="3004760" y="128859"/>
                  </a:lnTo>
                  <a:lnTo>
                    <a:pt x="3005421" y="89888"/>
                  </a:lnTo>
                  <a:lnTo>
                    <a:pt x="3006081" y="89888"/>
                  </a:lnTo>
                  <a:lnTo>
                    <a:pt x="3006742" y="89430"/>
                  </a:lnTo>
                  <a:lnTo>
                    <a:pt x="3007402" y="81596"/>
                  </a:lnTo>
                  <a:lnTo>
                    <a:pt x="3008063" y="81596"/>
                  </a:lnTo>
                  <a:lnTo>
                    <a:pt x="3008723" y="82302"/>
                  </a:lnTo>
                  <a:lnTo>
                    <a:pt x="3009384" y="103792"/>
                  </a:lnTo>
                  <a:lnTo>
                    <a:pt x="3010044" y="111750"/>
                  </a:lnTo>
                  <a:lnTo>
                    <a:pt x="3010705" y="144198"/>
                  </a:lnTo>
                  <a:lnTo>
                    <a:pt x="3011365" y="173104"/>
                  </a:lnTo>
                  <a:lnTo>
                    <a:pt x="3012026" y="245118"/>
                  </a:lnTo>
                  <a:lnTo>
                    <a:pt x="3012686" y="289572"/>
                  </a:lnTo>
                  <a:lnTo>
                    <a:pt x="3013347" y="317640"/>
                  </a:lnTo>
                  <a:lnTo>
                    <a:pt x="3014008" y="321989"/>
                  </a:lnTo>
                  <a:lnTo>
                    <a:pt x="3014668" y="350580"/>
                  </a:lnTo>
                  <a:lnTo>
                    <a:pt x="3015329" y="366607"/>
                  </a:lnTo>
                  <a:lnTo>
                    <a:pt x="3015989" y="358183"/>
                  </a:lnTo>
                  <a:lnTo>
                    <a:pt x="3016650" y="332666"/>
                  </a:lnTo>
                  <a:lnTo>
                    <a:pt x="3017310" y="291325"/>
                  </a:lnTo>
                  <a:lnTo>
                    <a:pt x="3017971" y="297158"/>
                  </a:lnTo>
                  <a:lnTo>
                    <a:pt x="3018631" y="258721"/>
                  </a:lnTo>
                  <a:lnTo>
                    <a:pt x="3019292" y="221125"/>
                  </a:lnTo>
                  <a:lnTo>
                    <a:pt x="3019952" y="227235"/>
                  </a:lnTo>
                  <a:lnTo>
                    <a:pt x="3020613" y="201410"/>
                  </a:lnTo>
                  <a:lnTo>
                    <a:pt x="3021273" y="150461"/>
                  </a:lnTo>
                  <a:lnTo>
                    <a:pt x="3021934" y="126814"/>
                  </a:lnTo>
                  <a:lnTo>
                    <a:pt x="3022594" y="82476"/>
                  </a:lnTo>
                  <a:lnTo>
                    <a:pt x="3023255" y="68657"/>
                  </a:lnTo>
                  <a:lnTo>
                    <a:pt x="3023915" y="45385"/>
                  </a:lnTo>
                  <a:lnTo>
                    <a:pt x="3024576" y="62308"/>
                  </a:lnTo>
                  <a:lnTo>
                    <a:pt x="3025237" y="48665"/>
                  </a:lnTo>
                  <a:lnTo>
                    <a:pt x="3025897" y="48667"/>
                  </a:lnTo>
                  <a:lnTo>
                    <a:pt x="3026558" y="58367"/>
                  </a:lnTo>
                  <a:lnTo>
                    <a:pt x="3027218" y="65387"/>
                  </a:lnTo>
                  <a:lnTo>
                    <a:pt x="3027879" y="80598"/>
                  </a:lnTo>
                  <a:lnTo>
                    <a:pt x="3028539" y="82460"/>
                  </a:lnTo>
                  <a:lnTo>
                    <a:pt x="3029200" y="95223"/>
                  </a:lnTo>
                  <a:lnTo>
                    <a:pt x="3029860" y="149400"/>
                  </a:lnTo>
                  <a:lnTo>
                    <a:pt x="3030521" y="154801"/>
                  </a:lnTo>
                  <a:lnTo>
                    <a:pt x="3031181" y="169808"/>
                  </a:lnTo>
                  <a:lnTo>
                    <a:pt x="3031842" y="167903"/>
                  </a:lnTo>
                  <a:lnTo>
                    <a:pt x="3032502" y="192333"/>
                  </a:lnTo>
                  <a:lnTo>
                    <a:pt x="3033163" y="167028"/>
                  </a:lnTo>
                  <a:lnTo>
                    <a:pt x="3033823" y="183524"/>
                  </a:lnTo>
                  <a:lnTo>
                    <a:pt x="3034484" y="188024"/>
                  </a:lnTo>
                  <a:lnTo>
                    <a:pt x="3035145" y="194287"/>
                  </a:lnTo>
                  <a:lnTo>
                    <a:pt x="3035805" y="176374"/>
                  </a:lnTo>
                  <a:lnTo>
                    <a:pt x="3036466" y="189172"/>
                  </a:lnTo>
                  <a:lnTo>
                    <a:pt x="3037126" y="199695"/>
                  </a:lnTo>
                  <a:lnTo>
                    <a:pt x="3037787" y="197542"/>
                  </a:lnTo>
                  <a:lnTo>
                    <a:pt x="3038447" y="205848"/>
                  </a:lnTo>
                  <a:lnTo>
                    <a:pt x="3039108" y="238548"/>
                  </a:lnTo>
                  <a:lnTo>
                    <a:pt x="3039768" y="262083"/>
                  </a:lnTo>
                  <a:lnTo>
                    <a:pt x="3040429" y="252311"/>
                  </a:lnTo>
                  <a:lnTo>
                    <a:pt x="3041089" y="263135"/>
                  </a:lnTo>
                  <a:lnTo>
                    <a:pt x="3041750" y="290188"/>
                  </a:lnTo>
                  <a:lnTo>
                    <a:pt x="3042410" y="299487"/>
                  </a:lnTo>
                  <a:lnTo>
                    <a:pt x="3043071" y="349133"/>
                  </a:lnTo>
                  <a:lnTo>
                    <a:pt x="3043731" y="356992"/>
                  </a:lnTo>
                  <a:lnTo>
                    <a:pt x="3044392" y="361202"/>
                  </a:lnTo>
                  <a:lnTo>
                    <a:pt x="3045053" y="363031"/>
                  </a:lnTo>
                  <a:lnTo>
                    <a:pt x="3045713" y="361615"/>
                  </a:lnTo>
                  <a:lnTo>
                    <a:pt x="3046374" y="394942"/>
                  </a:lnTo>
                  <a:lnTo>
                    <a:pt x="3047034" y="443468"/>
                  </a:lnTo>
                  <a:lnTo>
                    <a:pt x="3047695" y="488407"/>
                  </a:lnTo>
                  <a:lnTo>
                    <a:pt x="3048355" y="485985"/>
                  </a:lnTo>
                  <a:lnTo>
                    <a:pt x="3049016" y="502684"/>
                  </a:lnTo>
                  <a:lnTo>
                    <a:pt x="3049676" y="501083"/>
                  </a:lnTo>
                  <a:lnTo>
                    <a:pt x="3050337" y="494264"/>
                  </a:lnTo>
                  <a:lnTo>
                    <a:pt x="3050997" y="511799"/>
                  </a:lnTo>
                  <a:lnTo>
                    <a:pt x="3051658" y="500488"/>
                  </a:lnTo>
                  <a:lnTo>
                    <a:pt x="3052318" y="509522"/>
                  </a:lnTo>
                  <a:lnTo>
                    <a:pt x="3052979" y="507729"/>
                  </a:lnTo>
                  <a:lnTo>
                    <a:pt x="3053639" y="525574"/>
                  </a:lnTo>
                  <a:lnTo>
                    <a:pt x="3054300" y="526425"/>
                  </a:lnTo>
                  <a:lnTo>
                    <a:pt x="3054960" y="513003"/>
                  </a:lnTo>
                  <a:lnTo>
                    <a:pt x="3055621" y="513003"/>
                  </a:lnTo>
                  <a:lnTo>
                    <a:pt x="3056282" y="530351"/>
                  </a:lnTo>
                  <a:lnTo>
                    <a:pt x="3056942" y="541109"/>
                  </a:lnTo>
                  <a:lnTo>
                    <a:pt x="3057603" y="545653"/>
                  </a:lnTo>
                  <a:lnTo>
                    <a:pt x="3058263" y="583776"/>
                  </a:lnTo>
                  <a:lnTo>
                    <a:pt x="3058924" y="621003"/>
                  </a:lnTo>
                  <a:lnTo>
                    <a:pt x="3059584" y="606641"/>
                  </a:lnTo>
                  <a:lnTo>
                    <a:pt x="3060245" y="591471"/>
                  </a:lnTo>
                  <a:lnTo>
                    <a:pt x="3060905" y="600383"/>
                  </a:lnTo>
                  <a:lnTo>
                    <a:pt x="3061566" y="629314"/>
                  </a:lnTo>
                  <a:lnTo>
                    <a:pt x="3062226" y="623417"/>
                  </a:lnTo>
                  <a:lnTo>
                    <a:pt x="3062887" y="626898"/>
                  </a:lnTo>
                  <a:lnTo>
                    <a:pt x="3063547" y="604012"/>
                  </a:lnTo>
                  <a:lnTo>
                    <a:pt x="3064208" y="596025"/>
                  </a:lnTo>
                  <a:lnTo>
                    <a:pt x="3064868" y="587415"/>
                  </a:lnTo>
                  <a:lnTo>
                    <a:pt x="3065529" y="570776"/>
                  </a:lnTo>
                  <a:lnTo>
                    <a:pt x="3066190" y="573023"/>
                  </a:lnTo>
                  <a:lnTo>
                    <a:pt x="3066850" y="585155"/>
                  </a:lnTo>
                  <a:lnTo>
                    <a:pt x="3067511" y="600408"/>
                  </a:lnTo>
                  <a:lnTo>
                    <a:pt x="3068171" y="576823"/>
                  </a:lnTo>
                  <a:lnTo>
                    <a:pt x="3068832" y="580339"/>
                  </a:lnTo>
                  <a:lnTo>
                    <a:pt x="3069492" y="599036"/>
                  </a:lnTo>
                  <a:lnTo>
                    <a:pt x="3070153" y="580785"/>
                  </a:lnTo>
                  <a:lnTo>
                    <a:pt x="3070813" y="569657"/>
                  </a:lnTo>
                  <a:lnTo>
                    <a:pt x="3071474" y="576172"/>
                  </a:lnTo>
                  <a:lnTo>
                    <a:pt x="3072134" y="596889"/>
                  </a:lnTo>
                  <a:lnTo>
                    <a:pt x="3072795" y="596333"/>
                  </a:lnTo>
                  <a:lnTo>
                    <a:pt x="3073455" y="594926"/>
                  </a:lnTo>
                  <a:lnTo>
                    <a:pt x="3074116" y="567864"/>
                  </a:lnTo>
                  <a:lnTo>
                    <a:pt x="3074776" y="575297"/>
                  </a:lnTo>
                  <a:lnTo>
                    <a:pt x="3075437" y="530327"/>
                  </a:lnTo>
                  <a:lnTo>
                    <a:pt x="3076098" y="494218"/>
                  </a:lnTo>
                  <a:lnTo>
                    <a:pt x="3076758" y="494218"/>
                  </a:lnTo>
                  <a:lnTo>
                    <a:pt x="3077419" y="474948"/>
                  </a:lnTo>
                  <a:lnTo>
                    <a:pt x="3078079" y="509960"/>
                  </a:lnTo>
                  <a:lnTo>
                    <a:pt x="3078740" y="521056"/>
                  </a:lnTo>
                  <a:lnTo>
                    <a:pt x="3079400" y="518705"/>
                  </a:lnTo>
                  <a:lnTo>
                    <a:pt x="3080061" y="526388"/>
                  </a:lnTo>
                  <a:lnTo>
                    <a:pt x="3080721" y="526989"/>
                  </a:lnTo>
                  <a:lnTo>
                    <a:pt x="3081382" y="543734"/>
                  </a:lnTo>
                  <a:lnTo>
                    <a:pt x="3082042" y="556035"/>
                  </a:lnTo>
                  <a:lnTo>
                    <a:pt x="3082703" y="557847"/>
                  </a:lnTo>
                  <a:lnTo>
                    <a:pt x="3083363" y="567668"/>
                  </a:lnTo>
                  <a:lnTo>
                    <a:pt x="3084024" y="595152"/>
                  </a:lnTo>
                  <a:lnTo>
                    <a:pt x="3084684" y="615683"/>
                  </a:lnTo>
                  <a:lnTo>
                    <a:pt x="3085345" y="607492"/>
                  </a:lnTo>
                  <a:lnTo>
                    <a:pt x="3086006" y="583554"/>
                  </a:lnTo>
                  <a:lnTo>
                    <a:pt x="3086666" y="557589"/>
                  </a:lnTo>
                  <a:lnTo>
                    <a:pt x="3087327" y="561652"/>
                  </a:lnTo>
                  <a:lnTo>
                    <a:pt x="3087987" y="583818"/>
                  </a:lnTo>
                  <a:lnTo>
                    <a:pt x="3088648" y="643385"/>
                  </a:lnTo>
                  <a:lnTo>
                    <a:pt x="3089308" y="631309"/>
                  </a:lnTo>
                  <a:lnTo>
                    <a:pt x="3089969" y="619613"/>
                  </a:lnTo>
                  <a:lnTo>
                    <a:pt x="3090629" y="623150"/>
                  </a:lnTo>
                  <a:lnTo>
                    <a:pt x="3091290" y="641882"/>
                  </a:lnTo>
                  <a:lnTo>
                    <a:pt x="3091950" y="611447"/>
                  </a:lnTo>
                  <a:lnTo>
                    <a:pt x="3092611" y="590623"/>
                  </a:lnTo>
                  <a:lnTo>
                    <a:pt x="3093271" y="578962"/>
                  </a:lnTo>
                  <a:lnTo>
                    <a:pt x="3093932" y="572948"/>
                  </a:lnTo>
                  <a:lnTo>
                    <a:pt x="3094592" y="600826"/>
                  </a:lnTo>
                  <a:lnTo>
                    <a:pt x="3095253" y="608249"/>
                  </a:lnTo>
                  <a:lnTo>
                    <a:pt x="3095913" y="570562"/>
                  </a:lnTo>
                  <a:lnTo>
                    <a:pt x="3096574" y="554142"/>
                  </a:lnTo>
                  <a:lnTo>
                    <a:pt x="3097235" y="540157"/>
                  </a:lnTo>
                  <a:lnTo>
                    <a:pt x="3097895" y="582827"/>
                  </a:lnTo>
                  <a:lnTo>
                    <a:pt x="3098556" y="606258"/>
                  </a:lnTo>
                  <a:lnTo>
                    <a:pt x="3099216" y="606511"/>
                  </a:lnTo>
                  <a:lnTo>
                    <a:pt x="3099877" y="612593"/>
                  </a:lnTo>
                  <a:lnTo>
                    <a:pt x="3100537" y="613762"/>
                  </a:lnTo>
                  <a:lnTo>
                    <a:pt x="3101198" y="591508"/>
                  </a:lnTo>
                  <a:lnTo>
                    <a:pt x="3101858" y="603746"/>
                  </a:lnTo>
                  <a:lnTo>
                    <a:pt x="3102519" y="614255"/>
                  </a:lnTo>
                  <a:lnTo>
                    <a:pt x="3103179" y="614390"/>
                  </a:lnTo>
                  <a:lnTo>
                    <a:pt x="3103840" y="593643"/>
                  </a:lnTo>
                  <a:lnTo>
                    <a:pt x="3104500" y="585396"/>
                  </a:lnTo>
                  <a:lnTo>
                    <a:pt x="3105161" y="604814"/>
                  </a:lnTo>
                  <a:lnTo>
                    <a:pt x="3105821" y="640313"/>
                  </a:lnTo>
                  <a:lnTo>
                    <a:pt x="3106482" y="631418"/>
                  </a:lnTo>
                  <a:lnTo>
                    <a:pt x="3107143" y="638891"/>
                  </a:lnTo>
                  <a:lnTo>
                    <a:pt x="3107803" y="653707"/>
                  </a:lnTo>
                  <a:lnTo>
                    <a:pt x="3108464" y="630764"/>
                  </a:lnTo>
                  <a:lnTo>
                    <a:pt x="3109124" y="637613"/>
                  </a:lnTo>
                  <a:lnTo>
                    <a:pt x="3109785" y="658266"/>
                  </a:lnTo>
                  <a:lnTo>
                    <a:pt x="3110445" y="646231"/>
                  </a:lnTo>
                  <a:lnTo>
                    <a:pt x="3111106" y="617778"/>
                  </a:lnTo>
                  <a:lnTo>
                    <a:pt x="3111766" y="588099"/>
                  </a:lnTo>
                  <a:lnTo>
                    <a:pt x="3112427" y="568283"/>
                  </a:lnTo>
                  <a:lnTo>
                    <a:pt x="3113087" y="606118"/>
                  </a:lnTo>
                  <a:lnTo>
                    <a:pt x="3113748" y="609821"/>
                  </a:lnTo>
                  <a:lnTo>
                    <a:pt x="3114408" y="599699"/>
                  </a:lnTo>
                  <a:lnTo>
                    <a:pt x="3115069" y="612521"/>
                  </a:lnTo>
                  <a:lnTo>
                    <a:pt x="3115729" y="638499"/>
                  </a:lnTo>
                  <a:lnTo>
                    <a:pt x="3116390" y="667408"/>
                  </a:lnTo>
                  <a:lnTo>
                    <a:pt x="3117051" y="651238"/>
                  </a:lnTo>
                  <a:lnTo>
                    <a:pt x="3117711" y="629604"/>
                  </a:lnTo>
                  <a:lnTo>
                    <a:pt x="3118372" y="615133"/>
                  </a:lnTo>
                  <a:lnTo>
                    <a:pt x="3119032" y="595066"/>
                  </a:lnTo>
                  <a:lnTo>
                    <a:pt x="3119693" y="604083"/>
                  </a:lnTo>
                  <a:lnTo>
                    <a:pt x="3120353" y="606026"/>
                  </a:lnTo>
                  <a:lnTo>
                    <a:pt x="3121014" y="611526"/>
                  </a:lnTo>
                  <a:lnTo>
                    <a:pt x="3121674" y="628659"/>
                  </a:lnTo>
                  <a:lnTo>
                    <a:pt x="3122335" y="630816"/>
                  </a:lnTo>
                  <a:lnTo>
                    <a:pt x="3122995" y="620909"/>
                  </a:lnTo>
                  <a:lnTo>
                    <a:pt x="3123656" y="598794"/>
                  </a:lnTo>
                  <a:lnTo>
                    <a:pt x="3124316" y="605876"/>
                  </a:lnTo>
                  <a:lnTo>
                    <a:pt x="3124977" y="605050"/>
                  </a:lnTo>
                  <a:lnTo>
                    <a:pt x="3125637" y="603949"/>
                  </a:lnTo>
                  <a:lnTo>
                    <a:pt x="3126298" y="611212"/>
                  </a:lnTo>
                  <a:lnTo>
                    <a:pt x="3126958" y="602022"/>
                  </a:lnTo>
                  <a:lnTo>
                    <a:pt x="3127619" y="588978"/>
                  </a:lnTo>
                  <a:lnTo>
                    <a:pt x="3128280" y="573583"/>
                  </a:lnTo>
                  <a:lnTo>
                    <a:pt x="3128940" y="571683"/>
                  </a:lnTo>
                  <a:lnTo>
                    <a:pt x="3129601" y="577384"/>
                  </a:lnTo>
                  <a:lnTo>
                    <a:pt x="3130261" y="574337"/>
                  </a:lnTo>
                  <a:lnTo>
                    <a:pt x="3130922" y="570536"/>
                  </a:lnTo>
                  <a:lnTo>
                    <a:pt x="3131582" y="558675"/>
                  </a:lnTo>
                  <a:lnTo>
                    <a:pt x="3132243" y="549371"/>
                  </a:lnTo>
                  <a:lnTo>
                    <a:pt x="3132903" y="553762"/>
                  </a:lnTo>
                  <a:lnTo>
                    <a:pt x="3133564" y="559850"/>
                  </a:lnTo>
                  <a:lnTo>
                    <a:pt x="3134224" y="578663"/>
                  </a:lnTo>
                  <a:lnTo>
                    <a:pt x="3134885" y="580039"/>
                  </a:lnTo>
                  <a:lnTo>
                    <a:pt x="3135545" y="586906"/>
                  </a:lnTo>
                  <a:lnTo>
                    <a:pt x="3136206" y="607505"/>
                  </a:lnTo>
                  <a:lnTo>
                    <a:pt x="3136866" y="584533"/>
                  </a:lnTo>
                  <a:lnTo>
                    <a:pt x="3137527" y="563120"/>
                  </a:lnTo>
                  <a:lnTo>
                    <a:pt x="3138188" y="565761"/>
                  </a:lnTo>
                  <a:lnTo>
                    <a:pt x="3138848" y="558872"/>
                  </a:lnTo>
                  <a:lnTo>
                    <a:pt x="3139509" y="571334"/>
                  </a:lnTo>
                  <a:lnTo>
                    <a:pt x="3140169" y="520505"/>
                  </a:lnTo>
                  <a:lnTo>
                    <a:pt x="3140830" y="519169"/>
                  </a:lnTo>
                  <a:lnTo>
                    <a:pt x="3141490" y="502624"/>
                  </a:lnTo>
                  <a:lnTo>
                    <a:pt x="3142151" y="521026"/>
                  </a:lnTo>
                  <a:lnTo>
                    <a:pt x="3142811" y="533309"/>
                  </a:lnTo>
                  <a:lnTo>
                    <a:pt x="3143472" y="511362"/>
                  </a:lnTo>
                  <a:lnTo>
                    <a:pt x="3144132" y="503097"/>
                  </a:lnTo>
                  <a:lnTo>
                    <a:pt x="3144793" y="487746"/>
                  </a:lnTo>
                  <a:lnTo>
                    <a:pt x="3145453" y="461338"/>
                  </a:lnTo>
                  <a:lnTo>
                    <a:pt x="3146114" y="445761"/>
                  </a:lnTo>
                  <a:lnTo>
                    <a:pt x="3146774" y="395223"/>
                  </a:lnTo>
                  <a:lnTo>
                    <a:pt x="3147435" y="370251"/>
                  </a:lnTo>
                  <a:lnTo>
                    <a:pt x="3148096" y="359659"/>
                  </a:lnTo>
                  <a:lnTo>
                    <a:pt x="3148756" y="332450"/>
                  </a:lnTo>
                  <a:lnTo>
                    <a:pt x="3149417" y="314729"/>
                  </a:lnTo>
                  <a:lnTo>
                    <a:pt x="3150077" y="315288"/>
                  </a:lnTo>
                  <a:lnTo>
                    <a:pt x="3150738" y="320454"/>
                  </a:lnTo>
                  <a:lnTo>
                    <a:pt x="3151398" y="314216"/>
                  </a:lnTo>
                  <a:lnTo>
                    <a:pt x="3152059" y="308684"/>
                  </a:lnTo>
                  <a:lnTo>
                    <a:pt x="3152719" y="332780"/>
                  </a:lnTo>
                  <a:lnTo>
                    <a:pt x="3153380" y="341464"/>
                  </a:lnTo>
                  <a:lnTo>
                    <a:pt x="3154040" y="364961"/>
                  </a:lnTo>
                  <a:lnTo>
                    <a:pt x="3154701" y="417359"/>
                  </a:lnTo>
                  <a:lnTo>
                    <a:pt x="3155361" y="464872"/>
                  </a:lnTo>
                  <a:lnTo>
                    <a:pt x="3156022" y="465769"/>
                  </a:lnTo>
                  <a:lnTo>
                    <a:pt x="3156682" y="490176"/>
                  </a:lnTo>
                  <a:lnTo>
                    <a:pt x="3157343" y="492578"/>
                  </a:lnTo>
                  <a:lnTo>
                    <a:pt x="3158004" y="510158"/>
                  </a:lnTo>
                  <a:lnTo>
                    <a:pt x="3158664" y="505928"/>
                  </a:lnTo>
                  <a:lnTo>
                    <a:pt x="3159325" y="524093"/>
                  </a:lnTo>
                  <a:lnTo>
                    <a:pt x="3159985" y="527553"/>
                  </a:lnTo>
                  <a:lnTo>
                    <a:pt x="3160646" y="529755"/>
                  </a:lnTo>
                  <a:lnTo>
                    <a:pt x="3161306" y="550838"/>
                  </a:lnTo>
                  <a:lnTo>
                    <a:pt x="3161967" y="557351"/>
                  </a:lnTo>
                  <a:lnTo>
                    <a:pt x="3162627" y="555021"/>
                  </a:lnTo>
                  <a:lnTo>
                    <a:pt x="3163288" y="558753"/>
                  </a:lnTo>
                  <a:lnTo>
                    <a:pt x="3163948" y="582146"/>
                  </a:lnTo>
                  <a:lnTo>
                    <a:pt x="3164609" y="603369"/>
                  </a:lnTo>
                  <a:lnTo>
                    <a:pt x="3165269" y="594729"/>
                  </a:lnTo>
                  <a:lnTo>
                    <a:pt x="3165930" y="599875"/>
                  </a:lnTo>
                  <a:lnTo>
                    <a:pt x="3166590" y="577316"/>
                  </a:lnTo>
                  <a:lnTo>
                    <a:pt x="3167251" y="573994"/>
                  </a:lnTo>
                  <a:lnTo>
                    <a:pt x="3167911" y="570373"/>
                  </a:lnTo>
                  <a:lnTo>
                    <a:pt x="3168572" y="572003"/>
                  </a:lnTo>
                  <a:lnTo>
                    <a:pt x="3169233" y="596184"/>
                  </a:lnTo>
                  <a:lnTo>
                    <a:pt x="3169893" y="603346"/>
                  </a:lnTo>
                  <a:lnTo>
                    <a:pt x="3170554" y="610315"/>
                  </a:lnTo>
                  <a:lnTo>
                    <a:pt x="3171214" y="600755"/>
                  </a:lnTo>
                  <a:lnTo>
                    <a:pt x="3171875" y="600654"/>
                  </a:lnTo>
                  <a:lnTo>
                    <a:pt x="3172535" y="605182"/>
                  </a:lnTo>
                  <a:lnTo>
                    <a:pt x="3173196" y="621524"/>
                  </a:lnTo>
                  <a:lnTo>
                    <a:pt x="3173856" y="638501"/>
                  </a:lnTo>
                  <a:lnTo>
                    <a:pt x="3174517" y="622750"/>
                  </a:lnTo>
                  <a:lnTo>
                    <a:pt x="3175177" y="625193"/>
                  </a:lnTo>
                  <a:lnTo>
                    <a:pt x="3175838" y="637796"/>
                  </a:lnTo>
                  <a:lnTo>
                    <a:pt x="3176498" y="644440"/>
                  </a:lnTo>
                  <a:lnTo>
                    <a:pt x="3177159" y="638208"/>
                  </a:lnTo>
                  <a:lnTo>
                    <a:pt x="3177819" y="653334"/>
                  </a:lnTo>
                  <a:lnTo>
                    <a:pt x="3178480" y="641252"/>
                  </a:lnTo>
                  <a:lnTo>
                    <a:pt x="3179141" y="614012"/>
                  </a:lnTo>
                  <a:lnTo>
                    <a:pt x="3179801" y="627721"/>
                  </a:lnTo>
                  <a:lnTo>
                    <a:pt x="3180462" y="624057"/>
                  </a:lnTo>
                  <a:lnTo>
                    <a:pt x="3181122" y="628484"/>
                  </a:lnTo>
                  <a:lnTo>
                    <a:pt x="3181783" y="619624"/>
                  </a:lnTo>
                  <a:lnTo>
                    <a:pt x="3182443" y="621502"/>
                  </a:lnTo>
                  <a:lnTo>
                    <a:pt x="3183104" y="623832"/>
                  </a:lnTo>
                  <a:lnTo>
                    <a:pt x="3183764" y="631409"/>
                  </a:lnTo>
                  <a:lnTo>
                    <a:pt x="3184425" y="645421"/>
                  </a:lnTo>
                  <a:lnTo>
                    <a:pt x="3185085" y="670800"/>
                  </a:lnTo>
                  <a:lnTo>
                    <a:pt x="3185746" y="642186"/>
                  </a:lnTo>
                  <a:lnTo>
                    <a:pt x="3186406" y="617563"/>
                  </a:lnTo>
                  <a:lnTo>
                    <a:pt x="3187067" y="618554"/>
                  </a:lnTo>
                  <a:lnTo>
                    <a:pt x="3187727" y="599707"/>
                  </a:lnTo>
                  <a:lnTo>
                    <a:pt x="3188388" y="605377"/>
                  </a:lnTo>
                  <a:lnTo>
                    <a:pt x="3189049" y="621152"/>
                  </a:lnTo>
                  <a:lnTo>
                    <a:pt x="3189709" y="653667"/>
                  </a:lnTo>
                  <a:lnTo>
                    <a:pt x="3190370" y="681182"/>
                  </a:lnTo>
                  <a:lnTo>
                    <a:pt x="3191030" y="683335"/>
                  </a:lnTo>
                  <a:lnTo>
                    <a:pt x="3191691" y="634492"/>
                  </a:lnTo>
                  <a:lnTo>
                    <a:pt x="3192351" y="620368"/>
                  </a:lnTo>
                  <a:lnTo>
                    <a:pt x="3193012" y="617653"/>
                  </a:lnTo>
                  <a:lnTo>
                    <a:pt x="3193672" y="632685"/>
                  </a:lnTo>
                  <a:lnTo>
                    <a:pt x="3194333" y="642011"/>
                  </a:lnTo>
                  <a:lnTo>
                    <a:pt x="3194993" y="636319"/>
                  </a:lnTo>
                  <a:lnTo>
                    <a:pt x="3195654" y="635966"/>
                  </a:lnTo>
                  <a:lnTo>
                    <a:pt x="3196314" y="657260"/>
                  </a:lnTo>
                  <a:lnTo>
                    <a:pt x="3196975" y="646260"/>
                  </a:lnTo>
                  <a:lnTo>
                    <a:pt x="3197635" y="650664"/>
                  </a:lnTo>
                  <a:lnTo>
                    <a:pt x="3198296" y="647108"/>
                  </a:lnTo>
                  <a:lnTo>
                    <a:pt x="3198956" y="662359"/>
                  </a:lnTo>
                  <a:lnTo>
                    <a:pt x="3199617" y="663922"/>
                  </a:lnTo>
                  <a:lnTo>
                    <a:pt x="3200278" y="672097"/>
                  </a:lnTo>
                  <a:lnTo>
                    <a:pt x="3200938" y="654636"/>
                  </a:lnTo>
                  <a:lnTo>
                    <a:pt x="3201599" y="672379"/>
                  </a:lnTo>
                  <a:lnTo>
                    <a:pt x="3202259" y="672485"/>
                  </a:lnTo>
                  <a:lnTo>
                    <a:pt x="3202920" y="653562"/>
                  </a:lnTo>
                  <a:lnTo>
                    <a:pt x="3203580" y="648599"/>
                  </a:lnTo>
                  <a:lnTo>
                    <a:pt x="3204241" y="669584"/>
                  </a:lnTo>
                  <a:lnTo>
                    <a:pt x="3204901" y="673783"/>
                  </a:lnTo>
                  <a:lnTo>
                    <a:pt x="3205562" y="638261"/>
                  </a:lnTo>
                  <a:lnTo>
                    <a:pt x="3206222" y="612968"/>
                  </a:lnTo>
                  <a:lnTo>
                    <a:pt x="3206883" y="594849"/>
                  </a:lnTo>
                  <a:lnTo>
                    <a:pt x="3207543" y="594849"/>
                  </a:lnTo>
                  <a:lnTo>
                    <a:pt x="3208204" y="624275"/>
                  </a:lnTo>
                  <a:lnTo>
                    <a:pt x="3208864" y="641269"/>
                  </a:lnTo>
                  <a:lnTo>
                    <a:pt x="3209525" y="634776"/>
                  </a:lnTo>
                  <a:lnTo>
                    <a:pt x="3210186" y="629580"/>
                  </a:lnTo>
                  <a:lnTo>
                    <a:pt x="3210846" y="623460"/>
                  </a:lnTo>
                  <a:lnTo>
                    <a:pt x="3211507" y="633823"/>
                  </a:lnTo>
                  <a:lnTo>
                    <a:pt x="3212167" y="636407"/>
                  </a:lnTo>
                  <a:lnTo>
                    <a:pt x="3212828" y="645512"/>
                  </a:lnTo>
                  <a:lnTo>
                    <a:pt x="3213488" y="633247"/>
                  </a:lnTo>
                  <a:lnTo>
                    <a:pt x="3214149" y="603946"/>
                  </a:lnTo>
                  <a:lnTo>
                    <a:pt x="3214809" y="603946"/>
                  </a:lnTo>
                  <a:lnTo>
                    <a:pt x="3215470" y="632469"/>
                  </a:lnTo>
                  <a:lnTo>
                    <a:pt x="3216130" y="663000"/>
                  </a:lnTo>
                  <a:lnTo>
                    <a:pt x="3216791" y="649639"/>
                  </a:lnTo>
                  <a:lnTo>
                    <a:pt x="3217451" y="641029"/>
                  </a:lnTo>
                  <a:lnTo>
                    <a:pt x="3218112" y="637779"/>
                  </a:lnTo>
                  <a:lnTo>
                    <a:pt x="3218772" y="615644"/>
                  </a:lnTo>
                  <a:lnTo>
                    <a:pt x="3219433" y="611315"/>
                  </a:lnTo>
                  <a:lnTo>
                    <a:pt x="3220094" y="624284"/>
                  </a:lnTo>
                  <a:lnTo>
                    <a:pt x="3220754" y="646712"/>
                  </a:lnTo>
                  <a:lnTo>
                    <a:pt x="3221415" y="637634"/>
                  </a:lnTo>
                  <a:lnTo>
                    <a:pt x="3222075" y="646547"/>
                  </a:lnTo>
                  <a:lnTo>
                    <a:pt x="3222736" y="651952"/>
                  </a:lnTo>
                  <a:lnTo>
                    <a:pt x="3223396" y="652652"/>
                  </a:lnTo>
                  <a:lnTo>
                    <a:pt x="3224057" y="614908"/>
                  </a:lnTo>
                  <a:lnTo>
                    <a:pt x="3224717" y="596922"/>
                  </a:lnTo>
                  <a:lnTo>
                    <a:pt x="3225378" y="633815"/>
                  </a:lnTo>
                  <a:lnTo>
                    <a:pt x="3226038" y="631902"/>
                  </a:lnTo>
                  <a:lnTo>
                    <a:pt x="3226699" y="639417"/>
                  </a:lnTo>
                  <a:lnTo>
                    <a:pt x="3227359" y="646717"/>
                  </a:lnTo>
                  <a:lnTo>
                    <a:pt x="3228020" y="648277"/>
                  </a:lnTo>
                  <a:lnTo>
                    <a:pt x="3228680" y="654849"/>
                  </a:lnTo>
                  <a:lnTo>
                    <a:pt x="3229341" y="648277"/>
                  </a:lnTo>
                  <a:lnTo>
                    <a:pt x="3230002" y="634369"/>
                  </a:lnTo>
                  <a:lnTo>
                    <a:pt x="3230662" y="615530"/>
                  </a:lnTo>
                  <a:lnTo>
                    <a:pt x="3231323" y="586767"/>
                  </a:lnTo>
                  <a:lnTo>
                    <a:pt x="3231983" y="592512"/>
                  </a:lnTo>
                  <a:lnTo>
                    <a:pt x="3232644" y="639225"/>
                  </a:lnTo>
                  <a:lnTo>
                    <a:pt x="3233304" y="665105"/>
                  </a:lnTo>
                  <a:lnTo>
                    <a:pt x="3233965" y="639446"/>
                  </a:lnTo>
                  <a:lnTo>
                    <a:pt x="3234625" y="608419"/>
                  </a:lnTo>
                  <a:lnTo>
                    <a:pt x="3235286" y="621616"/>
                  </a:lnTo>
                  <a:lnTo>
                    <a:pt x="3235946" y="665557"/>
                  </a:lnTo>
                  <a:lnTo>
                    <a:pt x="3236607" y="673193"/>
                  </a:lnTo>
                  <a:lnTo>
                    <a:pt x="3237267" y="644101"/>
                  </a:lnTo>
                  <a:lnTo>
                    <a:pt x="3237928" y="645448"/>
                  </a:lnTo>
                  <a:lnTo>
                    <a:pt x="3238588" y="669084"/>
                  </a:lnTo>
                  <a:lnTo>
                    <a:pt x="3239249" y="669084"/>
                  </a:lnTo>
                  <a:lnTo>
                    <a:pt x="3239909" y="652524"/>
                  </a:lnTo>
                  <a:lnTo>
                    <a:pt x="3240570" y="642485"/>
                  </a:lnTo>
                  <a:lnTo>
                    <a:pt x="3241231" y="642485"/>
                  </a:lnTo>
                  <a:lnTo>
                    <a:pt x="3241891" y="634201"/>
                  </a:lnTo>
                  <a:lnTo>
                    <a:pt x="3242552" y="630122"/>
                  </a:lnTo>
                  <a:lnTo>
                    <a:pt x="3243212" y="629327"/>
                  </a:lnTo>
                  <a:lnTo>
                    <a:pt x="3243873" y="625718"/>
                  </a:lnTo>
                  <a:lnTo>
                    <a:pt x="3244533" y="619987"/>
                  </a:lnTo>
                  <a:lnTo>
                    <a:pt x="3245194" y="604729"/>
                  </a:lnTo>
                  <a:lnTo>
                    <a:pt x="3245854" y="611749"/>
                  </a:lnTo>
                  <a:lnTo>
                    <a:pt x="3246515" y="599223"/>
                  </a:lnTo>
                  <a:lnTo>
                    <a:pt x="3247175" y="560431"/>
                  </a:lnTo>
                  <a:lnTo>
                    <a:pt x="3247836" y="565461"/>
                  </a:lnTo>
                  <a:lnTo>
                    <a:pt x="3248496" y="552264"/>
                  </a:lnTo>
                  <a:lnTo>
                    <a:pt x="3249157" y="551233"/>
                  </a:lnTo>
                  <a:lnTo>
                    <a:pt x="3249817" y="548773"/>
                  </a:lnTo>
                  <a:lnTo>
                    <a:pt x="3250478" y="545666"/>
                  </a:lnTo>
                  <a:lnTo>
                    <a:pt x="3251139" y="549284"/>
                  </a:lnTo>
                  <a:lnTo>
                    <a:pt x="3251799" y="524551"/>
                  </a:lnTo>
                  <a:lnTo>
                    <a:pt x="3252460" y="494586"/>
                  </a:lnTo>
                  <a:lnTo>
                    <a:pt x="3253120" y="494586"/>
                  </a:lnTo>
                  <a:lnTo>
                    <a:pt x="3253781" y="533319"/>
                  </a:lnTo>
                  <a:lnTo>
                    <a:pt x="3254441" y="590190"/>
                  </a:lnTo>
                  <a:lnTo>
                    <a:pt x="3255102" y="608310"/>
                  </a:lnTo>
                  <a:lnTo>
                    <a:pt x="3255762" y="597630"/>
                  </a:lnTo>
                  <a:lnTo>
                    <a:pt x="3256423" y="616149"/>
                  </a:lnTo>
                  <a:lnTo>
                    <a:pt x="3257083" y="619198"/>
                  </a:lnTo>
                  <a:lnTo>
                    <a:pt x="3257744" y="625795"/>
                  </a:lnTo>
                  <a:lnTo>
                    <a:pt x="3258404" y="635554"/>
                  </a:lnTo>
                  <a:lnTo>
                    <a:pt x="3259065" y="622039"/>
                  </a:lnTo>
                  <a:lnTo>
                    <a:pt x="3259725" y="625234"/>
                  </a:lnTo>
                  <a:lnTo>
                    <a:pt x="3260386" y="663232"/>
                  </a:lnTo>
                  <a:lnTo>
                    <a:pt x="3261047" y="678974"/>
                  </a:lnTo>
                  <a:lnTo>
                    <a:pt x="3261707" y="654050"/>
                  </a:lnTo>
                  <a:lnTo>
                    <a:pt x="3262368" y="662659"/>
                  </a:lnTo>
                  <a:lnTo>
                    <a:pt x="3263028" y="637080"/>
                  </a:lnTo>
                  <a:lnTo>
                    <a:pt x="3263689" y="630511"/>
                  </a:lnTo>
                  <a:lnTo>
                    <a:pt x="3264349" y="616826"/>
                  </a:lnTo>
                  <a:lnTo>
                    <a:pt x="3265010" y="616279"/>
                  </a:lnTo>
                  <a:lnTo>
                    <a:pt x="3265670" y="646604"/>
                  </a:lnTo>
                  <a:lnTo>
                    <a:pt x="3266331" y="668860"/>
                  </a:lnTo>
                  <a:lnTo>
                    <a:pt x="3266991" y="650433"/>
                  </a:lnTo>
                  <a:lnTo>
                    <a:pt x="3267652" y="647915"/>
                  </a:lnTo>
                  <a:lnTo>
                    <a:pt x="3268312" y="633111"/>
                  </a:lnTo>
                  <a:lnTo>
                    <a:pt x="3268973" y="614557"/>
                  </a:lnTo>
                  <a:lnTo>
                    <a:pt x="3269633" y="614557"/>
                  </a:lnTo>
                  <a:lnTo>
                    <a:pt x="3270294" y="627737"/>
                  </a:lnTo>
                  <a:lnTo>
                    <a:pt x="3270954" y="627737"/>
                  </a:lnTo>
                  <a:lnTo>
                    <a:pt x="3271615" y="627737"/>
                  </a:lnTo>
                  <a:lnTo>
                    <a:pt x="3272276" y="619098"/>
                  </a:lnTo>
                  <a:lnTo>
                    <a:pt x="3272936" y="602394"/>
                  </a:lnTo>
                  <a:lnTo>
                    <a:pt x="3273597" y="598202"/>
                  </a:lnTo>
                  <a:lnTo>
                    <a:pt x="3274257" y="584952"/>
                  </a:lnTo>
                  <a:lnTo>
                    <a:pt x="3274918" y="590068"/>
                  </a:lnTo>
                  <a:lnTo>
                    <a:pt x="3275578" y="584804"/>
                  </a:lnTo>
                  <a:lnTo>
                    <a:pt x="3276239" y="607542"/>
                  </a:lnTo>
                  <a:lnTo>
                    <a:pt x="3276899" y="625877"/>
                  </a:lnTo>
                  <a:lnTo>
                    <a:pt x="3277560" y="610371"/>
                  </a:lnTo>
                  <a:lnTo>
                    <a:pt x="3278220" y="597671"/>
                  </a:lnTo>
                  <a:lnTo>
                    <a:pt x="3278881" y="625228"/>
                  </a:lnTo>
                  <a:lnTo>
                    <a:pt x="3279541" y="633931"/>
                  </a:lnTo>
                  <a:lnTo>
                    <a:pt x="3280202" y="624437"/>
                  </a:lnTo>
                  <a:lnTo>
                    <a:pt x="3280862" y="606292"/>
                  </a:lnTo>
                  <a:lnTo>
                    <a:pt x="3281523" y="595209"/>
                  </a:lnTo>
                  <a:lnTo>
                    <a:pt x="3282184" y="609943"/>
                  </a:lnTo>
                  <a:lnTo>
                    <a:pt x="3282844" y="601549"/>
                  </a:lnTo>
                  <a:lnTo>
                    <a:pt x="3283505" y="586261"/>
                  </a:lnTo>
                  <a:lnTo>
                    <a:pt x="3284165" y="590428"/>
                  </a:lnTo>
                  <a:lnTo>
                    <a:pt x="3284826" y="616369"/>
                  </a:lnTo>
                  <a:lnTo>
                    <a:pt x="3285486" y="626148"/>
                  </a:lnTo>
                  <a:lnTo>
                    <a:pt x="3286147" y="593492"/>
                  </a:lnTo>
                  <a:lnTo>
                    <a:pt x="3286807" y="586261"/>
                  </a:lnTo>
                  <a:lnTo>
                    <a:pt x="3287468" y="590428"/>
                  </a:lnTo>
                  <a:lnTo>
                    <a:pt x="3288128" y="593492"/>
                  </a:lnTo>
                  <a:lnTo>
                    <a:pt x="3288789" y="610671"/>
                  </a:lnTo>
                  <a:lnTo>
                    <a:pt x="3289449" y="610829"/>
                  </a:lnTo>
                  <a:lnTo>
                    <a:pt x="3290110" y="622259"/>
                  </a:lnTo>
                  <a:lnTo>
                    <a:pt x="3290770" y="635463"/>
                  </a:lnTo>
                  <a:lnTo>
                    <a:pt x="3291431" y="623879"/>
                  </a:lnTo>
                  <a:lnTo>
                    <a:pt x="3292092" y="620392"/>
                  </a:lnTo>
                  <a:lnTo>
                    <a:pt x="3292752" y="626512"/>
                  </a:lnTo>
                  <a:lnTo>
                    <a:pt x="3293413" y="609942"/>
                  </a:lnTo>
                  <a:lnTo>
                    <a:pt x="3294073" y="605106"/>
                  </a:lnTo>
                  <a:lnTo>
                    <a:pt x="3294734" y="626450"/>
                  </a:lnTo>
                  <a:lnTo>
                    <a:pt x="3295394" y="632818"/>
                  </a:lnTo>
                  <a:lnTo>
                    <a:pt x="3296055" y="628519"/>
                  </a:lnTo>
                  <a:lnTo>
                    <a:pt x="3296715" y="604452"/>
                  </a:lnTo>
                  <a:lnTo>
                    <a:pt x="3297376" y="604241"/>
                  </a:lnTo>
                  <a:lnTo>
                    <a:pt x="3298036" y="608877"/>
                  </a:lnTo>
                  <a:lnTo>
                    <a:pt x="3298697" y="604834"/>
                  </a:lnTo>
                  <a:lnTo>
                    <a:pt x="3299357" y="612699"/>
                  </a:lnTo>
                  <a:lnTo>
                    <a:pt x="3300018" y="633194"/>
                  </a:lnTo>
                  <a:lnTo>
                    <a:pt x="3300678" y="646650"/>
                  </a:lnTo>
                  <a:lnTo>
                    <a:pt x="3301339" y="646367"/>
                  </a:lnTo>
                  <a:lnTo>
                    <a:pt x="3302000" y="629791"/>
                  </a:lnTo>
                  <a:lnTo>
                    <a:pt x="3302660" y="629642"/>
                  </a:lnTo>
                  <a:lnTo>
                    <a:pt x="3303321" y="641492"/>
                  </a:lnTo>
                  <a:lnTo>
                    <a:pt x="3303981" y="669803"/>
                  </a:lnTo>
                  <a:lnTo>
                    <a:pt x="3304642" y="667177"/>
                  </a:lnTo>
                  <a:lnTo>
                    <a:pt x="3305302" y="654791"/>
                  </a:lnTo>
                  <a:lnTo>
                    <a:pt x="3305963" y="629416"/>
                  </a:lnTo>
                  <a:lnTo>
                    <a:pt x="3306623" y="626912"/>
                  </a:lnTo>
                  <a:lnTo>
                    <a:pt x="3307284" y="626394"/>
                  </a:lnTo>
                  <a:lnTo>
                    <a:pt x="3307944" y="619275"/>
                  </a:lnTo>
                  <a:lnTo>
                    <a:pt x="3308605" y="624700"/>
                  </a:lnTo>
                  <a:lnTo>
                    <a:pt x="3309265" y="619466"/>
                  </a:lnTo>
                  <a:lnTo>
                    <a:pt x="3309926" y="586728"/>
                  </a:lnTo>
                  <a:lnTo>
                    <a:pt x="3310586" y="568439"/>
                  </a:lnTo>
                  <a:lnTo>
                    <a:pt x="3311247" y="601640"/>
                  </a:lnTo>
                  <a:lnTo>
                    <a:pt x="3311907" y="606926"/>
                  </a:lnTo>
                  <a:lnTo>
                    <a:pt x="3312568" y="601200"/>
                  </a:lnTo>
                  <a:lnTo>
                    <a:pt x="3313229" y="576593"/>
                  </a:lnTo>
                  <a:lnTo>
                    <a:pt x="3313889" y="520510"/>
                  </a:lnTo>
                  <a:lnTo>
                    <a:pt x="3314550" y="517071"/>
                  </a:lnTo>
                  <a:lnTo>
                    <a:pt x="3315210" y="539922"/>
                  </a:lnTo>
                  <a:lnTo>
                    <a:pt x="3315871" y="586252"/>
                  </a:lnTo>
                  <a:lnTo>
                    <a:pt x="3316531" y="585560"/>
                  </a:lnTo>
                  <a:lnTo>
                    <a:pt x="3317192" y="576370"/>
                  </a:lnTo>
                  <a:lnTo>
                    <a:pt x="3317852" y="579155"/>
                  </a:lnTo>
                  <a:lnTo>
                    <a:pt x="3318513" y="593911"/>
                  </a:lnTo>
                  <a:lnTo>
                    <a:pt x="3319173" y="564432"/>
                  </a:lnTo>
                  <a:lnTo>
                    <a:pt x="3319834" y="582416"/>
                  </a:lnTo>
                  <a:lnTo>
                    <a:pt x="3320494" y="607178"/>
                  </a:lnTo>
                  <a:lnTo>
                    <a:pt x="3321155" y="588877"/>
                  </a:lnTo>
                  <a:lnTo>
                    <a:pt x="3321815" y="586145"/>
                  </a:lnTo>
                  <a:lnTo>
                    <a:pt x="3322476" y="542865"/>
                  </a:lnTo>
                  <a:lnTo>
                    <a:pt x="3323137" y="529759"/>
                  </a:lnTo>
                  <a:lnTo>
                    <a:pt x="3323797" y="540221"/>
                  </a:lnTo>
                  <a:lnTo>
                    <a:pt x="3324458" y="553097"/>
                  </a:lnTo>
                  <a:lnTo>
                    <a:pt x="3325118" y="557205"/>
                  </a:lnTo>
                  <a:lnTo>
                    <a:pt x="3325779" y="572198"/>
                  </a:lnTo>
                  <a:lnTo>
                    <a:pt x="3326439" y="570097"/>
                  </a:lnTo>
                  <a:lnTo>
                    <a:pt x="3327100" y="552745"/>
                  </a:lnTo>
                  <a:lnTo>
                    <a:pt x="3327760" y="553095"/>
                  </a:lnTo>
                  <a:lnTo>
                    <a:pt x="3328421" y="548387"/>
                  </a:lnTo>
                  <a:lnTo>
                    <a:pt x="3329081" y="544896"/>
                  </a:lnTo>
                  <a:lnTo>
                    <a:pt x="3329742" y="557679"/>
                  </a:lnTo>
                  <a:lnTo>
                    <a:pt x="3330402" y="563500"/>
                  </a:lnTo>
                  <a:lnTo>
                    <a:pt x="3331063" y="557824"/>
                  </a:lnTo>
                  <a:lnTo>
                    <a:pt x="3331723" y="552475"/>
                  </a:lnTo>
                  <a:lnTo>
                    <a:pt x="3332384" y="554877"/>
                  </a:lnTo>
                  <a:lnTo>
                    <a:pt x="3333045" y="559219"/>
                  </a:lnTo>
                  <a:lnTo>
                    <a:pt x="3333705" y="565298"/>
                  </a:lnTo>
                  <a:lnTo>
                    <a:pt x="3334366" y="571568"/>
                  </a:lnTo>
                  <a:lnTo>
                    <a:pt x="3335026" y="554714"/>
                  </a:lnTo>
                  <a:lnTo>
                    <a:pt x="3335687" y="556670"/>
                  </a:lnTo>
                  <a:lnTo>
                    <a:pt x="3336347" y="560889"/>
                  </a:lnTo>
                  <a:lnTo>
                    <a:pt x="3337008" y="551068"/>
                  </a:lnTo>
                  <a:lnTo>
                    <a:pt x="3337668" y="541867"/>
                  </a:lnTo>
                  <a:lnTo>
                    <a:pt x="3338329" y="546291"/>
                  </a:lnTo>
                  <a:lnTo>
                    <a:pt x="3338989" y="539790"/>
                  </a:lnTo>
                  <a:lnTo>
                    <a:pt x="3339650" y="512006"/>
                  </a:lnTo>
                  <a:lnTo>
                    <a:pt x="3340310" y="495038"/>
                  </a:lnTo>
                  <a:lnTo>
                    <a:pt x="3340971" y="421315"/>
                  </a:lnTo>
                  <a:lnTo>
                    <a:pt x="3341631" y="386169"/>
                  </a:lnTo>
                  <a:lnTo>
                    <a:pt x="3342292" y="347438"/>
                  </a:lnTo>
                  <a:lnTo>
                    <a:pt x="3342952" y="295766"/>
                  </a:lnTo>
                  <a:lnTo>
                    <a:pt x="3343613" y="281957"/>
                  </a:lnTo>
                  <a:lnTo>
                    <a:pt x="3344274" y="273687"/>
                  </a:lnTo>
                  <a:lnTo>
                    <a:pt x="3344934" y="237008"/>
                  </a:lnTo>
                  <a:lnTo>
                    <a:pt x="3345595" y="217247"/>
                  </a:lnTo>
                  <a:lnTo>
                    <a:pt x="3346255" y="211618"/>
                  </a:lnTo>
                  <a:lnTo>
                    <a:pt x="3346916" y="217710"/>
                  </a:lnTo>
                  <a:lnTo>
                    <a:pt x="3347576" y="213822"/>
                  </a:lnTo>
                  <a:lnTo>
                    <a:pt x="3348237" y="201482"/>
                  </a:lnTo>
                  <a:lnTo>
                    <a:pt x="3348897" y="200367"/>
                  </a:lnTo>
                  <a:lnTo>
                    <a:pt x="3349558" y="220213"/>
                  </a:lnTo>
                  <a:lnTo>
                    <a:pt x="3350218" y="232845"/>
                  </a:lnTo>
                  <a:lnTo>
                    <a:pt x="3350879" y="241863"/>
                  </a:lnTo>
                  <a:lnTo>
                    <a:pt x="3351539" y="267659"/>
                  </a:lnTo>
                  <a:lnTo>
                    <a:pt x="3352200" y="322366"/>
                  </a:lnTo>
                  <a:lnTo>
                    <a:pt x="3352860" y="302962"/>
                  </a:lnTo>
                  <a:lnTo>
                    <a:pt x="3353521" y="317783"/>
                  </a:lnTo>
                  <a:lnTo>
                    <a:pt x="3354182" y="361014"/>
                  </a:lnTo>
                  <a:lnTo>
                    <a:pt x="3354842" y="397646"/>
                  </a:lnTo>
                  <a:lnTo>
                    <a:pt x="3355503" y="423338"/>
                  </a:lnTo>
                  <a:lnTo>
                    <a:pt x="3356163" y="424961"/>
                  </a:lnTo>
                  <a:lnTo>
                    <a:pt x="3356824" y="455264"/>
                  </a:lnTo>
                  <a:lnTo>
                    <a:pt x="3357484" y="457860"/>
                  </a:lnTo>
                  <a:lnTo>
                    <a:pt x="3358145" y="460621"/>
                  </a:lnTo>
                  <a:lnTo>
                    <a:pt x="3358805" y="482995"/>
                  </a:lnTo>
                  <a:lnTo>
                    <a:pt x="3359466" y="491459"/>
                  </a:lnTo>
                  <a:lnTo>
                    <a:pt x="3360126" y="521516"/>
                  </a:lnTo>
                  <a:lnTo>
                    <a:pt x="3360787" y="534326"/>
                  </a:lnTo>
                  <a:lnTo>
                    <a:pt x="3361447" y="530690"/>
                  </a:lnTo>
                  <a:lnTo>
                    <a:pt x="3362108" y="519596"/>
                  </a:lnTo>
                  <a:lnTo>
                    <a:pt x="3362768" y="530690"/>
                  </a:lnTo>
                  <a:lnTo>
                    <a:pt x="3363429" y="579713"/>
                  </a:lnTo>
                  <a:lnTo>
                    <a:pt x="3364090" y="544387"/>
                  </a:lnTo>
                  <a:lnTo>
                    <a:pt x="3364750" y="598063"/>
                  </a:lnTo>
                  <a:lnTo>
                    <a:pt x="3365411" y="571375"/>
                  </a:lnTo>
                  <a:lnTo>
                    <a:pt x="3366071" y="554942"/>
                  </a:lnTo>
                  <a:lnTo>
                    <a:pt x="3366732" y="550085"/>
                  </a:lnTo>
                  <a:lnTo>
                    <a:pt x="3367392" y="558175"/>
                  </a:lnTo>
                  <a:lnTo>
                    <a:pt x="3368053" y="579261"/>
                  </a:lnTo>
                  <a:lnTo>
                    <a:pt x="3368713" y="593964"/>
                  </a:lnTo>
                  <a:lnTo>
                    <a:pt x="3369374" y="614823"/>
                  </a:lnTo>
                  <a:lnTo>
                    <a:pt x="3370034" y="623219"/>
                  </a:lnTo>
                  <a:lnTo>
                    <a:pt x="3370695" y="605135"/>
                  </a:lnTo>
                  <a:lnTo>
                    <a:pt x="3371355" y="587091"/>
                  </a:lnTo>
                  <a:lnTo>
                    <a:pt x="3372016" y="595076"/>
                  </a:lnTo>
                  <a:lnTo>
                    <a:pt x="3372676" y="627823"/>
                  </a:lnTo>
                  <a:lnTo>
                    <a:pt x="3373337" y="637537"/>
                  </a:lnTo>
                  <a:lnTo>
                    <a:pt x="3373997" y="613842"/>
                  </a:lnTo>
                  <a:lnTo>
                    <a:pt x="3374658" y="588658"/>
                  </a:lnTo>
                  <a:lnTo>
                    <a:pt x="3375319" y="592043"/>
                  </a:lnTo>
                  <a:lnTo>
                    <a:pt x="3375979" y="619154"/>
                  </a:lnTo>
                  <a:lnTo>
                    <a:pt x="3376640" y="646600"/>
                  </a:lnTo>
                  <a:lnTo>
                    <a:pt x="3377300" y="640272"/>
                  </a:lnTo>
                  <a:lnTo>
                    <a:pt x="3377961" y="656508"/>
                  </a:lnTo>
                  <a:lnTo>
                    <a:pt x="3378621" y="667507"/>
                  </a:lnTo>
                  <a:lnTo>
                    <a:pt x="3379282" y="670520"/>
                  </a:lnTo>
                  <a:lnTo>
                    <a:pt x="3379942" y="646473"/>
                  </a:lnTo>
                  <a:lnTo>
                    <a:pt x="3380603" y="655875"/>
                  </a:lnTo>
                  <a:lnTo>
                    <a:pt x="3381263" y="629995"/>
                  </a:lnTo>
                  <a:lnTo>
                    <a:pt x="3381924" y="621291"/>
                  </a:lnTo>
                  <a:lnTo>
                    <a:pt x="3382584" y="627411"/>
                  </a:lnTo>
                  <a:lnTo>
                    <a:pt x="3383245" y="629995"/>
                  </a:lnTo>
                  <a:lnTo>
                    <a:pt x="3383905" y="642148"/>
                  </a:lnTo>
                  <a:lnTo>
                    <a:pt x="3384566" y="658894"/>
                  </a:lnTo>
                  <a:lnTo>
                    <a:pt x="3385227" y="638032"/>
                  </a:lnTo>
                  <a:lnTo>
                    <a:pt x="3385887" y="634223"/>
                  </a:lnTo>
                  <a:lnTo>
                    <a:pt x="3386548" y="637161"/>
                  </a:lnTo>
                  <a:lnTo>
                    <a:pt x="3387208" y="672451"/>
                  </a:lnTo>
                  <a:lnTo>
                    <a:pt x="3387869" y="674943"/>
                  </a:lnTo>
                  <a:lnTo>
                    <a:pt x="3388529" y="650542"/>
                  </a:lnTo>
                  <a:lnTo>
                    <a:pt x="3389190" y="618444"/>
                  </a:lnTo>
                  <a:lnTo>
                    <a:pt x="3389850" y="623257"/>
                  </a:lnTo>
                  <a:lnTo>
                    <a:pt x="3390511" y="638307"/>
                  </a:lnTo>
                  <a:lnTo>
                    <a:pt x="3391171" y="634470"/>
                  </a:lnTo>
                  <a:lnTo>
                    <a:pt x="3391832" y="633046"/>
                  </a:lnTo>
                  <a:lnTo>
                    <a:pt x="3392492" y="629633"/>
                  </a:lnTo>
                  <a:lnTo>
                    <a:pt x="3393153" y="626925"/>
                  </a:lnTo>
                  <a:lnTo>
                    <a:pt x="3393813" y="632078"/>
                  </a:lnTo>
                  <a:lnTo>
                    <a:pt x="3394474" y="637324"/>
                  </a:lnTo>
                  <a:lnTo>
                    <a:pt x="3395135" y="622841"/>
                  </a:lnTo>
                  <a:lnTo>
                    <a:pt x="3395795" y="594989"/>
                  </a:lnTo>
                  <a:lnTo>
                    <a:pt x="3396456" y="583327"/>
                  </a:lnTo>
                  <a:lnTo>
                    <a:pt x="3397116" y="587860"/>
                  </a:lnTo>
                  <a:lnTo>
                    <a:pt x="3397777" y="592856"/>
                  </a:lnTo>
                  <a:lnTo>
                    <a:pt x="3398437" y="603199"/>
                  </a:lnTo>
                  <a:lnTo>
                    <a:pt x="3399098" y="604337"/>
                  </a:lnTo>
                  <a:lnTo>
                    <a:pt x="3399758" y="605916"/>
                  </a:lnTo>
                  <a:lnTo>
                    <a:pt x="3400419" y="595620"/>
                  </a:lnTo>
                  <a:lnTo>
                    <a:pt x="3401079" y="580276"/>
                  </a:lnTo>
                  <a:lnTo>
                    <a:pt x="3401740" y="577273"/>
                  </a:lnTo>
                  <a:lnTo>
                    <a:pt x="3402400" y="570964"/>
                  </a:lnTo>
                  <a:lnTo>
                    <a:pt x="3403061" y="583300"/>
                  </a:lnTo>
                  <a:lnTo>
                    <a:pt x="3403721" y="606559"/>
                  </a:lnTo>
                  <a:lnTo>
                    <a:pt x="3404382" y="622188"/>
                  </a:lnTo>
                  <a:lnTo>
                    <a:pt x="3405043" y="611585"/>
                  </a:lnTo>
                  <a:lnTo>
                    <a:pt x="3405703" y="599837"/>
                  </a:lnTo>
                  <a:lnTo>
                    <a:pt x="3406364" y="581665"/>
                  </a:lnTo>
                  <a:lnTo>
                    <a:pt x="3407024" y="576998"/>
                  </a:lnTo>
                  <a:lnTo>
                    <a:pt x="3407685" y="584913"/>
                  </a:lnTo>
                  <a:lnTo>
                    <a:pt x="3408345" y="546978"/>
                  </a:lnTo>
                  <a:lnTo>
                    <a:pt x="3409006" y="554153"/>
                  </a:lnTo>
                  <a:lnTo>
                    <a:pt x="3409666" y="512923"/>
                  </a:lnTo>
                  <a:lnTo>
                    <a:pt x="3410327" y="469435"/>
                  </a:lnTo>
                  <a:lnTo>
                    <a:pt x="3410987" y="468331"/>
                  </a:lnTo>
                  <a:lnTo>
                    <a:pt x="3411648" y="469435"/>
                  </a:lnTo>
                  <a:lnTo>
                    <a:pt x="3412308" y="530453"/>
                  </a:lnTo>
                  <a:lnTo>
                    <a:pt x="3412969" y="577183"/>
                  </a:lnTo>
                  <a:lnTo>
                    <a:pt x="3413629" y="571734"/>
                  </a:lnTo>
                  <a:lnTo>
                    <a:pt x="3414290" y="563702"/>
                  </a:lnTo>
                  <a:lnTo>
                    <a:pt x="3414950" y="598881"/>
                  </a:lnTo>
                  <a:lnTo>
                    <a:pt x="3415611" y="637603"/>
                  </a:lnTo>
                  <a:lnTo>
                    <a:pt x="3416272" y="624313"/>
                  </a:lnTo>
                  <a:lnTo>
                    <a:pt x="3416932" y="602175"/>
                  </a:lnTo>
                  <a:lnTo>
                    <a:pt x="3417593" y="584454"/>
                  </a:lnTo>
                  <a:lnTo>
                    <a:pt x="3418253" y="608078"/>
                  </a:lnTo>
                  <a:lnTo>
                    <a:pt x="3418914" y="633725"/>
                  </a:lnTo>
                  <a:lnTo>
                    <a:pt x="3419574" y="625018"/>
                  </a:lnTo>
                  <a:lnTo>
                    <a:pt x="3420235" y="611361"/>
                  </a:lnTo>
                  <a:lnTo>
                    <a:pt x="3420895" y="615123"/>
                  </a:lnTo>
                  <a:lnTo>
                    <a:pt x="3421556" y="636637"/>
                  </a:lnTo>
                  <a:lnTo>
                    <a:pt x="3422216" y="636637"/>
                  </a:lnTo>
                  <a:lnTo>
                    <a:pt x="3422877" y="620927"/>
                  </a:lnTo>
                  <a:lnTo>
                    <a:pt x="3423537" y="622635"/>
                  </a:lnTo>
                  <a:lnTo>
                    <a:pt x="3424198" y="636918"/>
                  </a:lnTo>
                  <a:lnTo>
                    <a:pt x="3424858" y="613774"/>
                  </a:lnTo>
                  <a:lnTo>
                    <a:pt x="3425519" y="620939"/>
                  </a:lnTo>
                  <a:lnTo>
                    <a:pt x="3426180" y="630053"/>
                  </a:lnTo>
                  <a:lnTo>
                    <a:pt x="3426840" y="630437"/>
                  </a:lnTo>
                  <a:lnTo>
                    <a:pt x="3427501" y="626376"/>
                  </a:lnTo>
                  <a:lnTo>
                    <a:pt x="3428161" y="594054"/>
                  </a:lnTo>
                  <a:lnTo>
                    <a:pt x="3428822" y="604859"/>
                  </a:lnTo>
                  <a:lnTo>
                    <a:pt x="3429482" y="594468"/>
                  </a:lnTo>
                  <a:lnTo>
                    <a:pt x="3430143" y="597928"/>
                  </a:lnTo>
                  <a:lnTo>
                    <a:pt x="3430803" y="569798"/>
                  </a:lnTo>
                  <a:lnTo>
                    <a:pt x="3431464" y="572748"/>
                  </a:lnTo>
                  <a:lnTo>
                    <a:pt x="3432124" y="571783"/>
                  </a:lnTo>
                  <a:lnTo>
                    <a:pt x="3432785" y="571783"/>
                  </a:lnTo>
                  <a:lnTo>
                    <a:pt x="3433445" y="559522"/>
                  </a:lnTo>
                  <a:lnTo>
                    <a:pt x="3434106" y="540553"/>
                  </a:lnTo>
                  <a:lnTo>
                    <a:pt x="3434766" y="487399"/>
                  </a:lnTo>
                  <a:lnTo>
                    <a:pt x="3435427" y="469637"/>
                  </a:lnTo>
                  <a:lnTo>
                    <a:pt x="3436088" y="429990"/>
                  </a:lnTo>
                  <a:lnTo>
                    <a:pt x="3436748" y="392909"/>
                  </a:lnTo>
                  <a:lnTo>
                    <a:pt x="3437409" y="405500"/>
                  </a:lnTo>
                  <a:lnTo>
                    <a:pt x="3438069" y="374494"/>
                  </a:lnTo>
                  <a:lnTo>
                    <a:pt x="3438730" y="372796"/>
                  </a:lnTo>
                  <a:lnTo>
                    <a:pt x="3439390" y="351408"/>
                  </a:lnTo>
                  <a:lnTo>
                    <a:pt x="3440051" y="393805"/>
                  </a:lnTo>
                  <a:lnTo>
                    <a:pt x="3440711" y="384012"/>
                  </a:lnTo>
                  <a:lnTo>
                    <a:pt x="3441372" y="367410"/>
                  </a:lnTo>
                  <a:lnTo>
                    <a:pt x="3442032" y="375680"/>
                  </a:lnTo>
                  <a:lnTo>
                    <a:pt x="3442693" y="397105"/>
                  </a:lnTo>
                  <a:lnTo>
                    <a:pt x="3443353" y="449490"/>
                  </a:lnTo>
                  <a:lnTo>
                    <a:pt x="3444014" y="477577"/>
                  </a:lnTo>
                  <a:lnTo>
                    <a:pt x="3444674" y="514956"/>
                  </a:lnTo>
                  <a:lnTo>
                    <a:pt x="3445335" y="537261"/>
                  </a:lnTo>
                  <a:lnTo>
                    <a:pt x="3445995" y="518915"/>
                  </a:lnTo>
                  <a:lnTo>
                    <a:pt x="3446656" y="497095"/>
                  </a:lnTo>
                  <a:lnTo>
                    <a:pt x="3447317" y="521723"/>
                  </a:lnTo>
                  <a:lnTo>
                    <a:pt x="3447977" y="539069"/>
                  </a:lnTo>
                  <a:lnTo>
                    <a:pt x="3448638" y="563979"/>
                  </a:lnTo>
                  <a:lnTo>
                    <a:pt x="3449298" y="513492"/>
                  </a:lnTo>
                  <a:lnTo>
                    <a:pt x="3449959" y="538602"/>
                  </a:lnTo>
                  <a:lnTo>
                    <a:pt x="3450619" y="556833"/>
                  </a:lnTo>
                  <a:lnTo>
                    <a:pt x="3451280" y="554464"/>
                  </a:lnTo>
                  <a:lnTo>
                    <a:pt x="3451940" y="588782"/>
                  </a:lnTo>
                  <a:lnTo>
                    <a:pt x="3452601" y="596249"/>
                  </a:lnTo>
                  <a:lnTo>
                    <a:pt x="3453261" y="619309"/>
                  </a:lnTo>
                  <a:lnTo>
                    <a:pt x="3453922" y="599576"/>
                  </a:lnTo>
                  <a:lnTo>
                    <a:pt x="3454582" y="584782"/>
                  </a:lnTo>
                  <a:lnTo>
                    <a:pt x="3455243" y="565558"/>
                  </a:lnTo>
                  <a:lnTo>
                    <a:pt x="3455903" y="555876"/>
                  </a:lnTo>
                  <a:lnTo>
                    <a:pt x="3456564" y="560411"/>
                  </a:lnTo>
                  <a:lnTo>
                    <a:pt x="3457225" y="570192"/>
                  </a:lnTo>
                  <a:lnTo>
                    <a:pt x="3457885" y="576629"/>
                  </a:lnTo>
                  <a:lnTo>
                    <a:pt x="3458546" y="567135"/>
                  </a:lnTo>
                  <a:lnTo>
                    <a:pt x="3459206" y="593414"/>
                  </a:lnTo>
                  <a:lnTo>
                    <a:pt x="3459867" y="602687"/>
                  </a:lnTo>
                  <a:lnTo>
                    <a:pt x="3460527" y="591173"/>
                  </a:lnTo>
                  <a:lnTo>
                    <a:pt x="3461188" y="609796"/>
                  </a:lnTo>
                  <a:lnTo>
                    <a:pt x="3461848" y="609706"/>
                  </a:lnTo>
                  <a:lnTo>
                    <a:pt x="3462509" y="632078"/>
                  </a:lnTo>
                  <a:lnTo>
                    <a:pt x="3463169" y="664570"/>
                  </a:lnTo>
                  <a:lnTo>
                    <a:pt x="3463830" y="660922"/>
                  </a:lnTo>
                  <a:lnTo>
                    <a:pt x="3464490" y="635577"/>
                  </a:lnTo>
                  <a:lnTo>
                    <a:pt x="3465151" y="615823"/>
                  </a:lnTo>
                  <a:lnTo>
                    <a:pt x="3465811" y="613140"/>
                  </a:lnTo>
                  <a:lnTo>
                    <a:pt x="3466472" y="621548"/>
                  </a:lnTo>
                  <a:lnTo>
                    <a:pt x="3467133" y="577369"/>
                  </a:lnTo>
                  <a:lnTo>
                    <a:pt x="3467793" y="555456"/>
                  </a:lnTo>
                  <a:lnTo>
                    <a:pt x="3468454" y="523364"/>
                  </a:lnTo>
                  <a:lnTo>
                    <a:pt x="3469114" y="508996"/>
                  </a:lnTo>
                  <a:lnTo>
                    <a:pt x="3469775" y="566737"/>
                  </a:lnTo>
                  <a:lnTo>
                    <a:pt x="3470435" y="612780"/>
                  </a:lnTo>
                  <a:lnTo>
                    <a:pt x="3471096" y="613089"/>
                  </a:lnTo>
                  <a:lnTo>
                    <a:pt x="3471756" y="612048"/>
                  </a:lnTo>
                  <a:lnTo>
                    <a:pt x="3472417" y="613380"/>
                  </a:lnTo>
                  <a:lnTo>
                    <a:pt x="3473077" y="616938"/>
                  </a:lnTo>
                  <a:lnTo>
                    <a:pt x="3473738" y="640047"/>
                  </a:lnTo>
                  <a:lnTo>
                    <a:pt x="3474398" y="647281"/>
                  </a:lnTo>
                  <a:lnTo>
                    <a:pt x="3475059" y="655490"/>
                  </a:lnTo>
                  <a:lnTo>
                    <a:pt x="3475719" y="612147"/>
                  </a:lnTo>
                  <a:lnTo>
                    <a:pt x="3476380" y="591967"/>
                  </a:lnTo>
                  <a:lnTo>
                    <a:pt x="3477041" y="592823"/>
                  </a:lnTo>
                  <a:lnTo>
                    <a:pt x="3477701" y="591150"/>
                  </a:lnTo>
                  <a:lnTo>
                    <a:pt x="3478362" y="601529"/>
                  </a:lnTo>
                  <a:lnTo>
                    <a:pt x="3479022" y="587983"/>
                  </a:lnTo>
                  <a:lnTo>
                    <a:pt x="3479683" y="615339"/>
                  </a:lnTo>
                  <a:lnTo>
                    <a:pt x="3480343" y="617615"/>
                  </a:lnTo>
                  <a:lnTo>
                    <a:pt x="3481004" y="613629"/>
                  </a:lnTo>
                  <a:lnTo>
                    <a:pt x="3481664" y="595915"/>
                  </a:lnTo>
                  <a:lnTo>
                    <a:pt x="3482325" y="587505"/>
                  </a:lnTo>
                  <a:lnTo>
                    <a:pt x="3482985" y="575095"/>
                  </a:lnTo>
                  <a:lnTo>
                    <a:pt x="3483646" y="569046"/>
                  </a:lnTo>
                  <a:lnTo>
                    <a:pt x="3484306" y="525406"/>
                  </a:lnTo>
                  <a:lnTo>
                    <a:pt x="3484967" y="495449"/>
                  </a:lnTo>
                  <a:lnTo>
                    <a:pt x="3485627" y="489554"/>
                  </a:lnTo>
                  <a:lnTo>
                    <a:pt x="3486288" y="441044"/>
                  </a:lnTo>
                  <a:lnTo>
                    <a:pt x="3486948" y="409281"/>
                  </a:lnTo>
                  <a:lnTo>
                    <a:pt x="3487609" y="387818"/>
                  </a:lnTo>
                  <a:lnTo>
                    <a:pt x="3488270" y="374067"/>
                  </a:lnTo>
                  <a:lnTo>
                    <a:pt x="3488930" y="389567"/>
                  </a:lnTo>
                  <a:lnTo>
                    <a:pt x="3489591" y="399079"/>
                  </a:lnTo>
                  <a:lnTo>
                    <a:pt x="3490251" y="416809"/>
                  </a:lnTo>
                  <a:lnTo>
                    <a:pt x="3490912" y="437181"/>
                  </a:lnTo>
                  <a:lnTo>
                    <a:pt x="3491572" y="462778"/>
                  </a:lnTo>
                  <a:lnTo>
                    <a:pt x="3492233" y="490710"/>
                  </a:lnTo>
                  <a:lnTo>
                    <a:pt x="3492893" y="507964"/>
                  </a:lnTo>
                  <a:lnTo>
                    <a:pt x="3493554" y="552501"/>
                  </a:lnTo>
                  <a:lnTo>
                    <a:pt x="3494214" y="583231"/>
                  </a:lnTo>
                  <a:lnTo>
                    <a:pt x="3494875" y="600034"/>
                  </a:lnTo>
                  <a:lnTo>
                    <a:pt x="3495535" y="576416"/>
                  </a:lnTo>
                  <a:lnTo>
                    <a:pt x="3496196" y="555152"/>
                  </a:lnTo>
                  <a:lnTo>
                    <a:pt x="3496856" y="554737"/>
                  </a:lnTo>
                  <a:lnTo>
                    <a:pt x="3497517" y="561125"/>
                  </a:lnTo>
                  <a:lnTo>
                    <a:pt x="3498178" y="557005"/>
                  </a:lnTo>
                  <a:lnTo>
                    <a:pt x="3498838" y="592490"/>
                  </a:lnTo>
                  <a:lnTo>
                    <a:pt x="3499499" y="575454"/>
                  </a:lnTo>
                  <a:lnTo>
                    <a:pt x="3500159" y="594070"/>
                  </a:lnTo>
                  <a:lnTo>
                    <a:pt x="3500820" y="595077"/>
                  </a:lnTo>
                  <a:lnTo>
                    <a:pt x="3501480" y="589343"/>
                  </a:lnTo>
                  <a:lnTo>
                    <a:pt x="3502141" y="583033"/>
                  </a:lnTo>
                  <a:lnTo>
                    <a:pt x="3502801" y="581535"/>
                  </a:lnTo>
                  <a:lnTo>
                    <a:pt x="3503462" y="588052"/>
                  </a:lnTo>
                  <a:lnTo>
                    <a:pt x="3504122" y="598588"/>
                  </a:lnTo>
                  <a:lnTo>
                    <a:pt x="3504783" y="610667"/>
                  </a:lnTo>
                  <a:lnTo>
                    <a:pt x="3505443" y="592500"/>
                  </a:lnTo>
                  <a:lnTo>
                    <a:pt x="3506104" y="592288"/>
                  </a:lnTo>
                  <a:lnTo>
                    <a:pt x="3506764" y="587225"/>
                  </a:lnTo>
                  <a:lnTo>
                    <a:pt x="3507425" y="594256"/>
                  </a:lnTo>
                  <a:lnTo>
                    <a:pt x="3508086" y="602713"/>
                  </a:lnTo>
                  <a:lnTo>
                    <a:pt x="3508746" y="601609"/>
                  </a:lnTo>
                  <a:lnTo>
                    <a:pt x="3509407" y="609695"/>
                  </a:lnTo>
                  <a:lnTo>
                    <a:pt x="3510067" y="597933"/>
                  </a:lnTo>
                  <a:lnTo>
                    <a:pt x="3510728" y="585238"/>
                  </a:lnTo>
                  <a:lnTo>
                    <a:pt x="3511388" y="595354"/>
                  </a:lnTo>
                  <a:lnTo>
                    <a:pt x="3512049" y="602429"/>
                  </a:lnTo>
                  <a:lnTo>
                    <a:pt x="3512709" y="621932"/>
                  </a:lnTo>
                  <a:lnTo>
                    <a:pt x="3513370" y="610934"/>
                  </a:lnTo>
                  <a:lnTo>
                    <a:pt x="3514030" y="598941"/>
                  </a:lnTo>
                  <a:lnTo>
                    <a:pt x="3514691" y="604486"/>
                  </a:lnTo>
                  <a:lnTo>
                    <a:pt x="3515351" y="613173"/>
                  </a:lnTo>
                  <a:lnTo>
                    <a:pt x="3516012" y="612760"/>
                  </a:lnTo>
                  <a:lnTo>
                    <a:pt x="3516672" y="603966"/>
                  </a:lnTo>
                  <a:lnTo>
                    <a:pt x="3517333" y="630332"/>
                  </a:lnTo>
                  <a:lnTo>
                    <a:pt x="3517993" y="644432"/>
                  </a:lnTo>
                  <a:lnTo>
                    <a:pt x="3518654" y="643009"/>
                  </a:lnTo>
                  <a:lnTo>
                    <a:pt x="3519315" y="640235"/>
                  </a:lnTo>
                  <a:lnTo>
                    <a:pt x="3519975" y="636883"/>
                  </a:lnTo>
                  <a:lnTo>
                    <a:pt x="3520636" y="622136"/>
                  </a:lnTo>
                  <a:lnTo>
                    <a:pt x="3521296" y="609415"/>
                  </a:lnTo>
                  <a:lnTo>
                    <a:pt x="3521957" y="601103"/>
                  </a:lnTo>
                  <a:lnTo>
                    <a:pt x="3522617" y="615116"/>
                  </a:lnTo>
                  <a:lnTo>
                    <a:pt x="3523278" y="635266"/>
                  </a:lnTo>
                  <a:lnTo>
                    <a:pt x="3523938" y="641516"/>
                  </a:lnTo>
                  <a:lnTo>
                    <a:pt x="3524599" y="652526"/>
                  </a:lnTo>
                  <a:lnTo>
                    <a:pt x="3525259" y="686543"/>
                  </a:lnTo>
                  <a:lnTo>
                    <a:pt x="3525920" y="681117"/>
                  </a:lnTo>
                  <a:lnTo>
                    <a:pt x="3526580" y="663674"/>
                  </a:lnTo>
                  <a:lnTo>
                    <a:pt x="3527241" y="653499"/>
                  </a:lnTo>
                  <a:lnTo>
                    <a:pt x="3527901" y="629116"/>
                  </a:lnTo>
                  <a:lnTo>
                    <a:pt x="3528562" y="643370"/>
                  </a:lnTo>
                  <a:lnTo>
                    <a:pt x="3529223" y="641282"/>
                  </a:lnTo>
                  <a:lnTo>
                    <a:pt x="3529883" y="622914"/>
                  </a:lnTo>
                  <a:lnTo>
                    <a:pt x="3530544" y="607900"/>
                  </a:lnTo>
                  <a:lnTo>
                    <a:pt x="3531204" y="614362"/>
                  </a:lnTo>
                  <a:lnTo>
                    <a:pt x="3531865" y="617316"/>
                  </a:lnTo>
                  <a:lnTo>
                    <a:pt x="3532525" y="618996"/>
                  </a:lnTo>
                  <a:lnTo>
                    <a:pt x="3533186" y="611738"/>
                  </a:lnTo>
                  <a:lnTo>
                    <a:pt x="3533846" y="601789"/>
                  </a:lnTo>
                  <a:lnTo>
                    <a:pt x="3534507" y="611738"/>
                  </a:lnTo>
                  <a:lnTo>
                    <a:pt x="3535167" y="621044"/>
                  </a:lnTo>
                  <a:lnTo>
                    <a:pt x="3535828" y="627076"/>
                  </a:lnTo>
                  <a:lnTo>
                    <a:pt x="3536488" y="646388"/>
                  </a:lnTo>
                  <a:lnTo>
                    <a:pt x="3537149" y="672812"/>
                  </a:lnTo>
                  <a:lnTo>
                    <a:pt x="3537809" y="664578"/>
                  </a:lnTo>
                  <a:lnTo>
                    <a:pt x="3538470" y="662701"/>
                  </a:lnTo>
                  <a:lnTo>
                    <a:pt x="3539131" y="664578"/>
                  </a:lnTo>
                  <a:lnTo>
                    <a:pt x="3539791" y="651152"/>
                  </a:lnTo>
                  <a:lnTo>
                    <a:pt x="3540452" y="639496"/>
                  </a:lnTo>
                  <a:lnTo>
                    <a:pt x="3541112" y="619849"/>
                  </a:lnTo>
                  <a:lnTo>
                    <a:pt x="3541773" y="609498"/>
                  </a:lnTo>
                  <a:lnTo>
                    <a:pt x="3542433" y="594784"/>
                  </a:lnTo>
                  <a:lnTo>
                    <a:pt x="3543094" y="591582"/>
                  </a:lnTo>
                  <a:lnTo>
                    <a:pt x="3543754" y="602458"/>
                  </a:lnTo>
                  <a:lnTo>
                    <a:pt x="3544415" y="607425"/>
                  </a:lnTo>
                  <a:lnTo>
                    <a:pt x="3545075" y="617323"/>
                  </a:lnTo>
                  <a:lnTo>
                    <a:pt x="3545736" y="611140"/>
                  </a:lnTo>
                  <a:lnTo>
                    <a:pt x="3546396" y="618050"/>
                  </a:lnTo>
                  <a:lnTo>
                    <a:pt x="3547057" y="605704"/>
                  </a:lnTo>
                  <a:lnTo>
                    <a:pt x="3547717" y="610538"/>
                  </a:lnTo>
                  <a:lnTo>
                    <a:pt x="3548378" y="616536"/>
                  </a:lnTo>
                  <a:lnTo>
                    <a:pt x="3549039" y="641530"/>
                  </a:lnTo>
                  <a:lnTo>
                    <a:pt x="3549699" y="623885"/>
                  </a:lnTo>
                  <a:lnTo>
                    <a:pt x="3550360" y="617710"/>
                  </a:lnTo>
                  <a:lnTo>
                    <a:pt x="3551020" y="642334"/>
                  </a:lnTo>
                  <a:lnTo>
                    <a:pt x="3551681" y="627806"/>
                  </a:lnTo>
                  <a:lnTo>
                    <a:pt x="3552341" y="599952"/>
                  </a:lnTo>
                  <a:lnTo>
                    <a:pt x="3553002" y="601963"/>
                  </a:lnTo>
                  <a:lnTo>
                    <a:pt x="3553662" y="601562"/>
                  </a:lnTo>
                  <a:lnTo>
                    <a:pt x="3554323" y="586848"/>
                  </a:lnTo>
                  <a:lnTo>
                    <a:pt x="3554983" y="597724"/>
                  </a:lnTo>
                  <a:lnTo>
                    <a:pt x="3555644" y="597724"/>
                  </a:lnTo>
                  <a:lnTo>
                    <a:pt x="3556304" y="599956"/>
                  </a:lnTo>
                  <a:lnTo>
                    <a:pt x="3556965" y="602840"/>
                  </a:lnTo>
                  <a:lnTo>
                    <a:pt x="3557625" y="604970"/>
                  </a:lnTo>
                  <a:lnTo>
                    <a:pt x="3558286" y="604970"/>
                  </a:lnTo>
                  <a:lnTo>
                    <a:pt x="3558946" y="600456"/>
                  </a:lnTo>
                  <a:lnTo>
                    <a:pt x="3559607" y="600456"/>
                  </a:lnTo>
                  <a:lnTo>
                    <a:pt x="3560268" y="605572"/>
                  </a:lnTo>
                  <a:lnTo>
                    <a:pt x="3560928" y="610209"/>
                  </a:lnTo>
                  <a:lnTo>
                    <a:pt x="3561589" y="627899"/>
                  </a:lnTo>
                  <a:lnTo>
                    <a:pt x="3562249" y="633067"/>
                  </a:lnTo>
                  <a:lnTo>
                    <a:pt x="3562910" y="622881"/>
                  </a:lnTo>
                  <a:lnTo>
                    <a:pt x="3563570" y="622732"/>
                  </a:lnTo>
                  <a:lnTo>
                    <a:pt x="3564231" y="628123"/>
                  </a:lnTo>
                  <a:lnTo>
                    <a:pt x="3564891" y="618917"/>
                  </a:lnTo>
                  <a:lnTo>
                    <a:pt x="3565552" y="617042"/>
                  </a:lnTo>
                  <a:lnTo>
                    <a:pt x="3566212" y="615665"/>
                  </a:lnTo>
                  <a:lnTo>
                    <a:pt x="3566873" y="613112"/>
                  </a:lnTo>
                  <a:lnTo>
                    <a:pt x="3567533" y="618973"/>
                  </a:lnTo>
                  <a:lnTo>
                    <a:pt x="3568194" y="617023"/>
                  </a:lnTo>
                  <a:lnTo>
                    <a:pt x="3568854" y="595133"/>
                  </a:lnTo>
                  <a:lnTo>
                    <a:pt x="3569515" y="612170"/>
                  </a:lnTo>
                  <a:lnTo>
                    <a:pt x="3570176" y="616342"/>
                  </a:lnTo>
                  <a:lnTo>
                    <a:pt x="3570836" y="601661"/>
                  </a:lnTo>
                  <a:lnTo>
                    <a:pt x="3571497" y="570936"/>
                  </a:lnTo>
                  <a:lnTo>
                    <a:pt x="3572157" y="548392"/>
                  </a:lnTo>
                  <a:lnTo>
                    <a:pt x="3572818" y="562805"/>
                  </a:lnTo>
                  <a:lnTo>
                    <a:pt x="3573478" y="576790"/>
                  </a:lnTo>
                  <a:lnTo>
                    <a:pt x="3574139" y="587667"/>
                  </a:lnTo>
                  <a:lnTo>
                    <a:pt x="3574799" y="590877"/>
                  </a:lnTo>
                  <a:lnTo>
                    <a:pt x="3575460" y="580001"/>
                  </a:lnTo>
                  <a:lnTo>
                    <a:pt x="3576120" y="590877"/>
                  </a:lnTo>
                  <a:lnTo>
                    <a:pt x="3576781" y="592468"/>
                  </a:lnTo>
                  <a:lnTo>
                    <a:pt x="3577441" y="614685"/>
                  </a:lnTo>
                  <a:lnTo>
                    <a:pt x="3578102" y="636492"/>
                  </a:lnTo>
                  <a:lnTo>
                    <a:pt x="3578762" y="650136"/>
                  </a:lnTo>
                  <a:lnTo>
                    <a:pt x="3579423" y="647540"/>
                  </a:lnTo>
                  <a:lnTo>
                    <a:pt x="3580084" y="628521"/>
                  </a:lnTo>
                  <a:lnTo>
                    <a:pt x="3580744" y="616125"/>
                  </a:lnTo>
                  <a:lnTo>
                    <a:pt x="3581405" y="613676"/>
                  </a:lnTo>
                  <a:lnTo>
                    <a:pt x="3582065" y="610767"/>
                  </a:lnTo>
                  <a:lnTo>
                    <a:pt x="3582726" y="609325"/>
                  </a:lnTo>
                  <a:lnTo>
                    <a:pt x="3583386" y="609325"/>
                  </a:lnTo>
                  <a:lnTo>
                    <a:pt x="3584047" y="617590"/>
                  </a:lnTo>
                  <a:lnTo>
                    <a:pt x="3584707" y="612787"/>
                  </a:lnTo>
                  <a:lnTo>
                    <a:pt x="3585368" y="607672"/>
                  </a:lnTo>
                  <a:lnTo>
                    <a:pt x="3586028" y="620953"/>
                  </a:lnTo>
                  <a:lnTo>
                    <a:pt x="3586689" y="632769"/>
                  </a:lnTo>
                  <a:lnTo>
                    <a:pt x="3587349" y="618254"/>
                  </a:lnTo>
                  <a:lnTo>
                    <a:pt x="3588010" y="617961"/>
                  </a:lnTo>
                  <a:lnTo>
                    <a:pt x="3588670" y="608042"/>
                  </a:lnTo>
                  <a:lnTo>
                    <a:pt x="3589331" y="608042"/>
                  </a:lnTo>
                  <a:lnTo>
                    <a:pt x="3589991" y="608042"/>
                  </a:lnTo>
                  <a:lnTo>
                    <a:pt x="3590652" y="613158"/>
                  </a:lnTo>
                  <a:lnTo>
                    <a:pt x="3591313" y="608042"/>
                  </a:lnTo>
                  <a:lnTo>
                    <a:pt x="3591973" y="611543"/>
                  </a:lnTo>
                  <a:lnTo>
                    <a:pt x="3592634" y="609650"/>
                  </a:lnTo>
                  <a:lnTo>
                    <a:pt x="3593294" y="638009"/>
                  </a:lnTo>
                  <a:lnTo>
                    <a:pt x="3593955" y="631565"/>
                  </a:lnTo>
                  <a:lnTo>
                    <a:pt x="3594615" y="614334"/>
                  </a:lnTo>
                  <a:lnTo>
                    <a:pt x="3595276" y="609650"/>
                  </a:lnTo>
                  <a:lnTo>
                    <a:pt x="3595936" y="609650"/>
                  </a:lnTo>
                  <a:lnTo>
                    <a:pt x="3596597" y="615284"/>
                  </a:lnTo>
                  <a:lnTo>
                    <a:pt x="3597257" y="620923"/>
                  </a:lnTo>
                  <a:lnTo>
                    <a:pt x="3597918" y="634346"/>
                  </a:lnTo>
                  <a:lnTo>
                    <a:pt x="3598578" y="676838"/>
                  </a:lnTo>
                  <a:lnTo>
                    <a:pt x="3599239" y="676855"/>
                  </a:lnTo>
                  <a:lnTo>
                    <a:pt x="3599899" y="660465"/>
                  </a:lnTo>
                  <a:lnTo>
                    <a:pt x="3600560" y="651587"/>
                  </a:lnTo>
                  <a:lnTo>
                    <a:pt x="3601221" y="648385"/>
                  </a:lnTo>
                  <a:lnTo>
                    <a:pt x="3601881" y="648385"/>
                  </a:lnTo>
                  <a:lnTo>
                    <a:pt x="3602542" y="645625"/>
                  </a:lnTo>
                  <a:lnTo>
                    <a:pt x="3603202" y="645625"/>
                  </a:lnTo>
                  <a:lnTo>
                    <a:pt x="3603863" y="647395"/>
                  </a:lnTo>
                  <a:lnTo>
                    <a:pt x="3604523" y="641625"/>
                  </a:lnTo>
                  <a:lnTo>
                    <a:pt x="3605184" y="648632"/>
                  </a:lnTo>
                  <a:lnTo>
                    <a:pt x="3605844" y="667336"/>
                  </a:lnTo>
                  <a:lnTo>
                    <a:pt x="3606505" y="653395"/>
                  </a:lnTo>
                  <a:lnTo>
                    <a:pt x="3607165" y="649177"/>
                  </a:lnTo>
                  <a:lnTo>
                    <a:pt x="3607826" y="631922"/>
                  </a:lnTo>
                  <a:lnTo>
                    <a:pt x="3608486" y="619841"/>
                  </a:lnTo>
                  <a:lnTo>
                    <a:pt x="3609147" y="614926"/>
                  </a:lnTo>
                  <a:lnTo>
                    <a:pt x="3609807" y="604762"/>
                  </a:lnTo>
                  <a:lnTo>
                    <a:pt x="3610468" y="576032"/>
                  </a:lnTo>
                  <a:lnTo>
                    <a:pt x="3611129" y="591796"/>
                  </a:lnTo>
                  <a:lnTo>
                    <a:pt x="3611789" y="601732"/>
                  </a:lnTo>
                  <a:lnTo>
                    <a:pt x="3612450" y="601732"/>
                  </a:lnTo>
                  <a:lnTo>
                    <a:pt x="3613110" y="601732"/>
                  </a:lnTo>
                  <a:lnTo>
                    <a:pt x="3613771" y="608135"/>
                  </a:lnTo>
                  <a:lnTo>
                    <a:pt x="3614431" y="595748"/>
                  </a:lnTo>
                  <a:lnTo>
                    <a:pt x="3615092" y="585812"/>
                  </a:lnTo>
                  <a:lnTo>
                    <a:pt x="3615752" y="595748"/>
                  </a:lnTo>
                  <a:lnTo>
                    <a:pt x="3616413" y="595748"/>
                  </a:lnTo>
                  <a:lnTo>
                    <a:pt x="3617073" y="608264"/>
                  </a:lnTo>
                  <a:lnTo>
                    <a:pt x="3617734" y="613632"/>
                  </a:lnTo>
                  <a:lnTo>
                    <a:pt x="3618394" y="626853"/>
                  </a:lnTo>
                  <a:lnTo>
                    <a:pt x="3619055" y="608242"/>
                  </a:lnTo>
                  <a:lnTo>
                    <a:pt x="3619715" y="598700"/>
                  </a:lnTo>
                  <a:lnTo>
                    <a:pt x="3620376" y="603815"/>
                  </a:lnTo>
                  <a:lnTo>
                    <a:pt x="3621037" y="544146"/>
                  </a:lnTo>
                  <a:lnTo>
                    <a:pt x="3621697" y="560755"/>
                  </a:lnTo>
                  <a:lnTo>
                    <a:pt x="3622358" y="519232"/>
                  </a:lnTo>
                  <a:lnTo>
                    <a:pt x="3623018" y="502969"/>
                  </a:lnTo>
                  <a:lnTo>
                    <a:pt x="3623679" y="516954"/>
                  </a:lnTo>
                  <a:lnTo>
                    <a:pt x="3624339" y="599309"/>
                  </a:lnTo>
                  <a:lnTo>
                    <a:pt x="3625000" y="585536"/>
                  </a:lnTo>
                  <a:lnTo>
                    <a:pt x="3625660" y="552230"/>
                  </a:lnTo>
                  <a:lnTo>
                    <a:pt x="3626321" y="581486"/>
                  </a:lnTo>
                  <a:lnTo>
                    <a:pt x="3626981" y="616782"/>
                  </a:lnTo>
                  <a:lnTo>
                    <a:pt x="3627642" y="616434"/>
                  </a:lnTo>
                  <a:lnTo>
                    <a:pt x="3628302" y="619228"/>
                  </a:lnTo>
                  <a:lnTo>
                    <a:pt x="3628963" y="633502"/>
                  </a:lnTo>
                  <a:lnTo>
                    <a:pt x="3629623" y="636210"/>
                  </a:lnTo>
                  <a:lnTo>
                    <a:pt x="3630284" y="639764"/>
                  </a:lnTo>
                  <a:lnTo>
                    <a:pt x="3630944" y="647130"/>
                  </a:lnTo>
                  <a:lnTo>
                    <a:pt x="3631605" y="643505"/>
                  </a:lnTo>
                  <a:lnTo>
                    <a:pt x="3632266" y="628075"/>
                  </a:lnTo>
                  <a:lnTo>
                    <a:pt x="3632926" y="644259"/>
                  </a:lnTo>
                  <a:lnTo>
                    <a:pt x="3633587" y="645635"/>
                  </a:lnTo>
                  <a:lnTo>
                    <a:pt x="3634247" y="645635"/>
                  </a:lnTo>
                  <a:lnTo>
                    <a:pt x="3634908" y="623444"/>
                  </a:lnTo>
                  <a:lnTo>
                    <a:pt x="3635568" y="608819"/>
                  </a:lnTo>
                  <a:lnTo>
                    <a:pt x="3636229" y="607529"/>
                  </a:lnTo>
                  <a:lnTo>
                    <a:pt x="3636889" y="600707"/>
                  </a:lnTo>
                  <a:lnTo>
                    <a:pt x="3637550" y="617239"/>
                  </a:lnTo>
                  <a:lnTo>
                    <a:pt x="3638210" y="614766"/>
                  </a:lnTo>
                  <a:lnTo>
                    <a:pt x="3638871" y="629749"/>
                  </a:lnTo>
                  <a:lnTo>
                    <a:pt x="3639531" y="640389"/>
                  </a:lnTo>
                  <a:lnTo>
                    <a:pt x="3640192" y="641641"/>
                  </a:lnTo>
                  <a:lnTo>
                    <a:pt x="3640852" y="644226"/>
                  </a:lnTo>
                  <a:lnTo>
                    <a:pt x="3641513" y="616783"/>
                  </a:lnTo>
                  <a:lnTo>
                    <a:pt x="3642174" y="599626"/>
                  </a:lnTo>
                  <a:lnTo>
                    <a:pt x="3642834" y="614841"/>
                  </a:lnTo>
                  <a:lnTo>
                    <a:pt x="3643495" y="627827"/>
                  </a:lnTo>
                  <a:lnTo>
                    <a:pt x="3644155" y="660980"/>
                  </a:lnTo>
                  <a:lnTo>
                    <a:pt x="3644816" y="660980"/>
                  </a:lnTo>
                  <a:lnTo>
                    <a:pt x="3645476" y="658241"/>
                  </a:lnTo>
                  <a:lnTo>
                    <a:pt x="3646137" y="652877"/>
                  </a:lnTo>
                  <a:lnTo>
                    <a:pt x="3646797" y="662216"/>
                  </a:lnTo>
                  <a:lnTo>
                    <a:pt x="3647458" y="625512"/>
                  </a:lnTo>
                  <a:lnTo>
                    <a:pt x="3648118" y="582857"/>
                  </a:lnTo>
                  <a:lnTo>
                    <a:pt x="3648779" y="620571"/>
                  </a:lnTo>
                  <a:lnTo>
                    <a:pt x="3649439" y="620571"/>
                  </a:lnTo>
                  <a:lnTo>
                    <a:pt x="3650100" y="577142"/>
                  </a:lnTo>
                  <a:lnTo>
                    <a:pt x="3650760" y="556942"/>
                  </a:lnTo>
                  <a:lnTo>
                    <a:pt x="3651421" y="531119"/>
                  </a:lnTo>
                  <a:lnTo>
                    <a:pt x="3652082" y="526021"/>
                  </a:lnTo>
                  <a:lnTo>
                    <a:pt x="3652742" y="526478"/>
                  </a:lnTo>
                  <a:lnTo>
                    <a:pt x="3653403" y="513536"/>
                  </a:lnTo>
                  <a:lnTo>
                    <a:pt x="3654063" y="505116"/>
                  </a:lnTo>
                  <a:lnTo>
                    <a:pt x="3654724" y="492082"/>
                  </a:lnTo>
                  <a:lnTo>
                    <a:pt x="3655384" y="447460"/>
                  </a:lnTo>
                  <a:lnTo>
                    <a:pt x="3656045" y="449286"/>
                  </a:lnTo>
                  <a:lnTo>
                    <a:pt x="3656705" y="449286"/>
                  </a:lnTo>
                  <a:lnTo>
                    <a:pt x="3657366" y="449051"/>
                  </a:lnTo>
                  <a:lnTo>
                    <a:pt x="3658026" y="456264"/>
                  </a:lnTo>
                  <a:lnTo>
                    <a:pt x="3658687" y="495153"/>
                  </a:lnTo>
                  <a:lnTo>
                    <a:pt x="3659347" y="523028"/>
                  </a:lnTo>
                  <a:lnTo>
                    <a:pt x="3660008" y="575845"/>
                  </a:lnTo>
                  <a:lnTo>
                    <a:pt x="3660668" y="586587"/>
                  </a:lnTo>
                  <a:lnTo>
                    <a:pt x="3661329" y="599105"/>
                  </a:lnTo>
                  <a:lnTo>
                    <a:pt x="3661989" y="585285"/>
                  </a:lnTo>
                  <a:lnTo>
                    <a:pt x="3662650" y="592819"/>
                  </a:lnTo>
                  <a:lnTo>
                    <a:pt x="3663311" y="610912"/>
                  </a:lnTo>
                  <a:lnTo>
                    <a:pt x="3663971" y="613024"/>
                  </a:lnTo>
                  <a:lnTo>
                    <a:pt x="3664632" y="603233"/>
                  </a:lnTo>
                  <a:lnTo>
                    <a:pt x="3665292" y="625098"/>
                  </a:lnTo>
                  <a:lnTo>
                    <a:pt x="3665953" y="639269"/>
                  </a:lnTo>
                  <a:lnTo>
                    <a:pt x="3666613" y="617093"/>
                  </a:lnTo>
                  <a:lnTo>
                    <a:pt x="3667274" y="630918"/>
                  </a:lnTo>
                  <a:lnTo>
                    <a:pt x="3667934" y="633040"/>
                  </a:lnTo>
                  <a:lnTo>
                    <a:pt x="3668595" y="624733"/>
                  </a:lnTo>
                  <a:lnTo>
                    <a:pt x="3669255" y="629897"/>
                  </a:lnTo>
                  <a:lnTo>
                    <a:pt x="3669916" y="648670"/>
                  </a:lnTo>
                  <a:lnTo>
                    <a:pt x="3670576" y="668061"/>
                  </a:lnTo>
                  <a:lnTo>
                    <a:pt x="3671237" y="638911"/>
                  </a:lnTo>
                  <a:lnTo>
                    <a:pt x="3671897" y="630806"/>
                  </a:lnTo>
                  <a:lnTo>
                    <a:pt x="3672558" y="632986"/>
                  </a:lnTo>
                  <a:lnTo>
                    <a:pt x="3673219" y="633441"/>
                  </a:lnTo>
                  <a:lnTo>
                    <a:pt x="3673879" y="644653"/>
                  </a:lnTo>
                  <a:lnTo>
                    <a:pt x="3674540" y="657097"/>
                  </a:lnTo>
                  <a:lnTo>
                    <a:pt x="3675200" y="639457"/>
                  </a:lnTo>
                  <a:lnTo>
                    <a:pt x="3675861" y="634365"/>
                  </a:lnTo>
                  <a:lnTo>
                    <a:pt x="3676521" y="641842"/>
                  </a:lnTo>
                  <a:lnTo>
                    <a:pt x="3677182" y="635950"/>
                  </a:lnTo>
                  <a:lnTo>
                    <a:pt x="3677842" y="629282"/>
                  </a:lnTo>
                  <a:lnTo>
                    <a:pt x="3678503" y="617490"/>
                  </a:lnTo>
                  <a:lnTo>
                    <a:pt x="3679163" y="616404"/>
                  </a:lnTo>
                  <a:lnTo>
                    <a:pt x="3679824" y="635530"/>
                  </a:lnTo>
                  <a:lnTo>
                    <a:pt x="3680484" y="638014"/>
                  </a:lnTo>
                  <a:lnTo>
                    <a:pt x="3681145" y="650498"/>
                  </a:lnTo>
                  <a:lnTo>
                    <a:pt x="3681805" y="650498"/>
                  </a:lnTo>
                  <a:lnTo>
                    <a:pt x="3682466" y="634421"/>
                  </a:lnTo>
                  <a:lnTo>
                    <a:pt x="3683127" y="623866"/>
                  </a:lnTo>
                  <a:lnTo>
                    <a:pt x="3683787" y="627286"/>
                  </a:lnTo>
                  <a:lnTo>
                    <a:pt x="3684448" y="633406"/>
                  </a:lnTo>
                  <a:lnTo>
                    <a:pt x="3685108" y="638906"/>
                  </a:lnTo>
                  <a:lnTo>
                    <a:pt x="3685769" y="624078"/>
                  </a:lnTo>
                  <a:lnTo>
                    <a:pt x="3686429" y="640229"/>
                  </a:lnTo>
                  <a:lnTo>
                    <a:pt x="3687090" y="637644"/>
                  </a:lnTo>
                  <a:lnTo>
                    <a:pt x="3687750" y="643375"/>
                  </a:lnTo>
                  <a:lnTo>
                    <a:pt x="3688411" y="648638"/>
                  </a:lnTo>
                  <a:lnTo>
                    <a:pt x="3689071" y="685324"/>
                  </a:lnTo>
                  <a:lnTo>
                    <a:pt x="3689732" y="679649"/>
                  </a:lnTo>
                  <a:lnTo>
                    <a:pt x="3690392" y="651012"/>
                  </a:lnTo>
                  <a:lnTo>
                    <a:pt x="3691053" y="660316"/>
                  </a:lnTo>
                  <a:lnTo>
                    <a:pt x="3691713" y="693023"/>
                  </a:lnTo>
                  <a:lnTo>
                    <a:pt x="3692374" y="671978"/>
                  </a:lnTo>
                  <a:lnTo>
                    <a:pt x="3693035" y="625708"/>
                  </a:lnTo>
                  <a:lnTo>
                    <a:pt x="3693695" y="613411"/>
                  </a:lnTo>
                  <a:lnTo>
                    <a:pt x="3694356" y="622413"/>
                  </a:lnTo>
                  <a:lnTo>
                    <a:pt x="3695016" y="620606"/>
                  </a:lnTo>
                  <a:lnTo>
                    <a:pt x="3695677" y="628053"/>
                  </a:lnTo>
                  <a:lnTo>
                    <a:pt x="3696337" y="623885"/>
                  </a:lnTo>
                  <a:lnTo>
                    <a:pt x="3696998" y="627030"/>
                  </a:lnTo>
                  <a:lnTo>
                    <a:pt x="3697658" y="664150"/>
                  </a:lnTo>
                  <a:lnTo>
                    <a:pt x="3698319" y="672053"/>
                  </a:lnTo>
                  <a:lnTo>
                    <a:pt x="3698979" y="636022"/>
                  </a:lnTo>
                  <a:lnTo>
                    <a:pt x="3699640" y="644641"/>
                  </a:lnTo>
                  <a:lnTo>
                    <a:pt x="3700300" y="594280"/>
                  </a:lnTo>
                  <a:lnTo>
                    <a:pt x="3700961" y="580718"/>
                  </a:lnTo>
                  <a:lnTo>
                    <a:pt x="3701621" y="584003"/>
                  </a:lnTo>
                  <a:lnTo>
                    <a:pt x="3702282" y="585419"/>
                  </a:lnTo>
                  <a:lnTo>
                    <a:pt x="3702942" y="579218"/>
                  </a:lnTo>
                  <a:lnTo>
                    <a:pt x="3703603" y="526085"/>
                  </a:lnTo>
                  <a:lnTo>
                    <a:pt x="3704264" y="516593"/>
                  </a:lnTo>
                  <a:lnTo>
                    <a:pt x="3704924" y="487294"/>
                  </a:lnTo>
                  <a:lnTo>
                    <a:pt x="3705585" y="461603"/>
                  </a:lnTo>
                  <a:lnTo>
                    <a:pt x="3706245" y="443246"/>
                  </a:lnTo>
                  <a:lnTo>
                    <a:pt x="3706906" y="378686"/>
                  </a:lnTo>
                  <a:lnTo>
                    <a:pt x="3707566" y="368542"/>
                  </a:lnTo>
                  <a:lnTo>
                    <a:pt x="3708227" y="364480"/>
                  </a:lnTo>
                  <a:lnTo>
                    <a:pt x="3708887" y="346598"/>
                  </a:lnTo>
                  <a:lnTo>
                    <a:pt x="3709548" y="353342"/>
                  </a:lnTo>
                  <a:lnTo>
                    <a:pt x="3710208" y="367619"/>
                  </a:lnTo>
                  <a:lnTo>
                    <a:pt x="3710869" y="409549"/>
                  </a:lnTo>
                  <a:lnTo>
                    <a:pt x="3711529" y="432058"/>
                  </a:lnTo>
                  <a:lnTo>
                    <a:pt x="3712190" y="411290"/>
                  </a:lnTo>
                  <a:lnTo>
                    <a:pt x="3712850" y="412345"/>
                  </a:lnTo>
                  <a:lnTo>
                    <a:pt x="3713511" y="507374"/>
                  </a:lnTo>
                  <a:lnTo>
                    <a:pt x="3714172" y="525586"/>
                  </a:lnTo>
                  <a:lnTo>
                    <a:pt x="3714832" y="494742"/>
                  </a:lnTo>
                  <a:lnTo>
                    <a:pt x="3715493" y="479371"/>
                  </a:lnTo>
                  <a:lnTo>
                    <a:pt x="3716153" y="457907"/>
                  </a:lnTo>
                  <a:lnTo>
                    <a:pt x="3716814" y="412726"/>
                  </a:lnTo>
                  <a:lnTo>
                    <a:pt x="3717474" y="356079"/>
                  </a:lnTo>
                  <a:lnTo>
                    <a:pt x="3718135" y="307241"/>
                  </a:lnTo>
                  <a:lnTo>
                    <a:pt x="3718795" y="296106"/>
                  </a:lnTo>
                  <a:lnTo>
                    <a:pt x="3719456" y="291750"/>
                  </a:lnTo>
                  <a:lnTo>
                    <a:pt x="3720116" y="253745"/>
                  </a:lnTo>
                  <a:lnTo>
                    <a:pt x="3720777" y="239014"/>
                  </a:lnTo>
                  <a:lnTo>
                    <a:pt x="3721437" y="216794"/>
                  </a:lnTo>
                  <a:lnTo>
                    <a:pt x="3722098" y="225313"/>
                  </a:lnTo>
                  <a:lnTo>
                    <a:pt x="3722758" y="222276"/>
                  </a:lnTo>
                  <a:lnTo>
                    <a:pt x="3723419" y="222276"/>
                  </a:lnTo>
                  <a:lnTo>
                    <a:pt x="3724080" y="224463"/>
                  </a:lnTo>
                  <a:lnTo>
                    <a:pt x="3724740" y="241542"/>
                  </a:lnTo>
                  <a:lnTo>
                    <a:pt x="3725401" y="267384"/>
                  </a:lnTo>
                  <a:lnTo>
                    <a:pt x="3726061" y="286965"/>
                  </a:lnTo>
                  <a:lnTo>
                    <a:pt x="3726722" y="319710"/>
                  </a:lnTo>
                  <a:lnTo>
                    <a:pt x="3727382" y="344810"/>
                  </a:lnTo>
                  <a:lnTo>
                    <a:pt x="3728043" y="391740"/>
                  </a:lnTo>
                  <a:lnTo>
                    <a:pt x="3728703" y="428157"/>
                  </a:lnTo>
                  <a:lnTo>
                    <a:pt x="3729364" y="474734"/>
                  </a:lnTo>
                  <a:lnTo>
                    <a:pt x="3730024" y="509263"/>
                  </a:lnTo>
                  <a:lnTo>
                    <a:pt x="3730685" y="522586"/>
                  </a:lnTo>
                  <a:lnTo>
                    <a:pt x="3731345" y="550979"/>
                  </a:lnTo>
                  <a:lnTo>
                    <a:pt x="3732006" y="561074"/>
                  </a:lnTo>
                  <a:lnTo>
                    <a:pt x="3732666" y="583599"/>
                  </a:lnTo>
                  <a:lnTo>
                    <a:pt x="3733327" y="577965"/>
                  </a:lnTo>
                  <a:lnTo>
                    <a:pt x="3733987" y="557509"/>
                  </a:lnTo>
                  <a:lnTo>
                    <a:pt x="3734648" y="559974"/>
                  </a:lnTo>
                  <a:lnTo>
                    <a:pt x="3735309" y="565681"/>
                  </a:lnTo>
                  <a:lnTo>
                    <a:pt x="3735969" y="572461"/>
                  </a:lnTo>
                  <a:lnTo>
                    <a:pt x="3736630" y="609871"/>
                  </a:lnTo>
                  <a:lnTo>
                    <a:pt x="3737290" y="598293"/>
                  </a:lnTo>
                  <a:lnTo>
                    <a:pt x="3737951" y="585334"/>
                  </a:lnTo>
                  <a:lnTo>
                    <a:pt x="3738611" y="577509"/>
                  </a:lnTo>
                  <a:lnTo>
                    <a:pt x="3739272" y="600949"/>
                  </a:lnTo>
                  <a:lnTo>
                    <a:pt x="3739932" y="579188"/>
                  </a:lnTo>
                  <a:lnTo>
                    <a:pt x="3740593" y="576644"/>
                  </a:lnTo>
                  <a:lnTo>
                    <a:pt x="3741253" y="555398"/>
                  </a:lnTo>
                  <a:lnTo>
                    <a:pt x="3741914" y="545261"/>
                  </a:lnTo>
                  <a:lnTo>
                    <a:pt x="3742574" y="529372"/>
                  </a:lnTo>
                  <a:lnTo>
                    <a:pt x="3743235" y="529389"/>
                  </a:lnTo>
                  <a:lnTo>
                    <a:pt x="3743895" y="551327"/>
                  </a:lnTo>
                  <a:lnTo>
                    <a:pt x="3744556" y="567661"/>
                  </a:lnTo>
                  <a:lnTo>
                    <a:pt x="3745217" y="533484"/>
                  </a:lnTo>
                  <a:lnTo>
                    <a:pt x="3745877" y="514036"/>
                  </a:lnTo>
                  <a:lnTo>
                    <a:pt x="3746538" y="497695"/>
                  </a:lnTo>
                  <a:lnTo>
                    <a:pt x="3747198" y="504975"/>
                  </a:lnTo>
                  <a:lnTo>
                    <a:pt x="3747859" y="453656"/>
                  </a:lnTo>
                  <a:lnTo>
                    <a:pt x="3748519" y="422297"/>
                  </a:lnTo>
                  <a:lnTo>
                    <a:pt x="3749180" y="391777"/>
                  </a:lnTo>
                  <a:lnTo>
                    <a:pt x="3749840" y="390114"/>
                  </a:lnTo>
                  <a:lnTo>
                    <a:pt x="3750501" y="386451"/>
                  </a:lnTo>
                  <a:lnTo>
                    <a:pt x="3751161" y="397400"/>
                  </a:lnTo>
                  <a:lnTo>
                    <a:pt x="3751822" y="383017"/>
                  </a:lnTo>
                  <a:lnTo>
                    <a:pt x="3752482" y="396857"/>
                  </a:lnTo>
                  <a:lnTo>
                    <a:pt x="3753143" y="424348"/>
                  </a:lnTo>
                  <a:lnTo>
                    <a:pt x="3753803" y="448162"/>
                  </a:lnTo>
                  <a:lnTo>
                    <a:pt x="3754464" y="502458"/>
                  </a:lnTo>
                  <a:lnTo>
                    <a:pt x="3755125" y="539336"/>
                  </a:lnTo>
                  <a:lnTo>
                    <a:pt x="3755785" y="546228"/>
                  </a:lnTo>
                  <a:lnTo>
                    <a:pt x="3756446" y="570497"/>
                  </a:lnTo>
                  <a:lnTo>
                    <a:pt x="3757106" y="572869"/>
                  </a:lnTo>
                  <a:lnTo>
                    <a:pt x="3757767" y="564423"/>
                  </a:lnTo>
                  <a:lnTo>
                    <a:pt x="3758427" y="596556"/>
                  </a:lnTo>
                  <a:lnTo>
                    <a:pt x="3759088" y="591013"/>
                  </a:lnTo>
                  <a:lnTo>
                    <a:pt x="3759748" y="576425"/>
                  </a:lnTo>
                  <a:lnTo>
                    <a:pt x="3760409" y="582007"/>
                  </a:lnTo>
                  <a:lnTo>
                    <a:pt x="3761069" y="574048"/>
                  </a:lnTo>
                  <a:lnTo>
                    <a:pt x="3761730" y="581464"/>
                  </a:lnTo>
                  <a:lnTo>
                    <a:pt x="3762390" y="571156"/>
                  </a:lnTo>
                  <a:lnTo>
                    <a:pt x="3763051" y="567682"/>
                  </a:lnTo>
                  <a:lnTo>
                    <a:pt x="3763711" y="562759"/>
                  </a:lnTo>
                  <a:lnTo>
                    <a:pt x="3764372" y="559905"/>
                  </a:lnTo>
                  <a:lnTo>
                    <a:pt x="3765033" y="580202"/>
                  </a:lnTo>
                  <a:lnTo>
                    <a:pt x="3765693" y="589290"/>
                  </a:lnTo>
                  <a:lnTo>
                    <a:pt x="3766354" y="586712"/>
                  </a:lnTo>
                  <a:lnTo>
                    <a:pt x="3767014" y="589647"/>
                  </a:lnTo>
                  <a:lnTo>
                    <a:pt x="3767675" y="591384"/>
                  </a:lnTo>
                  <a:lnTo>
                    <a:pt x="3768335" y="588339"/>
                  </a:lnTo>
                  <a:lnTo>
                    <a:pt x="3768996" y="589585"/>
                  </a:lnTo>
                  <a:lnTo>
                    <a:pt x="3769656" y="585539"/>
                  </a:lnTo>
                  <a:lnTo>
                    <a:pt x="3770317" y="592017"/>
                  </a:lnTo>
                  <a:lnTo>
                    <a:pt x="3770977" y="596131"/>
                  </a:lnTo>
                  <a:lnTo>
                    <a:pt x="3771638" y="610504"/>
                  </a:lnTo>
                  <a:lnTo>
                    <a:pt x="3772298" y="612481"/>
                  </a:lnTo>
                  <a:lnTo>
                    <a:pt x="3772959" y="601972"/>
                  </a:lnTo>
                  <a:lnTo>
                    <a:pt x="3773619" y="597452"/>
                  </a:lnTo>
                  <a:lnTo>
                    <a:pt x="3774280" y="591643"/>
                  </a:lnTo>
                  <a:lnTo>
                    <a:pt x="3774940" y="602937"/>
                  </a:lnTo>
                  <a:lnTo>
                    <a:pt x="3775601" y="616824"/>
                  </a:lnTo>
                  <a:lnTo>
                    <a:pt x="3776262" y="636817"/>
                  </a:lnTo>
                  <a:lnTo>
                    <a:pt x="3776922" y="662316"/>
                  </a:lnTo>
                  <a:lnTo>
                    <a:pt x="3777583" y="649709"/>
                  </a:lnTo>
                  <a:lnTo>
                    <a:pt x="3778243" y="641741"/>
                  </a:lnTo>
                  <a:lnTo>
                    <a:pt x="3778904" y="643729"/>
                  </a:lnTo>
                  <a:lnTo>
                    <a:pt x="3779564" y="637640"/>
                  </a:lnTo>
                  <a:lnTo>
                    <a:pt x="3780225" y="637884"/>
                  </a:lnTo>
                  <a:lnTo>
                    <a:pt x="3780885" y="631887"/>
                  </a:lnTo>
                  <a:lnTo>
                    <a:pt x="3781546" y="630786"/>
                  </a:lnTo>
                  <a:lnTo>
                    <a:pt x="3782206" y="604444"/>
                  </a:lnTo>
                  <a:lnTo>
                    <a:pt x="3782867" y="574908"/>
                  </a:lnTo>
                  <a:lnTo>
                    <a:pt x="3783527" y="575986"/>
                  </a:lnTo>
                  <a:lnTo>
                    <a:pt x="3784188" y="627081"/>
                  </a:lnTo>
                  <a:lnTo>
                    <a:pt x="3784848" y="637934"/>
                  </a:lnTo>
                  <a:lnTo>
                    <a:pt x="3785509" y="661064"/>
                  </a:lnTo>
                  <a:lnTo>
                    <a:pt x="3786170" y="674274"/>
                  </a:lnTo>
                  <a:lnTo>
                    <a:pt x="3786830" y="676954"/>
                  </a:lnTo>
                  <a:lnTo>
                    <a:pt x="3787491" y="675891"/>
                  </a:lnTo>
                  <a:lnTo>
                    <a:pt x="3788151" y="700442"/>
                  </a:lnTo>
                  <a:lnTo>
                    <a:pt x="3788812" y="691214"/>
                  </a:lnTo>
                  <a:lnTo>
                    <a:pt x="3789472" y="647870"/>
                  </a:lnTo>
                  <a:lnTo>
                    <a:pt x="3790133" y="645340"/>
                  </a:lnTo>
                  <a:lnTo>
                    <a:pt x="3790793" y="634018"/>
                  </a:lnTo>
                  <a:lnTo>
                    <a:pt x="3791454" y="671305"/>
                  </a:lnTo>
                  <a:lnTo>
                    <a:pt x="3792114" y="668484"/>
                  </a:lnTo>
                  <a:lnTo>
                    <a:pt x="3792775" y="646004"/>
                  </a:lnTo>
                  <a:lnTo>
                    <a:pt x="3793435" y="671534"/>
                  </a:lnTo>
                  <a:lnTo>
                    <a:pt x="3794096" y="689449"/>
                  </a:lnTo>
                  <a:lnTo>
                    <a:pt x="3794756" y="657878"/>
                  </a:lnTo>
                  <a:lnTo>
                    <a:pt x="3795417" y="638673"/>
                  </a:lnTo>
                  <a:lnTo>
                    <a:pt x="3796078" y="619501"/>
                  </a:lnTo>
                  <a:lnTo>
                    <a:pt x="3796738" y="556623"/>
                  </a:lnTo>
                  <a:lnTo>
                    <a:pt x="3797399" y="530410"/>
                  </a:lnTo>
                  <a:lnTo>
                    <a:pt x="3798059" y="535575"/>
                  </a:lnTo>
                  <a:lnTo>
                    <a:pt x="3798720" y="558541"/>
                  </a:lnTo>
                  <a:lnTo>
                    <a:pt x="3799380" y="625679"/>
                  </a:lnTo>
                  <a:lnTo>
                    <a:pt x="3800041" y="651068"/>
                  </a:lnTo>
                  <a:lnTo>
                    <a:pt x="3800701" y="645935"/>
                  </a:lnTo>
                  <a:lnTo>
                    <a:pt x="3801362" y="648130"/>
                  </a:lnTo>
                  <a:lnTo>
                    <a:pt x="3802022" y="673620"/>
                  </a:lnTo>
                  <a:lnTo>
                    <a:pt x="3802683" y="666253"/>
                  </a:lnTo>
                  <a:lnTo>
                    <a:pt x="3803343" y="639169"/>
                  </a:lnTo>
                  <a:lnTo>
                    <a:pt x="3804004" y="638068"/>
                  </a:lnTo>
                  <a:lnTo>
                    <a:pt x="3804664" y="632225"/>
                  </a:lnTo>
                  <a:lnTo>
                    <a:pt x="3805325" y="646713"/>
                  </a:lnTo>
                  <a:lnTo>
                    <a:pt x="3805985" y="656590"/>
                  </a:lnTo>
                  <a:lnTo>
                    <a:pt x="3806646" y="645171"/>
                  </a:lnTo>
                  <a:lnTo>
                    <a:pt x="3807307" y="628194"/>
                  </a:lnTo>
                  <a:lnTo>
                    <a:pt x="3807967" y="618507"/>
                  </a:lnTo>
                  <a:lnTo>
                    <a:pt x="3808628" y="604839"/>
                  </a:lnTo>
                  <a:lnTo>
                    <a:pt x="3809288" y="594715"/>
                  </a:lnTo>
                  <a:lnTo>
                    <a:pt x="3809949" y="606936"/>
                  </a:lnTo>
                  <a:lnTo>
                    <a:pt x="3810609" y="628751"/>
                  </a:lnTo>
                  <a:lnTo>
                    <a:pt x="3811270" y="609840"/>
                  </a:lnTo>
                  <a:lnTo>
                    <a:pt x="3811930" y="585476"/>
                  </a:lnTo>
                  <a:lnTo>
                    <a:pt x="3812591" y="585476"/>
                  </a:lnTo>
                  <a:lnTo>
                    <a:pt x="3813251" y="601598"/>
                  </a:lnTo>
                  <a:lnTo>
                    <a:pt x="3813912" y="594824"/>
                  </a:lnTo>
                  <a:lnTo>
                    <a:pt x="3814572" y="612691"/>
                  </a:lnTo>
                  <a:lnTo>
                    <a:pt x="3815233" y="641001"/>
                  </a:lnTo>
                  <a:lnTo>
                    <a:pt x="3815893" y="623080"/>
                  </a:lnTo>
                  <a:lnTo>
                    <a:pt x="3816554" y="616762"/>
                  </a:lnTo>
                  <a:lnTo>
                    <a:pt x="3817215" y="577420"/>
                  </a:lnTo>
                  <a:lnTo>
                    <a:pt x="3817875" y="524343"/>
                  </a:lnTo>
                  <a:lnTo>
                    <a:pt x="3818536" y="491298"/>
                  </a:lnTo>
                  <a:lnTo>
                    <a:pt x="3819196" y="479976"/>
                  </a:lnTo>
                  <a:lnTo>
                    <a:pt x="3819857" y="478065"/>
                  </a:lnTo>
                  <a:lnTo>
                    <a:pt x="3820517" y="486509"/>
                  </a:lnTo>
                  <a:lnTo>
                    <a:pt x="3821178" y="533284"/>
                  </a:lnTo>
                  <a:lnTo>
                    <a:pt x="3821838" y="531366"/>
                  </a:lnTo>
                  <a:lnTo>
                    <a:pt x="3822499" y="526251"/>
                  </a:lnTo>
                  <a:lnTo>
                    <a:pt x="3823159" y="556227"/>
                  </a:lnTo>
                  <a:lnTo>
                    <a:pt x="3823820" y="606433"/>
                  </a:lnTo>
                  <a:lnTo>
                    <a:pt x="3824480" y="615212"/>
                  </a:lnTo>
                  <a:lnTo>
                    <a:pt x="3825141" y="624709"/>
                  </a:lnTo>
                  <a:lnTo>
                    <a:pt x="3825801" y="607355"/>
                  </a:lnTo>
                  <a:lnTo>
                    <a:pt x="3826462" y="576507"/>
                  </a:lnTo>
                  <a:lnTo>
                    <a:pt x="3827123" y="565631"/>
                  </a:lnTo>
                  <a:lnTo>
                    <a:pt x="3827783" y="590392"/>
                  </a:lnTo>
                  <a:lnTo>
                    <a:pt x="3828444" y="616777"/>
                  </a:lnTo>
                  <a:lnTo>
                    <a:pt x="3829104" y="627765"/>
                  </a:lnTo>
                  <a:lnTo>
                    <a:pt x="3829765" y="611950"/>
                  </a:lnTo>
                  <a:lnTo>
                    <a:pt x="3830425" y="603792"/>
                  </a:lnTo>
                  <a:lnTo>
                    <a:pt x="3831086" y="592265"/>
                  </a:lnTo>
                  <a:lnTo>
                    <a:pt x="3831746" y="614801"/>
                  </a:lnTo>
                  <a:lnTo>
                    <a:pt x="3832407" y="641714"/>
                  </a:lnTo>
                  <a:lnTo>
                    <a:pt x="3833067" y="601022"/>
                  </a:lnTo>
                  <a:lnTo>
                    <a:pt x="3833728" y="578371"/>
                  </a:lnTo>
                  <a:lnTo>
                    <a:pt x="3834388" y="572079"/>
                  </a:lnTo>
                  <a:lnTo>
                    <a:pt x="3835049" y="574641"/>
                  </a:lnTo>
                  <a:lnTo>
                    <a:pt x="3835709" y="585517"/>
                  </a:lnTo>
                  <a:lnTo>
                    <a:pt x="3836370" y="566981"/>
                  </a:lnTo>
                  <a:lnTo>
                    <a:pt x="3837031" y="560964"/>
                  </a:lnTo>
                  <a:lnTo>
                    <a:pt x="3837691" y="544482"/>
                  </a:lnTo>
                  <a:lnTo>
                    <a:pt x="3838352" y="527429"/>
                  </a:lnTo>
                  <a:lnTo>
                    <a:pt x="3839012" y="568691"/>
                  </a:lnTo>
                  <a:lnTo>
                    <a:pt x="3839673" y="549371"/>
                  </a:lnTo>
                  <a:lnTo>
                    <a:pt x="3840333" y="520672"/>
                  </a:lnTo>
                  <a:lnTo>
                    <a:pt x="3840994" y="520483"/>
                  </a:lnTo>
                  <a:lnTo>
                    <a:pt x="3841654" y="525649"/>
                  </a:lnTo>
                  <a:lnTo>
                    <a:pt x="3842315" y="594077"/>
                  </a:lnTo>
                  <a:lnTo>
                    <a:pt x="3842975" y="607066"/>
                  </a:lnTo>
                  <a:lnTo>
                    <a:pt x="3843636" y="597141"/>
                  </a:lnTo>
                  <a:lnTo>
                    <a:pt x="3844296" y="585176"/>
                  </a:lnTo>
                  <a:lnTo>
                    <a:pt x="3844957" y="606693"/>
                  </a:lnTo>
                  <a:lnTo>
                    <a:pt x="3845617" y="595816"/>
                  </a:lnTo>
                  <a:lnTo>
                    <a:pt x="3846278" y="608852"/>
                  </a:lnTo>
                  <a:lnTo>
                    <a:pt x="3846938" y="614665"/>
                  </a:lnTo>
                  <a:lnTo>
                    <a:pt x="3847599" y="611680"/>
                  </a:lnTo>
                  <a:lnTo>
                    <a:pt x="3848260" y="613895"/>
                  </a:lnTo>
                  <a:lnTo>
                    <a:pt x="3848920" y="614891"/>
                  </a:lnTo>
                  <a:lnTo>
                    <a:pt x="3849581" y="608779"/>
                  </a:lnTo>
                  <a:lnTo>
                    <a:pt x="3850241" y="614236"/>
                  </a:lnTo>
                  <a:lnTo>
                    <a:pt x="3850902" y="654020"/>
                  </a:lnTo>
                  <a:lnTo>
                    <a:pt x="3851562" y="667913"/>
                  </a:lnTo>
                  <a:lnTo>
                    <a:pt x="3852223" y="681732"/>
                  </a:lnTo>
                  <a:lnTo>
                    <a:pt x="3852883" y="653950"/>
                  </a:lnTo>
                  <a:lnTo>
                    <a:pt x="3853544" y="646234"/>
                  </a:lnTo>
                  <a:lnTo>
                    <a:pt x="3854204" y="641482"/>
                  </a:lnTo>
                  <a:lnTo>
                    <a:pt x="3854865" y="602544"/>
                  </a:lnTo>
                  <a:lnTo>
                    <a:pt x="3855525" y="600415"/>
                  </a:lnTo>
                  <a:lnTo>
                    <a:pt x="3856186" y="609432"/>
                  </a:lnTo>
                  <a:lnTo>
                    <a:pt x="3856846" y="592489"/>
                  </a:lnTo>
                  <a:lnTo>
                    <a:pt x="3857507" y="592489"/>
                  </a:lnTo>
                  <a:lnTo>
                    <a:pt x="3858168" y="592479"/>
                  </a:lnTo>
                  <a:lnTo>
                    <a:pt x="3858828" y="588932"/>
                  </a:lnTo>
                  <a:lnTo>
                    <a:pt x="3859489" y="588932"/>
                  </a:lnTo>
                  <a:lnTo>
                    <a:pt x="3860149" y="594047"/>
                  </a:lnTo>
                  <a:lnTo>
                    <a:pt x="3860810" y="593942"/>
                  </a:lnTo>
                  <a:lnTo>
                    <a:pt x="3861470" y="585547"/>
                  </a:lnTo>
                  <a:lnTo>
                    <a:pt x="3862131" y="585547"/>
                  </a:lnTo>
                  <a:lnTo>
                    <a:pt x="3862791" y="582017"/>
                  </a:lnTo>
                  <a:lnTo>
                    <a:pt x="3863452" y="579685"/>
                  </a:lnTo>
                  <a:lnTo>
                    <a:pt x="3864112" y="568808"/>
                  </a:lnTo>
                  <a:lnTo>
                    <a:pt x="3864773" y="588219"/>
                  </a:lnTo>
                  <a:lnTo>
                    <a:pt x="3865433" y="581679"/>
                  </a:lnTo>
                  <a:lnTo>
                    <a:pt x="3866094" y="587477"/>
                  </a:lnTo>
                  <a:lnTo>
                    <a:pt x="3866754" y="584212"/>
                  </a:lnTo>
                  <a:lnTo>
                    <a:pt x="3867415" y="584983"/>
                  </a:lnTo>
                  <a:lnTo>
                    <a:pt x="3868076" y="591755"/>
                  </a:lnTo>
                  <a:lnTo>
                    <a:pt x="3868736" y="596503"/>
                  </a:lnTo>
                  <a:lnTo>
                    <a:pt x="3869397" y="596668"/>
                  </a:lnTo>
                  <a:lnTo>
                    <a:pt x="3870057" y="621412"/>
                  </a:lnTo>
                  <a:lnTo>
                    <a:pt x="3870718" y="636045"/>
                  </a:lnTo>
                  <a:lnTo>
                    <a:pt x="3871378" y="606581"/>
                  </a:lnTo>
                  <a:lnTo>
                    <a:pt x="3872039" y="600870"/>
                  </a:lnTo>
                  <a:lnTo>
                    <a:pt x="3872699" y="618902"/>
                  </a:lnTo>
                  <a:lnTo>
                    <a:pt x="3873360" y="609527"/>
                  </a:lnTo>
                  <a:lnTo>
                    <a:pt x="3874020" y="601581"/>
                  </a:lnTo>
                  <a:lnTo>
                    <a:pt x="3874681" y="601550"/>
                  </a:lnTo>
                  <a:lnTo>
                    <a:pt x="3875341" y="584995"/>
                  </a:lnTo>
                  <a:lnTo>
                    <a:pt x="3876002" y="541717"/>
                  </a:lnTo>
                  <a:lnTo>
                    <a:pt x="3876662" y="544603"/>
                  </a:lnTo>
                  <a:lnTo>
                    <a:pt x="3877323" y="554055"/>
                  </a:lnTo>
                  <a:lnTo>
                    <a:pt x="3877983" y="549602"/>
                  </a:lnTo>
                  <a:lnTo>
                    <a:pt x="3878644" y="535854"/>
                  </a:lnTo>
                  <a:lnTo>
                    <a:pt x="3879305" y="544772"/>
                  </a:lnTo>
                  <a:lnTo>
                    <a:pt x="3879965" y="527517"/>
                  </a:lnTo>
                  <a:lnTo>
                    <a:pt x="3880626" y="616741"/>
                  </a:lnTo>
                  <a:lnTo>
                    <a:pt x="3881286" y="586290"/>
                  </a:lnTo>
                  <a:lnTo>
                    <a:pt x="3881947" y="538374"/>
                  </a:lnTo>
                  <a:lnTo>
                    <a:pt x="3882607" y="500307"/>
                  </a:lnTo>
                  <a:lnTo>
                    <a:pt x="3883268" y="497687"/>
                  </a:lnTo>
                  <a:lnTo>
                    <a:pt x="3883928" y="469856"/>
                  </a:lnTo>
                  <a:lnTo>
                    <a:pt x="3884589" y="441752"/>
                  </a:lnTo>
                  <a:lnTo>
                    <a:pt x="3885249" y="426552"/>
                  </a:lnTo>
                  <a:lnTo>
                    <a:pt x="3885910" y="449176"/>
                  </a:lnTo>
                  <a:lnTo>
                    <a:pt x="3886570" y="455333"/>
                  </a:lnTo>
                  <a:lnTo>
                    <a:pt x="3887231" y="474795"/>
                  </a:lnTo>
                  <a:lnTo>
                    <a:pt x="3887891" y="495637"/>
                  </a:lnTo>
                  <a:lnTo>
                    <a:pt x="3888552" y="532865"/>
                  </a:lnTo>
                  <a:lnTo>
                    <a:pt x="3889213" y="543030"/>
                  </a:lnTo>
                  <a:lnTo>
                    <a:pt x="3889873" y="574110"/>
                  </a:lnTo>
                  <a:lnTo>
                    <a:pt x="3890534" y="624382"/>
                  </a:lnTo>
                  <a:lnTo>
                    <a:pt x="3891194" y="587503"/>
                  </a:lnTo>
                  <a:lnTo>
                    <a:pt x="3891855" y="600718"/>
                  </a:lnTo>
                  <a:lnTo>
                    <a:pt x="3892515" y="642727"/>
                  </a:lnTo>
                  <a:lnTo>
                    <a:pt x="3893176" y="651256"/>
                  </a:lnTo>
                  <a:lnTo>
                    <a:pt x="3893836" y="637215"/>
                  </a:lnTo>
                  <a:lnTo>
                    <a:pt x="3894497" y="593646"/>
                  </a:lnTo>
                  <a:lnTo>
                    <a:pt x="3895157" y="593296"/>
                  </a:lnTo>
                  <a:lnTo>
                    <a:pt x="3895818" y="595008"/>
                  </a:lnTo>
                  <a:lnTo>
                    <a:pt x="3896478" y="608420"/>
                  </a:lnTo>
                  <a:lnTo>
                    <a:pt x="3897139" y="588269"/>
                  </a:lnTo>
                  <a:lnTo>
                    <a:pt x="3897799" y="591697"/>
                  </a:lnTo>
                  <a:lnTo>
                    <a:pt x="3898460" y="602815"/>
                  </a:lnTo>
                  <a:lnTo>
                    <a:pt x="3899121" y="604182"/>
                  </a:lnTo>
                  <a:lnTo>
                    <a:pt x="3899781" y="591131"/>
                  </a:lnTo>
                  <a:lnTo>
                    <a:pt x="3900442" y="585706"/>
                  </a:lnTo>
                  <a:lnTo>
                    <a:pt x="3901102" y="574132"/>
                  </a:lnTo>
                  <a:lnTo>
                    <a:pt x="3901763" y="582849"/>
                  </a:lnTo>
                  <a:lnTo>
                    <a:pt x="3902423" y="592768"/>
                  </a:lnTo>
                  <a:lnTo>
                    <a:pt x="3903084" y="589217"/>
                  </a:lnTo>
                  <a:lnTo>
                    <a:pt x="3903744" y="548080"/>
                  </a:lnTo>
                  <a:lnTo>
                    <a:pt x="3904405" y="548080"/>
                  </a:lnTo>
                  <a:lnTo>
                    <a:pt x="3905065" y="553196"/>
                  </a:lnTo>
                  <a:lnTo>
                    <a:pt x="3905726" y="551091"/>
                  </a:lnTo>
                  <a:lnTo>
                    <a:pt x="3906386" y="527649"/>
                  </a:lnTo>
                  <a:lnTo>
                    <a:pt x="3907047" y="526395"/>
                  </a:lnTo>
                  <a:lnTo>
                    <a:pt x="3907707" y="557127"/>
                  </a:lnTo>
                  <a:lnTo>
                    <a:pt x="3908368" y="560657"/>
                  </a:lnTo>
                  <a:lnTo>
                    <a:pt x="3909029" y="575145"/>
                  </a:lnTo>
                  <a:lnTo>
                    <a:pt x="3909689" y="575145"/>
                  </a:lnTo>
                  <a:lnTo>
                    <a:pt x="3910350" y="574894"/>
                  </a:lnTo>
                  <a:lnTo>
                    <a:pt x="3911010" y="578280"/>
                  </a:lnTo>
                  <a:lnTo>
                    <a:pt x="3911671" y="590604"/>
                  </a:lnTo>
                  <a:lnTo>
                    <a:pt x="3912331" y="590305"/>
                  </a:lnTo>
                  <a:lnTo>
                    <a:pt x="3912992" y="608445"/>
                  </a:lnTo>
                  <a:lnTo>
                    <a:pt x="3913652" y="636600"/>
                  </a:lnTo>
                  <a:lnTo>
                    <a:pt x="3914313" y="648026"/>
                  </a:lnTo>
                  <a:lnTo>
                    <a:pt x="3914973" y="644059"/>
                  </a:lnTo>
                  <a:lnTo>
                    <a:pt x="3915634" y="640777"/>
                  </a:lnTo>
                  <a:lnTo>
                    <a:pt x="3916294" y="637242"/>
                  </a:lnTo>
                  <a:lnTo>
                    <a:pt x="3916955" y="611977"/>
                  </a:lnTo>
                  <a:lnTo>
                    <a:pt x="3917615" y="602195"/>
                  </a:lnTo>
                  <a:lnTo>
                    <a:pt x="3918276" y="604940"/>
                  </a:lnTo>
                  <a:lnTo>
                    <a:pt x="3918936" y="611308"/>
                  </a:lnTo>
                  <a:lnTo>
                    <a:pt x="3919597" y="601389"/>
                  </a:lnTo>
                  <a:lnTo>
                    <a:pt x="3920258" y="587403"/>
                  </a:lnTo>
                  <a:lnTo>
                    <a:pt x="3920918" y="569079"/>
                  </a:lnTo>
                  <a:lnTo>
                    <a:pt x="3921579" y="554300"/>
                  </a:lnTo>
                  <a:lnTo>
                    <a:pt x="3922239" y="598482"/>
                  </a:lnTo>
                  <a:lnTo>
                    <a:pt x="3922900" y="599947"/>
                  </a:lnTo>
                  <a:lnTo>
                    <a:pt x="3923560" y="588820"/>
                  </a:lnTo>
                  <a:lnTo>
                    <a:pt x="3924221" y="599696"/>
                  </a:lnTo>
                  <a:lnTo>
                    <a:pt x="3924881" y="608715"/>
                  </a:lnTo>
                  <a:lnTo>
                    <a:pt x="3925542" y="588618"/>
                  </a:lnTo>
                  <a:lnTo>
                    <a:pt x="3926202" y="610056"/>
                  </a:lnTo>
                  <a:lnTo>
                    <a:pt x="3926863" y="621170"/>
                  </a:lnTo>
                  <a:lnTo>
                    <a:pt x="3927523" y="648411"/>
                  </a:lnTo>
                  <a:lnTo>
                    <a:pt x="3928184" y="650919"/>
                  </a:lnTo>
                  <a:lnTo>
                    <a:pt x="3928844" y="644791"/>
                  </a:lnTo>
                  <a:lnTo>
                    <a:pt x="3929505" y="672056"/>
                  </a:lnTo>
                  <a:lnTo>
                    <a:pt x="3930166" y="664971"/>
                  </a:lnTo>
                  <a:lnTo>
                    <a:pt x="3930826" y="686198"/>
                  </a:lnTo>
                  <a:lnTo>
                    <a:pt x="3931487" y="686198"/>
                  </a:lnTo>
                  <a:lnTo>
                    <a:pt x="3932147" y="655530"/>
                  </a:lnTo>
                  <a:lnTo>
                    <a:pt x="3932808" y="674852"/>
                  </a:lnTo>
                  <a:lnTo>
                    <a:pt x="3933468" y="684201"/>
                  </a:lnTo>
                  <a:lnTo>
                    <a:pt x="3934129" y="649566"/>
                  </a:lnTo>
                  <a:lnTo>
                    <a:pt x="3934789" y="628514"/>
                  </a:lnTo>
                  <a:lnTo>
                    <a:pt x="3935450" y="622249"/>
                  </a:lnTo>
                  <a:lnTo>
                    <a:pt x="3936110" y="620658"/>
                  </a:lnTo>
                  <a:lnTo>
                    <a:pt x="3936771" y="627018"/>
                  </a:lnTo>
                  <a:lnTo>
                    <a:pt x="3937431" y="637035"/>
                  </a:lnTo>
                  <a:lnTo>
                    <a:pt x="3938092" y="649978"/>
                  </a:lnTo>
                  <a:lnTo>
                    <a:pt x="3938752" y="625252"/>
                  </a:lnTo>
                  <a:lnTo>
                    <a:pt x="3939413" y="603902"/>
                  </a:lnTo>
                  <a:lnTo>
                    <a:pt x="3940074" y="598786"/>
                  </a:lnTo>
                  <a:lnTo>
                    <a:pt x="3940734" y="612772"/>
                  </a:lnTo>
                  <a:lnTo>
                    <a:pt x="3941395" y="612772"/>
                  </a:lnTo>
                  <a:lnTo>
                    <a:pt x="3942055" y="612772"/>
                  </a:lnTo>
                  <a:lnTo>
                    <a:pt x="3942716" y="601895"/>
                  </a:lnTo>
                  <a:lnTo>
                    <a:pt x="3943376" y="612772"/>
                  </a:lnTo>
                  <a:lnTo>
                    <a:pt x="3944037" y="616392"/>
                  </a:lnTo>
                  <a:lnTo>
                    <a:pt x="3944697" y="614976"/>
                  </a:lnTo>
                  <a:lnTo>
                    <a:pt x="3945358" y="624761"/>
                  </a:lnTo>
                  <a:lnTo>
                    <a:pt x="3946018" y="620066"/>
                  </a:lnTo>
                  <a:lnTo>
                    <a:pt x="3946679" y="612755"/>
                  </a:lnTo>
                  <a:lnTo>
                    <a:pt x="3947339" y="614925"/>
                  </a:lnTo>
                  <a:lnTo>
                    <a:pt x="3948000" y="619728"/>
                  </a:lnTo>
                  <a:lnTo>
                    <a:pt x="3948660" y="615526"/>
                  </a:lnTo>
                  <a:lnTo>
                    <a:pt x="3949321" y="620329"/>
                  </a:lnTo>
                  <a:lnTo>
                    <a:pt x="3949981" y="629471"/>
                  </a:lnTo>
                  <a:lnTo>
                    <a:pt x="3950642" y="614741"/>
                  </a:lnTo>
                  <a:lnTo>
                    <a:pt x="3951303" y="617306"/>
                  </a:lnTo>
                  <a:lnTo>
                    <a:pt x="3951963" y="623619"/>
                  </a:lnTo>
                  <a:lnTo>
                    <a:pt x="3952624" y="615281"/>
                  </a:lnTo>
                  <a:lnTo>
                    <a:pt x="3953284" y="619401"/>
                  </a:lnTo>
                  <a:lnTo>
                    <a:pt x="3953945" y="624768"/>
                  </a:lnTo>
                  <a:lnTo>
                    <a:pt x="3954605" y="651342"/>
                  </a:lnTo>
                  <a:lnTo>
                    <a:pt x="3955266" y="668251"/>
                  </a:lnTo>
                  <a:lnTo>
                    <a:pt x="3955926" y="658051"/>
                  </a:lnTo>
                  <a:lnTo>
                    <a:pt x="3956587" y="642683"/>
                  </a:lnTo>
                  <a:lnTo>
                    <a:pt x="3957247" y="609598"/>
                  </a:lnTo>
                  <a:lnTo>
                    <a:pt x="3957908" y="597575"/>
                  </a:lnTo>
                  <a:lnTo>
                    <a:pt x="3958568" y="610476"/>
                  </a:lnTo>
                  <a:lnTo>
                    <a:pt x="3959229" y="600240"/>
                  </a:lnTo>
                  <a:lnTo>
                    <a:pt x="3959889" y="559868"/>
                  </a:lnTo>
                  <a:lnTo>
                    <a:pt x="3960550" y="562876"/>
                  </a:lnTo>
                  <a:lnTo>
                    <a:pt x="3961211" y="565360"/>
                  </a:lnTo>
                  <a:lnTo>
                    <a:pt x="3961871" y="578727"/>
                  </a:lnTo>
                  <a:lnTo>
                    <a:pt x="3962532" y="615502"/>
                  </a:lnTo>
                  <a:lnTo>
                    <a:pt x="3963192" y="620357"/>
                  </a:lnTo>
                  <a:lnTo>
                    <a:pt x="3963853" y="625637"/>
                  </a:lnTo>
                  <a:lnTo>
                    <a:pt x="3964513" y="639874"/>
                  </a:lnTo>
                  <a:lnTo>
                    <a:pt x="3965174" y="652959"/>
                  </a:lnTo>
                  <a:lnTo>
                    <a:pt x="3965834" y="650801"/>
                  </a:lnTo>
                  <a:lnTo>
                    <a:pt x="3966495" y="641131"/>
                  </a:lnTo>
                  <a:lnTo>
                    <a:pt x="3967155" y="625421"/>
                  </a:lnTo>
                  <a:lnTo>
                    <a:pt x="3967816" y="584934"/>
                  </a:lnTo>
                  <a:lnTo>
                    <a:pt x="3968476" y="582774"/>
                  </a:lnTo>
                  <a:lnTo>
                    <a:pt x="3969137" y="602217"/>
                  </a:lnTo>
                  <a:lnTo>
                    <a:pt x="3969797" y="620086"/>
                  </a:lnTo>
                  <a:lnTo>
                    <a:pt x="3970458" y="614970"/>
                  </a:lnTo>
                  <a:lnTo>
                    <a:pt x="3971119" y="626738"/>
                  </a:lnTo>
                  <a:lnTo>
                    <a:pt x="3971779" y="637723"/>
                  </a:lnTo>
                  <a:lnTo>
                    <a:pt x="3972440" y="632866"/>
                  </a:lnTo>
                  <a:lnTo>
                    <a:pt x="3973100" y="616820"/>
                  </a:lnTo>
                  <a:lnTo>
                    <a:pt x="3973761" y="609849"/>
                  </a:lnTo>
                  <a:lnTo>
                    <a:pt x="3974421" y="619985"/>
                  </a:lnTo>
                  <a:lnTo>
                    <a:pt x="3975082" y="645389"/>
                  </a:lnTo>
                  <a:lnTo>
                    <a:pt x="3975742" y="650769"/>
                  </a:lnTo>
                  <a:lnTo>
                    <a:pt x="3976403" y="630115"/>
                  </a:lnTo>
                  <a:lnTo>
                    <a:pt x="3977063" y="647015"/>
                  </a:lnTo>
                  <a:lnTo>
                    <a:pt x="3977724" y="666229"/>
                  </a:lnTo>
                  <a:lnTo>
                    <a:pt x="3978384" y="671928"/>
                  </a:lnTo>
                  <a:lnTo>
                    <a:pt x="3979045" y="669154"/>
                  </a:lnTo>
                  <a:lnTo>
                    <a:pt x="3979705" y="668430"/>
                  </a:lnTo>
                  <a:lnTo>
                    <a:pt x="3980366" y="669357"/>
                  </a:lnTo>
                  <a:lnTo>
                    <a:pt x="3981027" y="634489"/>
                  </a:lnTo>
                  <a:lnTo>
                    <a:pt x="3981687" y="620378"/>
                  </a:lnTo>
                  <a:lnTo>
                    <a:pt x="3982348" y="610498"/>
                  </a:lnTo>
                  <a:lnTo>
                    <a:pt x="3983008" y="620378"/>
                  </a:lnTo>
                  <a:lnTo>
                    <a:pt x="3983669" y="611248"/>
                  </a:lnTo>
                  <a:lnTo>
                    <a:pt x="3984329" y="625234"/>
                  </a:lnTo>
                  <a:lnTo>
                    <a:pt x="3984990" y="629155"/>
                  </a:lnTo>
                  <a:lnTo>
                    <a:pt x="3985650" y="636093"/>
                  </a:lnTo>
                  <a:lnTo>
                    <a:pt x="3986311" y="642973"/>
                  </a:lnTo>
                  <a:lnTo>
                    <a:pt x="3986971" y="631324"/>
                  </a:lnTo>
                  <a:lnTo>
                    <a:pt x="3987632" y="645998"/>
                  </a:lnTo>
                  <a:lnTo>
                    <a:pt x="3988292" y="650743"/>
                  </a:lnTo>
                  <a:lnTo>
                    <a:pt x="3988953" y="626950"/>
                  </a:lnTo>
                  <a:lnTo>
                    <a:pt x="3989613" y="621675"/>
                  </a:lnTo>
                  <a:lnTo>
                    <a:pt x="3990274" y="617816"/>
                  </a:lnTo>
                  <a:lnTo>
                    <a:pt x="3990934" y="614557"/>
                  </a:lnTo>
                  <a:lnTo>
                    <a:pt x="3991595" y="614557"/>
                  </a:lnTo>
                  <a:lnTo>
                    <a:pt x="3992256" y="609702"/>
                  </a:lnTo>
                  <a:lnTo>
                    <a:pt x="3992916" y="601326"/>
                  </a:lnTo>
                  <a:lnTo>
                    <a:pt x="3993577" y="614070"/>
                  </a:lnTo>
                  <a:lnTo>
                    <a:pt x="3994237" y="588140"/>
                  </a:lnTo>
                  <a:lnTo>
                    <a:pt x="3994898" y="599015"/>
                  </a:lnTo>
                  <a:lnTo>
                    <a:pt x="3995558" y="616317"/>
                  </a:lnTo>
                  <a:lnTo>
                    <a:pt x="3996219" y="632154"/>
                  </a:lnTo>
                  <a:lnTo>
                    <a:pt x="3996879" y="644084"/>
                  </a:lnTo>
                  <a:lnTo>
                    <a:pt x="3997540" y="637964"/>
                  </a:lnTo>
                  <a:lnTo>
                    <a:pt x="3998200" y="634707"/>
                  </a:lnTo>
                  <a:lnTo>
                    <a:pt x="3998861" y="621569"/>
                  </a:lnTo>
                  <a:lnTo>
                    <a:pt x="3999521" y="624964"/>
                  </a:lnTo>
                  <a:lnTo>
                    <a:pt x="4000182" y="637858"/>
                  </a:lnTo>
                  <a:lnTo>
                    <a:pt x="4000842" y="640111"/>
                  </a:lnTo>
                  <a:lnTo>
                    <a:pt x="4001503" y="616218"/>
                  </a:lnTo>
                  <a:lnTo>
                    <a:pt x="4002164" y="616218"/>
                  </a:lnTo>
                  <a:lnTo>
                    <a:pt x="4002824" y="638509"/>
                  </a:lnTo>
                  <a:lnTo>
                    <a:pt x="4003485" y="661409"/>
                  </a:lnTo>
                  <a:lnTo>
                    <a:pt x="4004145" y="657046"/>
                  </a:lnTo>
                  <a:lnTo>
                    <a:pt x="4004806" y="650464"/>
                  </a:lnTo>
                  <a:lnTo>
                    <a:pt x="4005466" y="645950"/>
                  </a:lnTo>
                  <a:lnTo>
                    <a:pt x="4006127" y="629569"/>
                  </a:lnTo>
                  <a:lnTo>
                    <a:pt x="4006787" y="632633"/>
                  </a:lnTo>
                  <a:lnTo>
                    <a:pt x="4007448" y="645973"/>
                  </a:lnTo>
                  <a:lnTo>
                    <a:pt x="4008108" y="643551"/>
                  </a:lnTo>
                  <a:lnTo>
                    <a:pt x="4008769" y="639037"/>
                  </a:lnTo>
                  <a:lnTo>
                    <a:pt x="4009429" y="657617"/>
                  </a:lnTo>
                  <a:lnTo>
                    <a:pt x="4010090" y="624019"/>
                  </a:lnTo>
                  <a:lnTo>
                    <a:pt x="4010750" y="612298"/>
                  </a:lnTo>
                  <a:lnTo>
                    <a:pt x="4011411" y="617020"/>
                  </a:lnTo>
                  <a:lnTo>
                    <a:pt x="4012072" y="611904"/>
                  </a:lnTo>
                  <a:lnTo>
                    <a:pt x="4012732" y="633556"/>
                  </a:lnTo>
                  <a:lnTo>
                    <a:pt x="4013393" y="634196"/>
                  </a:lnTo>
                  <a:lnTo>
                    <a:pt x="4014053" y="617020"/>
                  </a:lnTo>
                  <a:lnTo>
                    <a:pt x="4014714" y="611904"/>
                  </a:lnTo>
                  <a:lnTo>
                    <a:pt x="4015374" y="601968"/>
                  </a:lnTo>
                  <a:lnTo>
                    <a:pt x="4016035" y="611904"/>
                  </a:lnTo>
                  <a:lnTo>
                    <a:pt x="4016695" y="637393"/>
                  </a:lnTo>
                  <a:lnTo>
                    <a:pt x="4017356" y="655574"/>
                  </a:lnTo>
                  <a:lnTo>
                    <a:pt x="4018016" y="623904"/>
                  </a:lnTo>
                  <a:lnTo>
                    <a:pt x="4018677" y="619861"/>
                  </a:lnTo>
                  <a:lnTo>
                    <a:pt x="4019337" y="619601"/>
                  </a:lnTo>
                  <a:lnTo>
                    <a:pt x="4019998" y="619861"/>
                  </a:lnTo>
                  <a:lnTo>
                    <a:pt x="4020658" y="614745"/>
                  </a:lnTo>
                  <a:lnTo>
                    <a:pt x="4021319" y="605805"/>
                  </a:lnTo>
                  <a:lnTo>
                    <a:pt x="4021979" y="601968"/>
                  </a:lnTo>
                  <a:lnTo>
                    <a:pt x="4022640" y="617020"/>
                  </a:lnTo>
                  <a:lnTo>
                    <a:pt x="4023301" y="620084"/>
                  </a:lnTo>
                  <a:lnTo>
                    <a:pt x="4023961" y="610899"/>
                  </a:lnTo>
                  <a:lnTo>
                    <a:pt x="4024622" y="617345"/>
                  </a:lnTo>
                  <a:lnTo>
                    <a:pt x="4025282" y="618595"/>
                  </a:lnTo>
                  <a:lnTo>
                    <a:pt x="4025943" y="612236"/>
                  </a:lnTo>
                  <a:lnTo>
                    <a:pt x="4026603" y="621395"/>
                  </a:lnTo>
                  <a:lnTo>
                    <a:pt x="4027264" y="618197"/>
                  </a:lnTo>
                  <a:lnTo>
                    <a:pt x="4027924" y="607189"/>
                  </a:lnTo>
                  <a:lnTo>
                    <a:pt x="4028585" y="597252"/>
                  </a:lnTo>
                  <a:lnTo>
                    <a:pt x="4029245" y="610793"/>
                  </a:lnTo>
                  <a:lnTo>
                    <a:pt x="4029906" y="604347"/>
                  </a:lnTo>
                  <a:lnTo>
                    <a:pt x="4030566" y="590641"/>
                  </a:lnTo>
                  <a:lnTo>
                    <a:pt x="4031227" y="590641"/>
                  </a:lnTo>
                  <a:lnTo>
                    <a:pt x="4031887" y="576655"/>
                  </a:lnTo>
                  <a:lnTo>
                    <a:pt x="4032548" y="590641"/>
                  </a:lnTo>
                  <a:lnTo>
                    <a:pt x="4033209" y="592232"/>
                  </a:lnTo>
                  <a:lnTo>
                    <a:pt x="4033869" y="604950"/>
                  </a:lnTo>
                  <a:lnTo>
                    <a:pt x="4034530" y="600095"/>
                  </a:lnTo>
                  <a:lnTo>
                    <a:pt x="4035190" y="609226"/>
                  </a:lnTo>
                  <a:lnTo>
                    <a:pt x="4035851" y="604950"/>
                  </a:lnTo>
                  <a:lnTo>
                    <a:pt x="4036511" y="614320"/>
                  </a:lnTo>
                  <a:lnTo>
                    <a:pt x="4037172" y="614081"/>
                  </a:lnTo>
                  <a:lnTo>
                    <a:pt x="4037832" y="598039"/>
                  </a:lnTo>
                  <a:lnTo>
                    <a:pt x="4038493" y="602745"/>
                  </a:lnTo>
                  <a:lnTo>
                    <a:pt x="4039153" y="617537"/>
                  </a:lnTo>
                  <a:lnTo>
                    <a:pt x="4039814" y="613687"/>
                  </a:lnTo>
                  <a:lnTo>
                    <a:pt x="4040474" y="600549"/>
                  </a:lnTo>
                  <a:lnTo>
                    <a:pt x="4041135" y="616591"/>
                  </a:lnTo>
                  <a:lnTo>
                    <a:pt x="4041795" y="631879"/>
                  </a:lnTo>
                  <a:lnTo>
                    <a:pt x="4042456" y="651224"/>
                  </a:lnTo>
                  <a:lnTo>
                    <a:pt x="4043117" y="633838"/>
                  </a:lnTo>
                  <a:lnTo>
                    <a:pt x="4043777" y="644673"/>
                  </a:lnTo>
                  <a:lnTo>
                    <a:pt x="4044438" y="661375"/>
                  </a:lnTo>
                  <a:lnTo>
                    <a:pt x="4045098" y="654777"/>
                  </a:lnTo>
                  <a:lnTo>
                    <a:pt x="4045759" y="662070"/>
                  </a:lnTo>
                  <a:lnTo>
                    <a:pt x="4046419" y="638797"/>
                  </a:lnTo>
                  <a:lnTo>
                    <a:pt x="4047080" y="619180"/>
                  </a:lnTo>
                  <a:lnTo>
                    <a:pt x="4047740" y="617056"/>
                  </a:lnTo>
                  <a:lnTo>
                    <a:pt x="4048401" y="609498"/>
                  </a:lnTo>
                  <a:lnTo>
                    <a:pt x="4049061" y="608606"/>
                  </a:lnTo>
                  <a:lnTo>
                    <a:pt x="4049722" y="621517"/>
                  </a:lnTo>
                  <a:lnTo>
                    <a:pt x="4050382" y="656248"/>
                  </a:lnTo>
                  <a:lnTo>
                    <a:pt x="4051043" y="670770"/>
                  </a:lnTo>
                  <a:lnTo>
                    <a:pt x="4051703" y="676395"/>
                  </a:lnTo>
                  <a:lnTo>
                    <a:pt x="4052364" y="657685"/>
                  </a:lnTo>
                  <a:lnTo>
                    <a:pt x="4053025" y="644707"/>
                  </a:lnTo>
                  <a:lnTo>
                    <a:pt x="4053685" y="636053"/>
                  </a:lnTo>
                  <a:lnTo>
                    <a:pt x="4054346" y="625635"/>
                  </a:lnTo>
                  <a:lnTo>
                    <a:pt x="4055006" y="639932"/>
                  </a:lnTo>
                  <a:lnTo>
                    <a:pt x="4055667" y="635342"/>
                  </a:lnTo>
                  <a:lnTo>
                    <a:pt x="4056327" y="632435"/>
                  </a:lnTo>
                  <a:lnTo>
                    <a:pt x="4056988" y="627300"/>
                  </a:lnTo>
                  <a:lnTo>
                    <a:pt x="4057648" y="633691"/>
                  </a:lnTo>
                  <a:lnTo>
                    <a:pt x="4058309" y="655326"/>
                  </a:lnTo>
                  <a:lnTo>
                    <a:pt x="4058969" y="621825"/>
                  </a:lnTo>
                  <a:lnTo>
                    <a:pt x="4059630" y="621614"/>
                  </a:lnTo>
                  <a:lnTo>
                    <a:pt x="4060290" y="618302"/>
                  </a:lnTo>
                  <a:lnTo>
                    <a:pt x="4060951" y="617170"/>
                  </a:lnTo>
                  <a:lnTo>
                    <a:pt x="4061611" y="641395"/>
                  </a:lnTo>
                  <a:lnTo>
                    <a:pt x="4062272" y="660088"/>
                  </a:lnTo>
                  <a:lnTo>
                    <a:pt x="4062932" y="668252"/>
                  </a:lnTo>
                  <a:lnTo>
                    <a:pt x="4063593" y="663062"/>
                  </a:lnTo>
                  <a:lnTo>
                    <a:pt x="4064254" y="634994"/>
                  </a:lnTo>
                  <a:lnTo>
                    <a:pt x="4064914" y="641322"/>
                  </a:lnTo>
                  <a:lnTo>
                    <a:pt x="4065575" y="664125"/>
                  </a:lnTo>
                  <a:lnTo>
                    <a:pt x="4066235" y="655280"/>
                  </a:lnTo>
                  <a:lnTo>
                    <a:pt x="4066896" y="637330"/>
                  </a:lnTo>
                  <a:lnTo>
                    <a:pt x="4067556" y="630838"/>
                  </a:lnTo>
                  <a:lnTo>
                    <a:pt x="4068217" y="648182"/>
                  </a:lnTo>
                  <a:lnTo>
                    <a:pt x="4068877" y="652829"/>
                  </a:lnTo>
                  <a:lnTo>
                    <a:pt x="4069538" y="660543"/>
                  </a:lnTo>
                  <a:lnTo>
                    <a:pt x="4070198" y="656827"/>
                  </a:lnTo>
                  <a:lnTo>
                    <a:pt x="4070859" y="632769"/>
                  </a:lnTo>
                  <a:lnTo>
                    <a:pt x="4071519" y="625101"/>
                  </a:lnTo>
                  <a:lnTo>
                    <a:pt x="4072180" y="623684"/>
                  </a:lnTo>
                  <a:lnTo>
                    <a:pt x="4072840" y="629887"/>
                  </a:lnTo>
                  <a:lnTo>
                    <a:pt x="4073501" y="612836"/>
                  </a:lnTo>
                  <a:lnTo>
                    <a:pt x="4074162" y="598262"/>
                  </a:lnTo>
                  <a:lnTo>
                    <a:pt x="4074822" y="625101"/>
                  </a:lnTo>
                  <a:lnTo>
                    <a:pt x="4075483" y="641710"/>
                  </a:lnTo>
                  <a:lnTo>
                    <a:pt x="4076143" y="633269"/>
                  </a:lnTo>
                  <a:lnTo>
                    <a:pt x="4076804" y="628508"/>
                  </a:lnTo>
                  <a:lnTo>
                    <a:pt x="4077464" y="654776"/>
                  </a:lnTo>
                  <a:lnTo>
                    <a:pt x="4078125" y="666693"/>
                  </a:lnTo>
                  <a:lnTo>
                    <a:pt x="4078785" y="646975"/>
                  </a:lnTo>
                  <a:lnTo>
                    <a:pt x="4079446" y="637005"/>
                  </a:lnTo>
                  <a:lnTo>
                    <a:pt x="4080106" y="643588"/>
                  </a:lnTo>
                  <a:lnTo>
                    <a:pt x="4080767" y="638223"/>
                  </a:lnTo>
                  <a:lnTo>
                    <a:pt x="4081427" y="631641"/>
                  </a:lnTo>
                  <a:lnTo>
                    <a:pt x="4082088" y="633623"/>
                  </a:lnTo>
                  <a:lnTo>
                    <a:pt x="4082748" y="639460"/>
                  </a:lnTo>
                  <a:lnTo>
                    <a:pt x="4083409" y="671039"/>
                  </a:lnTo>
                  <a:lnTo>
                    <a:pt x="4084070" y="667973"/>
                  </a:lnTo>
                  <a:lnTo>
                    <a:pt x="4084730" y="641019"/>
                  </a:lnTo>
                  <a:lnTo>
                    <a:pt x="4085391" y="638082"/>
                  </a:lnTo>
                  <a:lnTo>
                    <a:pt x="4086051" y="628765"/>
                  </a:lnTo>
                  <a:lnTo>
                    <a:pt x="4086712" y="586073"/>
                  </a:lnTo>
                  <a:lnTo>
                    <a:pt x="4087372" y="552201"/>
                  </a:lnTo>
                  <a:lnTo>
                    <a:pt x="4088033" y="535262"/>
                  </a:lnTo>
                  <a:lnTo>
                    <a:pt x="4088693" y="556508"/>
                  </a:lnTo>
                  <a:lnTo>
                    <a:pt x="4089354" y="586073"/>
                  </a:lnTo>
                  <a:lnTo>
                    <a:pt x="4090014" y="593503"/>
                  </a:lnTo>
                  <a:lnTo>
                    <a:pt x="4090675" y="586073"/>
                  </a:lnTo>
                  <a:lnTo>
                    <a:pt x="4091335" y="625353"/>
                  </a:lnTo>
                  <a:lnTo>
                    <a:pt x="4091996" y="628344"/>
                  </a:lnTo>
                  <a:lnTo>
                    <a:pt x="4092656" y="633701"/>
                  </a:lnTo>
                  <a:lnTo>
                    <a:pt x="4093317" y="660013"/>
                  </a:lnTo>
                  <a:lnTo>
                    <a:pt x="4093977" y="657410"/>
                  </a:lnTo>
                  <a:lnTo>
                    <a:pt x="4094638" y="659841"/>
                  </a:lnTo>
                  <a:lnTo>
                    <a:pt x="4095299" y="647196"/>
                  </a:lnTo>
                  <a:lnTo>
                    <a:pt x="4095959" y="675239"/>
                  </a:lnTo>
                  <a:lnTo>
                    <a:pt x="4096620" y="670907"/>
                  </a:lnTo>
                  <a:lnTo>
                    <a:pt x="4097280" y="632734"/>
                  </a:lnTo>
                  <a:lnTo>
                    <a:pt x="4097941" y="637017"/>
                  </a:lnTo>
                  <a:lnTo>
                    <a:pt x="4098601" y="621250"/>
                  </a:lnTo>
                  <a:lnTo>
                    <a:pt x="4099262" y="629540"/>
                  </a:lnTo>
                  <a:lnTo>
                    <a:pt x="4099922" y="640442"/>
                  </a:lnTo>
                  <a:lnTo>
                    <a:pt x="4100583" y="622427"/>
                  </a:lnTo>
                  <a:lnTo>
                    <a:pt x="4101243" y="618260"/>
                  </a:lnTo>
                  <a:lnTo>
                    <a:pt x="4101904" y="618372"/>
                  </a:lnTo>
                  <a:lnTo>
                    <a:pt x="4102564" y="618112"/>
                  </a:lnTo>
                  <a:lnTo>
                    <a:pt x="4103225" y="617675"/>
                  </a:lnTo>
                  <a:lnTo>
                    <a:pt x="4103885" y="616278"/>
                  </a:lnTo>
                  <a:lnTo>
                    <a:pt x="4104546" y="619720"/>
                  </a:lnTo>
                  <a:lnTo>
                    <a:pt x="4105207" y="610555"/>
                  </a:lnTo>
                  <a:lnTo>
                    <a:pt x="4105867" y="600618"/>
                  </a:lnTo>
                  <a:lnTo>
                    <a:pt x="4106528" y="615430"/>
                  </a:lnTo>
                  <a:lnTo>
                    <a:pt x="4107188" y="637744"/>
                  </a:lnTo>
                  <a:lnTo>
                    <a:pt x="4107849" y="638042"/>
                  </a:lnTo>
                  <a:lnTo>
                    <a:pt x="4108509" y="618281"/>
                  </a:lnTo>
                  <a:lnTo>
                    <a:pt x="4109170" y="604953"/>
                  </a:lnTo>
                  <a:lnTo>
                    <a:pt x="4109830" y="590968"/>
                  </a:lnTo>
                  <a:lnTo>
                    <a:pt x="4110491" y="600126"/>
                  </a:lnTo>
                  <a:lnTo>
                    <a:pt x="4111151" y="612878"/>
                  </a:lnTo>
                  <a:lnTo>
                    <a:pt x="4111812" y="607418"/>
                  </a:lnTo>
                  <a:lnTo>
                    <a:pt x="4112472" y="601230"/>
                  </a:lnTo>
                  <a:lnTo>
                    <a:pt x="4113133" y="626165"/>
                  </a:lnTo>
                  <a:lnTo>
                    <a:pt x="4113793" y="640822"/>
                  </a:lnTo>
                  <a:lnTo>
                    <a:pt x="4114454" y="597807"/>
                  </a:lnTo>
                  <a:lnTo>
                    <a:pt x="4115115" y="586904"/>
                  </a:lnTo>
                  <a:lnTo>
                    <a:pt x="4115775" y="585487"/>
                  </a:lnTo>
                  <a:lnTo>
                    <a:pt x="4116436" y="565531"/>
                  </a:lnTo>
                  <a:lnTo>
                    <a:pt x="4117096" y="567333"/>
                  </a:lnTo>
                  <a:lnTo>
                    <a:pt x="4117757" y="549308"/>
                  </a:lnTo>
                  <a:lnTo>
                    <a:pt x="4118417" y="551452"/>
                  </a:lnTo>
                  <a:lnTo>
                    <a:pt x="4119078" y="572722"/>
                  </a:lnTo>
                  <a:lnTo>
                    <a:pt x="4119738" y="574691"/>
                  </a:lnTo>
                  <a:lnTo>
                    <a:pt x="4120399" y="574691"/>
                  </a:lnTo>
                  <a:lnTo>
                    <a:pt x="4121059" y="558618"/>
                  </a:lnTo>
                  <a:lnTo>
                    <a:pt x="4121720" y="560484"/>
                  </a:lnTo>
                  <a:lnTo>
                    <a:pt x="4122380" y="561044"/>
                  </a:lnTo>
                  <a:lnTo>
                    <a:pt x="4123041" y="575120"/>
                  </a:lnTo>
                  <a:lnTo>
                    <a:pt x="4123701" y="499597"/>
                  </a:lnTo>
                  <a:lnTo>
                    <a:pt x="4124362" y="480880"/>
                  </a:lnTo>
                  <a:lnTo>
                    <a:pt x="4125023" y="484933"/>
                  </a:lnTo>
                  <a:lnTo>
                    <a:pt x="4125683" y="504104"/>
                  </a:lnTo>
                  <a:lnTo>
                    <a:pt x="4126344" y="511165"/>
                  </a:lnTo>
                  <a:lnTo>
                    <a:pt x="4127004" y="483008"/>
                  </a:lnTo>
                  <a:lnTo>
                    <a:pt x="4127665" y="473529"/>
                  </a:lnTo>
                  <a:lnTo>
                    <a:pt x="4128325" y="476411"/>
                  </a:lnTo>
                  <a:lnTo>
                    <a:pt x="4128986" y="476411"/>
                  </a:lnTo>
                  <a:lnTo>
                    <a:pt x="4129646" y="540022"/>
                  </a:lnTo>
                  <a:lnTo>
                    <a:pt x="4130307" y="600454"/>
                  </a:lnTo>
                  <a:lnTo>
                    <a:pt x="4130967" y="601055"/>
                  </a:lnTo>
                  <a:lnTo>
                    <a:pt x="4131628" y="643135"/>
                  </a:lnTo>
                  <a:lnTo>
                    <a:pt x="4132288" y="659653"/>
                  </a:lnTo>
                  <a:lnTo>
                    <a:pt x="4132949" y="645862"/>
                  </a:lnTo>
                  <a:lnTo>
                    <a:pt x="4133609" y="656405"/>
                  </a:lnTo>
                  <a:lnTo>
                    <a:pt x="4134270" y="653742"/>
                  </a:lnTo>
                  <a:lnTo>
                    <a:pt x="4134930" y="676554"/>
                  </a:lnTo>
                  <a:lnTo>
                    <a:pt x="4135591" y="668673"/>
                  </a:lnTo>
                  <a:lnTo>
                    <a:pt x="4136252" y="688054"/>
                  </a:lnTo>
                  <a:lnTo>
                    <a:pt x="4136912" y="668079"/>
                  </a:lnTo>
                  <a:lnTo>
                    <a:pt x="4137573" y="646406"/>
                  </a:lnTo>
                  <a:lnTo>
                    <a:pt x="4138233" y="635640"/>
                  </a:lnTo>
                  <a:lnTo>
                    <a:pt x="4138894" y="650261"/>
                  </a:lnTo>
                  <a:lnTo>
                    <a:pt x="4139554" y="655924"/>
                  </a:lnTo>
                  <a:lnTo>
                    <a:pt x="4140215" y="665168"/>
                  </a:lnTo>
                  <a:lnTo>
                    <a:pt x="4140875" y="652661"/>
                  </a:lnTo>
                  <a:lnTo>
                    <a:pt x="4141536" y="639815"/>
                  </a:lnTo>
                  <a:lnTo>
                    <a:pt x="4142196" y="652824"/>
                  </a:lnTo>
                  <a:lnTo>
                    <a:pt x="4142857" y="645804"/>
                  </a:lnTo>
                  <a:lnTo>
                    <a:pt x="4143517" y="645624"/>
                  </a:lnTo>
                  <a:lnTo>
                    <a:pt x="4144178" y="641715"/>
                  </a:lnTo>
                  <a:lnTo>
                    <a:pt x="4144838" y="642972"/>
                  </a:lnTo>
                  <a:lnTo>
                    <a:pt x="4145499" y="658670"/>
                  </a:lnTo>
                  <a:lnTo>
                    <a:pt x="4146160" y="664784"/>
                  </a:lnTo>
                  <a:lnTo>
                    <a:pt x="4146820" y="643440"/>
                  </a:lnTo>
                  <a:lnTo>
                    <a:pt x="4147481" y="631532"/>
                  </a:lnTo>
                  <a:lnTo>
                    <a:pt x="4148141" y="637004"/>
                  </a:lnTo>
                  <a:lnTo>
                    <a:pt x="4148802" y="657973"/>
                  </a:lnTo>
                  <a:lnTo>
                    <a:pt x="4149462" y="666011"/>
                  </a:lnTo>
                  <a:lnTo>
                    <a:pt x="4150123" y="662662"/>
                  </a:lnTo>
                  <a:lnTo>
                    <a:pt x="4150783" y="653968"/>
                  </a:lnTo>
                  <a:lnTo>
                    <a:pt x="4151444" y="669167"/>
                  </a:lnTo>
                  <a:lnTo>
                    <a:pt x="4152104" y="663920"/>
                  </a:lnTo>
                  <a:lnTo>
                    <a:pt x="4152765" y="655937"/>
                  </a:lnTo>
                  <a:lnTo>
                    <a:pt x="4153425" y="645960"/>
                  </a:lnTo>
                  <a:lnTo>
                    <a:pt x="4154086" y="619484"/>
                  </a:lnTo>
                  <a:lnTo>
                    <a:pt x="4154746" y="609618"/>
                  </a:lnTo>
                  <a:lnTo>
                    <a:pt x="4155407" y="599955"/>
                  </a:lnTo>
                  <a:lnTo>
                    <a:pt x="4156068" y="614284"/>
                  </a:lnTo>
                  <a:lnTo>
                    <a:pt x="4156728" y="625852"/>
                  </a:lnTo>
                  <a:lnTo>
                    <a:pt x="4157389" y="639031"/>
                  </a:lnTo>
                  <a:lnTo>
                    <a:pt x="4158049" y="640662"/>
                  </a:lnTo>
                  <a:lnTo>
                    <a:pt x="4158710" y="623533"/>
                  </a:lnTo>
                  <a:lnTo>
                    <a:pt x="4159370" y="609247"/>
                  </a:lnTo>
                  <a:lnTo>
                    <a:pt x="4160031" y="623052"/>
                  </a:lnTo>
                  <a:lnTo>
                    <a:pt x="4160691" y="634361"/>
                  </a:lnTo>
                  <a:lnTo>
                    <a:pt x="4161352" y="615180"/>
                  </a:lnTo>
                  <a:lnTo>
                    <a:pt x="4162012" y="599152"/>
                  </a:lnTo>
                  <a:lnTo>
                    <a:pt x="4162673" y="611008"/>
                  </a:lnTo>
                  <a:lnTo>
                    <a:pt x="4163333" y="617693"/>
                  </a:lnTo>
                  <a:lnTo>
                    <a:pt x="4163994" y="613179"/>
                  </a:lnTo>
                  <a:lnTo>
                    <a:pt x="4164654" y="618160"/>
                  </a:lnTo>
                  <a:lnTo>
                    <a:pt x="4165315" y="644107"/>
                  </a:lnTo>
                  <a:lnTo>
                    <a:pt x="4165975" y="666978"/>
                  </a:lnTo>
                  <a:lnTo>
                    <a:pt x="4166636" y="654950"/>
                  </a:lnTo>
                  <a:lnTo>
                    <a:pt x="4167297" y="620771"/>
                  </a:lnTo>
                  <a:lnTo>
                    <a:pt x="4167957" y="616133"/>
                  </a:lnTo>
                  <a:lnTo>
                    <a:pt x="4168618" y="609491"/>
                  </a:lnTo>
                  <a:lnTo>
                    <a:pt x="4169278" y="612469"/>
                  </a:lnTo>
                  <a:lnTo>
                    <a:pt x="4169939" y="618960"/>
                  </a:lnTo>
                  <a:lnTo>
                    <a:pt x="4170599" y="599884"/>
                  </a:lnTo>
                  <a:lnTo>
                    <a:pt x="4171260" y="595414"/>
                  </a:lnTo>
                  <a:lnTo>
                    <a:pt x="4171920" y="618121"/>
                  </a:lnTo>
                  <a:lnTo>
                    <a:pt x="4172581" y="655183"/>
                  </a:lnTo>
                  <a:lnTo>
                    <a:pt x="4173241" y="628213"/>
                  </a:lnTo>
                  <a:lnTo>
                    <a:pt x="4173902" y="617798"/>
                  </a:lnTo>
                  <a:lnTo>
                    <a:pt x="4174562" y="609598"/>
                  </a:lnTo>
                  <a:lnTo>
                    <a:pt x="4175223" y="617798"/>
                  </a:lnTo>
                  <a:lnTo>
                    <a:pt x="4175883" y="597237"/>
                  </a:lnTo>
                  <a:lnTo>
                    <a:pt x="4176544" y="617255"/>
                  </a:lnTo>
                  <a:lnTo>
                    <a:pt x="4177205" y="636586"/>
                  </a:lnTo>
                  <a:lnTo>
                    <a:pt x="4177865" y="593425"/>
                  </a:lnTo>
                  <a:lnTo>
                    <a:pt x="4178526" y="582540"/>
                  </a:lnTo>
                  <a:lnTo>
                    <a:pt x="4179186" y="601503"/>
                  </a:lnTo>
                  <a:lnTo>
                    <a:pt x="4179847" y="568179"/>
                  </a:lnTo>
                  <a:lnTo>
                    <a:pt x="4180507" y="560222"/>
                  </a:lnTo>
                  <a:lnTo>
                    <a:pt x="4181168" y="556665"/>
                  </a:lnTo>
                  <a:lnTo>
                    <a:pt x="4181828" y="534956"/>
                  </a:lnTo>
                  <a:lnTo>
                    <a:pt x="4182489" y="574311"/>
                  </a:lnTo>
                  <a:lnTo>
                    <a:pt x="4183149" y="555823"/>
                  </a:lnTo>
                  <a:lnTo>
                    <a:pt x="4183810" y="539540"/>
                  </a:lnTo>
                  <a:lnTo>
                    <a:pt x="4184470" y="554511"/>
                  </a:lnTo>
                  <a:lnTo>
                    <a:pt x="4185131" y="552231"/>
                  </a:lnTo>
                  <a:lnTo>
                    <a:pt x="4185791" y="539293"/>
                  </a:lnTo>
                  <a:lnTo>
                    <a:pt x="4186452" y="533401"/>
                  </a:lnTo>
                  <a:lnTo>
                    <a:pt x="4187113" y="509992"/>
                  </a:lnTo>
                  <a:lnTo>
                    <a:pt x="4187773" y="516146"/>
                  </a:lnTo>
                  <a:lnTo>
                    <a:pt x="4188434" y="501447"/>
                  </a:lnTo>
                  <a:lnTo>
                    <a:pt x="4189094" y="495756"/>
                  </a:lnTo>
                  <a:lnTo>
                    <a:pt x="4189755" y="477929"/>
                  </a:lnTo>
                  <a:lnTo>
                    <a:pt x="4190415" y="453717"/>
                  </a:lnTo>
                  <a:lnTo>
                    <a:pt x="4191076" y="425909"/>
                  </a:lnTo>
                  <a:lnTo>
                    <a:pt x="4191736" y="395421"/>
                  </a:lnTo>
                  <a:lnTo>
                    <a:pt x="4192397" y="379286"/>
                  </a:lnTo>
                  <a:lnTo>
                    <a:pt x="4193057" y="400880"/>
                  </a:lnTo>
                  <a:lnTo>
                    <a:pt x="4193718" y="398496"/>
                  </a:lnTo>
                  <a:lnTo>
                    <a:pt x="4194378" y="345914"/>
                  </a:lnTo>
                  <a:lnTo>
                    <a:pt x="4195039" y="315657"/>
                  </a:lnTo>
                  <a:lnTo>
                    <a:pt x="4195699" y="293390"/>
                  </a:lnTo>
                  <a:lnTo>
                    <a:pt x="4196360" y="295872"/>
                  </a:lnTo>
                  <a:lnTo>
                    <a:pt x="4197021" y="275979"/>
                  </a:lnTo>
                  <a:lnTo>
                    <a:pt x="4197681" y="226025"/>
                  </a:lnTo>
                  <a:lnTo>
                    <a:pt x="4198342" y="220621"/>
                  </a:lnTo>
                  <a:lnTo>
                    <a:pt x="4199002" y="209875"/>
                  </a:lnTo>
                  <a:lnTo>
                    <a:pt x="4199663" y="199283"/>
                  </a:lnTo>
                  <a:lnTo>
                    <a:pt x="4200323" y="221236"/>
                  </a:lnTo>
                  <a:lnTo>
                    <a:pt x="4200984" y="247598"/>
                  </a:lnTo>
                  <a:lnTo>
                    <a:pt x="4201644" y="253401"/>
                  </a:lnTo>
                  <a:lnTo>
                    <a:pt x="4202305" y="257963"/>
                  </a:lnTo>
                  <a:lnTo>
                    <a:pt x="4202965" y="278693"/>
                  </a:lnTo>
                  <a:lnTo>
                    <a:pt x="4203626" y="289840"/>
                  </a:lnTo>
                  <a:lnTo>
                    <a:pt x="4204286" y="303173"/>
                  </a:lnTo>
                  <a:lnTo>
                    <a:pt x="4204947" y="350631"/>
                  </a:lnTo>
                  <a:lnTo>
                    <a:pt x="4205607" y="341518"/>
                  </a:lnTo>
                  <a:lnTo>
                    <a:pt x="4206268" y="323770"/>
                  </a:lnTo>
                  <a:lnTo>
                    <a:pt x="4206928" y="315466"/>
                  </a:lnTo>
                  <a:lnTo>
                    <a:pt x="4207589" y="362373"/>
                  </a:lnTo>
                  <a:lnTo>
                    <a:pt x="4208250" y="381905"/>
                  </a:lnTo>
                  <a:lnTo>
                    <a:pt x="4208910" y="442703"/>
                  </a:lnTo>
                  <a:lnTo>
                    <a:pt x="4209571" y="450219"/>
                  </a:lnTo>
                  <a:lnTo>
                    <a:pt x="4210231" y="443224"/>
                  </a:lnTo>
                  <a:lnTo>
                    <a:pt x="4210892" y="468069"/>
                  </a:lnTo>
                  <a:lnTo>
                    <a:pt x="4211552" y="479309"/>
                  </a:lnTo>
                  <a:lnTo>
                    <a:pt x="4212213" y="477657"/>
                  </a:lnTo>
                  <a:lnTo>
                    <a:pt x="4212873" y="471343"/>
                  </a:lnTo>
                  <a:lnTo>
                    <a:pt x="4213534" y="486616"/>
                  </a:lnTo>
                  <a:lnTo>
                    <a:pt x="4214194" y="521972"/>
                  </a:lnTo>
                  <a:lnTo>
                    <a:pt x="4214855" y="557761"/>
                  </a:lnTo>
                  <a:lnTo>
                    <a:pt x="4215515" y="586678"/>
                  </a:lnTo>
                  <a:lnTo>
                    <a:pt x="4216176" y="549845"/>
                  </a:lnTo>
                  <a:lnTo>
                    <a:pt x="4216836" y="563302"/>
                  </a:lnTo>
                  <a:lnTo>
                    <a:pt x="4217497" y="588669"/>
                  </a:lnTo>
                  <a:lnTo>
                    <a:pt x="4218158" y="590094"/>
                  </a:lnTo>
                  <a:lnTo>
                    <a:pt x="4218818" y="560370"/>
                  </a:lnTo>
                  <a:lnTo>
                    <a:pt x="4219479" y="552554"/>
                  </a:lnTo>
                  <a:lnTo>
                    <a:pt x="4220139" y="556069"/>
                  </a:lnTo>
                  <a:lnTo>
                    <a:pt x="4220800" y="554647"/>
                  </a:lnTo>
                  <a:lnTo>
                    <a:pt x="4221460" y="530936"/>
                  </a:lnTo>
                  <a:lnTo>
                    <a:pt x="4222121" y="549629"/>
                  </a:lnTo>
                  <a:lnTo>
                    <a:pt x="4222781" y="574987"/>
                  </a:lnTo>
                  <a:lnTo>
                    <a:pt x="4223442" y="586155"/>
                  </a:lnTo>
                  <a:lnTo>
                    <a:pt x="4224102" y="595484"/>
                  </a:lnTo>
                  <a:lnTo>
                    <a:pt x="4224763" y="601463"/>
                  </a:lnTo>
                  <a:lnTo>
                    <a:pt x="4225423" y="622151"/>
                  </a:lnTo>
                  <a:lnTo>
                    <a:pt x="4226084" y="604264"/>
                  </a:lnTo>
                  <a:lnTo>
                    <a:pt x="4226744" y="582930"/>
                  </a:lnTo>
                  <a:lnTo>
                    <a:pt x="4227405" y="574726"/>
                  </a:lnTo>
                  <a:lnTo>
                    <a:pt x="4228066" y="547107"/>
                  </a:lnTo>
                  <a:lnTo>
                    <a:pt x="4228726" y="564569"/>
                  </a:lnTo>
                  <a:lnTo>
                    <a:pt x="4229387" y="604800"/>
                  </a:lnTo>
                  <a:lnTo>
                    <a:pt x="4230047" y="607285"/>
                  </a:lnTo>
                  <a:lnTo>
                    <a:pt x="4230708" y="608686"/>
                  </a:lnTo>
                  <a:lnTo>
                    <a:pt x="4231368" y="619890"/>
                  </a:lnTo>
                  <a:lnTo>
                    <a:pt x="4232029" y="622959"/>
                  </a:lnTo>
                  <a:lnTo>
                    <a:pt x="4232689" y="601296"/>
                  </a:lnTo>
                  <a:lnTo>
                    <a:pt x="4233350" y="605978"/>
                  </a:lnTo>
                  <a:lnTo>
                    <a:pt x="4234010" y="635191"/>
                  </a:lnTo>
                  <a:lnTo>
                    <a:pt x="4234671" y="640258"/>
                  </a:lnTo>
                  <a:lnTo>
                    <a:pt x="4235331" y="614145"/>
                  </a:lnTo>
                  <a:lnTo>
                    <a:pt x="4235992" y="626579"/>
                  </a:lnTo>
                  <a:lnTo>
                    <a:pt x="4236652" y="630843"/>
                  </a:lnTo>
                  <a:lnTo>
                    <a:pt x="4237313" y="639662"/>
                  </a:lnTo>
                  <a:lnTo>
                    <a:pt x="4237973" y="651307"/>
                  </a:lnTo>
                  <a:lnTo>
                    <a:pt x="4238634" y="620234"/>
                  </a:lnTo>
                  <a:lnTo>
                    <a:pt x="4239295" y="600978"/>
                  </a:lnTo>
                  <a:lnTo>
                    <a:pt x="4239955" y="613298"/>
                  </a:lnTo>
                  <a:lnTo>
                    <a:pt x="4240616" y="604762"/>
                  </a:lnTo>
                  <a:lnTo>
                    <a:pt x="4241276" y="609987"/>
                  </a:lnTo>
                  <a:lnTo>
                    <a:pt x="4241937" y="628314"/>
                  </a:lnTo>
                  <a:lnTo>
                    <a:pt x="4242597" y="653994"/>
                  </a:lnTo>
                  <a:lnTo>
                    <a:pt x="4243258" y="664828"/>
                  </a:lnTo>
                  <a:lnTo>
                    <a:pt x="4243918" y="640354"/>
                  </a:lnTo>
                  <a:lnTo>
                    <a:pt x="4244579" y="633804"/>
                  </a:lnTo>
                  <a:lnTo>
                    <a:pt x="4245239" y="625406"/>
                  </a:lnTo>
                  <a:lnTo>
                    <a:pt x="4245900" y="632514"/>
                  </a:lnTo>
                  <a:lnTo>
                    <a:pt x="4246560" y="613535"/>
                  </a:lnTo>
                  <a:lnTo>
                    <a:pt x="4247221" y="604557"/>
                  </a:lnTo>
                  <a:lnTo>
                    <a:pt x="4247881" y="642716"/>
                  </a:lnTo>
                  <a:lnTo>
                    <a:pt x="4248542" y="649656"/>
                  </a:lnTo>
                  <a:lnTo>
                    <a:pt x="4249203" y="642100"/>
                  </a:lnTo>
                  <a:lnTo>
                    <a:pt x="4249863" y="647706"/>
                  </a:lnTo>
                  <a:lnTo>
                    <a:pt x="4250524" y="658511"/>
                  </a:lnTo>
                  <a:lnTo>
                    <a:pt x="4251184" y="633360"/>
                  </a:lnTo>
                  <a:lnTo>
                    <a:pt x="4251845" y="637092"/>
                  </a:lnTo>
                  <a:lnTo>
                    <a:pt x="4252505" y="643592"/>
                  </a:lnTo>
                  <a:lnTo>
                    <a:pt x="4253166" y="639369"/>
                  </a:lnTo>
                  <a:lnTo>
                    <a:pt x="4253826" y="634880"/>
                  </a:lnTo>
                  <a:lnTo>
                    <a:pt x="4254487" y="613658"/>
                  </a:lnTo>
                  <a:lnTo>
                    <a:pt x="4255147" y="606245"/>
                  </a:lnTo>
                  <a:lnTo>
                    <a:pt x="4255808" y="602201"/>
                  </a:lnTo>
                  <a:lnTo>
                    <a:pt x="4256468" y="601941"/>
                  </a:lnTo>
                  <a:lnTo>
                    <a:pt x="4257129" y="631546"/>
                  </a:lnTo>
                  <a:lnTo>
                    <a:pt x="4257789" y="643115"/>
                  </a:lnTo>
                  <a:lnTo>
                    <a:pt x="4258450" y="630145"/>
                  </a:lnTo>
                  <a:lnTo>
                    <a:pt x="4259111" y="629450"/>
                  </a:lnTo>
                  <a:lnTo>
                    <a:pt x="4259771" y="638696"/>
                  </a:lnTo>
                  <a:lnTo>
                    <a:pt x="4260432" y="652254"/>
                  </a:lnTo>
                  <a:lnTo>
                    <a:pt x="4261092" y="614099"/>
                  </a:lnTo>
                  <a:lnTo>
                    <a:pt x="4261753" y="595199"/>
                  </a:lnTo>
                  <a:lnTo>
                    <a:pt x="4262413" y="637960"/>
                  </a:lnTo>
                  <a:lnTo>
                    <a:pt x="4263074" y="659702"/>
                  </a:lnTo>
                  <a:lnTo>
                    <a:pt x="4263734" y="638079"/>
                  </a:lnTo>
                  <a:lnTo>
                    <a:pt x="4264395" y="642341"/>
                  </a:lnTo>
                  <a:lnTo>
                    <a:pt x="4265055" y="645142"/>
                  </a:lnTo>
                  <a:lnTo>
                    <a:pt x="4265716" y="661941"/>
                  </a:lnTo>
                  <a:lnTo>
                    <a:pt x="4266376" y="681091"/>
                  </a:lnTo>
                  <a:lnTo>
                    <a:pt x="4267037" y="645750"/>
                  </a:lnTo>
                  <a:lnTo>
                    <a:pt x="4267697" y="637451"/>
                  </a:lnTo>
                  <a:lnTo>
                    <a:pt x="4268358" y="635797"/>
                  </a:lnTo>
                  <a:lnTo>
                    <a:pt x="4269019" y="640329"/>
                  </a:lnTo>
                  <a:lnTo>
                    <a:pt x="4269679" y="649283"/>
                  </a:lnTo>
                  <a:lnTo>
                    <a:pt x="4270340" y="672891"/>
                  </a:lnTo>
                  <a:lnTo>
                    <a:pt x="4271000" y="672697"/>
                  </a:lnTo>
                  <a:lnTo>
                    <a:pt x="4271661" y="663507"/>
                  </a:lnTo>
                  <a:lnTo>
                    <a:pt x="4272321" y="654732"/>
                  </a:lnTo>
                  <a:lnTo>
                    <a:pt x="4272982" y="645837"/>
                  </a:lnTo>
                  <a:lnTo>
                    <a:pt x="4273642" y="658196"/>
                  </a:lnTo>
                  <a:lnTo>
                    <a:pt x="4274303" y="646567"/>
                  </a:lnTo>
                  <a:lnTo>
                    <a:pt x="4274963" y="647966"/>
                  </a:lnTo>
                  <a:lnTo>
                    <a:pt x="4275624" y="660948"/>
                  </a:lnTo>
                  <a:lnTo>
                    <a:pt x="4276284" y="679655"/>
                  </a:lnTo>
                  <a:lnTo>
                    <a:pt x="4276945" y="647149"/>
                  </a:lnTo>
                  <a:lnTo>
                    <a:pt x="4277605" y="633400"/>
                  </a:lnTo>
                  <a:lnTo>
                    <a:pt x="4278266" y="612575"/>
                  </a:lnTo>
                  <a:lnTo>
                    <a:pt x="4278926" y="612575"/>
                  </a:lnTo>
                  <a:lnTo>
                    <a:pt x="4279587" y="616742"/>
                  </a:lnTo>
                  <a:lnTo>
                    <a:pt x="4280248" y="618765"/>
                  </a:lnTo>
                  <a:lnTo>
                    <a:pt x="4280908" y="607641"/>
                  </a:lnTo>
                  <a:lnTo>
                    <a:pt x="4281569" y="599170"/>
                  </a:lnTo>
                  <a:lnTo>
                    <a:pt x="4282229" y="607781"/>
                  </a:lnTo>
                  <a:lnTo>
                    <a:pt x="4282890" y="626272"/>
                  </a:lnTo>
                  <a:lnTo>
                    <a:pt x="4283550" y="622196"/>
                  </a:lnTo>
                  <a:lnTo>
                    <a:pt x="4284211" y="625132"/>
                  </a:lnTo>
                  <a:lnTo>
                    <a:pt x="4284871" y="607336"/>
                  </a:lnTo>
                  <a:lnTo>
                    <a:pt x="4285532" y="588790"/>
                  </a:lnTo>
                  <a:lnTo>
                    <a:pt x="4286192" y="597949"/>
                  </a:lnTo>
                  <a:lnTo>
                    <a:pt x="4286853" y="639514"/>
                  </a:lnTo>
                  <a:lnTo>
                    <a:pt x="4287513" y="649111"/>
                  </a:lnTo>
                  <a:lnTo>
                    <a:pt x="4288174" y="647859"/>
                  </a:lnTo>
                  <a:lnTo>
                    <a:pt x="4288834" y="646456"/>
                  </a:lnTo>
                  <a:lnTo>
                    <a:pt x="4289495" y="643518"/>
                  </a:lnTo>
                  <a:lnTo>
                    <a:pt x="4290156" y="663866"/>
                  </a:lnTo>
                  <a:lnTo>
                    <a:pt x="4290816" y="649657"/>
                  </a:lnTo>
                  <a:lnTo>
                    <a:pt x="4291477" y="664183"/>
                  </a:lnTo>
                  <a:lnTo>
                    <a:pt x="4292137" y="641085"/>
                  </a:lnTo>
                  <a:lnTo>
                    <a:pt x="4292798" y="623673"/>
                  </a:lnTo>
                  <a:lnTo>
                    <a:pt x="4293458" y="628143"/>
                  </a:lnTo>
                  <a:lnTo>
                    <a:pt x="4294119" y="637852"/>
                  </a:lnTo>
                  <a:lnTo>
                    <a:pt x="4294779" y="632150"/>
                  </a:lnTo>
                  <a:lnTo>
                    <a:pt x="4295440" y="615549"/>
                  </a:lnTo>
                  <a:lnTo>
                    <a:pt x="4296100" y="577768"/>
                  </a:lnTo>
                  <a:lnTo>
                    <a:pt x="4296761" y="560707"/>
                  </a:lnTo>
                  <a:lnTo>
                    <a:pt x="4297421" y="562146"/>
                  </a:lnTo>
                  <a:lnTo>
                    <a:pt x="4298082" y="607057"/>
                  </a:lnTo>
                  <a:lnTo>
                    <a:pt x="4298742" y="629236"/>
                  </a:lnTo>
                  <a:lnTo>
                    <a:pt x="4299403" y="632066"/>
                  </a:lnTo>
                  <a:lnTo>
                    <a:pt x="4300064" y="599868"/>
                  </a:lnTo>
                  <a:lnTo>
                    <a:pt x="4300724" y="573209"/>
                  </a:lnTo>
                  <a:lnTo>
                    <a:pt x="4301385" y="555920"/>
                  </a:lnTo>
                  <a:lnTo>
                    <a:pt x="4302045" y="570263"/>
                  </a:lnTo>
                  <a:lnTo>
                    <a:pt x="4302706" y="580199"/>
                  </a:lnTo>
                  <a:lnTo>
                    <a:pt x="4303366" y="596431"/>
                  </a:lnTo>
                  <a:lnTo>
                    <a:pt x="4304027" y="627402"/>
                  </a:lnTo>
                  <a:lnTo>
                    <a:pt x="4304687" y="606622"/>
                  </a:lnTo>
                  <a:lnTo>
                    <a:pt x="4305348" y="545610"/>
                  </a:lnTo>
                  <a:lnTo>
                    <a:pt x="4306008" y="545161"/>
                  </a:lnTo>
                  <a:lnTo>
                    <a:pt x="4306669" y="575174"/>
                  </a:lnTo>
                  <a:lnTo>
                    <a:pt x="4307329" y="600409"/>
                  </a:lnTo>
                  <a:lnTo>
                    <a:pt x="4307990" y="625864"/>
                  </a:lnTo>
                  <a:lnTo>
                    <a:pt x="4308650" y="626162"/>
                  </a:lnTo>
                  <a:lnTo>
                    <a:pt x="4309311" y="634732"/>
                  </a:lnTo>
                  <a:lnTo>
                    <a:pt x="4309971" y="662241"/>
                  </a:lnTo>
                  <a:lnTo>
                    <a:pt x="4310632" y="635721"/>
                  </a:lnTo>
                  <a:lnTo>
                    <a:pt x="4311293" y="629108"/>
                  </a:lnTo>
                  <a:lnTo>
                    <a:pt x="4311953" y="649400"/>
                  </a:lnTo>
                  <a:lnTo>
                    <a:pt x="4312614" y="665848"/>
                  </a:lnTo>
                  <a:lnTo>
                    <a:pt x="4313274" y="653606"/>
                  </a:lnTo>
                  <a:lnTo>
                    <a:pt x="4313935" y="682574"/>
                  </a:lnTo>
                  <a:lnTo>
                    <a:pt x="4314595" y="685789"/>
                  </a:lnTo>
                  <a:lnTo>
                    <a:pt x="4315256" y="678796"/>
                  </a:lnTo>
                  <a:lnTo>
                    <a:pt x="4315916" y="670245"/>
                  </a:lnTo>
                  <a:lnTo>
                    <a:pt x="4316577" y="633923"/>
                  </a:lnTo>
                  <a:lnTo>
                    <a:pt x="4317237" y="627353"/>
                  </a:lnTo>
                  <a:lnTo>
                    <a:pt x="4317898" y="664194"/>
                  </a:lnTo>
                  <a:lnTo>
                    <a:pt x="4318558" y="666564"/>
                  </a:lnTo>
                  <a:lnTo>
                    <a:pt x="4319219" y="631782"/>
                  </a:lnTo>
                  <a:lnTo>
                    <a:pt x="4319879" y="613645"/>
                  </a:lnTo>
                  <a:lnTo>
                    <a:pt x="4320540" y="600758"/>
                  </a:lnTo>
                  <a:lnTo>
                    <a:pt x="4321201" y="603002"/>
                  </a:lnTo>
                  <a:lnTo>
                    <a:pt x="4321861" y="622383"/>
                  </a:lnTo>
                  <a:lnTo>
                    <a:pt x="4322522" y="608060"/>
                  </a:lnTo>
                  <a:lnTo>
                    <a:pt x="4323182" y="559937"/>
                  </a:lnTo>
                  <a:lnTo>
                    <a:pt x="4323843" y="552718"/>
                  </a:lnTo>
                  <a:lnTo>
                    <a:pt x="4324503" y="533668"/>
                  </a:lnTo>
                  <a:lnTo>
                    <a:pt x="4325164" y="524608"/>
                  </a:lnTo>
                  <a:lnTo>
                    <a:pt x="4325824" y="522236"/>
                  </a:lnTo>
                  <a:lnTo>
                    <a:pt x="4326485" y="547020"/>
                  </a:lnTo>
                  <a:lnTo>
                    <a:pt x="4327145" y="531140"/>
                  </a:lnTo>
                  <a:lnTo>
                    <a:pt x="4327806" y="517952"/>
                  </a:lnTo>
                  <a:lnTo>
                    <a:pt x="4328466" y="504041"/>
                  </a:lnTo>
                  <a:lnTo>
                    <a:pt x="4329127" y="447778"/>
                  </a:lnTo>
                  <a:lnTo>
                    <a:pt x="4329787" y="445227"/>
                  </a:lnTo>
                  <a:lnTo>
                    <a:pt x="4330448" y="416965"/>
                  </a:lnTo>
                  <a:lnTo>
                    <a:pt x="4331109" y="416965"/>
                  </a:lnTo>
                  <a:lnTo>
                    <a:pt x="4331769" y="445850"/>
                  </a:lnTo>
                  <a:lnTo>
                    <a:pt x="4332430" y="492007"/>
                  </a:lnTo>
                  <a:lnTo>
                    <a:pt x="4333090" y="577557"/>
                  </a:lnTo>
                  <a:lnTo>
                    <a:pt x="4333751" y="583509"/>
                  </a:lnTo>
                  <a:lnTo>
                    <a:pt x="4334411" y="508957"/>
                  </a:lnTo>
                  <a:lnTo>
                    <a:pt x="4335072" y="508566"/>
                  </a:lnTo>
                  <a:lnTo>
                    <a:pt x="4335732" y="516204"/>
                  </a:lnTo>
                  <a:lnTo>
                    <a:pt x="4336393" y="589431"/>
                  </a:lnTo>
                  <a:lnTo>
                    <a:pt x="4337053" y="614292"/>
                  </a:lnTo>
                  <a:lnTo>
                    <a:pt x="4337714" y="599617"/>
                  </a:lnTo>
                  <a:lnTo>
                    <a:pt x="4338374" y="598845"/>
                  </a:lnTo>
                  <a:lnTo>
                    <a:pt x="4339035" y="588970"/>
                  </a:lnTo>
                  <a:lnTo>
                    <a:pt x="4339695" y="594088"/>
                  </a:lnTo>
                  <a:lnTo>
                    <a:pt x="4340356" y="598581"/>
                  </a:lnTo>
                  <a:lnTo>
                    <a:pt x="4341017" y="588607"/>
                  </a:lnTo>
                  <a:lnTo>
                    <a:pt x="4341677" y="585061"/>
                  </a:lnTo>
                  <a:lnTo>
                    <a:pt x="4342338" y="571294"/>
                  </a:lnTo>
                  <a:lnTo>
                    <a:pt x="4342998" y="535784"/>
                  </a:lnTo>
                  <a:lnTo>
                    <a:pt x="4343659" y="563614"/>
                  </a:lnTo>
                  <a:lnTo>
                    <a:pt x="4344319" y="597839"/>
                  </a:lnTo>
                  <a:lnTo>
                    <a:pt x="4344980" y="603758"/>
                  </a:lnTo>
                  <a:lnTo>
                    <a:pt x="4345640" y="584350"/>
                  </a:lnTo>
                  <a:lnTo>
                    <a:pt x="4346301" y="574873"/>
                  </a:lnTo>
                  <a:lnTo>
                    <a:pt x="4346961" y="567076"/>
                  </a:lnTo>
                  <a:lnTo>
                    <a:pt x="4347622" y="554905"/>
                  </a:lnTo>
                  <a:lnTo>
                    <a:pt x="4348282" y="558501"/>
                  </a:lnTo>
                  <a:lnTo>
                    <a:pt x="4348943" y="551275"/>
                  </a:lnTo>
                  <a:lnTo>
                    <a:pt x="4349603" y="549230"/>
                  </a:lnTo>
                  <a:lnTo>
                    <a:pt x="4350264" y="537765"/>
                  </a:lnTo>
                  <a:lnTo>
                    <a:pt x="4350924" y="525753"/>
                  </a:lnTo>
                  <a:lnTo>
                    <a:pt x="4351585" y="521746"/>
                  </a:lnTo>
                  <a:lnTo>
                    <a:pt x="4352246" y="519582"/>
                  </a:lnTo>
                  <a:lnTo>
                    <a:pt x="4352906" y="513991"/>
                  </a:lnTo>
                  <a:lnTo>
                    <a:pt x="4353567" y="522646"/>
                  </a:lnTo>
                  <a:lnTo>
                    <a:pt x="4354227" y="522852"/>
                  </a:lnTo>
                  <a:lnTo>
                    <a:pt x="4354888" y="509672"/>
                  </a:lnTo>
                  <a:lnTo>
                    <a:pt x="4355548" y="509366"/>
                  </a:lnTo>
                  <a:lnTo>
                    <a:pt x="4356209" y="502127"/>
                  </a:lnTo>
                  <a:lnTo>
                    <a:pt x="4356869" y="455206"/>
                  </a:lnTo>
                  <a:lnTo>
                    <a:pt x="4357530" y="411839"/>
                  </a:lnTo>
                  <a:lnTo>
                    <a:pt x="4358190" y="400820"/>
                  </a:lnTo>
                  <a:lnTo>
                    <a:pt x="4358851" y="387299"/>
                  </a:lnTo>
                  <a:lnTo>
                    <a:pt x="4359511" y="432695"/>
                  </a:lnTo>
                  <a:lnTo>
                    <a:pt x="4360172" y="415283"/>
                  </a:lnTo>
                  <a:lnTo>
                    <a:pt x="4360832" y="404337"/>
                  </a:lnTo>
                  <a:lnTo>
                    <a:pt x="4361493" y="403545"/>
                  </a:lnTo>
                  <a:lnTo>
                    <a:pt x="4362154" y="416451"/>
                  </a:lnTo>
                  <a:lnTo>
                    <a:pt x="4362814" y="453202"/>
                  </a:lnTo>
                  <a:lnTo>
                    <a:pt x="4363475" y="386878"/>
                  </a:lnTo>
                  <a:lnTo>
                    <a:pt x="4364135" y="384586"/>
                  </a:lnTo>
                  <a:lnTo>
                    <a:pt x="4364796" y="440873"/>
                  </a:lnTo>
                  <a:lnTo>
                    <a:pt x="4365456" y="467227"/>
                  </a:lnTo>
                  <a:lnTo>
                    <a:pt x="4366117" y="473235"/>
                  </a:lnTo>
                  <a:lnTo>
                    <a:pt x="4366777" y="494500"/>
                  </a:lnTo>
                  <a:lnTo>
                    <a:pt x="4367438" y="538168"/>
                  </a:lnTo>
                  <a:lnTo>
                    <a:pt x="4368098" y="542011"/>
                  </a:lnTo>
                  <a:lnTo>
                    <a:pt x="4368759" y="568725"/>
                  </a:lnTo>
                  <a:lnTo>
                    <a:pt x="4369419" y="552340"/>
                  </a:lnTo>
                  <a:lnTo>
                    <a:pt x="4370080" y="553803"/>
                  </a:lnTo>
                  <a:lnTo>
                    <a:pt x="4370740" y="571158"/>
                  </a:lnTo>
                  <a:lnTo>
                    <a:pt x="4371401" y="577712"/>
                  </a:lnTo>
                  <a:lnTo>
                    <a:pt x="4372062" y="568329"/>
                  </a:lnTo>
                  <a:lnTo>
                    <a:pt x="4372722" y="567593"/>
                  </a:lnTo>
                  <a:lnTo>
                    <a:pt x="4373383" y="573561"/>
                  </a:lnTo>
                  <a:lnTo>
                    <a:pt x="4374043" y="568664"/>
                  </a:lnTo>
                  <a:lnTo>
                    <a:pt x="4374704" y="566843"/>
                  </a:lnTo>
                  <a:lnTo>
                    <a:pt x="4375364" y="572097"/>
                  </a:lnTo>
                  <a:lnTo>
                    <a:pt x="4376025" y="576401"/>
                  </a:lnTo>
                  <a:lnTo>
                    <a:pt x="4376685" y="580340"/>
                  </a:lnTo>
                  <a:lnTo>
                    <a:pt x="4377346" y="580340"/>
                  </a:lnTo>
                  <a:lnTo>
                    <a:pt x="4378006" y="577669"/>
                  </a:lnTo>
                  <a:lnTo>
                    <a:pt x="4378667" y="576989"/>
                  </a:lnTo>
                  <a:lnTo>
                    <a:pt x="4379327" y="594928"/>
                  </a:lnTo>
                  <a:lnTo>
                    <a:pt x="4379988" y="595520"/>
                  </a:lnTo>
                  <a:lnTo>
                    <a:pt x="4380648" y="596911"/>
                  </a:lnTo>
                  <a:lnTo>
                    <a:pt x="4381309" y="599286"/>
                  </a:lnTo>
                  <a:lnTo>
                    <a:pt x="4381969" y="588745"/>
                  </a:lnTo>
                  <a:lnTo>
                    <a:pt x="4382630" y="590364"/>
                  </a:lnTo>
                  <a:lnTo>
                    <a:pt x="4383291" y="583957"/>
                  </a:lnTo>
                  <a:lnTo>
                    <a:pt x="4383951" y="583916"/>
                  </a:lnTo>
                  <a:lnTo>
                    <a:pt x="4384612" y="579821"/>
                  </a:lnTo>
                  <a:lnTo>
                    <a:pt x="4385272" y="550783"/>
                  </a:lnTo>
                  <a:lnTo>
                    <a:pt x="4385933" y="557519"/>
                  </a:lnTo>
                  <a:lnTo>
                    <a:pt x="4386593" y="583171"/>
                  </a:lnTo>
                  <a:lnTo>
                    <a:pt x="4387254" y="600046"/>
                  </a:lnTo>
                  <a:lnTo>
                    <a:pt x="4387914" y="596424"/>
                  </a:lnTo>
                  <a:lnTo>
                    <a:pt x="4388575" y="582358"/>
                  </a:lnTo>
                  <a:lnTo>
                    <a:pt x="4389235" y="582358"/>
                  </a:lnTo>
                  <a:lnTo>
                    <a:pt x="4389896" y="570995"/>
                  </a:lnTo>
                  <a:lnTo>
                    <a:pt x="4390556" y="573139"/>
                  </a:lnTo>
                  <a:lnTo>
                    <a:pt x="4391217" y="583061"/>
                  </a:lnTo>
                  <a:lnTo>
                    <a:pt x="4391877" y="596209"/>
                  </a:lnTo>
                  <a:lnTo>
                    <a:pt x="4392538" y="632217"/>
                  </a:lnTo>
                  <a:lnTo>
                    <a:pt x="4393199" y="626994"/>
                  </a:lnTo>
                  <a:lnTo>
                    <a:pt x="4393859" y="608126"/>
                  </a:lnTo>
                  <a:lnTo>
                    <a:pt x="4394520" y="602863"/>
                  </a:lnTo>
                  <a:lnTo>
                    <a:pt x="4395180" y="635341"/>
                  </a:lnTo>
                  <a:lnTo>
                    <a:pt x="4395841" y="631585"/>
                  </a:lnTo>
                  <a:lnTo>
                    <a:pt x="4396501" y="602004"/>
                  </a:lnTo>
                  <a:lnTo>
                    <a:pt x="4397162" y="587274"/>
                  </a:lnTo>
                  <a:lnTo>
                    <a:pt x="4397822" y="581562"/>
                  </a:lnTo>
                  <a:lnTo>
                    <a:pt x="4398483" y="583037"/>
                  </a:lnTo>
                  <a:lnTo>
                    <a:pt x="4399143" y="570704"/>
                  </a:lnTo>
                  <a:lnTo>
                    <a:pt x="4399804" y="561754"/>
                  </a:lnTo>
                  <a:lnTo>
                    <a:pt x="4400464" y="534324"/>
                  </a:lnTo>
                  <a:lnTo>
                    <a:pt x="4401125" y="522210"/>
                  </a:lnTo>
                  <a:lnTo>
                    <a:pt x="4401785" y="510331"/>
                  </a:lnTo>
                  <a:lnTo>
                    <a:pt x="4402446" y="493720"/>
                  </a:lnTo>
                  <a:lnTo>
                    <a:pt x="4403107" y="481690"/>
                  </a:lnTo>
                  <a:lnTo>
                    <a:pt x="4403767" y="476185"/>
                  </a:lnTo>
                  <a:lnTo>
                    <a:pt x="4404428" y="470242"/>
                  </a:lnTo>
                  <a:lnTo>
                    <a:pt x="4405088" y="447834"/>
                  </a:lnTo>
                  <a:lnTo>
                    <a:pt x="4405749" y="445939"/>
                  </a:lnTo>
                  <a:lnTo>
                    <a:pt x="4406409" y="444012"/>
                  </a:lnTo>
                  <a:lnTo>
                    <a:pt x="4407070" y="410134"/>
                  </a:lnTo>
                  <a:lnTo>
                    <a:pt x="4407730" y="352270"/>
                  </a:lnTo>
                  <a:lnTo>
                    <a:pt x="4408391" y="372440"/>
                  </a:lnTo>
                  <a:lnTo>
                    <a:pt x="4409051" y="372440"/>
                  </a:lnTo>
                  <a:lnTo>
                    <a:pt x="4409712" y="351481"/>
                  </a:lnTo>
                  <a:lnTo>
                    <a:pt x="4410372" y="333416"/>
                  </a:lnTo>
                  <a:lnTo>
                    <a:pt x="4411033" y="318142"/>
                  </a:lnTo>
                  <a:lnTo>
                    <a:pt x="4411693" y="323856"/>
                  </a:lnTo>
                  <a:lnTo>
                    <a:pt x="4412354" y="327918"/>
                  </a:lnTo>
                  <a:lnTo>
                    <a:pt x="4413015" y="341773"/>
                  </a:lnTo>
                  <a:lnTo>
                    <a:pt x="4413675" y="392312"/>
                  </a:lnTo>
                  <a:lnTo>
                    <a:pt x="4414336" y="415959"/>
                  </a:lnTo>
                  <a:lnTo>
                    <a:pt x="4414996" y="439941"/>
                  </a:lnTo>
                  <a:lnTo>
                    <a:pt x="4415657" y="478004"/>
                  </a:lnTo>
                  <a:lnTo>
                    <a:pt x="4416317" y="505990"/>
                  </a:lnTo>
                  <a:lnTo>
                    <a:pt x="4416978" y="531788"/>
                  </a:lnTo>
                  <a:lnTo>
                    <a:pt x="4417638" y="559152"/>
                  </a:lnTo>
                  <a:lnTo>
                    <a:pt x="4418299" y="572329"/>
                  </a:lnTo>
                  <a:lnTo>
                    <a:pt x="4418959" y="542159"/>
                  </a:lnTo>
                  <a:lnTo>
                    <a:pt x="4419620" y="563512"/>
                  </a:lnTo>
                  <a:lnTo>
                    <a:pt x="4420280" y="572614"/>
                  </a:lnTo>
                  <a:lnTo>
                    <a:pt x="4420941" y="572614"/>
                  </a:lnTo>
                  <a:lnTo>
                    <a:pt x="4421601" y="569966"/>
                  </a:lnTo>
                  <a:lnTo>
                    <a:pt x="4422262" y="568981"/>
                  </a:lnTo>
                  <a:lnTo>
                    <a:pt x="4422922" y="583606"/>
                  </a:lnTo>
                  <a:lnTo>
                    <a:pt x="4423583" y="608391"/>
                  </a:lnTo>
                  <a:lnTo>
                    <a:pt x="4424244" y="617462"/>
                  </a:lnTo>
                  <a:lnTo>
                    <a:pt x="4424904" y="606010"/>
                  </a:lnTo>
                  <a:lnTo>
                    <a:pt x="4425565" y="594362"/>
                  </a:lnTo>
                  <a:lnTo>
                    <a:pt x="4426225" y="601571"/>
                  </a:lnTo>
                  <a:lnTo>
                    <a:pt x="4426886" y="597515"/>
                  </a:lnTo>
                  <a:lnTo>
                    <a:pt x="4427546" y="605707"/>
                  </a:lnTo>
                  <a:lnTo>
                    <a:pt x="4428207" y="644378"/>
                  </a:lnTo>
                  <a:lnTo>
                    <a:pt x="4428867" y="634358"/>
                  </a:lnTo>
                  <a:lnTo>
                    <a:pt x="4429528" y="617588"/>
                  </a:lnTo>
                  <a:lnTo>
                    <a:pt x="4430188" y="622021"/>
                  </a:lnTo>
                  <a:lnTo>
                    <a:pt x="4430849" y="621147"/>
                  </a:lnTo>
                  <a:lnTo>
                    <a:pt x="4431509" y="652950"/>
                  </a:lnTo>
                  <a:lnTo>
                    <a:pt x="4432170" y="670000"/>
                  </a:lnTo>
                  <a:lnTo>
                    <a:pt x="4432830" y="659815"/>
                  </a:lnTo>
                  <a:lnTo>
                    <a:pt x="4433491" y="633322"/>
                  </a:lnTo>
                  <a:lnTo>
                    <a:pt x="4434152" y="608601"/>
                  </a:lnTo>
                  <a:lnTo>
                    <a:pt x="4434812" y="613991"/>
                  </a:lnTo>
                  <a:lnTo>
                    <a:pt x="4435473" y="635591"/>
                  </a:lnTo>
                  <a:lnTo>
                    <a:pt x="4436133" y="640668"/>
                  </a:lnTo>
                  <a:lnTo>
                    <a:pt x="4436794" y="642142"/>
                  </a:lnTo>
                  <a:lnTo>
                    <a:pt x="4437454" y="652253"/>
                  </a:lnTo>
                  <a:lnTo>
                    <a:pt x="4438115" y="633200"/>
                  </a:lnTo>
                  <a:lnTo>
                    <a:pt x="4438775" y="636173"/>
                  </a:lnTo>
                  <a:lnTo>
                    <a:pt x="4439436" y="647278"/>
                  </a:lnTo>
                  <a:lnTo>
                    <a:pt x="4440096" y="664134"/>
                  </a:lnTo>
                  <a:lnTo>
                    <a:pt x="4440757" y="678659"/>
                  </a:lnTo>
                  <a:lnTo>
                    <a:pt x="4441417" y="655883"/>
                  </a:lnTo>
                  <a:lnTo>
                    <a:pt x="4442078" y="653397"/>
                  </a:lnTo>
                  <a:lnTo>
                    <a:pt x="4442738" y="677854"/>
                  </a:lnTo>
                  <a:lnTo>
                    <a:pt x="4443399" y="687739"/>
                  </a:lnTo>
                  <a:lnTo>
                    <a:pt x="4444060" y="676453"/>
                  </a:lnTo>
                  <a:lnTo>
                    <a:pt x="4444720" y="692692"/>
                  </a:lnTo>
                  <a:lnTo>
                    <a:pt x="4445381" y="697378"/>
                  </a:lnTo>
                  <a:lnTo>
                    <a:pt x="4446041" y="692464"/>
                  </a:lnTo>
                  <a:lnTo>
                    <a:pt x="4446702" y="670903"/>
                  </a:lnTo>
                  <a:lnTo>
                    <a:pt x="4447362" y="676793"/>
                  </a:lnTo>
                  <a:lnTo>
                    <a:pt x="4448023" y="681184"/>
                  </a:lnTo>
                  <a:lnTo>
                    <a:pt x="4448683" y="677175"/>
                  </a:lnTo>
                  <a:lnTo>
                    <a:pt x="4449344" y="660257"/>
                  </a:lnTo>
                  <a:lnTo>
                    <a:pt x="4450004" y="669292"/>
                  </a:lnTo>
                  <a:lnTo>
                    <a:pt x="4450665" y="675205"/>
                  </a:lnTo>
                  <a:lnTo>
                    <a:pt x="4451325" y="698511"/>
                  </a:lnTo>
                  <a:lnTo>
                    <a:pt x="4451986" y="671286"/>
                  </a:lnTo>
                  <a:lnTo>
                    <a:pt x="4452646" y="662503"/>
                  </a:lnTo>
                  <a:lnTo>
                    <a:pt x="4453307" y="644845"/>
                  </a:lnTo>
                  <a:lnTo>
                    <a:pt x="4453967" y="628937"/>
                  </a:lnTo>
                  <a:lnTo>
                    <a:pt x="4454628" y="637539"/>
                  </a:lnTo>
                  <a:lnTo>
                    <a:pt x="4455289" y="635491"/>
                  </a:lnTo>
                  <a:lnTo>
                    <a:pt x="4455949" y="645718"/>
                  </a:lnTo>
                  <a:lnTo>
                    <a:pt x="4456610" y="625044"/>
                  </a:lnTo>
                  <a:lnTo>
                    <a:pt x="4457270" y="610087"/>
                  </a:lnTo>
                  <a:lnTo>
                    <a:pt x="4457931" y="635406"/>
                  </a:lnTo>
                  <a:lnTo>
                    <a:pt x="4458591" y="644947"/>
                  </a:lnTo>
                  <a:lnTo>
                    <a:pt x="4459252" y="599272"/>
                  </a:lnTo>
                  <a:lnTo>
                    <a:pt x="4459912" y="658261"/>
                  </a:lnTo>
                  <a:lnTo>
                    <a:pt x="4460573" y="658532"/>
                  </a:lnTo>
                  <a:lnTo>
                    <a:pt x="4461233" y="591750"/>
                  </a:lnTo>
                  <a:lnTo>
                    <a:pt x="4461894" y="536861"/>
                  </a:lnTo>
                  <a:lnTo>
                    <a:pt x="4462554" y="495455"/>
                  </a:lnTo>
                  <a:lnTo>
                    <a:pt x="4463215" y="493995"/>
                  </a:lnTo>
                  <a:lnTo>
                    <a:pt x="4463875" y="525333"/>
                  </a:lnTo>
                  <a:lnTo>
                    <a:pt x="4464536" y="543820"/>
                  </a:lnTo>
                  <a:lnTo>
                    <a:pt x="4465197" y="587296"/>
                  </a:lnTo>
                  <a:lnTo>
                    <a:pt x="4465857" y="587654"/>
                  </a:lnTo>
                  <a:lnTo>
                    <a:pt x="4466518" y="600600"/>
                  </a:lnTo>
                  <a:lnTo>
                    <a:pt x="4467178" y="604058"/>
                  </a:lnTo>
                  <a:lnTo>
                    <a:pt x="4467839" y="580819"/>
                  </a:lnTo>
                  <a:lnTo>
                    <a:pt x="4468499" y="556878"/>
                  </a:lnTo>
                  <a:lnTo>
                    <a:pt x="4469160" y="546928"/>
                  </a:lnTo>
                  <a:lnTo>
                    <a:pt x="4469820" y="570729"/>
                  </a:lnTo>
                  <a:lnTo>
                    <a:pt x="4470481" y="582616"/>
                  </a:lnTo>
                  <a:lnTo>
                    <a:pt x="4471141" y="612433"/>
                  </a:lnTo>
                  <a:lnTo>
                    <a:pt x="4471802" y="589610"/>
                  </a:lnTo>
                  <a:lnTo>
                    <a:pt x="4472462" y="582737"/>
                  </a:lnTo>
                  <a:lnTo>
                    <a:pt x="4473123" y="582948"/>
                  </a:lnTo>
                  <a:lnTo>
                    <a:pt x="4473783" y="618441"/>
                  </a:lnTo>
                  <a:lnTo>
                    <a:pt x="4474444" y="627882"/>
                  </a:lnTo>
                  <a:lnTo>
                    <a:pt x="4475105" y="626615"/>
                  </a:lnTo>
                  <a:lnTo>
                    <a:pt x="4475765" y="628962"/>
                  </a:lnTo>
                  <a:lnTo>
                    <a:pt x="4476426" y="634109"/>
                  </a:lnTo>
                  <a:lnTo>
                    <a:pt x="4477086" y="601104"/>
                  </a:lnTo>
                  <a:lnTo>
                    <a:pt x="4477747" y="571135"/>
                  </a:lnTo>
                  <a:lnTo>
                    <a:pt x="4478407" y="610971"/>
                  </a:lnTo>
                  <a:lnTo>
                    <a:pt x="4479068" y="615300"/>
                  </a:lnTo>
                  <a:lnTo>
                    <a:pt x="4479728" y="613799"/>
                  </a:lnTo>
                  <a:lnTo>
                    <a:pt x="4480389" y="608409"/>
                  </a:lnTo>
                  <a:lnTo>
                    <a:pt x="4481049" y="599779"/>
                  </a:lnTo>
                  <a:lnTo>
                    <a:pt x="4481710" y="597892"/>
                  </a:lnTo>
                  <a:lnTo>
                    <a:pt x="4482370" y="602146"/>
                  </a:lnTo>
                  <a:lnTo>
                    <a:pt x="4483031" y="622080"/>
                  </a:lnTo>
                  <a:lnTo>
                    <a:pt x="4483691" y="628201"/>
                  </a:lnTo>
                  <a:lnTo>
                    <a:pt x="4484352" y="621725"/>
                  </a:lnTo>
                  <a:lnTo>
                    <a:pt x="4485013" y="621207"/>
                  </a:lnTo>
                  <a:lnTo>
                    <a:pt x="4485673" y="606384"/>
                  </a:lnTo>
                  <a:lnTo>
                    <a:pt x="4486334" y="595169"/>
                  </a:lnTo>
                  <a:lnTo>
                    <a:pt x="4486994" y="586737"/>
                  </a:lnTo>
                  <a:lnTo>
                    <a:pt x="4487655" y="600059"/>
                  </a:lnTo>
                  <a:lnTo>
                    <a:pt x="4488315" y="616109"/>
                  </a:lnTo>
                  <a:lnTo>
                    <a:pt x="4488976" y="607713"/>
                  </a:lnTo>
                  <a:lnTo>
                    <a:pt x="4489636" y="630453"/>
                  </a:lnTo>
                  <a:lnTo>
                    <a:pt x="4490297" y="652294"/>
                  </a:lnTo>
                  <a:lnTo>
                    <a:pt x="4490957" y="616125"/>
                  </a:lnTo>
                  <a:lnTo>
                    <a:pt x="4491618" y="603996"/>
                  </a:lnTo>
                  <a:lnTo>
                    <a:pt x="4492278" y="609111"/>
                  </a:lnTo>
                  <a:lnTo>
                    <a:pt x="4492939" y="602997"/>
                  </a:lnTo>
                  <a:lnTo>
                    <a:pt x="4493599" y="591006"/>
                  </a:lnTo>
                  <a:lnTo>
                    <a:pt x="4494260" y="590010"/>
                  </a:lnTo>
                  <a:lnTo>
                    <a:pt x="4494920" y="608851"/>
                  </a:lnTo>
                  <a:lnTo>
                    <a:pt x="4495581" y="634569"/>
                  </a:lnTo>
                  <a:lnTo>
                    <a:pt x="4496242" y="639083"/>
                  </a:lnTo>
                  <a:lnTo>
                    <a:pt x="4496902" y="646923"/>
                  </a:lnTo>
                  <a:lnTo>
                    <a:pt x="4497563" y="646923"/>
                  </a:lnTo>
                  <a:lnTo>
                    <a:pt x="4498223" y="638434"/>
                  </a:lnTo>
                  <a:lnTo>
                    <a:pt x="4498884" y="625501"/>
                  </a:lnTo>
                  <a:lnTo>
                    <a:pt x="4499544" y="665013"/>
                  </a:lnTo>
                  <a:lnTo>
                    <a:pt x="4500205" y="667856"/>
                  </a:lnTo>
                  <a:lnTo>
                    <a:pt x="4500865" y="667856"/>
                  </a:lnTo>
                  <a:lnTo>
                    <a:pt x="4501526" y="634651"/>
                  </a:lnTo>
                  <a:lnTo>
                    <a:pt x="4502186" y="620273"/>
                  </a:lnTo>
                  <a:lnTo>
                    <a:pt x="4502847" y="612258"/>
                  </a:lnTo>
                  <a:lnTo>
                    <a:pt x="4503507" y="623615"/>
                  </a:lnTo>
                  <a:lnTo>
                    <a:pt x="4504168" y="651771"/>
                  </a:lnTo>
                  <a:lnTo>
                    <a:pt x="4504828" y="668512"/>
                  </a:lnTo>
                  <a:lnTo>
                    <a:pt x="4505489" y="641767"/>
                  </a:lnTo>
                  <a:lnTo>
                    <a:pt x="4506150" y="643355"/>
                  </a:lnTo>
                  <a:lnTo>
                    <a:pt x="4506810" y="636239"/>
                  </a:lnTo>
                  <a:lnTo>
                    <a:pt x="4507471" y="655522"/>
                  </a:lnTo>
                  <a:lnTo>
                    <a:pt x="4508131" y="666406"/>
                  </a:lnTo>
                  <a:lnTo>
                    <a:pt x="4508792" y="679562"/>
                  </a:lnTo>
                  <a:lnTo>
                    <a:pt x="4509452" y="659014"/>
                  </a:lnTo>
                  <a:lnTo>
                    <a:pt x="4510113" y="644480"/>
                  </a:lnTo>
                  <a:lnTo>
                    <a:pt x="4510773" y="655846"/>
                  </a:lnTo>
                  <a:lnTo>
                    <a:pt x="4511434" y="659014"/>
                  </a:lnTo>
                  <a:lnTo>
                    <a:pt x="4512094" y="643104"/>
                  </a:lnTo>
                  <a:lnTo>
                    <a:pt x="4512755" y="593875"/>
                  </a:lnTo>
                  <a:lnTo>
                    <a:pt x="4513415" y="577472"/>
                  </a:lnTo>
                  <a:lnTo>
                    <a:pt x="4514076" y="604777"/>
                  </a:lnTo>
                  <a:lnTo>
                    <a:pt x="4514736" y="643474"/>
                  </a:lnTo>
                  <a:lnTo>
                    <a:pt x="4515397" y="675416"/>
                  </a:lnTo>
                  <a:lnTo>
                    <a:pt x="4516058" y="672509"/>
                  </a:lnTo>
                  <a:lnTo>
                    <a:pt x="4516718" y="642998"/>
                  </a:lnTo>
                  <a:lnTo>
                    <a:pt x="4517379" y="645936"/>
                  </a:lnTo>
                  <a:lnTo>
                    <a:pt x="4518039" y="641245"/>
                  </a:lnTo>
                  <a:lnTo>
                    <a:pt x="4518700" y="660147"/>
                  </a:lnTo>
                  <a:lnTo>
                    <a:pt x="4519360" y="660805"/>
                  </a:lnTo>
                  <a:lnTo>
                    <a:pt x="4520021" y="621738"/>
                  </a:lnTo>
                  <a:lnTo>
                    <a:pt x="4520681" y="566665"/>
                  </a:lnTo>
                  <a:lnTo>
                    <a:pt x="4521342" y="577817"/>
                  </a:lnTo>
                  <a:lnTo>
                    <a:pt x="4522002" y="622508"/>
                  </a:lnTo>
                  <a:lnTo>
                    <a:pt x="4522663" y="626909"/>
                  </a:lnTo>
                  <a:lnTo>
                    <a:pt x="4523323" y="618702"/>
                  </a:lnTo>
                  <a:lnTo>
                    <a:pt x="4523984" y="588506"/>
                  </a:lnTo>
                  <a:lnTo>
                    <a:pt x="4524644" y="565310"/>
                  </a:lnTo>
                  <a:lnTo>
                    <a:pt x="4525305" y="597897"/>
                  </a:lnTo>
                  <a:lnTo>
                    <a:pt x="4525965" y="587947"/>
                  </a:lnTo>
                  <a:lnTo>
                    <a:pt x="4526626" y="572074"/>
                  </a:lnTo>
                  <a:lnTo>
                    <a:pt x="4527287" y="552760"/>
                  </a:lnTo>
                  <a:lnTo>
                    <a:pt x="4527947" y="558440"/>
                  </a:lnTo>
                  <a:lnTo>
                    <a:pt x="4528608" y="612052"/>
                  </a:lnTo>
                  <a:lnTo>
                    <a:pt x="4529268" y="582446"/>
                  </a:lnTo>
                  <a:lnTo>
                    <a:pt x="4529929" y="545098"/>
                  </a:lnTo>
                  <a:lnTo>
                    <a:pt x="4530589" y="502163"/>
                  </a:lnTo>
                  <a:lnTo>
                    <a:pt x="4531250" y="554656"/>
                  </a:lnTo>
                  <a:lnTo>
                    <a:pt x="4531910" y="583369"/>
                  </a:lnTo>
                  <a:lnTo>
                    <a:pt x="4532571" y="572517"/>
                  </a:lnTo>
                  <a:lnTo>
                    <a:pt x="4533231" y="580673"/>
                  </a:lnTo>
                  <a:lnTo>
                    <a:pt x="4533892" y="604172"/>
                  </a:lnTo>
                  <a:lnTo>
                    <a:pt x="4534552" y="600320"/>
                  </a:lnTo>
                  <a:lnTo>
                    <a:pt x="4535213" y="604172"/>
                  </a:lnTo>
                  <a:lnTo>
                    <a:pt x="4535873" y="631494"/>
                  </a:lnTo>
                  <a:lnTo>
                    <a:pt x="4536534" y="649912"/>
                  </a:lnTo>
                  <a:lnTo>
                    <a:pt x="4537195" y="651631"/>
                  </a:lnTo>
                  <a:lnTo>
                    <a:pt x="4537855" y="652986"/>
                  </a:lnTo>
                  <a:lnTo>
                    <a:pt x="4538516" y="632546"/>
                  </a:lnTo>
                  <a:lnTo>
                    <a:pt x="4539176" y="634756"/>
                  </a:lnTo>
                  <a:lnTo>
                    <a:pt x="4539837" y="654042"/>
                  </a:lnTo>
                  <a:lnTo>
                    <a:pt x="4540497" y="633183"/>
                  </a:lnTo>
                  <a:lnTo>
                    <a:pt x="4541158" y="610892"/>
                  </a:lnTo>
                  <a:lnTo>
                    <a:pt x="4541818" y="610892"/>
                  </a:lnTo>
                  <a:lnTo>
                    <a:pt x="4542479" y="616922"/>
                  </a:lnTo>
                  <a:lnTo>
                    <a:pt x="4543139" y="616779"/>
                  </a:lnTo>
                  <a:lnTo>
                    <a:pt x="4543800" y="606252"/>
                  </a:lnTo>
                  <a:lnTo>
                    <a:pt x="4544460" y="611368"/>
                  </a:lnTo>
                  <a:lnTo>
                    <a:pt x="4545121" y="633151"/>
                  </a:lnTo>
                  <a:lnTo>
                    <a:pt x="4545781" y="635265"/>
                  </a:lnTo>
                  <a:lnTo>
                    <a:pt x="4546442" y="636596"/>
                  </a:lnTo>
                  <a:lnTo>
                    <a:pt x="4547103" y="642889"/>
                  </a:lnTo>
                  <a:lnTo>
                    <a:pt x="4547763" y="632398"/>
                  </a:lnTo>
                  <a:lnTo>
                    <a:pt x="4548424" y="585534"/>
                  </a:lnTo>
                  <a:lnTo>
                    <a:pt x="4549084" y="614312"/>
                  </a:lnTo>
                  <a:lnTo>
                    <a:pt x="4549745" y="646025"/>
                  </a:lnTo>
                  <a:lnTo>
                    <a:pt x="4550405" y="653962"/>
                  </a:lnTo>
                  <a:lnTo>
                    <a:pt x="4551066" y="659489"/>
                  </a:lnTo>
                  <a:lnTo>
                    <a:pt x="4551726" y="651333"/>
                  </a:lnTo>
                  <a:lnTo>
                    <a:pt x="4552387" y="640452"/>
                  </a:lnTo>
                  <a:lnTo>
                    <a:pt x="4553047" y="659489"/>
                  </a:lnTo>
                  <a:lnTo>
                    <a:pt x="4553708" y="654217"/>
                  </a:lnTo>
                  <a:lnTo>
                    <a:pt x="4554368" y="674283"/>
                  </a:lnTo>
                  <a:lnTo>
                    <a:pt x="4555029" y="670787"/>
                  </a:lnTo>
                  <a:lnTo>
                    <a:pt x="4555689" y="656293"/>
                  </a:lnTo>
                  <a:lnTo>
                    <a:pt x="4556350" y="651678"/>
                  </a:lnTo>
                  <a:lnTo>
                    <a:pt x="4557011" y="657862"/>
                  </a:lnTo>
                  <a:lnTo>
                    <a:pt x="4557671" y="652604"/>
                  </a:lnTo>
                  <a:lnTo>
                    <a:pt x="4558332" y="630913"/>
                  </a:lnTo>
                  <a:lnTo>
                    <a:pt x="4558992" y="645578"/>
                  </a:lnTo>
                  <a:lnTo>
                    <a:pt x="4559653" y="665221"/>
                  </a:lnTo>
                  <a:lnTo>
                    <a:pt x="4560313" y="646821"/>
                  </a:lnTo>
                  <a:lnTo>
                    <a:pt x="4560974" y="605077"/>
                  </a:lnTo>
                  <a:lnTo>
                    <a:pt x="4561634" y="574308"/>
                  </a:lnTo>
                  <a:lnTo>
                    <a:pt x="4562295" y="586467"/>
                  </a:lnTo>
                  <a:lnTo>
                    <a:pt x="4562955" y="598829"/>
                  </a:lnTo>
                  <a:lnTo>
                    <a:pt x="4563616" y="623213"/>
                  </a:lnTo>
                  <a:lnTo>
                    <a:pt x="4564276" y="662371"/>
                  </a:lnTo>
                  <a:lnTo>
                    <a:pt x="4564937" y="657713"/>
                  </a:lnTo>
                  <a:lnTo>
                    <a:pt x="4565597" y="648803"/>
                  </a:lnTo>
                  <a:lnTo>
                    <a:pt x="4566258" y="642252"/>
                  </a:lnTo>
                  <a:lnTo>
                    <a:pt x="4566918" y="647448"/>
                  </a:lnTo>
                  <a:lnTo>
                    <a:pt x="4567579" y="651811"/>
                  </a:lnTo>
                  <a:lnTo>
                    <a:pt x="4568240" y="640876"/>
                  </a:lnTo>
                  <a:lnTo>
                    <a:pt x="4568900" y="615054"/>
                  </a:lnTo>
                  <a:lnTo>
                    <a:pt x="4569561" y="612727"/>
                  </a:lnTo>
                  <a:lnTo>
                    <a:pt x="4570221" y="616278"/>
                  </a:lnTo>
                  <a:lnTo>
                    <a:pt x="4570882" y="614218"/>
                  </a:lnTo>
                  <a:lnTo>
                    <a:pt x="4571542" y="614218"/>
                  </a:lnTo>
                  <a:lnTo>
                    <a:pt x="4572203" y="600739"/>
                  </a:lnTo>
                  <a:lnTo>
                    <a:pt x="4572863" y="605587"/>
                  </a:lnTo>
                  <a:lnTo>
                    <a:pt x="4573524" y="631016"/>
                  </a:lnTo>
                  <a:lnTo>
                    <a:pt x="4574184" y="661208"/>
                  </a:lnTo>
                  <a:lnTo>
                    <a:pt x="4574845" y="655756"/>
                  </a:lnTo>
                  <a:lnTo>
                    <a:pt x="4575505" y="657886"/>
                  </a:lnTo>
                  <a:lnTo>
                    <a:pt x="4576166" y="671610"/>
                  </a:lnTo>
                  <a:lnTo>
                    <a:pt x="4576826" y="691982"/>
                  </a:lnTo>
                  <a:lnTo>
                    <a:pt x="4577487" y="688219"/>
                  </a:lnTo>
                  <a:lnTo>
                    <a:pt x="4578148" y="686661"/>
                  </a:lnTo>
                  <a:lnTo>
                    <a:pt x="4578808" y="667864"/>
                  </a:lnTo>
                  <a:lnTo>
                    <a:pt x="4579469" y="663635"/>
                  </a:lnTo>
                  <a:lnTo>
                    <a:pt x="4580129" y="661886"/>
                  </a:lnTo>
                  <a:lnTo>
                    <a:pt x="4580790" y="672438"/>
                  </a:lnTo>
                  <a:lnTo>
                    <a:pt x="4581450" y="671958"/>
                  </a:lnTo>
                  <a:lnTo>
                    <a:pt x="4582111" y="678623"/>
                  </a:lnTo>
                  <a:lnTo>
                    <a:pt x="4582771" y="676730"/>
                  </a:lnTo>
                  <a:lnTo>
                    <a:pt x="4583432" y="677077"/>
                  </a:lnTo>
                  <a:lnTo>
                    <a:pt x="4584092" y="660422"/>
                  </a:lnTo>
                  <a:lnTo>
                    <a:pt x="4584753" y="635603"/>
                  </a:lnTo>
                  <a:lnTo>
                    <a:pt x="4585413" y="627939"/>
                  </a:lnTo>
                  <a:lnTo>
                    <a:pt x="4586074" y="629356"/>
                  </a:lnTo>
                  <a:lnTo>
                    <a:pt x="4586734" y="656573"/>
                  </a:lnTo>
                  <a:lnTo>
                    <a:pt x="4587395" y="665023"/>
                  </a:lnTo>
                  <a:lnTo>
                    <a:pt x="4588056" y="686103"/>
                  </a:lnTo>
                  <a:lnTo>
                    <a:pt x="4588716" y="697692"/>
                  </a:lnTo>
                  <a:lnTo>
                    <a:pt x="4589377" y="688643"/>
                  </a:lnTo>
                  <a:lnTo>
                    <a:pt x="4590037" y="671367"/>
                  </a:lnTo>
                  <a:lnTo>
                    <a:pt x="4590698" y="673997"/>
                  </a:lnTo>
                  <a:lnTo>
                    <a:pt x="4591358" y="667891"/>
                  </a:lnTo>
                  <a:lnTo>
                    <a:pt x="4592019" y="672739"/>
                  </a:lnTo>
                  <a:lnTo>
                    <a:pt x="4592679" y="673126"/>
                  </a:lnTo>
                  <a:lnTo>
                    <a:pt x="4593340" y="645477"/>
                  </a:lnTo>
                  <a:lnTo>
                    <a:pt x="4594000" y="639699"/>
                  </a:lnTo>
                  <a:lnTo>
                    <a:pt x="4594661" y="658441"/>
                  </a:lnTo>
                  <a:lnTo>
                    <a:pt x="4595321" y="657815"/>
                  </a:lnTo>
                  <a:lnTo>
                    <a:pt x="4595982" y="672962"/>
                  </a:lnTo>
                  <a:lnTo>
                    <a:pt x="4596642" y="677959"/>
                  </a:lnTo>
                  <a:lnTo>
                    <a:pt x="4597303" y="688490"/>
                  </a:lnTo>
                  <a:lnTo>
                    <a:pt x="4597963" y="703854"/>
                  </a:lnTo>
                  <a:lnTo>
                    <a:pt x="4598624" y="687888"/>
                  </a:lnTo>
                  <a:lnTo>
                    <a:pt x="4599285" y="673810"/>
                  </a:lnTo>
                  <a:lnTo>
                    <a:pt x="4599945" y="674219"/>
                  </a:lnTo>
                  <a:lnTo>
                    <a:pt x="4600606" y="657287"/>
                  </a:lnTo>
                  <a:lnTo>
                    <a:pt x="4601266" y="665610"/>
                  </a:lnTo>
                  <a:lnTo>
                    <a:pt x="4601927" y="665246"/>
                  </a:lnTo>
                  <a:lnTo>
                    <a:pt x="4602587" y="668962"/>
                  </a:lnTo>
                  <a:lnTo>
                    <a:pt x="4603248" y="685068"/>
                  </a:lnTo>
                  <a:lnTo>
                    <a:pt x="4603908" y="703980"/>
                  </a:lnTo>
                  <a:lnTo>
                    <a:pt x="4604569" y="685455"/>
                  </a:lnTo>
                  <a:lnTo>
                    <a:pt x="4605229" y="678369"/>
                  </a:lnTo>
                  <a:lnTo>
                    <a:pt x="4605890" y="645700"/>
                  </a:lnTo>
                  <a:lnTo>
                    <a:pt x="4606550" y="665919"/>
                  </a:lnTo>
                  <a:lnTo>
                    <a:pt x="4607211" y="685455"/>
                  </a:lnTo>
                  <a:lnTo>
                    <a:pt x="4607871" y="680256"/>
                  </a:lnTo>
                  <a:lnTo>
                    <a:pt x="4608532" y="673147"/>
                  </a:lnTo>
                  <a:lnTo>
                    <a:pt x="4609193" y="678395"/>
                  </a:lnTo>
                  <a:lnTo>
                    <a:pt x="4609853" y="666774"/>
                  </a:lnTo>
                  <a:lnTo>
                    <a:pt x="4610514" y="674405"/>
                  </a:lnTo>
                  <a:lnTo>
                    <a:pt x="4611174" y="690938"/>
                  </a:lnTo>
                  <a:lnTo>
                    <a:pt x="4611835" y="701541"/>
                  </a:lnTo>
                  <a:lnTo>
                    <a:pt x="4612495" y="683847"/>
                  </a:lnTo>
                  <a:lnTo>
                    <a:pt x="4613156" y="639861"/>
                  </a:lnTo>
                  <a:lnTo>
                    <a:pt x="4613816" y="655292"/>
                  </a:lnTo>
                  <a:lnTo>
                    <a:pt x="4614477" y="686940"/>
                  </a:lnTo>
                  <a:lnTo>
                    <a:pt x="4615137" y="671551"/>
                  </a:lnTo>
                  <a:lnTo>
                    <a:pt x="4615798" y="645433"/>
                  </a:lnTo>
                  <a:lnTo>
                    <a:pt x="4616458" y="654705"/>
                  </a:lnTo>
                  <a:lnTo>
                    <a:pt x="4617119" y="650745"/>
                  </a:lnTo>
                  <a:lnTo>
                    <a:pt x="4617779" y="656469"/>
                  </a:lnTo>
                  <a:lnTo>
                    <a:pt x="4618440" y="652121"/>
                  </a:lnTo>
                  <a:lnTo>
                    <a:pt x="4619101" y="659155"/>
                  </a:lnTo>
                  <a:lnTo>
                    <a:pt x="4619761" y="649867"/>
                  </a:lnTo>
                  <a:lnTo>
                    <a:pt x="4620422" y="627691"/>
                  </a:lnTo>
                  <a:lnTo>
                    <a:pt x="4621082" y="636564"/>
                  </a:lnTo>
                  <a:lnTo>
                    <a:pt x="4621743" y="643491"/>
                  </a:lnTo>
                  <a:lnTo>
                    <a:pt x="4622403" y="633199"/>
                  </a:lnTo>
                  <a:lnTo>
                    <a:pt x="4623064" y="623363"/>
                  </a:lnTo>
                  <a:lnTo>
                    <a:pt x="4623724" y="626061"/>
                  </a:lnTo>
                  <a:lnTo>
                    <a:pt x="4624385" y="653448"/>
                  </a:lnTo>
                  <a:lnTo>
                    <a:pt x="4625045" y="665881"/>
                  </a:lnTo>
                  <a:lnTo>
                    <a:pt x="4625706" y="672663"/>
                  </a:lnTo>
                  <a:lnTo>
                    <a:pt x="4626366" y="651032"/>
                  </a:lnTo>
                  <a:lnTo>
                    <a:pt x="4627027" y="649558"/>
                  </a:lnTo>
                  <a:lnTo>
                    <a:pt x="4627687" y="655037"/>
                  </a:lnTo>
                  <a:lnTo>
                    <a:pt x="4628348" y="680703"/>
                  </a:lnTo>
                  <a:lnTo>
                    <a:pt x="4629009" y="677318"/>
                  </a:lnTo>
                  <a:lnTo>
                    <a:pt x="4629669" y="623392"/>
                  </a:lnTo>
                  <a:lnTo>
                    <a:pt x="4630330" y="605789"/>
                  </a:lnTo>
                  <a:lnTo>
                    <a:pt x="4630990" y="630609"/>
                  </a:lnTo>
                  <a:lnTo>
                    <a:pt x="4631651" y="642622"/>
                  </a:lnTo>
                  <a:lnTo>
                    <a:pt x="4632311" y="646349"/>
                  </a:lnTo>
                  <a:lnTo>
                    <a:pt x="4632972" y="643004"/>
                  </a:lnTo>
                  <a:lnTo>
                    <a:pt x="4633632" y="640585"/>
                  </a:lnTo>
                  <a:lnTo>
                    <a:pt x="4634293" y="683859"/>
                  </a:lnTo>
                  <a:lnTo>
                    <a:pt x="4634953" y="677595"/>
                  </a:lnTo>
                  <a:lnTo>
                    <a:pt x="4635614" y="657495"/>
                  </a:lnTo>
                  <a:lnTo>
                    <a:pt x="4636274" y="652299"/>
                  </a:lnTo>
                  <a:lnTo>
                    <a:pt x="4636935" y="665691"/>
                  </a:lnTo>
                  <a:lnTo>
                    <a:pt x="4637595" y="671551"/>
                  </a:lnTo>
                  <a:lnTo>
                    <a:pt x="4638256" y="684719"/>
                  </a:lnTo>
                  <a:lnTo>
                    <a:pt x="4638916" y="676641"/>
                  </a:lnTo>
                  <a:lnTo>
                    <a:pt x="4639577" y="679346"/>
                  </a:lnTo>
                  <a:lnTo>
                    <a:pt x="4640238" y="686038"/>
                  </a:lnTo>
                  <a:lnTo>
                    <a:pt x="4640898" y="648017"/>
                  </a:lnTo>
                  <a:lnTo>
                    <a:pt x="4641559" y="626363"/>
                  </a:lnTo>
                  <a:lnTo>
                    <a:pt x="4642219" y="624226"/>
                  </a:lnTo>
                  <a:lnTo>
                    <a:pt x="4642880" y="618024"/>
                  </a:lnTo>
                  <a:lnTo>
                    <a:pt x="4643540" y="639257"/>
                  </a:lnTo>
                  <a:lnTo>
                    <a:pt x="4644201" y="670539"/>
                  </a:lnTo>
                  <a:lnTo>
                    <a:pt x="4644861" y="660835"/>
                  </a:lnTo>
                  <a:lnTo>
                    <a:pt x="4645522" y="655988"/>
                  </a:lnTo>
                  <a:lnTo>
                    <a:pt x="4646182" y="662642"/>
                  </a:lnTo>
                  <a:lnTo>
                    <a:pt x="4646843" y="655632"/>
                  </a:lnTo>
                  <a:lnTo>
                    <a:pt x="4647503" y="659705"/>
                  </a:lnTo>
                  <a:lnTo>
                    <a:pt x="4648164" y="662642"/>
                  </a:lnTo>
                  <a:lnTo>
                    <a:pt x="4648824" y="647865"/>
                  </a:lnTo>
                  <a:lnTo>
                    <a:pt x="4649485" y="647865"/>
                  </a:lnTo>
                  <a:lnTo>
                    <a:pt x="4650146" y="653713"/>
                  </a:lnTo>
                  <a:lnTo>
                    <a:pt x="4650806" y="676589"/>
                  </a:lnTo>
                  <a:lnTo>
                    <a:pt x="4651467" y="658613"/>
                  </a:lnTo>
                  <a:lnTo>
                    <a:pt x="4652127" y="668764"/>
                  </a:lnTo>
                  <a:lnTo>
                    <a:pt x="4652788" y="644005"/>
                  </a:lnTo>
                  <a:lnTo>
                    <a:pt x="4653448" y="634561"/>
                  </a:lnTo>
                  <a:lnTo>
                    <a:pt x="4654109" y="621528"/>
                  </a:lnTo>
                  <a:lnTo>
                    <a:pt x="4654769" y="643854"/>
                  </a:lnTo>
                  <a:lnTo>
                    <a:pt x="4655430" y="683780"/>
                  </a:lnTo>
                  <a:lnTo>
                    <a:pt x="4656090" y="669174"/>
                  </a:lnTo>
                  <a:lnTo>
                    <a:pt x="4656751" y="644853"/>
                  </a:lnTo>
                  <a:lnTo>
                    <a:pt x="4657411" y="620821"/>
                  </a:lnTo>
                  <a:lnTo>
                    <a:pt x="4658072" y="632613"/>
                  </a:lnTo>
                  <a:lnTo>
                    <a:pt x="4658732" y="632613"/>
                  </a:lnTo>
                  <a:lnTo>
                    <a:pt x="4659393" y="642323"/>
                  </a:lnTo>
                  <a:lnTo>
                    <a:pt x="4660054" y="677518"/>
                  </a:lnTo>
                  <a:lnTo>
                    <a:pt x="4660714" y="659023"/>
                  </a:lnTo>
                  <a:lnTo>
                    <a:pt x="4661375" y="647028"/>
                  </a:lnTo>
                  <a:lnTo>
                    <a:pt x="4662035" y="673518"/>
                  </a:lnTo>
                  <a:lnTo>
                    <a:pt x="4662696" y="690126"/>
                  </a:lnTo>
                  <a:lnTo>
                    <a:pt x="4663356" y="679512"/>
                  </a:lnTo>
                  <a:lnTo>
                    <a:pt x="4664017" y="659870"/>
                  </a:lnTo>
                  <a:lnTo>
                    <a:pt x="4664677" y="666058"/>
                  </a:lnTo>
                  <a:lnTo>
                    <a:pt x="4665338" y="632168"/>
                  </a:lnTo>
                  <a:lnTo>
                    <a:pt x="4665998" y="613959"/>
                  </a:lnTo>
                  <a:lnTo>
                    <a:pt x="4666659" y="625766"/>
                  </a:lnTo>
                  <a:lnTo>
                    <a:pt x="4667319" y="644407"/>
                  </a:lnTo>
                  <a:lnTo>
                    <a:pt x="4667980" y="625766"/>
                  </a:lnTo>
                  <a:lnTo>
                    <a:pt x="4668640" y="626390"/>
                  </a:lnTo>
                  <a:lnTo>
                    <a:pt x="4669301" y="656705"/>
                  </a:lnTo>
                  <a:lnTo>
                    <a:pt x="4669961" y="659506"/>
                  </a:lnTo>
                  <a:lnTo>
                    <a:pt x="4670622" y="670483"/>
                  </a:lnTo>
                  <a:lnTo>
                    <a:pt x="4671283" y="674340"/>
                  </a:lnTo>
                  <a:lnTo>
                    <a:pt x="4671943" y="650495"/>
                  </a:lnTo>
                  <a:lnTo>
                    <a:pt x="4672604" y="686941"/>
                  </a:lnTo>
                  <a:lnTo>
                    <a:pt x="4673264" y="695175"/>
                  </a:lnTo>
                  <a:lnTo>
                    <a:pt x="4673925" y="670254"/>
                  </a:lnTo>
                  <a:lnTo>
                    <a:pt x="4674585" y="679295"/>
                  </a:lnTo>
                  <a:lnTo>
                    <a:pt x="4675246" y="655166"/>
                  </a:lnTo>
                  <a:lnTo>
                    <a:pt x="4675906" y="656436"/>
                  </a:lnTo>
                  <a:lnTo>
                    <a:pt x="4676567" y="691605"/>
                  </a:lnTo>
                  <a:lnTo>
                    <a:pt x="4677227" y="686743"/>
                  </a:lnTo>
                  <a:lnTo>
                    <a:pt x="4677888" y="661221"/>
                  </a:lnTo>
                  <a:lnTo>
                    <a:pt x="4678548" y="639853"/>
                  </a:lnTo>
                  <a:lnTo>
                    <a:pt x="4679209" y="584496"/>
                  </a:lnTo>
                  <a:lnTo>
                    <a:pt x="4679869" y="563861"/>
                  </a:lnTo>
                  <a:lnTo>
                    <a:pt x="4680530" y="558970"/>
                  </a:lnTo>
                  <a:lnTo>
                    <a:pt x="4681191" y="547497"/>
                  </a:lnTo>
                  <a:lnTo>
                    <a:pt x="4681851" y="525116"/>
                  </a:lnTo>
                  <a:lnTo>
                    <a:pt x="4682512" y="518630"/>
                  </a:lnTo>
                  <a:lnTo>
                    <a:pt x="4683172" y="514487"/>
                  </a:lnTo>
                  <a:lnTo>
                    <a:pt x="4683833" y="496362"/>
                  </a:lnTo>
                  <a:lnTo>
                    <a:pt x="4684493" y="479886"/>
                  </a:lnTo>
                  <a:lnTo>
                    <a:pt x="4685154" y="479886"/>
                  </a:lnTo>
                  <a:lnTo>
                    <a:pt x="4685814" y="485367"/>
                  </a:lnTo>
                  <a:lnTo>
                    <a:pt x="4686475" y="511980"/>
                  </a:lnTo>
                  <a:lnTo>
                    <a:pt x="4687135" y="531288"/>
                  </a:lnTo>
                  <a:lnTo>
                    <a:pt x="4687796" y="562314"/>
                  </a:lnTo>
                  <a:lnTo>
                    <a:pt x="4688456" y="562734"/>
                  </a:lnTo>
                  <a:lnTo>
                    <a:pt x="4689117" y="538684"/>
                  </a:lnTo>
                  <a:lnTo>
                    <a:pt x="4689777" y="516842"/>
                  </a:lnTo>
                  <a:lnTo>
                    <a:pt x="4690438" y="543640"/>
                  </a:lnTo>
                  <a:lnTo>
                    <a:pt x="4691099" y="481527"/>
                  </a:lnTo>
                  <a:lnTo>
                    <a:pt x="4691759" y="473316"/>
                  </a:lnTo>
                  <a:lnTo>
                    <a:pt x="4692420" y="483500"/>
                  </a:lnTo>
                  <a:lnTo>
                    <a:pt x="4693080" y="488322"/>
                  </a:lnTo>
                  <a:lnTo>
                    <a:pt x="4693741" y="461514"/>
                  </a:lnTo>
                  <a:lnTo>
                    <a:pt x="4694401" y="488322"/>
                  </a:lnTo>
                  <a:lnTo>
                    <a:pt x="4695062" y="508123"/>
                  </a:lnTo>
                  <a:lnTo>
                    <a:pt x="4695722" y="494330"/>
                  </a:lnTo>
                  <a:lnTo>
                    <a:pt x="4696383" y="540244"/>
                  </a:lnTo>
                  <a:lnTo>
                    <a:pt x="4697043" y="547770"/>
                  </a:lnTo>
                  <a:lnTo>
                    <a:pt x="4697704" y="562532"/>
                  </a:lnTo>
                  <a:lnTo>
                    <a:pt x="4698364" y="578395"/>
                  </a:lnTo>
                  <a:lnTo>
                    <a:pt x="4699025" y="603427"/>
                  </a:lnTo>
                  <a:lnTo>
                    <a:pt x="4699685" y="580769"/>
                  </a:lnTo>
                  <a:lnTo>
                    <a:pt x="4700346" y="614668"/>
                  </a:lnTo>
                  <a:lnTo>
                    <a:pt x="4701007" y="627314"/>
                  </a:lnTo>
                  <a:lnTo>
                    <a:pt x="4701667" y="623348"/>
                  </a:lnTo>
                  <a:lnTo>
                    <a:pt x="4702328" y="616173"/>
                  </a:lnTo>
                  <a:lnTo>
                    <a:pt x="4702988" y="615135"/>
                  </a:lnTo>
                  <a:lnTo>
                    <a:pt x="4703649" y="623634"/>
                  </a:lnTo>
                  <a:lnTo>
                    <a:pt x="4704309" y="623528"/>
                  </a:lnTo>
                  <a:lnTo>
                    <a:pt x="4704970" y="632679"/>
                  </a:lnTo>
                  <a:lnTo>
                    <a:pt x="4705630" y="650234"/>
                  </a:lnTo>
                  <a:lnTo>
                    <a:pt x="4706291" y="643316"/>
                  </a:lnTo>
                  <a:lnTo>
                    <a:pt x="4706951" y="604774"/>
                  </a:lnTo>
                  <a:lnTo>
                    <a:pt x="4707612" y="619838"/>
                  </a:lnTo>
                  <a:lnTo>
                    <a:pt x="4708272" y="609970"/>
                  </a:lnTo>
                  <a:lnTo>
                    <a:pt x="4708933" y="580913"/>
                  </a:lnTo>
                  <a:lnTo>
                    <a:pt x="4709593" y="593905"/>
                  </a:lnTo>
                  <a:lnTo>
                    <a:pt x="4710254" y="626258"/>
                  </a:lnTo>
                  <a:lnTo>
                    <a:pt x="4710914" y="625819"/>
                  </a:lnTo>
                  <a:lnTo>
                    <a:pt x="4711575" y="597719"/>
                  </a:lnTo>
                  <a:lnTo>
                    <a:pt x="4712236" y="570498"/>
                  </a:lnTo>
                  <a:lnTo>
                    <a:pt x="4712896" y="586184"/>
                  </a:lnTo>
                  <a:lnTo>
                    <a:pt x="4713557" y="594656"/>
                  </a:lnTo>
                  <a:lnTo>
                    <a:pt x="4714217" y="578031"/>
                  </a:lnTo>
                  <a:lnTo>
                    <a:pt x="4714878" y="553686"/>
                  </a:lnTo>
                  <a:lnTo>
                    <a:pt x="4715538" y="562654"/>
                  </a:lnTo>
                  <a:lnTo>
                    <a:pt x="4716199" y="559243"/>
                  </a:lnTo>
                  <a:lnTo>
                    <a:pt x="4716859" y="563207"/>
                  </a:lnTo>
                  <a:lnTo>
                    <a:pt x="4717520" y="599390"/>
                  </a:lnTo>
                  <a:lnTo>
                    <a:pt x="4718180" y="605785"/>
                  </a:lnTo>
                  <a:lnTo>
                    <a:pt x="4718841" y="573491"/>
                  </a:lnTo>
                  <a:lnTo>
                    <a:pt x="4719501" y="542681"/>
                  </a:lnTo>
                  <a:lnTo>
                    <a:pt x="4720162" y="538876"/>
                  </a:lnTo>
                  <a:lnTo>
                    <a:pt x="4720822" y="481778"/>
                  </a:lnTo>
                  <a:lnTo>
                    <a:pt x="4721483" y="474817"/>
                  </a:lnTo>
                  <a:lnTo>
                    <a:pt x="4722144" y="466219"/>
                  </a:lnTo>
                  <a:lnTo>
                    <a:pt x="4722804" y="448230"/>
                  </a:lnTo>
                  <a:lnTo>
                    <a:pt x="4723465" y="393543"/>
                  </a:lnTo>
                  <a:lnTo>
                    <a:pt x="4724125" y="378550"/>
                  </a:lnTo>
                  <a:lnTo>
                    <a:pt x="4724786" y="368474"/>
                  </a:lnTo>
                  <a:lnTo>
                    <a:pt x="4725446" y="381473"/>
                  </a:lnTo>
                  <a:lnTo>
                    <a:pt x="4726107" y="387689"/>
                  </a:lnTo>
                  <a:lnTo>
                    <a:pt x="4726767" y="388586"/>
                  </a:lnTo>
                  <a:lnTo>
                    <a:pt x="4727428" y="428292"/>
                  </a:lnTo>
                  <a:lnTo>
                    <a:pt x="4728088" y="444731"/>
                  </a:lnTo>
                  <a:lnTo>
                    <a:pt x="4728749" y="474817"/>
                  </a:lnTo>
                  <a:lnTo>
                    <a:pt x="4729409" y="502644"/>
                  </a:lnTo>
                  <a:lnTo>
                    <a:pt x="4730070" y="530671"/>
                  </a:lnTo>
                  <a:lnTo>
                    <a:pt x="4730730" y="550137"/>
                  </a:lnTo>
                  <a:lnTo>
                    <a:pt x="4731391" y="560642"/>
                  </a:lnTo>
                  <a:lnTo>
                    <a:pt x="4732052" y="570102"/>
                  </a:lnTo>
                  <a:lnTo>
                    <a:pt x="4732712" y="586599"/>
                  </a:lnTo>
                  <a:lnTo>
                    <a:pt x="4733373" y="572155"/>
                  </a:lnTo>
                  <a:lnTo>
                    <a:pt x="4734033" y="579550"/>
                  </a:lnTo>
                  <a:lnTo>
                    <a:pt x="4734694" y="578871"/>
                  </a:lnTo>
                  <a:lnTo>
                    <a:pt x="4735354" y="588109"/>
                  </a:lnTo>
                  <a:lnTo>
                    <a:pt x="4736015" y="629955"/>
                  </a:lnTo>
                  <a:lnTo>
                    <a:pt x="4736675" y="642906"/>
                  </a:lnTo>
                  <a:lnTo>
                    <a:pt x="4737336" y="628754"/>
                  </a:lnTo>
                  <a:lnTo>
                    <a:pt x="4737996" y="637343"/>
                  </a:lnTo>
                  <a:lnTo>
                    <a:pt x="4738657" y="653911"/>
                  </a:lnTo>
                  <a:lnTo>
                    <a:pt x="4739317" y="638772"/>
                  </a:lnTo>
                  <a:lnTo>
                    <a:pt x="4739978" y="629530"/>
                  </a:lnTo>
                  <a:lnTo>
                    <a:pt x="4740638" y="610749"/>
                  </a:lnTo>
                  <a:lnTo>
                    <a:pt x="4741299" y="603837"/>
                  </a:lnTo>
                  <a:lnTo>
                    <a:pt x="4741959" y="621466"/>
                  </a:lnTo>
                  <a:lnTo>
                    <a:pt x="4742620" y="630906"/>
                  </a:lnTo>
                  <a:lnTo>
                    <a:pt x="4743281" y="636102"/>
                  </a:lnTo>
                  <a:lnTo>
                    <a:pt x="4743941" y="648366"/>
                  </a:lnTo>
                  <a:lnTo>
                    <a:pt x="4744602" y="636102"/>
                  </a:lnTo>
                  <a:lnTo>
                    <a:pt x="4745262" y="631495"/>
                  </a:lnTo>
                  <a:lnTo>
                    <a:pt x="4745923" y="653186"/>
                  </a:lnTo>
                  <a:lnTo>
                    <a:pt x="4746583" y="652296"/>
                  </a:lnTo>
                  <a:lnTo>
                    <a:pt x="4747244" y="641799"/>
                  </a:lnTo>
                  <a:lnTo>
                    <a:pt x="4747904" y="658249"/>
                  </a:lnTo>
                  <a:lnTo>
                    <a:pt x="4748565" y="660705"/>
                  </a:lnTo>
                  <a:lnTo>
                    <a:pt x="4749225" y="659857"/>
                  </a:lnTo>
                  <a:lnTo>
                    <a:pt x="4749886" y="650293"/>
                  </a:lnTo>
                  <a:lnTo>
                    <a:pt x="4750546" y="652787"/>
                  </a:lnTo>
                  <a:lnTo>
                    <a:pt x="4751207" y="648417"/>
                  </a:lnTo>
                  <a:lnTo>
                    <a:pt x="4751867" y="656808"/>
                  </a:lnTo>
                  <a:lnTo>
                    <a:pt x="4752528" y="660304"/>
                  </a:lnTo>
                  <a:lnTo>
                    <a:pt x="4753189" y="679889"/>
                  </a:lnTo>
                  <a:lnTo>
                    <a:pt x="4753849" y="676220"/>
                  </a:lnTo>
                  <a:lnTo>
                    <a:pt x="4754510" y="681203"/>
                  </a:lnTo>
                  <a:lnTo>
                    <a:pt x="4755170" y="665233"/>
                  </a:lnTo>
                  <a:lnTo>
                    <a:pt x="4755831" y="660304"/>
                  </a:lnTo>
                  <a:lnTo>
                    <a:pt x="4756491" y="646230"/>
                  </a:lnTo>
                  <a:lnTo>
                    <a:pt x="4757152" y="625356"/>
                  </a:lnTo>
                  <a:lnTo>
                    <a:pt x="4757812" y="628453"/>
                  </a:lnTo>
                  <a:lnTo>
                    <a:pt x="4758473" y="651790"/>
                  </a:lnTo>
                  <a:lnTo>
                    <a:pt x="4759133" y="648814"/>
                  </a:lnTo>
                  <a:lnTo>
                    <a:pt x="4759794" y="634231"/>
                  </a:lnTo>
                  <a:lnTo>
                    <a:pt x="4760454" y="630476"/>
                  </a:lnTo>
                  <a:lnTo>
                    <a:pt x="4761115" y="657848"/>
                  </a:lnTo>
                  <a:lnTo>
                    <a:pt x="4761775" y="655329"/>
                  </a:lnTo>
                  <a:lnTo>
                    <a:pt x="4762436" y="653885"/>
                  </a:lnTo>
                  <a:lnTo>
                    <a:pt x="4763097" y="676694"/>
                  </a:lnTo>
                  <a:lnTo>
                    <a:pt x="4763757" y="669198"/>
                  </a:lnTo>
                  <a:lnTo>
                    <a:pt x="4764418" y="659046"/>
                  </a:lnTo>
                  <a:lnTo>
                    <a:pt x="4765078" y="654183"/>
                  </a:lnTo>
                  <a:lnTo>
                    <a:pt x="4765739" y="648814"/>
                  </a:lnTo>
                  <a:lnTo>
                    <a:pt x="4766399" y="646230"/>
                  </a:lnTo>
                  <a:lnTo>
                    <a:pt x="4767060" y="630385"/>
                  </a:lnTo>
                  <a:lnTo>
                    <a:pt x="4767720" y="628363"/>
                  </a:lnTo>
                  <a:lnTo>
                    <a:pt x="4768381" y="646124"/>
                  </a:lnTo>
                  <a:lnTo>
                    <a:pt x="4769041" y="646124"/>
                  </a:lnTo>
                  <a:lnTo>
                    <a:pt x="4769702" y="666319"/>
                  </a:lnTo>
                  <a:lnTo>
                    <a:pt x="4770362" y="684370"/>
                  </a:lnTo>
                  <a:lnTo>
                    <a:pt x="4771023" y="682715"/>
                  </a:lnTo>
                  <a:lnTo>
                    <a:pt x="4771683" y="683432"/>
                  </a:lnTo>
                  <a:lnTo>
                    <a:pt x="4772344" y="663479"/>
                  </a:lnTo>
                  <a:lnTo>
                    <a:pt x="4773005" y="653190"/>
                  </a:lnTo>
                  <a:lnTo>
                    <a:pt x="4773665" y="674575"/>
                  </a:lnTo>
                  <a:lnTo>
                    <a:pt x="4774326" y="671499"/>
                  </a:lnTo>
                  <a:lnTo>
                    <a:pt x="4774986" y="663264"/>
                  </a:lnTo>
                  <a:lnTo>
                    <a:pt x="4775647" y="662527"/>
                  </a:lnTo>
                  <a:lnTo>
                    <a:pt x="4776307" y="653615"/>
                  </a:lnTo>
                  <a:lnTo>
                    <a:pt x="4776968" y="649483"/>
                  </a:lnTo>
                  <a:lnTo>
                    <a:pt x="4777628" y="655003"/>
                  </a:lnTo>
                  <a:lnTo>
                    <a:pt x="4778289" y="677235"/>
                  </a:lnTo>
                  <a:lnTo>
                    <a:pt x="4778949" y="687029"/>
                  </a:lnTo>
                  <a:lnTo>
                    <a:pt x="4779610" y="665291"/>
                  </a:lnTo>
                  <a:lnTo>
                    <a:pt x="4780270" y="665478"/>
                  </a:lnTo>
                  <a:lnTo>
                    <a:pt x="4780931" y="695807"/>
                  </a:lnTo>
                  <a:lnTo>
                    <a:pt x="4781591" y="694413"/>
                  </a:lnTo>
                  <a:lnTo>
                    <a:pt x="4782252" y="675958"/>
                  </a:lnTo>
                  <a:lnTo>
                    <a:pt x="4782912" y="675548"/>
                  </a:lnTo>
                  <a:lnTo>
                    <a:pt x="4783573" y="679044"/>
                  </a:lnTo>
                  <a:lnTo>
                    <a:pt x="4784234" y="676806"/>
                  </a:lnTo>
                  <a:lnTo>
                    <a:pt x="4784894" y="684717"/>
                  </a:lnTo>
                  <a:lnTo>
                    <a:pt x="4785555" y="685991"/>
                  </a:lnTo>
                  <a:lnTo>
                    <a:pt x="4786215" y="663918"/>
                  </a:lnTo>
                  <a:lnTo>
                    <a:pt x="4786876" y="647430"/>
                  </a:lnTo>
                  <a:lnTo>
                    <a:pt x="4787536" y="682928"/>
                  </a:lnTo>
                  <a:lnTo>
                    <a:pt x="4788197" y="705398"/>
                  </a:lnTo>
                  <a:lnTo>
                    <a:pt x="4788857" y="678090"/>
                  </a:lnTo>
                  <a:lnTo>
                    <a:pt x="4789518" y="666007"/>
                  </a:lnTo>
                  <a:lnTo>
                    <a:pt x="4790178" y="666855"/>
                  </a:lnTo>
                  <a:lnTo>
                    <a:pt x="4790839" y="669175"/>
                  </a:lnTo>
                  <a:lnTo>
                    <a:pt x="4791499" y="662279"/>
                  </a:lnTo>
                  <a:lnTo>
                    <a:pt x="4792160" y="694244"/>
                  </a:lnTo>
                  <a:lnTo>
                    <a:pt x="4792820" y="698985"/>
                  </a:lnTo>
                  <a:lnTo>
                    <a:pt x="4793481" y="682275"/>
                  </a:lnTo>
                  <a:lnTo>
                    <a:pt x="4794142" y="660401"/>
                  </a:lnTo>
                  <a:lnTo>
                    <a:pt x="4794802" y="665216"/>
                  </a:lnTo>
                  <a:lnTo>
                    <a:pt x="4795463" y="660401"/>
                  </a:lnTo>
                  <a:lnTo>
                    <a:pt x="4796123" y="639671"/>
                  </a:lnTo>
                  <a:lnTo>
                    <a:pt x="4796784" y="644415"/>
                  </a:lnTo>
                  <a:lnTo>
                    <a:pt x="4797444" y="661631"/>
                  </a:lnTo>
                  <a:lnTo>
                    <a:pt x="4798105" y="662561"/>
                  </a:lnTo>
                  <a:lnTo>
                    <a:pt x="4798765" y="649954"/>
                  </a:lnTo>
                  <a:lnTo>
                    <a:pt x="4799426" y="651990"/>
                  </a:lnTo>
                  <a:lnTo>
                    <a:pt x="4800086" y="658579"/>
                  </a:lnTo>
                  <a:lnTo>
                    <a:pt x="4800747" y="663061"/>
                  </a:lnTo>
                  <a:lnTo>
                    <a:pt x="4801407" y="666741"/>
                  </a:lnTo>
                  <a:lnTo>
                    <a:pt x="4802068" y="678771"/>
                  </a:lnTo>
                  <a:lnTo>
                    <a:pt x="4802728" y="674021"/>
                  </a:lnTo>
                  <a:lnTo>
                    <a:pt x="4803389" y="684963"/>
                  </a:lnTo>
                  <a:lnTo>
                    <a:pt x="4804050" y="674463"/>
                  </a:lnTo>
                  <a:lnTo>
                    <a:pt x="4804710" y="642662"/>
                  </a:lnTo>
                  <a:lnTo>
                    <a:pt x="4805371" y="643999"/>
                  </a:lnTo>
                  <a:lnTo>
                    <a:pt x="4806031" y="639587"/>
                  </a:lnTo>
                  <a:lnTo>
                    <a:pt x="4806692" y="628038"/>
                  </a:lnTo>
                  <a:lnTo>
                    <a:pt x="4807352" y="638923"/>
                  </a:lnTo>
                  <a:lnTo>
                    <a:pt x="4808013" y="641899"/>
                  </a:lnTo>
                  <a:lnTo>
                    <a:pt x="4808673" y="649907"/>
                  </a:lnTo>
                  <a:lnTo>
                    <a:pt x="4809334" y="645157"/>
                  </a:lnTo>
                  <a:lnTo>
                    <a:pt x="4809994" y="641249"/>
                  </a:lnTo>
                  <a:lnTo>
                    <a:pt x="4810655" y="643426"/>
                  </a:lnTo>
                  <a:lnTo>
                    <a:pt x="4811315" y="648781"/>
                  </a:lnTo>
                  <a:lnTo>
                    <a:pt x="4811976" y="647524"/>
                  </a:lnTo>
                  <a:lnTo>
                    <a:pt x="4812636" y="616099"/>
                  </a:lnTo>
                  <a:lnTo>
                    <a:pt x="4813297" y="570724"/>
                  </a:lnTo>
                  <a:lnTo>
                    <a:pt x="4813957" y="551356"/>
                  </a:lnTo>
                  <a:lnTo>
                    <a:pt x="4814618" y="546080"/>
                  </a:lnTo>
                  <a:lnTo>
                    <a:pt x="4815279" y="556526"/>
                  </a:lnTo>
                  <a:lnTo>
                    <a:pt x="4815939" y="583404"/>
                  </a:lnTo>
                  <a:lnTo>
                    <a:pt x="4816600" y="596478"/>
                  </a:lnTo>
                  <a:lnTo>
                    <a:pt x="4817260" y="621192"/>
                  </a:lnTo>
                  <a:lnTo>
                    <a:pt x="4817921" y="633765"/>
                  </a:lnTo>
                  <a:lnTo>
                    <a:pt x="4818581" y="614010"/>
                  </a:lnTo>
                  <a:lnTo>
                    <a:pt x="4819242" y="592291"/>
                  </a:lnTo>
                  <a:lnTo>
                    <a:pt x="4819902" y="614445"/>
                  </a:lnTo>
                  <a:lnTo>
                    <a:pt x="4820563" y="632547"/>
                  </a:lnTo>
                  <a:lnTo>
                    <a:pt x="4821223" y="636849"/>
                  </a:lnTo>
                  <a:lnTo>
                    <a:pt x="4821884" y="660267"/>
                  </a:lnTo>
                  <a:lnTo>
                    <a:pt x="4822544" y="641638"/>
                  </a:lnTo>
                  <a:lnTo>
                    <a:pt x="4823205" y="622378"/>
                  </a:lnTo>
                  <a:lnTo>
                    <a:pt x="4823865" y="640245"/>
                  </a:lnTo>
                  <a:lnTo>
                    <a:pt x="4824526" y="669846"/>
                  </a:lnTo>
                  <a:lnTo>
                    <a:pt x="4825187" y="658639"/>
                  </a:lnTo>
                  <a:lnTo>
                    <a:pt x="4825847" y="695800"/>
                  </a:lnTo>
                  <a:lnTo>
                    <a:pt x="4826508" y="699476"/>
                  </a:lnTo>
                  <a:lnTo>
                    <a:pt x="4827168" y="696032"/>
                  </a:lnTo>
                  <a:lnTo>
                    <a:pt x="4827829" y="691776"/>
                  </a:lnTo>
                  <a:lnTo>
                    <a:pt x="4828489" y="662452"/>
                  </a:lnTo>
                  <a:lnTo>
                    <a:pt x="4829150" y="655798"/>
                  </a:lnTo>
                  <a:lnTo>
                    <a:pt x="4829810" y="662452"/>
                  </a:lnTo>
                  <a:lnTo>
                    <a:pt x="4830471" y="671145"/>
                  </a:lnTo>
                  <a:lnTo>
                    <a:pt x="4831131" y="661195"/>
                  </a:lnTo>
                  <a:lnTo>
                    <a:pt x="4831792" y="655798"/>
                  </a:lnTo>
                  <a:lnTo>
                    <a:pt x="4832452" y="638513"/>
                  </a:lnTo>
                  <a:lnTo>
                    <a:pt x="4833113" y="626721"/>
                  </a:lnTo>
                  <a:lnTo>
                    <a:pt x="4833773" y="644482"/>
                  </a:lnTo>
                  <a:lnTo>
                    <a:pt x="4834434" y="642334"/>
                  </a:lnTo>
                  <a:lnTo>
                    <a:pt x="4835095" y="657637"/>
                  </a:lnTo>
                  <a:lnTo>
                    <a:pt x="4835755" y="665193"/>
                  </a:lnTo>
                  <a:lnTo>
                    <a:pt x="4836416" y="658257"/>
                  </a:lnTo>
                  <a:lnTo>
                    <a:pt x="4837076" y="652315"/>
                  </a:lnTo>
                  <a:lnTo>
                    <a:pt x="4837737" y="684246"/>
                  </a:lnTo>
                  <a:lnTo>
                    <a:pt x="4838397" y="677537"/>
                  </a:lnTo>
                  <a:lnTo>
                    <a:pt x="4839058" y="664803"/>
                  </a:lnTo>
                  <a:lnTo>
                    <a:pt x="4839718" y="662284"/>
                  </a:lnTo>
                  <a:lnTo>
                    <a:pt x="4840379" y="657437"/>
                  </a:lnTo>
                  <a:lnTo>
                    <a:pt x="4841039" y="664091"/>
                  </a:lnTo>
                  <a:lnTo>
                    <a:pt x="4841700" y="692501"/>
                  </a:lnTo>
                  <a:lnTo>
                    <a:pt x="4842360" y="681743"/>
                  </a:lnTo>
                  <a:lnTo>
                    <a:pt x="4843021" y="662284"/>
                  </a:lnTo>
                  <a:lnTo>
                    <a:pt x="4843681" y="666411"/>
                  </a:lnTo>
                  <a:lnTo>
                    <a:pt x="4844342" y="661154"/>
                  </a:lnTo>
                  <a:lnTo>
                    <a:pt x="4845003" y="654826"/>
                  </a:lnTo>
                  <a:lnTo>
                    <a:pt x="4845663" y="674042"/>
                  </a:lnTo>
                  <a:lnTo>
                    <a:pt x="4846324" y="676592"/>
                  </a:lnTo>
                  <a:lnTo>
                    <a:pt x="4846984" y="651701"/>
                  </a:lnTo>
                  <a:lnTo>
                    <a:pt x="4847645" y="664091"/>
                  </a:lnTo>
                  <a:lnTo>
                    <a:pt x="4848305" y="661154"/>
                  </a:lnTo>
                  <a:lnTo>
                    <a:pt x="4848966" y="673194"/>
                  </a:lnTo>
                  <a:lnTo>
                    <a:pt x="4849626" y="649863"/>
                  </a:lnTo>
                  <a:lnTo>
                    <a:pt x="4850287" y="632517"/>
                  </a:lnTo>
                  <a:lnTo>
                    <a:pt x="4850947" y="657437"/>
                  </a:lnTo>
                  <a:lnTo>
                    <a:pt x="4851608" y="672188"/>
                  </a:lnTo>
                  <a:lnTo>
                    <a:pt x="4852268" y="666411"/>
                  </a:lnTo>
                  <a:lnTo>
                    <a:pt x="4852929" y="679893"/>
                  </a:lnTo>
                  <a:lnTo>
                    <a:pt x="4853589" y="674785"/>
                  </a:lnTo>
                  <a:lnTo>
                    <a:pt x="4854250" y="667363"/>
                  </a:lnTo>
                  <a:lnTo>
                    <a:pt x="4854910" y="663236"/>
                  </a:lnTo>
                  <a:lnTo>
                    <a:pt x="4855571" y="664907"/>
                  </a:lnTo>
                  <a:lnTo>
                    <a:pt x="4856232" y="682998"/>
                  </a:lnTo>
                  <a:lnTo>
                    <a:pt x="4856892" y="655733"/>
                  </a:lnTo>
                  <a:lnTo>
                    <a:pt x="4857553" y="629009"/>
                  </a:lnTo>
                  <a:lnTo>
                    <a:pt x="4858213" y="649388"/>
                  </a:lnTo>
                  <a:lnTo>
                    <a:pt x="4858874" y="676264"/>
                  </a:lnTo>
                  <a:lnTo>
                    <a:pt x="4859534" y="671311"/>
                  </a:lnTo>
                  <a:lnTo>
                    <a:pt x="4860195" y="668768"/>
                  </a:lnTo>
                  <a:lnTo>
                    <a:pt x="4860855" y="656926"/>
                  </a:lnTo>
                  <a:lnTo>
                    <a:pt x="4861516" y="659874"/>
                  </a:lnTo>
                  <a:lnTo>
                    <a:pt x="4862176" y="659026"/>
                  </a:lnTo>
                  <a:lnTo>
                    <a:pt x="4862837" y="677683"/>
                  </a:lnTo>
                  <a:lnTo>
                    <a:pt x="4863497" y="657931"/>
                  </a:lnTo>
                  <a:lnTo>
                    <a:pt x="4864158" y="674802"/>
                  </a:lnTo>
                  <a:lnTo>
                    <a:pt x="4864818" y="696129"/>
                  </a:lnTo>
                  <a:lnTo>
                    <a:pt x="4865479" y="687767"/>
                  </a:lnTo>
                  <a:lnTo>
                    <a:pt x="4866140" y="656637"/>
                  </a:lnTo>
                  <a:lnTo>
                    <a:pt x="4866800" y="647615"/>
                  </a:lnTo>
                  <a:lnTo>
                    <a:pt x="4867461" y="647615"/>
                  </a:lnTo>
                  <a:lnTo>
                    <a:pt x="4868121" y="639257"/>
                  </a:lnTo>
                  <a:lnTo>
                    <a:pt x="4868782" y="640788"/>
                  </a:lnTo>
                  <a:lnTo>
                    <a:pt x="4869442" y="645020"/>
                  </a:lnTo>
                  <a:lnTo>
                    <a:pt x="4870103" y="624061"/>
                  </a:lnTo>
                  <a:lnTo>
                    <a:pt x="4870763" y="628365"/>
                  </a:lnTo>
                  <a:lnTo>
                    <a:pt x="4871424" y="642361"/>
                  </a:lnTo>
                  <a:lnTo>
                    <a:pt x="4872084" y="645337"/>
                  </a:lnTo>
                  <a:lnTo>
                    <a:pt x="4872745" y="659061"/>
                  </a:lnTo>
                  <a:lnTo>
                    <a:pt x="4873405" y="660868"/>
                  </a:lnTo>
                  <a:lnTo>
                    <a:pt x="4874066" y="660020"/>
                  </a:lnTo>
                  <a:lnTo>
                    <a:pt x="4874726" y="663188"/>
                  </a:lnTo>
                  <a:lnTo>
                    <a:pt x="4875387" y="648689"/>
                  </a:lnTo>
                  <a:lnTo>
                    <a:pt x="4876048" y="631877"/>
                  </a:lnTo>
                  <a:lnTo>
                    <a:pt x="4876708" y="640095"/>
                  </a:lnTo>
                  <a:lnTo>
                    <a:pt x="4877369" y="642636"/>
                  </a:lnTo>
                  <a:lnTo>
                    <a:pt x="4878029" y="628103"/>
                  </a:lnTo>
                  <a:lnTo>
                    <a:pt x="4878690" y="612472"/>
                  </a:lnTo>
                  <a:lnTo>
                    <a:pt x="4879350" y="599061"/>
                  </a:lnTo>
                  <a:lnTo>
                    <a:pt x="4880011" y="623325"/>
                  </a:lnTo>
                  <a:lnTo>
                    <a:pt x="4880671" y="641430"/>
                  </a:lnTo>
                  <a:lnTo>
                    <a:pt x="4881332" y="623012"/>
                  </a:lnTo>
                  <a:lnTo>
                    <a:pt x="4881992" y="611039"/>
                  </a:lnTo>
                  <a:lnTo>
                    <a:pt x="4882653" y="623012"/>
                  </a:lnTo>
                  <a:lnTo>
                    <a:pt x="4883313" y="623012"/>
                  </a:lnTo>
                  <a:lnTo>
                    <a:pt x="4883974" y="625720"/>
                  </a:lnTo>
                  <a:lnTo>
                    <a:pt x="4884634" y="623012"/>
                  </a:lnTo>
                  <a:lnTo>
                    <a:pt x="4885295" y="613923"/>
                  </a:lnTo>
                  <a:lnTo>
                    <a:pt x="4885955" y="631664"/>
                  </a:lnTo>
                  <a:lnTo>
                    <a:pt x="4886616" y="624563"/>
                  </a:lnTo>
                  <a:lnTo>
                    <a:pt x="4887277" y="621951"/>
                  </a:lnTo>
                  <a:lnTo>
                    <a:pt x="4887937" y="610811"/>
                  </a:lnTo>
                  <a:lnTo>
                    <a:pt x="4888598" y="616451"/>
                  </a:lnTo>
                  <a:lnTo>
                    <a:pt x="4889258" y="603528"/>
                  </a:lnTo>
                  <a:lnTo>
                    <a:pt x="4889919" y="607385"/>
                  </a:lnTo>
                  <a:lnTo>
                    <a:pt x="4890579" y="569027"/>
                  </a:lnTo>
                  <a:lnTo>
                    <a:pt x="4891240" y="554264"/>
                  </a:lnTo>
                  <a:lnTo>
                    <a:pt x="4891900" y="592881"/>
                  </a:lnTo>
                  <a:lnTo>
                    <a:pt x="4892561" y="593128"/>
                  </a:lnTo>
                  <a:lnTo>
                    <a:pt x="4893221" y="568837"/>
                  </a:lnTo>
                  <a:lnTo>
                    <a:pt x="4893882" y="559420"/>
                  </a:lnTo>
                  <a:lnTo>
                    <a:pt x="4894542" y="530849"/>
                  </a:lnTo>
                  <a:lnTo>
                    <a:pt x="4895203" y="549809"/>
                  </a:lnTo>
                  <a:lnTo>
                    <a:pt x="4895863" y="520990"/>
                  </a:lnTo>
                  <a:lnTo>
                    <a:pt x="4896524" y="477431"/>
                  </a:lnTo>
                  <a:lnTo>
                    <a:pt x="4897185" y="414107"/>
                  </a:lnTo>
                  <a:lnTo>
                    <a:pt x="4897845" y="408834"/>
                  </a:lnTo>
                  <a:lnTo>
                    <a:pt x="4898506" y="392489"/>
                  </a:lnTo>
                  <a:lnTo>
                    <a:pt x="4899166" y="383703"/>
                  </a:lnTo>
                  <a:lnTo>
                    <a:pt x="4899827" y="433338"/>
                  </a:lnTo>
                  <a:lnTo>
                    <a:pt x="4900487" y="448708"/>
                  </a:lnTo>
                  <a:lnTo>
                    <a:pt x="4901148" y="479864"/>
                  </a:lnTo>
                  <a:lnTo>
                    <a:pt x="4901808" y="493415"/>
                  </a:lnTo>
                  <a:lnTo>
                    <a:pt x="4902469" y="527651"/>
                  </a:lnTo>
                  <a:lnTo>
                    <a:pt x="4903129" y="567990"/>
                  </a:lnTo>
                  <a:lnTo>
                    <a:pt x="4903790" y="590507"/>
                  </a:lnTo>
                  <a:lnTo>
                    <a:pt x="4904450" y="592762"/>
                  </a:lnTo>
                  <a:lnTo>
                    <a:pt x="4905111" y="607114"/>
                  </a:lnTo>
                  <a:lnTo>
                    <a:pt x="4905771" y="602651"/>
                  </a:lnTo>
                  <a:lnTo>
                    <a:pt x="4906432" y="587750"/>
                  </a:lnTo>
                  <a:lnTo>
                    <a:pt x="4907093" y="605259"/>
                  </a:lnTo>
                  <a:lnTo>
                    <a:pt x="4907753" y="602322"/>
                  </a:lnTo>
                  <a:lnTo>
                    <a:pt x="4908414" y="571459"/>
                  </a:lnTo>
                  <a:lnTo>
                    <a:pt x="4909074" y="564141"/>
                  </a:lnTo>
                  <a:lnTo>
                    <a:pt x="4909735" y="589417"/>
                  </a:lnTo>
                  <a:lnTo>
                    <a:pt x="4910395" y="586003"/>
                  </a:lnTo>
                  <a:lnTo>
                    <a:pt x="4911056" y="574768"/>
                  </a:lnTo>
                  <a:lnTo>
                    <a:pt x="4911716" y="546560"/>
                  </a:lnTo>
                  <a:lnTo>
                    <a:pt x="4912377" y="552874"/>
                  </a:lnTo>
                  <a:lnTo>
                    <a:pt x="4913037" y="565802"/>
                  </a:lnTo>
                  <a:lnTo>
                    <a:pt x="4913698" y="582063"/>
                  </a:lnTo>
                  <a:lnTo>
                    <a:pt x="4914358" y="592444"/>
                  </a:lnTo>
                  <a:lnTo>
                    <a:pt x="4915019" y="590023"/>
                  </a:lnTo>
                  <a:lnTo>
                    <a:pt x="4915679" y="615001"/>
                  </a:lnTo>
                  <a:lnTo>
                    <a:pt x="4916340" y="659318"/>
                  </a:lnTo>
                  <a:lnTo>
                    <a:pt x="4917001" y="633597"/>
                  </a:lnTo>
                  <a:lnTo>
                    <a:pt x="4917661" y="630185"/>
                  </a:lnTo>
                  <a:lnTo>
                    <a:pt x="4918322" y="645746"/>
                  </a:lnTo>
                  <a:lnTo>
                    <a:pt x="4918982" y="623443"/>
                  </a:lnTo>
                  <a:lnTo>
                    <a:pt x="4919643" y="610725"/>
                  </a:lnTo>
                  <a:lnTo>
                    <a:pt x="4920303" y="629975"/>
                  </a:lnTo>
                  <a:lnTo>
                    <a:pt x="4920964" y="646059"/>
                  </a:lnTo>
                  <a:lnTo>
                    <a:pt x="4921624" y="652452"/>
                  </a:lnTo>
                  <a:lnTo>
                    <a:pt x="4922285" y="638232"/>
                  </a:lnTo>
                  <a:lnTo>
                    <a:pt x="4922945" y="610566"/>
                  </a:lnTo>
                  <a:lnTo>
                    <a:pt x="4923606" y="615581"/>
                  </a:lnTo>
                  <a:lnTo>
                    <a:pt x="4924266" y="632913"/>
                  </a:lnTo>
                  <a:lnTo>
                    <a:pt x="4924927" y="639033"/>
                  </a:lnTo>
                  <a:lnTo>
                    <a:pt x="4925587" y="634520"/>
                  </a:lnTo>
                  <a:lnTo>
                    <a:pt x="4926248" y="623973"/>
                  </a:lnTo>
                  <a:lnTo>
                    <a:pt x="4926908" y="590696"/>
                  </a:lnTo>
                  <a:lnTo>
                    <a:pt x="4927569" y="610618"/>
                  </a:lnTo>
                  <a:lnTo>
                    <a:pt x="4928230" y="636022"/>
                  </a:lnTo>
                  <a:lnTo>
                    <a:pt x="4928890" y="647863"/>
                  </a:lnTo>
                  <a:lnTo>
                    <a:pt x="4929551" y="665634"/>
                  </a:lnTo>
                  <a:lnTo>
                    <a:pt x="4930211" y="638837"/>
                  </a:lnTo>
                  <a:lnTo>
                    <a:pt x="4930872" y="640530"/>
                  </a:lnTo>
                  <a:lnTo>
                    <a:pt x="4931532" y="667354"/>
                  </a:lnTo>
                  <a:lnTo>
                    <a:pt x="4932193" y="656980"/>
                  </a:lnTo>
                  <a:lnTo>
                    <a:pt x="4932853" y="648972"/>
                  </a:lnTo>
                  <a:lnTo>
                    <a:pt x="4933514" y="673485"/>
                  </a:lnTo>
                  <a:lnTo>
                    <a:pt x="4934174" y="662573"/>
                  </a:lnTo>
                  <a:lnTo>
                    <a:pt x="4934835" y="656568"/>
                  </a:lnTo>
                  <a:lnTo>
                    <a:pt x="4935495" y="652159"/>
                  </a:lnTo>
                  <a:lnTo>
                    <a:pt x="4936156" y="654396"/>
                  </a:lnTo>
                  <a:lnTo>
                    <a:pt x="4936816" y="664473"/>
                  </a:lnTo>
                  <a:lnTo>
                    <a:pt x="4937477" y="670508"/>
                  </a:lnTo>
                  <a:lnTo>
                    <a:pt x="4938138" y="678964"/>
                  </a:lnTo>
                  <a:lnTo>
                    <a:pt x="4938798" y="666420"/>
                  </a:lnTo>
                  <a:lnTo>
                    <a:pt x="4939459" y="670889"/>
                  </a:lnTo>
                  <a:lnTo>
                    <a:pt x="4940119" y="637650"/>
                  </a:lnTo>
                  <a:lnTo>
                    <a:pt x="4940780" y="612037"/>
                  </a:lnTo>
                  <a:lnTo>
                    <a:pt x="4941440" y="598159"/>
                  </a:lnTo>
                  <a:lnTo>
                    <a:pt x="4942101" y="610407"/>
                  </a:lnTo>
                  <a:lnTo>
                    <a:pt x="4942761" y="632521"/>
                  </a:lnTo>
                  <a:lnTo>
                    <a:pt x="4943422" y="631089"/>
                  </a:lnTo>
                  <a:lnTo>
                    <a:pt x="4944082" y="603474"/>
                  </a:lnTo>
                  <a:lnTo>
                    <a:pt x="4944743" y="629713"/>
                  </a:lnTo>
                  <a:lnTo>
                    <a:pt x="4945403" y="633673"/>
                  </a:lnTo>
                  <a:lnTo>
                    <a:pt x="4946064" y="647842"/>
                  </a:lnTo>
                  <a:lnTo>
                    <a:pt x="4946724" y="651958"/>
                  </a:lnTo>
                  <a:lnTo>
                    <a:pt x="4947385" y="630718"/>
                  </a:lnTo>
                  <a:lnTo>
                    <a:pt x="4948046" y="630718"/>
                  </a:lnTo>
                  <a:lnTo>
                    <a:pt x="4948706" y="622158"/>
                  </a:lnTo>
                  <a:lnTo>
                    <a:pt x="4949367" y="624449"/>
                  </a:lnTo>
                  <a:lnTo>
                    <a:pt x="4950027" y="627157"/>
                  </a:lnTo>
                  <a:lnTo>
                    <a:pt x="4950688" y="604149"/>
                  </a:lnTo>
                  <a:lnTo>
                    <a:pt x="4951348" y="592188"/>
                  </a:lnTo>
                  <a:lnTo>
                    <a:pt x="4952009" y="610943"/>
                  </a:lnTo>
                  <a:lnTo>
                    <a:pt x="4952669" y="620022"/>
                  </a:lnTo>
                  <a:lnTo>
                    <a:pt x="4953330" y="595933"/>
                  </a:lnTo>
                  <a:lnTo>
                    <a:pt x="4953990" y="585984"/>
                  </a:lnTo>
                  <a:lnTo>
                    <a:pt x="4954651" y="585984"/>
                  </a:lnTo>
                  <a:lnTo>
                    <a:pt x="4955311" y="591561"/>
                  </a:lnTo>
                  <a:lnTo>
                    <a:pt x="4955972" y="581006"/>
                  </a:lnTo>
                  <a:lnTo>
                    <a:pt x="4956632" y="583928"/>
                  </a:lnTo>
                  <a:lnTo>
                    <a:pt x="4957293" y="590874"/>
                  </a:lnTo>
                  <a:lnTo>
                    <a:pt x="4957953" y="592677"/>
                  </a:lnTo>
                  <a:lnTo>
                    <a:pt x="4958614" y="597288"/>
                  </a:lnTo>
                  <a:lnTo>
                    <a:pt x="4959275" y="601835"/>
                  </a:lnTo>
                  <a:lnTo>
                    <a:pt x="4959935" y="620989"/>
                  </a:lnTo>
                  <a:lnTo>
                    <a:pt x="4960596" y="616923"/>
                  </a:lnTo>
                  <a:lnTo>
                    <a:pt x="4961256" y="631980"/>
                  </a:lnTo>
                  <a:lnTo>
                    <a:pt x="4961917" y="638865"/>
                  </a:lnTo>
                  <a:lnTo>
                    <a:pt x="4962577" y="623797"/>
                  </a:lnTo>
                  <a:lnTo>
                    <a:pt x="4963238" y="613857"/>
                  </a:lnTo>
                  <a:lnTo>
                    <a:pt x="4963898" y="591361"/>
                  </a:lnTo>
                  <a:lnTo>
                    <a:pt x="4964559" y="570807"/>
                  </a:lnTo>
                  <a:lnTo>
                    <a:pt x="4965219" y="565973"/>
                  </a:lnTo>
                  <a:lnTo>
                    <a:pt x="4965880" y="601363"/>
                  </a:lnTo>
                  <a:lnTo>
                    <a:pt x="4966540" y="588710"/>
                  </a:lnTo>
                  <a:lnTo>
                    <a:pt x="4967201" y="575259"/>
                  </a:lnTo>
                  <a:lnTo>
                    <a:pt x="4967861" y="599138"/>
                  </a:lnTo>
                  <a:lnTo>
                    <a:pt x="4968522" y="598209"/>
                  </a:lnTo>
                  <a:lnTo>
                    <a:pt x="4969183" y="596147"/>
                  </a:lnTo>
                  <a:lnTo>
                    <a:pt x="4969843" y="600821"/>
                  </a:lnTo>
                  <a:lnTo>
                    <a:pt x="4970504" y="585832"/>
                  </a:lnTo>
                  <a:lnTo>
                    <a:pt x="4971164" y="594801"/>
                  </a:lnTo>
                  <a:lnTo>
                    <a:pt x="4971825" y="561223"/>
                  </a:lnTo>
                  <a:lnTo>
                    <a:pt x="4972485" y="540942"/>
                  </a:lnTo>
                  <a:lnTo>
                    <a:pt x="4973146" y="531204"/>
                  </a:lnTo>
                  <a:lnTo>
                    <a:pt x="4973806" y="541364"/>
                  </a:lnTo>
                  <a:lnTo>
                    <a:pt x="4974467" y="540562"/>
                  </a:lnTo>
                  <a:lnTo>
                    <a:pt x="4975127" y="541414"/>
                  </a:lnTo>
                  <a:lnTo>
                    <a:pt x="4975788" y="533948"/>
                  </a:lnTo>
                  <a:lnTo>
                    <a:pt x="4976448" y="502104"/>
                  </a:lnTo>
                  <a:lnTo>
                    <a:pt x="4977109" y="504735"/>
                  </a:lnTo>
                  <a:lnTo>
                    <a:pt x="4977769" y="456024"/>
                  </a:lnTo>
                  <a:lnTo>
                    <a:pt x="4978430" y="413396"/>
                  </a:lnTo>
                  <a:lnTo>
                    <a:pt x="4979091" y="379988"/>
                  </a:lnTo>
                  <a:lnTo>
                    <a:pt x="4979751" y="339670"/>
                  </a:lnTo>
                  <a:lnTo>
                    <a:pt x="4980412" y="316060"/>
                  </a:lnTo>
                  <a:lnTo>
                    <a:pt x="4981072" y="305130"/>
                  </a:lnTo>
                  <a:lnTo>
                    <a:pt x="4981733" y="274245"/>
                  </a:lnTo>
                  <a:lnTo>
                    <a:pt x="4982393" y="270442"/>
                  </a:lnTo>
                  <a:lnTo>
                    <a:pt x="4983054" y="265012"/>
                  </a:lnTo>
                  <a:lnTo>
                    <a:pt x="4983714" y="264420"/>
                  </a:lnTo>
                  <a:lnTo>
                    <a:pt x="4984375" y="280191"/>
                  </a:lnTo>
                  <a:lnTo>
                    <a:pt x="4985035" y="290490"/>
                  </a:lnTo>
                  <a:lnTo>
                    <a:pt x="4985696" y="313432"/>
                  </a:lnTo>
                  <a:lnTo>
                    <a:pt x="4986356" y="336696"/>
                  </a:lnTo>
                  <a:lnTo>
                    <a:pt x="4987017" y="355136"/>
                  </a:lnTo>
                  <a:lnTo>
                    <a:pt x="4987677" y="477794"/>
                  </a:lnTo>
                  <a:lnTo>
                    <a:pt x="4988338" y="489467"/>
                  </a:lnTo>
                  <a:lnTo>
                    <a:pt x="4988998" y="487606"/>
                  </a:lnTo>
                  <a:lnTo>
                    <a:pt x="4989659" y="513013"/>
                  </a:lnTo>
                  <a:lnTo>
                    <a:pt x="4990320" y="524531"/>
                  </a:lnTo>
                  <a:lnTo>
                    <a:pt x="4990980" y="527346"/>
                  </a:lnTo>
                  <a:lnTo>
                    <a:pt x="4991641" y="540908"/>
                  </a:lnTo>
                  <a:lnTo>
                    <a:pt x="4992301" y="558412"/>
                  </a:lnTo>
                  <a:lnTo>
                    <a:pt x="4992962" y="586354"/>
                  </a:lnTo>
                  <a:lnTo>
                    <a:pt x="4993622" y="594708"/>
                  </a:lnTo>
                  <a:lnTo>
                    <a:pt x="4994283" y="601116"/>
                  </a:lnTo>
                  <a:lnTo>
                    <a:pt x="4994943" y="593014"/>
                  </a:lnTo>
                  <a:lnTo>
                    <a:pt x="4995604" y="610724"/>
                  </a:lnTo>
                  <a:lnTo>
                    <a:pt x="4996264" y="600807"/>
                  </a:lnTo>
                  <a:lnTo>
                    <a:pt x="4996925" y="591311"/>
                  </a:lnTo>
                  <a:lnTo>
                    <a:pt x="4997585" y="573075"/>
                  </a:lnTo>
                  <a:lnTo>
                    <a:pt x="4998246" y="573998"/>
                  </a:lnTo>
                  <a:lnTo>
                    <a:pt x="4998906" y="568127"/>
                  </a:lnTo>
                  <a:lnTo>
                    <a:pt x="4999567" y="539139"/>
                  </a:lnTo>
                  <a:lnTo>
                    <a:pt x="5000228" y="522011"/>
                  </a:lnTo>
                  <a:lnTo>
                    <a:pt x="5000888" y="534325"/>
                  </a:lnTo>
                  <a:lnTo>
                    <a:pt x="5001549" y="550896"/>
                  </a:lnTo>
                  <a:lnTo>
                    <a:pt x="5002209" y="539630"/>
                  </a:lnTo>
                  <a:lnTo>
                    <a:pt x="5002870" y="545251"/>
                  </a:lnTo>
                  <a:lnTo>
                    <a:pt x="5003530" y="614532"/>
                  </a:lnTo>
                  <a:lnTo>
                    <a:pt x="5004191" y="623461"/>
                  </a:lnTo>
                  <a:lnTo>
                    <a:pt x="5004851" y="627121"/>
                  </a:lnTo>
                  <a:lnTo>
                    <a:pt x="5005512" y="634464"/>
                  </a:lnTo>
                  <a:lnTo>
                    <a:pt x="5006172" y="617076"/>
                  </a:lnTo>
                  <a:lnTo>
                    <a:pt x="5006833" y="596754"/>
                  </a:lnTo>
                  <a:lnTo>
                    <a:pt x="5007493" y="599281"/>
                  </a:lnTo>
                  <a:lnTo>
                    <a:pt x="5008154" y="610965"/>
                  </a:lnTo>
                  <a:lnTo>
                    <a:pt x="5008814" y="611160"/>
                  </a:lnTo>
                  <a:lnTo>
                    <a:pt x="5009475" y="632483"/>
                  </a:lnTo>
                  <a:lnTo>
                    <a:pt x="5010136" y="643103"/>
                  </a:lnTo>
                  <a:lnTo>
                    <a:pt x="5010796" y="640024"/>
                  </a:lnTo>
                  <a:lnTo>
                    <a:pt x="5011457" y="652374"/>
                  </a:lnTo>
                  <a:lnTo>
                    <a:pt x="5012117" y="651758"/>
                  </a:lnTo>
                  <a:lnTo>
                    <a:pt x="5012778" y="634060"/>
                  </a:lnTo>
                  <a:lnTo>
                    <a:pt x="5013438" y="632515"/>
                  </a:lnTo>
                  <a:lnTo>
                    <a:pt x="5014099" y="658623"/>
                  </a:lnTo>
                  <a:lnTo>
                    <a:pt x="5014759" y="621360"/>
                  </a:lnTo>
                  <a:lnTo>
                    <a:pt x="5015420" y="597582"/>
                  </a:lnTo>
                  <a:lnTo>
                    <a:pt x="5016080" y="637558"/>
                  </a:lnTo>
                  <a:lnTo>
                    <a:pt x="5016741" y="640325"/>
                  </a:lnTo>
                  <a:lnTo>
                    <a:pt x="5017401" y="583199"/>
                  </a:lnTo>
                  <a:lnTo>
                    <a:pt x="5018062" y="559547"/>
                  </a:lnTo>
                  <a:lnTo>
                    <a:pt x="5018722" y="575540"/>
                  </a:lnTo>
                  <a:lnTo>
                    <a:pt x="5019383" y="590246"/>
                  </a:lnTo>
                  <a:lnTo>
                    <a:pt x="5020044" y="590086"/>
                  </a:lnTo>
                  <a:lnTo>
                    <a:pt x="5020704" y="550700"/>
                  </a:lnTo>
                  <a:lnTo>
                    <a:pt x="5021365" y="518807"/>
                  </a:lnTo>
                  <a:lnTo>
                    <a:pt x="5022025" y="500412"/>
                  </a:lnTo>
                  <a:lnTo>
                    <a:pt x="5022686" y="495984"/>
                  </a:lnTo>
                  <a:lnTo>
                    <a:pt x="5023346" y="500671"/>
                  </a:lnTo>
                  <a:lnTo>
                    <a:pt x="5024007" y="554147"/>
                  </a:lnTo>
                  <a:lnTo>
                    <a:pt x="5024667" y="618214"/>
                  </a:lnTo>
                  <a:lnTo>
                    <a:pt x="5025328" y="591498"/>
                  </a:lnTo>
                  <a:lnTo>
                    <a:pt x="5025988" y="582286"/>
                  </a:lnTo>
                  <a:lnTo>
                    <a:pt x="5026649" y="596875"/>
                  </a:lnTo>
                  <a:lnTo>
                    <a:pt x="5027309" y="608630"/>
                  </a:lnTo>
                  <a:lnTo>
                    <a:pt x="5027970" y="603367"/>
                  </a:lnTo>
                  <a:lnTo>
                    <a:pt x="5028630" y="606860"/>
                  </a:lnTo>
                  <a:lnTo>
                    <a:pt x="5029291" y="612667"/>
                  </a:lnTo>
                  <a:lnTo>
                    <a:pt x="5029951" y="629704"/>
                  </a:lnTo>
                  <a:lnTo>
                    <a:pt x="5030612" y="628095"/>
                  </a:lnTo>
                  <a:lnTo>
                    <a:pt x="5031273" y="635458"/>
                  </a:lnTo>
                  <a:lnTo>
                    <a:pt x="5031933" y="642223"/>
                  </a:lnTo>
                  <a:lnTo>
                    <a:pt x="5032594" y="627861"/>
                  </a:lnTo>
                  <a:lnTo>
                    <a:pt x="5033254" y="636752"/>
                  </a:lnTo>
                  <a:lnTo>
                    <a:pt x="5033915" y="644684"/>
                  </a:lnTo>
                  <a:lnTo>
                    <a:pt x="5034575" y="638043"/>
                  </a:lnTo>
                  <a:lnTo>
                    <a:pt x="5035236" y="642934"/>
                  </a:lnTo>
                  <a:lnTo>
                    <a:pt x="5035896" y="647233"/>
                  </a:lnTo>
                  <a:lnTo>
                    <a:pt x="5036557" y="633599"/>
                  </a:lnTo>
                  <a:lnTo>
                    <a:pt x="5037217" y="640862"/>
                  </a:lnTo>
                  <a:lnTo>
                    <a:pt x="5037878" y="642199"/>
                  </a:lnTo>
                  <a:lnTo>
                    <a:pt x="5038538" y="606004"/>
                  </a:lnTo>
                  <a:lnTo>
                    <a:pt x="5039199" y="618971"/>
                  </a:lnTo>
                  <a:lnTo>
                    <a:pt x="5039859" y="615615"/>
                  </a:lnTo>
                  <a:lnTo>
                    <a:pt x="5040520" y="572882"/>
                  </a:lnTo>
                  <a:lnTo>
                    <a:pt x="5041181" y="571493"/>
                  </a:lnTo>
                  <a:lnTo>
                    <a:pt x="5041841" y="585451"/>
                  </a:lnTo>
                  <a:lnTo>
                    <a:pt x="5042502" y="591363"/>
                  </a:lnTo>
                  <a:lnTo>
                    <a:pt x="5043162" y="589720"/>
                  </a:lnTo>
                  <a:lnTo>
                    <a:pt x="5043823" y="566575"/>
                  </a:lnTo>
                  <a:lnTo>
                    <a:pt x="5044483" y="566575"/>
                  </a:lnTo>
                  <a:lnTo>
                    <a:pt x="5045144" y="571691"/>
                  </a:lnTo>
                  <a:lnTo>
                    <a:pt x="5045804" y="571330"/>
                  </a:lnTo>
                  <a:lnTo>
                    <a:pt x="5046465" y="619595"/>
                  </a:lnTo>
                  <a:lnTo>
                    <a:pt x="5047125" y="621092"/>
                  </a:lnTo>
                  <a:lnTo>
                    <a:pt x="5047786" y="628685"/>
                  </a:lnTo>
                  <a:lnTo>
                    <a:pt x="5048446" y="649333"/>
                  </a:lnTo>
                  <a:lnTo>
                    <a:pt x="5049107" y="639979"/>
                  </a:lnTo>
                  <a:lnTo>
                    <a:pt x="5049767" y="611178"/>
                  </a:lnTo>
                  <a:lnTo>
                    <a:pt x="5050428" y="605788"/>
                  </a:lnTo>
                  <a:lnTo>
                    <a:pt x="5051089" y="601750"/>
                  </a:lnTo>
                  <a:lnTo>
                    <a:pt x="5051749" y="595661"/>
                  </a:lnTo>
                  <a:lnTo>
                    <a:pt x="5052410" y="591357"/>
                  </a:lnTo>
                  <a:lnTo>
                    <a:pt x="5053070" y="597304"/>
                  </a:lnTo>
                  <a:lnTo>
                    <a:pt x="5053731" y="607875"/>
                  </a:lnTo>
                  <a:lnTo>
                    <a:pt x="5054391" y="610478"/>
                  </a:lnTo>
                  <a:lnTo>
                    <a:pt x="5055052" y="595721"/>
                  </a:lnTo>
                  <a:lnTo>
                    <a:pt x="5055712" y="600025"/>
                  </a:lnTo>
                  <a:lnTo>
                    <a:pt x="5056373" y="601069"/>
                  </a:lnTo>
                  <a:lnTo>
                    <a:pt x="5057033" y="606784"/>
                  </a:lnTo>
                  <a:lnTo>
                    <a:pt x="5057694" y="601431"/>
                  </a:lnTo>
                  <a:lnTo>
                    <a:pt x="5058354" y="592090"/>
                  </a:lnTo>
                  <a:lnTo>
                    <a:pt x="5059015" y="589425"/>
                  </a:lnTo>
                  <a:lnTo>
                    <a:pt x="5059675" y="587064"/>
                  </a:lnTo>
                  <a:lnTo>
                    <a:pt x="5060336" y="588708"/>
                  </a:lnTo>
                  <a:lnTo>
                    <a:pt x="5060996" y="588708"/>
                  </a:lnTo>
                  <a:lnTo>
                    <a:pt x="5061657" y="549568"/>
                  </a:lnTo>
                  <a:lnTo>
                    <a:pt x="5062318" y="543438"/>
                  </a:lnTo>
                  <a:lnTo>
                    <a:pt x="5062978" y="556023"/>
                  </a:lnTo>
                  <a:lnTo>
                    <a:pt x="5063639" y="557134"/>
                  </a:lnTo>
                  <a:lnTo>
                    <a:pt x="5064299" y="549135"/>
                  </a:lnTo>
                  <a:lnTo>
                    <a:pt x="5064960" y="534834"/>
                  </a:lnTo>
                  <a:lnTo>
                    <a:pt x="5065620" y="530748"/>
                  </a:lnTo>
                  <a:lnTo>
                    <a:pt x="5066281" y="526593"/>
                  </a:lnTo>
                  <a:lnTo>
                    <a:pt x="5066941" y="561934"/>
                  </a:lnTo>
                  <a:lnTo>
                    <a:pt x="5067602" y="575677"/>
                  </a:lnTo>
                  <a:lnTo>
                    <a:pt x="5068262" y="555529"/>
                  </a:lnTo>
                  <a:lnTo>
                    <a:pt x="5068923" y="494382"/>
                  </a:lnTo>
                  <a:lnTo>
                    <a:pt x="5069583" y="484136"/>
                  </a:lnTo>
                  <a:lnTo>
                    <a:pt x="5070244" y="486124"/>
                  </a:lnTo>
                  <a:lnTo>
                    <a:pt x="5070904" y="566905"/>
                  </a:lnTo>
                  <a:lnTo>
                    <a:pt x="5071565" y="626890"/>
                  </a:lnTo>
                  <a:lnTo>
                    <a:pt x="5072226" y="626890"/>
                  </a:lnTo>
                  <a:lnTo>
                    <a:pt x="5072886" y="630251"/>
                  </a:lnTo>
                  <a:lnTo>
                    <a:pt x="5073547" y="631193"/>
                  </a:lnTo>
                  <a:lnTo>
                    <a:pt x="5074207" y="595662"/>
                  </a:lnTo>
                  <a:lnTo>
                    <a:pt x="5074868" y="616643"/>
                  </a:lnTo>
                  <a:lnTo>
                    <a:pt x="5075528" y="636235"/>
                  </a:lnTo>
                  <a:lnTo>
                    <a:pt x="5076189" y="637294"/>
                  </a:lnTo>
                  <a:lnTo>
                    <a:pt x="5076849" y="651171"/>
                  </a:lnTo>
                  <a:lnTo>
                    <a:pt x="5077510" y="655699"/>
                  </a:lnTo>
                  <a:lnTo>
                    <a:pt x="5078170" y="625054"/>
                  </a:lnTo>
                  <a:lnTo>
                    <a:pt x="5078831" y="629266"/>
                  </a:lnTo>
                  <a:lnTo>
                    <a:pt x="5079491" y="638717"/>
                  </a:lnTo>
                  <a:lnTo>
                    <a:pt x="5080152" y="650350"/>
                  </a:lnTo>
                  <a:lnTo>
                    <a:pt x="5080812" y="643979"/>
                  </a:lnTo>
                  <a:lnTo>
                    <a:pt x="5081473" y="632933"/>
                  </a:lnTo>
                  <a:lnTo>
                    <a:pt x="5082134" y="632933"/>
                  </a:lnTo>
                  <a:lnTo>
                    <a:pt x="5082794" y="654742"/>
                  </a:lnTo>
                  <a:lnTo>
                    <a:pt x="5083455" y="658797"/>
                  </a:lnTo>
                  <a:lnTo>
                    <a:pt x="5084115" y="635101"/>
                  </a:lnTo>
                  <a:lnTo>
                    <a:pt x="5084776" y="633005"/>
                  </a:lnTo>
                  <a:lnTo>
                    <a:pt x="5085436" y="653058"/>
                  </a:lnTo>
                  <a:lnTo>
                    <a:pt x="5086097" y="670074"/>
                  </a:lnTo>
                  <a:lnTo>
                    <a:pt x="5086757" y="672237"/>
                  </a:lnTo>
                  <a:lnTo>
                    <a:pt x="5087418" y="652210"/>
                  </a:lnTo>
                  <a:lnTo>
                    <a:pt x="5088078" y="672297"/>
                  </a:lnTo>
                  <a:lnTo>
                    <a:pt x="5088739" y="673746"/>
                  </a:lnTo>
                  <a:lnTo>
                    <a:pt x="5089399" y="664238"/>
                  </a:lnTo>
                  <a:lnTo>
                    <a:pt x="5090060" y="657590"/>
                  </a:lnTo>
                  <a:lnTo>
                    <a:pt x="5090720" y="650145"/>
                  </a:lnTo>
                  <a:lnTo>
                    <a:pt x="5091381" y="649256"/>
                  </a:lnTo>
                  <a:lnTo>
                    <a:pt x="5092042" y="653808"/>
                  </a:lnTo>
                  <a:lnTo>
                    <a:pt x="5092702" y="655853"/>
                  </a:lnTo>
                  <a:lnTo>
                    <a:pt x="5093363" y="663090"/>
                  </a:lnTo>
                  <a:lnTo>
                    <a:pt x="5094023" y="636758"/>
                  </a:lnTo>
                  <a:lnTo>
                    <a:pt x="5094684" y="647460"/>
                  </a:lnTo>
                  <a:lnTo>
                    <a:pt x="5095344" y="662699"/>
                  </a:lnTo>
                  <a:lnTo>
                    <a:pt x="5096005" y="656585"/>
                  </a:lnTo>
                  <a:lnTo>
                    <a:pt x="5096665" y="635678"/>
                  </a:lnTo>
                  <a:lnTo>
                    <a:pt x="5097326" y="648590"/>
                  </a:lnTo>
                  <a:lnTo>
                    <a:pt x="5097986" y="665739"/>
                  </a:lnTo>
                  <a:lnTo>
                    <a:pt x="5098647" y="656432"/>
                  </a:lnTo>
                  <a:lnTo>
                    <a:pt x="5099307" y="657842"/>
                  </a:lnTo>
                  <a:lnTo>
                    <a:pt x="5099968" y="647460"/>
                  </a:lnTo>
                  <a:lnTo>
                    <a:pt x="5100628" y="617178"/>
                  </a:lnTo>
                  <a:lnTo>
                    <a:pt x="5101289" y="655989"/>
                  </a:lnTo>
                  <a:lnTo>
                    <a:pt x="5101949" y="654949"/>
                  </a:lnTo>
                  <a:lnTo>
                    <a:pt x="5102610" y="642916"/>
                  </a:lnTo>
                  <a:lnTo>
                    <a:pt x="5103271" y="649206"/>
                  </a:lnTo>
                  <a:lnTo>
                    <a:pt x="5103931" y="655394"/>
                  </a:lnTo>
                  <a:lnTo>
                    <a:pt x="5104592" y="654798"/>
                  </a:lnTo>
                  <a:lnTo>
                    <a:pt x="5105252" y="633472"/>
                  </a:lnTo>
                  <a:lnTo>
                    <a:pt x="5105913" y="643376"/>
                  </a:lnTo>
                  <a:lnTo>
                    <a:pt x="5106573" y="661695"/>
                  </a:lnTo>
                  <a:lnTo>
                    <a:pt x="5107234" y="660847"/>
                  </a:lnTo>
                  <a:lnTo>
                    <a:pt x="5107894" y="681026"/>
                  </a:lnTo>
                  <a:lnTo>
                    <a:pt x="5108555" y="657752"/>
                  </a:lnTo>
                  <a:lnTo>
                    <a:pt x="5109215" y="672603"/>
                  </a:lnTo>
                  <a:lnTo>
                    <a:pt x="5109876" y="669783"/>
                  </a:lnTo>
                  <a:lnTo>
                    <a:pt x="5110536" y="643376"/>
                  </a:lnTo>
                  <a:lnTo>
                    <a:pt x="5111197" y="650684"/>
                  </a:lnTo>
                  <a:lnTo>
                    <a:pt x="5111857" y="644567"/>
                  </a:lnTo>
                  <a:lnTo>
                    <a:pt x="5112518" y="653934"/>
                  </a:lnTo>
                  <a:lnTo>
                    <a:pt x="5113179" y="671765"/>
                  </a:lnTo>
                  <a:lnTo>
                    <a:pt x="5113839" y="634663"/>
                  </a:lnTo>
                  <a:lnTo>
                    <a:pt x="5114500" y="604304"/>
                  </a:lnTo>
                  <a:lnTo>
                    <a:pt x="5115160" y="655417"/>
                  </a:lnTo>
                  <a:lnTo>
                    <a:pt x="5115821" y="656827"/>
                  </a:lnTo>
                  <a:lnTo>
                    <a:pt x="5116481" y="662075"/>
                  </a:lnTo>
                  <a:lnTo>
                    <a:pt x="5117142" y="662075"/>
                  </a:lnTo>
                  <a:lnTo>
                    <a:pt x="5117802" y="646445"/>
                  </a:lnTo>
                  <a:lnTo>
                    <a:pt x="5118463" y="668799"/>
                  </a:lnTo>
                  <a:lnTo>
                    <a:pt x="5119123" y="671916"/>
                  </a:lnTo>
                  <a:lnTo>
                    <a:pt x="5119784" y="658112"/>
                  </a:lnTo>
                  <a:lnTo>
                    <a:pt x="5120444" y="660817"/>
                  </a:lnTo>
                  <a:lnTo>
                    <a:pt x="5121105" y="659066"/>
                  </a:lnTo>
                  <a:lnTo>
                    <a:pt x="5121765" y="656459"/>
                  </a:lnTo>
                  <a:lnTo>
                    <a:pt x="5122426" y="650029"/>
                  </a:lnTo>
                  <a:lnTo>
                    <a:pt x="5123087" y="662227"/>
                  </a:lnTo>
                  <a:lnTo>
                    <a:pt x="5123747" y="658731"/>
                  </a:lnTo>
                  <a:lnTo>
                    <a:pt x="5124408" y="665840"/>
                  </a:lnTo>
                  <a:lnTo>
                    <a:pt x="5125068" y="643086"/>
                  </a:lnTo>
                  <a:lnTo>
                    <a:pt x="5125729" y="631806"/>
                  </a:lnTo>
                  <a:lnTo>
                    <a:pt x="5126389" y="637647"/>
                  </a:lnTo>
                  <a:lnTo>
                    <a:pt x="5127050" y="661379"/>
                  </a:lnTo>
                  <a:lnTo>
                    <a:pt x="5127710" y="664831"/>
                  </a:lnTo>
                  <a:lnTo>
                    <a:pt x="5128371" y="666583"/>
                  </a:lnTo>
                  <a:lnTo>
                    <a:pt x="5129031" y="690991"/>
                  </a:lnTo>
                  <a:lnTo>
                    <a:pt x="5129692" y="661263"/>
                  </a:lnTo>
                  <a:lnTo>
                    <a:pt x="5130352" y="657112"/>
                  </a:lnTo>
                  <a:lnTo>
                    <a:pt x="5131013" y="663502"/>
                  </a:lnTo>
                  <a:lnTo>
                    <a:pt x="5131673" y="659082"/>
                  </a:lnTo>
                  <a:lnTo>
                    <a:pt x="5132334" y="664431"/>
                  </a:lnTo>
                  <a:lnTo>
                    <a:pt x="5132994" y="663120"/>
                  </a:lnTo>
                  <a:lnTo>
                    <a:pt x="5133655" y="648524"/>
                  </a:lnTo>
                  <a:lnTo>
                    <a:pt x="5134316" y="659022"/>
                  </a:lnTo>
                  <a:lnTo>
                    <a:pt x="5134976" y="629433"/>
                  </a:lnTo>
                  <a:lnTo>
                    <a:pt x="5135637" y="642285"/>
                  </a:lnTo>
                  <a:lnTo>
                    <a:pt x="5136297" y="640074"/>
                  </a:lnTo>
                  <a:lnTo>
                    <a:pt x="5136958" y="653761"/>
                  </a:lnTo>
                  <a:lnTo>
                    <a:pt x="5137618" y="628234"/>
                  </a:lnTo>
                  <a:lnTo>
                    <a:pt x="5138279" y="591978"/>
                  </a:lnTo>
                  <a:lnTo>
                    <a:pt x="5138939" y="586201"/>
                  </a:lnTo>
                  <a:lnTo>
                    <a:pt x="5139600" y="596237"/>
                  </a:lnTo>
                  <a:lnTo>
                    <a:pt x="5140260" y="621780"/>
                  </a:lnTo>
                  <a:lnTo>
                    <a:pt x="5140921" y="646007"/>
                  </a:lnTo>
                  <a:lnTo>
                    <a:pt x="5141581" y="523936"/>
                  </a:lnTo>
                  <a:lnTo>
                    <a:pt x="5142242" y="479477"/>
                  </a:lnTo>
                  <a:lnTo>
                    <a:pt x="5142902" y="480687"/>
                  </a:lnTo>
                  <a:lnTo>
                    <a:pt x="5143563" y="479184"/>
                  </a:lnTo>
                  <a:lnTo>
                    <a:pt x="5144224" y="479184"/>
                  </a:lnTo>
                  <a:lnTo>
                    <a:pt x="5144884" y="479184"/>
                  </a:lnTo>
                  <a:lnTo>
                    <a:pt x="5145545" y="493370"/>
                  </a:lnTo>
                  <a:lnTo>
                    <a:pt x="5146205" y="528771"/>
                  </a:lnTo>
                  <a:lnTo>
                    <a:pt x="5146866" y="571691"/>
                  </a:lnTo>
                  <a:lnTo>
                    <a:pt x="5147526" y="578634"/>
                  </a:lnTo>
                  <a:lnTo>
                    <a:pt x="5148187" y="562195"/>
                  </a:lnTo>
                  <a:lnTo>
                    <a:pt x="5148847" y="566944"/>
                  </a:lnTo>
                  <a:lnTo>
                    <a:pt x="5149508" y="579655"/>
                  </a:lnTo>
                  <a:lnTo>
                    <a:pt x="5150168" y="603250"/>
                  </a:lnTo>
                  <a:lnTo>
                    <a:pt x="5150829" y="581544"/>
                  </a:lnTo>
                  <a:lnTo>
                    <a:pt x="5151489" y="581412"/>
                  </a:lnTo>
                  <a:lnTo>
                    <a:pt x="5152150" y="587725"/>
                  </a:lnTo>
                  <a:lnTo>
                    <a:pt x="5152810" y="608893"/>
                  </a:lnTo>
                  <a:lnTo>
                    <a:pt x="5153471" y="603093"/>
                  </a:lnTo>
                  <a:lnTo>
                    <a:pt x="5154132" y="608779"/>
                  </a:lnTo>
                  <a:lnTo>
                    <a:pt x="5154792" y="614006"/>
                  </a:lnTo>
                  <a:lnTo>
                    <a:pt x="5155453" y="619504"/>
                  </a:lnTo>
                  <a:lnTo>
                    <a:pt x="5156113" y="610925"/>
                  </a:lnTo>
                  <a:lnTo>
                    <a:pt x="5156774" y="617714"/>
                  </a:lnTo>
                  <a:lnTo>
                    <a:pt x="5157434" y="613410"/>
                  </a:lnTo>
                  <a:lnTo>
                    <a:pt x="5158095" y="621291"/>
                  </a:lnTo>
                  <a:lnTo>
                    <a:pt x="5158755" y="629437"/>
                  </a:lnTo>
                  <a:lnTo>
                    <a:pt x="5159416" y="635266"/>
                  </a:lnTo>
                  <a:lnTo>
                    <a:pt x="5160076" y="609490"/>
                  </a:lnTo>
                  <a:lnTo>
                    <a:pt x="5160737" y="606080"/>
                  </a:lnTo>
                  <a:lnTo>
                    <a:pt x="5161397" y="604684"/>
                  </a:lnTo>
                  <a:lnTo>
                    <a:pt x="5162058" y="601050"/>
                  </a:lnTo>
                  <a:lnTo>
                    <a:pt x="5162718" y="601398"/>
                  </a:lnTo>
                  <a:lnTo>
                    <a:pt x="5163379" y="598930"/>
                  </a:lnTo>
                  <a:lnTo>
                    <a:pt x="5164040" y="594887"/>
                  </a:lnTo>
                  <a:lnTo>
                    <a:pt x="5164700" y="594887"/>
                  </a:lnTo>
                  <a:lnTo>
                    <a:pt x="5165361" y="594538"/>
                  </a:lnTo>
                  <a:lnTo>
                    <a:pt x="5166021" y="597532"/>
                  </a:lnTo>
                  <a:lnTo>
                    <a:pt x="5166682" y="585627"/>
                  </a:lnTo>
                  <a:lnTo>
                    <a:pt x="5167342" y="586161"/>
                  </a:lnTo>
                  <a:lnTo>
                    <a:pt x="5168003" y="591054"/>
                  </a:lnTo>
                  <a:lnTo>
                    <a:pt x="5168663" y="587011"/>
                  </a:lnTo>
                  <a:lnTo>
                    <a:pt x="5169324" y="590396"/>
                  </a:lnTo>
                  <a:lnTo>
                    <a:pt x="5169984" y="588480"/>
                  </a:lnTo>
                  <a:lnTo>
                    <a:pt x="5170645" y="568035"/>
                  </a:lnTo>
                  <a:lnTo>
                    <a:pt x="5171305" y="588480"/>
                  </a:lnTo>
                  <a:lnTo>
                    <a:pt x="5171966" y="584237"/>
                  </a:lnTo>
                  <a:lnTo>
                    <a:pt x="5172626" y="592317"/>
                  </a:lnTo>
                  <a:lnTo>
                    <a:pt x="5173287" y="590447"/>
                  </a:lnTo>
                  <a:lnTo>
                    <a:pt x="5173947" y="586540"/>
                  </a:lnTo>
                  <a:lnTo>
                    <a:pt x="5174608" y="582927"/>
                  </a:lnTo>
                  <a:lnTo>
                    <a:pt x="5175269" y="581931"/>
                  </a:lnTo>
                  <a:lnTo>
                    <a:pt x="5175929" y="591090"/>
                  </a:lnTo>
                  <a:lnTo>
                    <a:pt x="5176590" y="611611"/>
                  </a:lnTo>
                  <a:lnTo>
                    <a:pt x="5177250" y="627707"/>
                  </a:lnTo>
                  <a:lnTo>
                    <a:pt x="5177911" y="622726"/>
                  </a:lnTo>
                  <a:lnTo>
                    <a:pt x="5178571" y="597192"/>
                  </a:lnTo>
                  <a:lnTo>
                    <a:pt x="5179232" y="590573"/>
                  </a:lnTo>
                  <a:lnTo>
                    <a:pt x="5179892" y="596612"/>
                  </a:lnTo>
                  <a:lnTo>
                    <a:pt x="5180553" y="590067"/>
                  </a:lnTo>
                  <a:lnTo>
                    <a:pt x="5181213" y="580908"/>
                  </a:lnTo>
                  <a:lnTo>
                    <a:pt x="5181874" y="580908"/>
                  </a:lnTo>
                  <a:lnTo>
                    <a:pt x="5182534" y="579179"/>
                  </a:lnTo>
                  <a:lnTo>
                    <a:pt x="5183195" y="579179"/>
                  </a:lnTo>
                  <a:lnTo>
                    <a:pt x="5183855" y="594847"/>
                  </a:lnTo>
                  <a:lnTo>
                    <a:pt x="5184516" y="604821"/>
                  </a:lnTo>
                  <a:lnTo>
                    <a:pt x="5185177" y="598175"/>
                  </a:lnTo>
                  <a:lnTo>
                    <a:pt x="5185837" y="621654"/>
                  </a:lnTo>
                  <a:lnTo>
                    <a:pt x="5186498" y="636416"/>
                  </a:lnTo>
                  <a:lnTo>
                    <a:pt x="5187158" y="629137"/>
                  </a:lnTo>
                  <a:lnTo>
                    <a:pt x="5187819" y="652609"/>
                  </a:lnTo>
                  <a:lnTo>
                    <a:pt x="5188479" y="630414"/>
                  </a:lnTo>
                  <a:lnTo>
                    <a:pt x="5189140" y="651165"/>
                  </a:lnTo>
                  <a:lnTo>
                    <a:pt x="5189800" y="671778"/>
                  </a:lnTo>
                  <a:lnTo>
                    <a:pt x="5190461" y="639082"/>
                  </a:lnTo>
                  <a:lnTo>
                    <a:pt x="5191121" y="659818"/>
                  </a:lnTo>
                  <a:lnTo>
                    <a:pt x="5191782" y="666892"/>
                  </a:lnTo>
                  <a:lnTo>
                    <a:pt x="5192442" y="620639"/>
                  </a:lnTo>
                  <a:lnTo>
                    <a:pt x="5193103" y="619093"/>
                  </a:lnTo>
                  <a:lnTo>
                    <a:pt x="5193763" y="620639"/>
                  </a:lnTo>
                  <a:lnTo>
                    <a:pt x="5194424" y="622102"/>
                  </a:lnTo>
                  <a:lnTo>
                    <a:pt x="5195085" y="627612"/>
                  </a:lnTo>
                  <a:lnTo>
                    <a:pt x="5195745" y="616174"/>
                  </a:lnTo>
                  <a:lnTo>
                    <a:pt x="5196406" y="596973"/>
                  </a:lnTo>
                  <a:lnTo>
                    <a:pt x="5197066" y="596973"/>
                  </a:lnTo>
                  <a:lnTo>
                    <a:pt x="5197727" y="591419"/>
                  </a:lnTo>
                  <a:lnTo>
                    <a:pt x="5198387" y="595551"/>
                  </a:lnTo>
                  <a:lnTo>
                    <a:pt x="5199048" y="611869"/>
                  </a:lnTo>
                  <a:lnTo>
                    <a:pt x="5199708" y="623432"/>
                  </a:lnTo>
                  <a:lnTo>
                    <a:pt x="5200369" y="624983"/>
                  </a:lnTo>
                  <a:lnTo>
                    <a:pt x="5201029" y="612095"/>
                  </a:lnTo>
                  <a:lnTo>
                    <a:pt x="5201690" y="600949"/>
                  </a:lnTo>
                  <a:lnTo>
                    <a:pt x="5202350" y="591811"/>
                  </a:lnTo>
                  <a:lnTo>
                    <a:pt x="5203011" y="604145"/>
                  </a:lnTo>
                  <a:lnTo>
                    <a:pt x="5203671" y="620149"/>
                  </a:lnTo>
                  <a:lnTo>
                    <a:pt x="5204332" y="639929"/>
                  </a:lnTo>
                  <a:lnTo>
                    <a:pt x="5204992" y="639399"/>
                  </a:lnTo>
                  <a:lnTo>
                    <a:pt x="5205653" y="632912"/>
                  </a:lnTo>
                  <a:lnTo>
                    <a:pt x="5206314" y="639564"/>
                  </a:lnTo>
                  <a:lnTo>
                    <a:pt x="5206974" y="622713"/>
                  </a:lnTo>
                  <a:lnTo>
                    <a:pt x="5207635" y="620666"/>
                  </a:lnTo>
                  <a:lnTo>
                    <a:pt x="5208295" y="612460"/>
                  </a:lnTo>
                  <a:lnTo>
                    <a:pt x="5208956" y="620619"/>
                  </a:lnTo>
                  <a:lnTo>
                    <a:pt x="5209616" y="620382"/>
                  </a:lnTo>
                  <a:lnTo>
                    <a:pt x="5210277" y="604801"/>
                  </a:lnTo>
                  <a:lnTo>
                    <a:pt x="5210937" y="596813"/>
                  </a:lnTo>
                  <a:lnTo>
                    <a:pt x="5211598" y="586863"/>
                  </a:lnTo>
                  <a:lnTo>
                    <a:pt x="5212258" y="585613"/>
                  </a:lnTo>
                  <a:lnTo>
                    <a:pt x="5212919" y="571627"/>
                  </a:lnTo>
                  <a:lnTo>
                    <a:pt x="5213579" y="585613"/>
                  </a:lnTo>
                  <a:lnTo>
                    <a:pt x="5214240" y="586863"/>
                  </a:lnTo>
                  <a:lnTo>
                    <a:pt x="5214900" y="592200"/>
                  </a:lnTo>
                  <a:lnTo>
                    <a:pt x="5215561" y="610311"/>
                  </a:lnTo>
                  <a:lnTo>
                    <a:pt x="5216222" y="620615"/>
                  </a:lnTo>
                  <a:lnTo>
                    <a:pt x="5216882" y="627256"/>
                  </a:lnTo>
                  <a:lnTo>
                    <a:pt x="5217543" y="620615"/>
                  </a:lnTo>
                  <a:lnTo>
                    <a:pt x="5218203" y="627605"/>
                  </a:lnTo>
                  <a:lnTo>
                    <a:pt x="5218864" y="615035"/>
                  </a:lnTo>
                  <a:lnTo>
                    <a:pt x="5219524" y="604640"/>
                  </a:lnTo>
                  <a:lnTo>
                    <a:pt x="5220185" y="601262"/>
                  </a:lnTo>
                  <a:lnTo>
                    <a:pt x="5220845" y="592705"/>
                  </a:lnTo>
                  <a:lnTo>
                    <a:pt x="5221506" y="591300"/>
                  </a:lnTo>
                  <a:lnTo>
                    <a:pt x="5222166" y="590698"/>
                  </a:lnTo>
                  <a:lnTo>
                    <a:pt x="5222827" y="599857"/>
                  </a:lnTo>
                  <a:lnTo>
                    <a:pt x="5223487" y="599720"/>
                  </a:lnTo>
                  <a:lnTo>
                    <a:pt x="5224148" y="592149"/>
                  </a:lnTo>
                  <a:lnTo>
                    <a:pt x="5224808" y="592149"/>
                  </a:lnTo>
                  <a:lnTo>
                    <a:pt x="5225469" y="600129"/>
                  </a:lnTo>
                  <a:lnTo>
                    <a:pt x="5226130" y="598120"/>
                  </a:lnTo>
                  <a:lnTo>
                    <a:pt x="5226790" y="596688"/>
                  </a:lnTo>
                  <a:lnTo>
                    <a:pt x="5227451" y="561665"/>
                  </a:lnTo>
                  <a:lnTo>
                    <a:pt x="5228111" y="556422"/>
                  </a:lnTo>
                  <a:lnTo>
                    <a:pt x="5228772" y="553011"/>
                  </a:lnTo>
                  <a:lnTo>
                    <a:pt x="5229432" y="569533"/>
                  </a:lnTo>
                  <a:lnTo>
                    <a:pt x="5230093" y="594653"/>
                  </a:lnTo>
                  <a:lnTo>
                    <a:pt x="5230753" y="580504"/>
                  </a:lnTo>
                  <a:lnTo>
                    <a:pt x="5231414" y="580504"/>
                  </a:lnTo>
                  <a:lnTo>
                    <a:pt x="5232074" y="585620"/>
                  </a:lnTo>
                  <a:lnTo>
                    <a:pt x="5232735" y="580504"/>
                  </a:lnTo>
                  <a:lnTo>
                    <a:pt x="5233395" y="585726"/>
                  </a:lnTo>
                  <a:lnTo>
                    <a:pt x="5234056" y="582032"/>
                  </a:lnTo>
                  <a:lnTo>
                    <a:pt x="5234716" y="576917"/>
                  </a:lnTo>
                  <a:lnTo>
                    <a:pt x="5235377" y="586076"/>
                  </a:lnTo>
                  <a:lnTo>
                    <a:pt x="5236038" y="603131"/>
                  </a:lnTo>
                  <a:lnTo>
                    <a:pt x="5236698" y="613295"/>
                  </a:lnTo>
                  <a:lnTo>
                    <a:pt x="5237359" y="628386"/>
                  </a:lnTo>
                  <a:lnTo>
                    <a:pt x="5238019" y="627521"/>
                  </a:lnTo>
                  <a:lnTo>
                    <a:pt x="5238680" y="615625"/>
                  </a:lnTo>
                  <a:lnTo>
                    <a:pt x="5239340" y="596359"/>
                  </a:lnTo>
                  <a:lnTo>
                    <a:pt x="5240001" y="569227"/>
                  </a:lnTo>
                  <a:lnTo>
                    <a:pt x="5240661" y="502542"/>
                  </a:lnTo>
                  <a:lnTo>
                    <a:pt x="5241322" y="483313"/>
                  </a:lnTo>
                  <a:lnTo>
                    <a:pt x="5241982" y="453807"/>
                  </a:lnTo>
                  <a:lnTo>
                    <a:pt x="5242643" y="465005"/>
                  </a:lnTo>
                  <a:lnTo>
                    <a:pt x="5243303" y="522091"/>
                  </a:lnTo>
                  <a:lnTo>
                    <a:pt x="5243964" y="514882"/>
                  </a:lnTo>
                  <a:lnTo>
                    <a:pt x="5244624" y="465349"/>
                  </a:lnTo>
                  <a:lnTo>
                    <a:pt x="5245285" y="515072"/>
                  </a:lnTo>
                  <a:lnTo>
                    <a:pt x="5245945" y="530342"/>
                  </a:lnTo>
                  <a:lnTo>
                    <a:pt x="5246606" y="529559"/>
                  </a:lnTo>
                  <a:lnTo>
                    <a:pt x="5247267" y="553601"/>
                  </a:lnTo>
                  <a:lnTo>
                    <a:pt x="5247927" y="569333"/>
                  </a:lnTo>
                  <a:lnTo>
                    <a:pt x="5248588" y="604018"/>
                  </a:lnTo>
                  <a:lnTo>
                    <a:pt x="5249248" y="572593"/>
                  </a:lnTo>
                  <a:lnTo>
                    <a:pt x="5249909" y="567806"/>
                  </a:lnTo>
                  <a:lnTo>
                    <a:pt x="5250569" y="583647"/>
                  </a:lnTo>
                  <a:lnTo>
                    <a:pt x="5251230" y="584244"/>
                  </a:lnTo>
                  <a:lnTo>
                    <a:pt x="5251890" y="582077"/>
                  </a:lnTo>
                  <a:lnTo>
                    <a:pt x="5252551" y="618821"/>
                  </a:lnTo>
                  <a:lnTo>
                    <a:pt x="5253211" y="595652"/>
                  </a:lnTo>
                  <a:lnTo>
                    <a:pt x="5253872" y="607825"/>
                  </a:lnTo>
                  <a:lnTo>
                    <a:pt x="5254532" y="607437"/>
                  </a:lnTo>
                  <a:lnTo>
                    <a:pt x="5255193" y="615722"/>
                  </a:lnTo>
                  <a:lnTo>
                    <a:pt x="5255853" y="618724"/>
                  </a:lnTo>
                  <a:lnTo>
                    <a:pt x="5256514" y="594458"/>
                  </a:lnTo>
                  <a:lnTo>
                    <a:pt x="5257175" y="594821"/>
                  </a:lnTo>
                  <a:lnTo>
                    <a:pt x="5257835" y="561096"/>
                  </a:lnTo>
                  <a:lnTo>
                    <a:pt x="5258496" y="562513"/>
                  </a:lnTo>
                  <a:lnTo>
                    <a:pt x="5259156" y="541076"/>
                  </a:lnTo>
                  <a:lnTo>
                    <a:pt x="5259817" y="495107"/>
                  </a:lnTo>
                  <a:lnTo>
                    <a:pt x="5260477" y="490010"/>
                  </a:lnTo>
                  <a:lnTo>
                    <a:pt x="5261138" y="514796"/>
                  </a:lnTo>
                  <a:lnTo>
                    <a:pt x="5261798" y="489574"/>
                  </a:lnTo>
                  <a:lnTo>
                    <a:pt x="5262459" y="471274"/>
                  </a:lnTo>
                  <a:lnTo>
                    <a:pt x="5263119" y="531278"/>
                  </a:lnTo>
                  <a:lnTo>
                    <a:pt x="5263780" y="434859"/>
                  </a:lnTo>
                  <a:lnTo>
                    <a:pt x="5264440" y="416752"/>
                  </a:lnTo>
                  <a:lnTo>
                    <a:pt x="5265101" y="414840"/>
                  </a:lnTo>
                  <a:lnTo>
                    <a:pt x="5265761" y="434730"/>
                  </a:lnTo>
                  <a:lnTo>
                    <a:pt x="5266422" y="418050"/>
                  </a:lnTo>
                  <a:lnTo>
                    <a:pt x="5267083" y="408390"/>
                  </a:lnTo>
                  <a:lnTo>
                    <a:pt x="5267743" y="408390"/>
                  </a:lnTo>
                  <a:lnTo>
                    <a:pt x="5268404" y="406043"/>
                  </a:lnTo>
                  <a:lnTo>
                    <a:pt x="5269064" y="381383"/>
                  </a:lnTo>
                  <a:lnTo>
                    <a:pt x="5269725" y="359074"/>
                  </a:lnTo>
                  <a:lnTo>
                    <a:pt x="5270385" y="388062"/>
                  </a:lnTo>
                  <a:lnTo>
                    <a:pt x="5271046" y="362200"/>
                  </a:lnTo>
                  <a:lnTo>
                    <a:pt x="5271706" y="432139"/>
                  </a:lnTo>
                  <a:lnTo>
                    <a:pt x="5272367" y="380234"/>
                  </a:lnTo>
                  <a:lnTo>
                    <a:pt x="5273027" y="318052"/>
                  </a:lnTo>
                  <a:lnTo>
                    <a:pt x="5273688" y="308551"/>
                  </a:lnTo>
                  <a:lnTo>
                    <a:pt x="5274348" y="312962"/>
                  </a:lnTo>
                  <a:lnTo>
                    <a:pt x="5275009" y="318052"/>
                  </a:lnTo>
                  <a:lnTo>
                    <a:pt x="5275669" y="390949"/>
                  </a:lnTo>
                  <a:lnTo>
                    <a:pt x="5276330" y="366856"/>
                  </a:lnTo>
                  <a:lnTo>
                    <a:pt x="5276990" y="357656"/>
                  </a:lnTo>
                  <a:lnTo>
                    <a:pt x="5277651" y="402480"/>
                  </a:lnTo>
                  <a:lnTo>
                    <a:pt x="5278312" y="451064"/>
                  </a:lnTo>
                  <a:lnTo>
                    <a:pt x="5278972" y="448329"/>
                  </a:lnTo>
                  <a:lnTo>
                    <a:pt x="5279633" y="491775"/>
                  </a:lnTo>
                  <a:lnTo>
                    <a:pt x="5280293" y="512679"/>
                  </a:lnTo>
                  <a:lnTo>
                    <a:pt x="5280954" y="516828"/>
                  </a:lnTo>
                  <a:lnTo>
                    <a:pt x="5281614" y="514850"/>
                  </a:lnTo>
                  <a:lnTo>
                    <a:pt x="5282275" y="554640"/>
                  </a:lnTo>
                  <a:lnTo>
                    <a:pt x="5282935" y="570214"/>
                  </a:lnTo>
                  <a:lnTo>
                    <a:pt x="5283596" y="568999"/>
                  </a:lnTo>
                  <a:lnTo>
                    <a:pt x="5284256" y="570499"/>
                  </a:lnTo>
                  <a:lnTo>
                    <a:pt x="5284917" y="568258"/>
                  </a:lnTo>
                  <a:lnTo>
                    <a:pt x="5285577" y="592229"/>
                  </a:lnTo>
                  <a:lnTo>
                    <a:pt x="5286238" y="592898"/>
                  </a:lnTo>
                  <a:lnTo>
                    <a:pt x="5286898" y="608267"/>
                  </a:lnTo>
                  <a:lnTo>
                    <a:pt x="5287559" y="576922"/>
                  </a:lnTo>
                  <a:lnTo>
                    <a:pt x="5288220" y="570740"/>
                  </a:lnTo>
                  <a:lnTo>
                    <a:pt x="5288880" y="569005"/>
                  </a:lnTo>
                  <a:lnTo>
                    <a:pt x="5289541" y="562997"/>
                  </a:lnTo>
                  <a:lnTo>
                    <a:pt x="5290201" y="563285"/>
                  </a:lnTo>
                  <a:lnTo>
                    <a:pt x="5290862" y="560979"/>
                  </a:lnTo>
                  <a:lnTo>
                    <a:pt x="5291522" y="538803"/>
                  </a:lnTo>
                  <a:lnTo>
                    <a:pt x="5292183" y="535966"/>
                  </a:lnTo>
                  <a:lnTo>
                    <a:pt x="5292843" y="537945"/>
                  </a:lnTo>
                  <a:lnTo>
                    <a:pt x="5293504" y="537345"/>
                  </a:lnTo>
                  <a:lnTo>
                    <a:pt x="5294164" y="536065"/>
                  </a:lnTo>
                  <a:lnTo>
                    <a:pt x="5294825" y="548886"/>
                  </a:lnTo>
                  <a:lnTo>
                    <a:pt x="5295485" y="523306"/>
                  </a:lnTo>
                  <a:lnTo>
                    <a:pt x="5296146" y="475007"/>
                  </a:lnTo>
                  <a:lnTo>
                    <a:pt x="5296806" y="475196"/>
                  </a:lnTo>
                  <a:lnTo>
                    <a:pt x="5297467" y="472869"/>
                  </a:lnTo>
                  <a:lnTo>
                    <a:pt x="5298128" y="472869"/>
                  </a:lnTo>
                  <a:lnTo>
                    <a:pt x="5298788" y="482100"/>
                  </a:lnTo>
                  <a:lnTo>
                    <a:pt x="5299449" y="496697"/>
                  </a:lnTo>
                  <a:lnTo>
                    <a:pt x="5300109" y="497767"/>
                  </a:lnTo>
                  <a:lnTo>
                    <a:pt x="5300770" y="507451"/>
                  </a:lnTo>
                  <a:lnTo>
                    <a:pt x="5301430" y="539204"/>
                  </a:lnTo>
                  <a:lnTo>
                    <a:pt x="5302091" y="541095"/>
                  </a:lnTo>
                  <a:lnTo>
                    <a:pt x="5302751" y="541814"/>
                  </a:lnTo>
                  <a:lnTo>
                    <a:pt x="5303412" y="521493"/>
                  </a:lnTo>
                  <a:lnTo>
                    <a:pt x="5304072" y="518516"/>
                  </a:lnTo>
                  <a:lnTo>
                    <a:pt x="5304733" y="531337"/>
                  </a:lnTo>
                  <a:lnTo>
                    <a:pt x="5305393" y="535797"/>
                  </a:lnTo>
                  <a:lnTo>
                    <a:pt x="5306054" y="533014"/>
                  </a:lnTo>
                  <a:lnTo>
                    <a:pt x="5306714" y="540091"/>
                  </a:lnTo>
                  <a:lnTo>
                    <a:pt x="5307375" y="533481"/>
                  </a:lnTo>
                  <a:lnTo>
                    <a:pt x="5308036" y="532848"/>
                  </a:lnTo>
                  <a:lnTo>
                    <a:pt x="5308696" y="520632"/>
                  </a:lnTo>
                  <a:lnTo>
                    <a:pt x="5309357" y="470800"/>
                  </a:lnTo>
                  <a:lnTo>
                    <a:pt x="5310017" y="468420"/>
                  </a:lnTo>
                  <a:lnTo>
                    <a:pt x="5310678" y="467819"/>
                  </a:lnTo>
                  <a:lnTo>
                    <a:pt x="5311338" y="456441"/>
                  </a:lnTo>
                  <a:lnTo>
                    <a:pt x="5311999" y="456441"/>
                  </a:lnTo>
                  <a:lnTo>
                    <a:pt x="5312659" y="427860"/>
                  </a:lnTo>
                  <a:lnTo>
                    <a:pt x="5313320" y="429925"/>
                  </a:lnTo>
                  <a:lnTo>
                    <a:pt x="5313980" y="432324"/>
                  </a:lnTo>
                  <a:lnTo>
                    <a:pt x="5314641" y="420017"/>
                  </a:lnTo>
                  <a:lnTo>
                    <a:pt x="5315301" y="408395"/>
                  </a:lnTo>
                  <a:lnTo>
                    <a:pt x="5315962" y="405997"/>
                  </a:lnTo>
                  <a:lnTo>
                    <a:pt x="5316622" y="326379"/>
                  </a:lnTo>
                  <a:lnTo>
                    <a:pt x="5317283" y="331052"/>
                  </a:lnTo>
                  <a:lnTo>
                    <a:pt x="5317943" y="310351"/>
                  </a:lnTo>
                  <a:lnTo>
                    <a:pt x="5318604" y="310351"/>
                  </a:lnTo>
                  <a:lnTo>
                    <a:pt x="5319265" y="310853"/>
                  </a:lnTo>
                  <a:lnTo>
                    <a:pt x="5319925" y="317836"/>
                  </a:lnTo>
                  <a:lnTo>
                    <a:pt x="5320586" y="317708"/>
                  </a:lnTo>
                  <a:lnTo>
                    <a:pt x="5321246" y="315883"/>
                  </a:lnTo>
                  <a:lnTo>
                    <a:pt x="5321907" y="316632"/>
                  </a:lnTo>
                  <a:lnTo>
                    <a:pt x="5322567" y="292945"/>
                  </a:lnTo>
                  <a:lnTo>
                    <a:pt x="5323228" y="292038"/>
                  </a:lnTo>
                  <a:lnTo>
                    <a:pt x="5323888" y="294984"/>
                  </a:lnTo>
                  <a:lnTo>
                    <a:pt x="5324549" y="275239"/>
                  </a:lnTo>
                  <a:lnTo>
                    <a:pt x="5325209" y="201603"/>
                  </a:lnTo>
                  <a:lnTo>
                    <a:pt x="5325870" y="180193"/>
                  </a:lnTo>
                  <a:lnTo>
                    <a:pt x="5326530" y="131579"/>
                  </a:lnTo>
                  <a:lnTo>
                    <a:pt x="5327191" y="84192"/>
                  </a:lnTo>
                  <a:lnTo>
                    <a:pt x="5327851" y="76427"/>
                  </a:lnTo>
                  <a:lnTo>
                    <a:pt x="5328512" y="44691"/>
                  </a:lnTo>
                  <a:lnTo>
                    <a:pt x="5329173" y="44691"/>
                  </a:lnTo>
                  <a:lnTo>
                    <a:pt x="5329833" y="45292"/>
                  </a:lnTo>
                  <a:lnTo>
                    <a:pt x="5330494" y="38923"/>
                  </a:lnTo>
                  <a:lnTo>
                    <a:pt x="5331154" y="39028"/>
                  </a:lnTo>
                  <a:lnTo>
                    <a:pt x="5331815" y="36753"/>
                  </a:lnTo>
                  <a:lnTo>
                    <a:pt x="5332475" y="27439"/>
                  </a:lnTo>
                  <a:lnTo>
                    <a:pt x="5333136" y="8513"/>
                  </a:lnTo>
                  <a:lnTo>
                    <a:pt x="5333796" y="10339"/>
                  </a:lnTo>
                  <a:lnTo>
                    <a:pt x="5334457" y="21717"/>
                  </a:lnTo>
                  <a:lnTo>
                    <a:pt x="5335117" y="21717"/>
                  </a:lnTo>
                  <a:lnTo>
                    <a:pt x="5335778" y="21717"/>
                  </a:lnTo>
                  <a:lnTo>
                    <a:pt x="5336438" y="13669"/>
                  </a:lnTo>
                  <a:lnTo>
                    <a:pt x="5337099" y="22225"/>
                  </a:lnTo>
                  <a:lnTo>
                    <a:pt x="5337759" y="0"/>
                  </a:lnTo>
                  <a:lnTo>
                    <a:pt x="5338420" y="0"/>
                  </a:lnTo>
                  <a:lnTo>
                    <a:pt x="5339081" y="0"/>
                  </a:lnTo>
                  <a:lnTo>
                    <a:pt x="5339741" y="0"/>
                  </a:lnTo>
                  <a:lnTo>
                    <a:pt x="5340402" y="0"/>
                  </a:lnTo>
                  <a:lnTo>
                    <a:pt x="5341062" y="2781"/>
                  </a:lnTo>
                  <a:lnTo>
                    <a:pt x="5341723" y="1640"/>
                  </a:lnTo>
                  <a:lnTo>
                    <a:pt x="5342383" y="6856"/>
                  </a:lnTo>
                  <a:lnTo>
                    <a:pt x="5343044" y="25962"/>
                  </a:lnTo>
                  <a:lnTo>
                    <a:pt x="5343704" y="28028"/>
                  </a:lnTo>
                  <a:lnTo>
                    <a:pt x="5344365" y="28028"/>
                  </a:lnTo>
                  <a:lnTo>
                    <a:pt x="5345025" y="85912"/>
                  </a:lnTo>
                  <a:lnTo>
                    <a:pt x="5345686" y="96816"/>
                  </a:lnTo>
                  <a:lnTo>
                    <a:pt x="5346346" y="110255"/>
                  </a:lnTo>
                  <a:lnTo>
                    <a:pt x="5347007" y="142542"/>
                  </a:lnTo>
                  <a:lnTo>
                    <a:pt x="5347667" y="190452"/>
                  </a:lnTo>
                  <a:lnTo>
                    <a:pt x="5348328" y="291745"/>
                  </a:lnTo>
                  <a:lnTo>
                    <a:pt x="5348988" y="291745"/>
                  </a:lnTo>
                  <a:lnTo>
                    <a:pt x="5349649" y="246127"/>
                  </a:lnTo>
                  <a:lnTo>
                    <a:pt x="5350310" y="269312"/>
                  </a:lnTo>
                  <a:lnTo>
                    <a:pt x="5350970" y="269312"/>
                  </a:lnTo>
                  <a:lnTo>
                    <a:pt x="5351631" y="274049"/>
                  </a:lnTo>
                  <a:lnTo>
                    <a:pt x="5352291" y="347096"/>
                  </a:lnTo>
                  <a:lnTo>
                    <a:pt x="5352952" y="301203"/>
                  </a:lnTo>
                  <a:lnTo>
                    <a:pt x="5353612" y="314003"/>
                  </a:lnTo>
                  <a:lnTo>
                    <a:pt x="5354273" y="344533"/>
                  </a:lnTo>
                  <a:lnTo>
                    <a:pt x="5354933" y="323758"/>
                  </a:lnTo>
                  <a:lnTo>
                    <a:pt x="5355594" y="367917"/>
                  </a:lnTo>
                  <a:lnTo>
                    <a:pt x="5356254" y="468823"/>
                  </a:lnTo>
                  <a:lnTo>
                    <a:pt x="5356915" y="432208"/>
                  </a:lnTo>
                  <a:lnTo>
                    <a:pt x="5357575" y="429604"/>
                  </a:lnTo>
                  <a:lnTo>
                    <a:pt x="5358236" y="429903"/>
                  </a:lnTo>
                  <a:lnTo>
                    <a:pt x="5358896" y="437146"/>
                  </a:lnTo>
                  <a:lnTo>
                    <a:pt x="5359557" y="461402"/>
                  </a:lnTo>
                  <a:lnTo>
                    <a:pt x="5360218" y="477851"/>
                  </a:lnTo>
                  <a:lnTo>
                    <a:pt x="5360878" y="445253"/>
                  </a:lnTo>
                  <a:lnTo>
                    <a:pt x="5361539" y="433420"/>
                  </a:lnTo>
                  <a:lnTo>
                    <a:pt x="5362199" y="412854"/>
                  </a:lnTo>
                  <a:lnTo>
                    <a:pt x="5362860" y="450635"/>
                  </a:lnTo>
                  <a:lnTo>
                    <a:pt x="5363520" y="449278"/>
                  </a:lnTo>
                  <a:lnTo>
                    <a:pt x="5364181" y="512461"/>
                  </a:lnTo>
                  <a:lnTo>
                    <a:pt x="5364841" y="543443"/>
                  </a:lnTo>
                  <a:lnTo>
                    <a:pt x="5365502" y="545486"/>
                  </a:lnTo>
                  <a:lnTo>
                    <a:pt x="5366162" y="496288"/>
                  </a:lnTo>
                  <a:lnTo>
                    <a:pt x="5366823" y="483569"/>
                  </a:lnTo>
                  <a:lnTo>
                    <a:pt x="5367483" y="483569"/>
                  </a:lnTo>
                  <a:lnTo>
                    <a:pt x="5368144" y="483569"/>
                  </a:lnTo>
                  <a:lnTo>
                    <a:pt x="5368804" y="488000"/>
                  </a:lnTo>
                  <a:lnTo>
                    <a:pt x="5369465" y="489878"/>
                  </a:lnTo>
                  <a:lnTo>
                    <a:pt x="5370126" y="496288"/>
                  </a:lnTo>
                  <a:lnTo>
                    <a:pt x="5370786" y="551986"/>
                  </a:lnTo>
                  <a:lnTo>
                    <a:pt x="5371447" y="526542"/>
                  </a:lnTo>
                  <a:lnTo>
                    <a:pt x="5372107" y="508880"/>
                  </a:lnTo>
                  <a:lnTo>
                    <a:pt x="5372768" y="494018"/>
                  </a:lnTo>
                  <a:lnTo>
                    <a:pt x="5373428" y="490927"/>
                  </a:lnTo>
                  <a:lnTo>
                    <a:pt x="5374089" y="491460"/>
                  </a:lnTo>
                  <a:lnTo>
                    <a:pt x="5374749" y="483671"/>
                  </a:lnTo>
                  <a:lnTo>
                    <a:pt x="5375410" y="482305"/>
                  </a:lnTo>
                  <a:lnTo>
                    <a:pt x="5376070" y="500112"/>
                  </a:lnTo>
                  <a:lnTo>
                    <a:pt x="5376731" y="504868"/>
                  </a:lnTo>
                  <a:lnTo>
                    <a:pt x="5377391" y="509347"/>
                  </a:lnTo>
                  <a:lnTo>
                    <a:pt x="5378052" y="504806"/>
                  </a:lnTo>
                  <a:lnTo>
                    <a:pt x="5378712" y="565158"/>
                  </a:lnTo>
                  <a:lnTo>
                    <a:pt x="5379373" y="591403"/>
                  </a:lnTo>
                  <a:lnTo>
                    <a:pt x="5380034" y="546255"/>
                  </a:lnTo>
                  <a:lnTo>
                    <a:pt x="5380694" y="566816"/>
                  </a:lnTo>
                  <a:lnTo>
                    <a:pt x="5381355" y="610594"/>
                  </a:lnTo>
                  <a:lnTo>
                    <a:pt x="5382015" y="590026"/>
                  </a:lnTo>
                  <a:lnTo>
                    <a:pt x="5382676" y="563573"/>
                  </a:lnTo>
                  <a:lnTo>
                    <a:pt x="5383336" y="577879"/>
                  </a:lnTo>
                  <a:lnTo>
                    <a:pt x="5383997" y="582393"/>
                  </a:lnTo>
                  <a:lnTo>
                    <a:pt x="5384657" y="577300"/>
                  </a:lnTo>
                  <a:lnTo>
                    <a:pt x="5385318" y="574469"/>
                  </a:lnTo>
                  <a:lnTo>
                    <a:pt x="5385978" y="576470"/>
                  </a:lnTo>
                  <a:lnTo>
                    <a:pt x="5386639" y="597287"/>
                  </a:lnTo>
                  <a:lnTo>
                    <a:pt x="5387299" y="588365"/>
                  </a:lnTo>
                  <a:lnTo>
                    <a:pt x="5387960" y="574126"/>
                  </a:lnTo>
                  <a:lnTo>
                    <a:pt x="5388620" y="569823"/>
                  </a:lnTo>
                  <a:lnTo>
                    <a:pt x="5389281" y="568534"/>
                  </a:lnTo>
                  <a:lnTo>
                    <a:pt x="5389941" y="575560"/>
                  </a:lnTo>
                  <a:lnTo>
                    <a:pt x="5390602" y="578677"/>
                  </a:lnTo>
                  <a:lnTo>
                    <a:pt x="5391263" y="589724"/>
                  </a:lnTo>
                  <a:lnTo>
                    <a:pt x="5391923" y="589724"/>
                  </a:lnTo>
                  <a:lnTo>
                    <a:pt x="5392584" y="576485"/>
                  </a:lnTo>
                  <a:lnTo>
                    <a:pt x="5393244" y="583553"/>
                  </a:lnTo>
                  <a:lnTo>
                    <a:pt x="5393905" y="584953"/>
                  </a:lnTo>
                  <a:lnTo>
                    <a:pt x="5394565" y="590753"/>
                  </a:lnTo>
                  <a:lnTo>
                    <a:pt x="5395226" y="584219"/>
                  </a:lnTo>
                  <a:lnTo>
                    <a:pt x="5395886" y="560598"/>
                  </a:lnTo>
                  <a:lnTo>
                    <a:pt x="5396547" y="562015"/>
                  </a:lnTo>
                  <a:lnTo>
                    <a:pt x="5397207" y="561184"/>
                  </a:lnTo>
                  <a:lnTo>
                    <a:pt x="5397868" y="563249"/>
                  </a:lnTo>
                  <a:lnTo>
                    <a:pt x="5398528" y="585981"/>
                  </a:lnTo>
                  <a:lnTo>
                    <a:pt x="5399189" y="607003"/>
                  </a:lnTo>
                  <a:lnTo>
                    <a:pt x="5399849" y="655564"/>
                  </a:lnTo>
                  <a:lnTo>
                    <a:pt x="5400510" y="657558"/>
                  </a:lnTo>
                  <a:lnTo>
                    <a:pt x="5401171" y="605575"/>
                  </a:lnTo>
                  <a:lnTo>
                    <a:pt x="5401831" y="598833"/>
                  </a:lnTo>
                  <a:lnTo>
                    <a:pt x="5402492" y="600379"/>
                  </a:lnTo>
                  <a:lnTo>
                    <a:pt x="5403152" y="595913"/>
                  </a:lnTo>
                  <a:lnTo>
                    <a:pt x="5403813" y="579531"/>
                  </a:lnTo>
                  <a:lnTo>
                    <a:pt x="5404473" y="582303"/>
                  </a:lnTo>
                  <a:lnTo>
                    <a:pt x="5405134" y="595631"/>
                  </a:lnTo>
                  <a:lnTo>
                    <a:pt x="5405794" y="601472"/>
                  </a:lnTo>
                  <a:lnTo>
                    <a:pt x="5406455" y="597007"/>
                  </a:lnTo>
                  <a:lnTo>
                    <a:pt x="5407115" y="599927"/>
                  </a:lnTo>
                  <a:lnTo>
                    <a:pt x="5407776" y="595209"/>
                  </a:lnTo>
                  <a:lnTo>
                    <a:pt x="5408436" y="580404"/>
                  </a:lnTo>
                  <a:lnTo>
                    <a:pt x="5409097" y="563836"/>
                  </a:lnTo>
                  <a:lnTo>
                    <a:pt x="5409757" y="561644"/>
                  </a:lnTo>
                  <a:lnTo>
                    <a:pt x="5410418" y="555576"/>
                  </a:lnTo>
                  <a:lnTo>
                    <a:pt x="5411079" y="579968"/>
                  </a:lnTo>
                  <a:lnTo>
                    <a:pt x="5411739" y="644448"/>
                  </a:lnTo>
                  <a:lnTo>
                    <a:pt x="5412400" y="626009"/>
                  </a:lnTo>
                  <a:lnTo>
                    <a:pt x="5413060" y="565060"/>
                  </a:lnTo>
                  <a:lnTo>
                    <a:pt x="5413721" y="562866"/>
                  </a:lnTo>
                  <a:lnTo>
                    <a:pt x="5414381" y="553728"/>
                  </a:lnTo>
                  <a:lnTo>
                    <a:pt x="5415042" y="564282"/>
                  </a:lnTo>
                  <a:lnTo>
                    <a:pt x="5415702" y="571665"/>
                  </a:lnTo>
                  <a:lnTo>
                    <a:pt x="5416363" y="544576"/>
                  </a:lnTo>
                  <a:lnTo>
                    <a:pt x="5417023" y="525555"/>
                  </a:lnTo>
                  <a:lnTo>
                    <a:pt x="5417684" y="547299"/>
                  </a:lnTo>
                  <a:lnTo>
                    <a:pt x="5418344" y="555173"/>
                  </a:lnTo>
                  <a:lnTo>
                    <a:pt x="5419005" y="564414"/>
                  </a:lnTo>
                  <a:lnTo>
                    <a:pt x="5419665" y="611886"/>
                  </a:lnTo>
                  <a:lnTo>
                    <a:pt x="5420326" y="633810"/>
                  </a:lnTo>
                  <a:lnTo>
                    <a:pt x="5420986" y="616273"/>
                  </a:lnTo>
                  <a:lnTo>
                    <a:pt x="5421647" y="601413"/>
                  </a:lnTo>
                  <a:lnTo>
                    <a:pt x="5422308" y="592923"/>
                  </a:lnTo>
                  <a:lnTo>
                    <a:pt x="5422968" y="619856"/>
                  </a:lnTo>
                  <a:lnTo>
                    <a:pt x="5423629" y="624168"/>
                  </a:lnTo>
                  <a:lnTo>
                    <a:pt x="5424289" y="629354"/>
                  </a:lnTo>
                  <a:lnTo>
                    <a:pt x="5424950" y="610635"/>
                  </a:lnTo>
                  <a:lnTo>
                    <a:pt x="5425610" y="610337"/>
                  </a:lnTo>
                  <a:lnTo>
                    <a:pt x="5426271" y="609735"/>
                  </a:lnTo>
                  <a:lnTo>
                    <a:pt x="5426931" y="617911"/>
                  </a:lnTo>
                  <a:lnTo>
                    <a:pt x="5427592" y="618862"/>
                  </a:lnTo>
                  <a:lnTo>
                    <a:pt x="5428252" y="604458"/>
                  </a:lnTo>
                  <a:lnTo>
                    <a:pt x="5428913" y="598511"/>
                  </a:lnTo>
                  <a:lnTo>
                    <a:pt x="5429573" y="594652"/>
                  </a:lnTo>
                  <a:lnTo>
                    <a:pt x="5430234" y="594652"/>
                  </a:lnTo>
                  <a:lnTo>
                    <a:pt x="5430894" y="580666"/>
                  </a:lnTo>
                  <a:lnTo>
                    <a:pt x="5431555" y="574207"/>
                  </a:lnTo>
                  <a:lnTo>
                    <a:pt x="5432216" y="594652"/>
                  </a:lnTo>
                  <a:lnTo>
                    <a:pt x="5432876" y="598771"/>
                  </a:lnTo>
                  <a:lnTo>
                    <a:pt x="5433537" y="602814"/>
                  </a:lnTo>
                  <a:lnTo>
                    <a:pt x="5434197" y="609258"/>
                  </a:lnTo>
                  <a:lnTo>
                    <a:pt x="5434858" y="617509"/>
                  </a:lnTo>
                  <a:lnTo>
                    <a:pt x="5435518" y="604316"/>
                  </a:lnTo>
                  <a:lnTo>
                    <a:pt x="5436179" y="593656"/>
                  </a:lnTo>
                  <a:lnTo>
                    <a:pt x="5436839" y="602814"/>
                  </a:lnTo>
                  <a:lnTo>
                    <a:pt x="5437500" y="603279"/>
                  </a:lnTo>
                  <a:lnTo>
                    <a:pt x="5438160" y="623871"/>
                  </a:lnTo>
                  <a:lnTo>
                    <a:pt x="5438821" y="647910"/>
                  </a:lnTo>
                  <a:lnTo>
                    <a:pt x="5439481" y="635752"/>
                  </a:lnTo>
                  <a:lnTo>
                    <a:pt x="5440142" y="610585"/>
                  </a:lnTo>
                  <a:lnTo>
                    <a:pt x="5440802" y="597922"/>
                  </a:lnTo>
                  <a:lnTo>
                    <a:pt x="5441463" y="598918"/>
                  </a:lnTo>
                  <a:lnTo>
                    <a:pt x="5442124" y="611134"/>
                  </a:lnTo>
                  <a:lnTo>
                    <a:pt x="5442784" y="615013"/>
                  </a:lnTo>
                  <a:lnTo>
                    <a:pt x="5443445" y="605562"/>
                  </a:lnTo>
                  <a:lnTo>
                    <a:pt x="5444105" y="586653"/>
                  </a:lnTo>
                  <a:lnTo>
                    <a:pt x="5444766" y="602785"/>
                  </a:lnTo>
                  <a:lnTo>
                    <a:pt x="5445426" y="567552"/>
                  </a:lnTo>
                  <a:lnTo>
                    <a:pt x="5446087" y="544458"/>
                  </a:lnTo>
                  <a:lnTo>
                    <a:pt x="5446747" y="590491"/>
                  </a:lnTo>
                  <a:lnTo>
                    <a:pt x="5447408" y="606240"/>
                  </a:lnTo>
                  <a:lnTo>
                    <a:pt x="5448068" y="621146"/>
                  </a:lnTo>
                  <a:lnTo>
                    <a:pt x="5448729" y="613268"/>
                  </a:lnTo>
                  <a:lnTo>
                    <a:pt x="5449389" y="635032"/>
                  </a:lnTo>
                  <a:lnTo>
                    <a:pt x="5450050" y="648299"/>
                  </a:lnTo>
                  <a:lnTo>
                    <a:pt x="5450710" y="623337"/>
                  </a:lnTo>
                  <a:lnTo>
                    <a:pt x="5451371" y="598547"/>
                  </a:lnTo>
                  <a:lnTo>
                    <a:pt x="5452032" y="599497"/>
                  </a:lnTo>
                  <a:lnTo>
                    <a:pt x="5452692" y="580702"/>
                  </a:lnTo>
                  <a:lnTo>
                    <a:pt x="5453353" y="599804"/>
                  </a:lnTo>
                  <a:lnTo>
                    <a:pt x="5454013" y="602851"/>
                  </a:lnTo>
                  <a:lnTo>
                    <a:pt x="5454674" y="604494"/>
                  </a:lnTo>
                  <a:lnTo>
                    <a:pt x="5455334" y="604494"/>
                  </a:lnTo>
                  <a:lnTo>
                    <a:pt x="5455995" y="603724"/>
                  </a:lnTo>
                  <a:lnTo>
                    <a:pt x="5456655" y="580579"/>
                  </a:lnTo>
                  <a:lnTo>
                    <a:pt x="5457316" y="554273"/>
                  </a:lnTo>
                  <a:lnTo>
                    <a:pt x="5457976" y="552994"/>
                  </a:lnTo>
                  <a:lnTo>
                    <a:pt x="5458637" y="589102"/>
                  </a:lnTo>
                  <a:lnTo>
                    <a:pt x="5459297" y="608134"/>
                  </a:lnTo>
                  <a:lnTo>
                    <a:pt x="5459958" y="607275"/>
                  </a:lnTo>
                  <a:lnTo>
                    <a:pt x="5460618" y="604981"/>
                  </a:lnTo>
                  <a:lnTo>
                    <a:pt x="5461279" y="617208"/>
                  </a:lnTo>
                  <a:lnTo>
                    <a:pt x="5461939" y="635325"/>
                  </a:lnTo>
                  <a:lnTo>
                    <a:pt x="5462600" y="635924"/>
                  </a:lnTo>
                  <a:lnTo>
                    <a:pt x="5463261" y="624142"/>
                  </a:lnTo>
                  <a:lnTo>
                    <a:pt x="5463921" y="609331"/>
                  </a:lnTo>
                  <a:lnTo>
                    <a:pt x="5464582" y="607564"/>
                  </a:lnTo>
                  <a:lnTo>
                    <a:pt x="5465242" y="637490"/>
                  </a:lnTo>
                  <a:lnTo>
                    <a:pt x="5465903" y="639297"/>
                  </a:lnTo>
                  <a:lnTo>
                    <a:pt x="5466563" y="633529"/>
                  </a:lnTo>
                  <a:lnTo>
                    <a:pt x="5467224" y="635407"/>
                  </a:lnTo>
                  <a:lnTo>
                    <a:pt x="5467884" y="619111"/>
                  </a:lnTo>
                  <a:lnTo>
                    <a:pt x="5468545" y="633006"/>
                  </a:lnTo>
                  <a:lnTo>
                    <a:pt x="5469205" y="646232"/>
                  </a:lnTo>
                  <a:lnTo>
                    <a:pt x="5469866" y="644121"/>
                  </a:lnTo>
                  <a:lnTo>
                    <a:pt x="5470526" y="647185"/>
                  </a:lnTo>
                  <a:lnTo>
                    <a:pt x="5471187" y="632195"/>
                  </a:lnTo>
                  <a:lnTo>
                    <a:pt x="5471847" y="626331"/>
                  </a:lnTo>
                  <a:lnTo>
                    <a:pt x="5472508" y="625262"/>
                  </a:lnTo>
                  <a:lnTo>
                    <a:pt x="5473169" y="633692"/>
                  </a:lnTo>
                  <a:lnTo>
                    <a:pt x="5473829" y="636445"/>
                  </a:lnTo>
                  <a:lnTo>
                    <a:pt x="5474490" y="603868"/>
                  </a:lnTo>
                  <a:lnTo>
                    <a:pt x="5475150" y="607267"/>
                  </a:lnTo>
                  <a:lnTo>
                    <a:pt x="5475811" y="633437"/>
                  </a:lnTo>
                  <a:lnTo>
                    <a:pt x="5476471" y="624484"/>
                  </a:lnTo>
                  <a:lnTo>
                    <a:pt x="5477132" y="604794"/>
                  </a:lnTo>
                  <a:lnTo>
                    <a:pt x="5477792" y="602225"/>
                  </a:lnTo>
                  <a:lnTo>
                    <a:pt x="5478453" y="604794"/>
                  </a:lnTo>
                  <a:lnTo>
                    <a:pt x="5479113" y="611115"/>
                  </a:lnTo>
                  <a:lnTo>
                    <a:pt x="5479774" y="642225"/>
                  </a:lnTo>
                  <a:lnTo>
                    <a:pt x="5480434" y="649490"/>
                  </a:lnTo>
                  <a:lnTo>
                    <a:pt x="5481095" y="628744"/>
                  </a:lnTo>
                  <a:lnTo>
                    <a:pt x="5481755" y="637132"/>
                  </a:lnTo>
                  <a:lnTo>
                    <a:pt x="5482416" y="639228"/>
                  </a:lnTo>
                  <a:lnTo>
                    <a:pt x="5483077" y="606147"/>
                  </a:lnTo>
                  <a:lnTo>
                    <a:pt x="5483737" y="602748"/>
                  </a:lnTo>
                  <a:lnTo>
                    <a:pt x="5484398" y="605309"/>
                  </a:lnTo>
                  <a:lnTo>
                    <a:pt x="5485058" y="631479"/>
                  </a:lnTo>
                  <a:lnTo>
                    <a:pt x="5485719" y="641406"/>
                  </a:lnTo>
                  <a:lnTo>
                    <a:pt x="5486379" y="611096"/>
                  </a:lnTo>
                  <a:lnTo>
                    <a:pt x="5487040" y="618382"/>
                  </a:lnTo>
                  <a:lnTo>
                    <a:pt x="5487700" y="622896"/>
                  </a:lnTo>
                  <a:lnTo>
                    <a:pt x="5488361" y="609696"/>
                  </a:lnTo>
                  <a:lnTo>
                    <a:pt x="5489021" y="602748"/>
                  </a:lnTo>
                  <a:lnTo>
                    <a:pt x="5489682" y="591945"/>
                  </a:lnTo>
                  <a:lnTo>
                    <a:pt x="5490342" y="584048"/>
                  </a:lnTo>
                  <a:lnTo>
                    <a:pt x="5491003" y="604708"/>
                  </a:lnTo>
                  <a:lnTo>
                    <a:pt x="5491663" y="609696"/>
                  </a:lnTo>
                  <a:lnTo>
                    <a:pt x="5492324" y="606147"/>
                  </a:lnTo>
                  <a:lnTo>
                    <a:pt x="5492984" y="603673"/>
                  </a:lnTo>
                  <a:lnTo>
                    <a:pt x="5493645" y="609994"/>
                  </a:lnTo>
                  <a:lnTo>
                    <a:pt x="5494306" y="609994"/>
                  </a:lnTo>
                  <a:lnTo>
                    <a:pt x="5494966" y="622896"/>
                  </a:lnTo>
                  <a:lnTo>
                    <a:pt x="5495627" y="611096"/>
                  </a:lnTo>
                  <a:lnTo>
                    <a:pt x="5496287" y="614378"/>
                  </a:lnTo>
                  <a:lnTo>
                    <a:pt x="5496948" y="624609"/>
                  </a:lnTo>
                  <a:lnTo>
                    <a:pt x="5497608" y="649225"/>
                  </a:lnTo>
                  <a:lnTo>
                    <a:pt x="5498269" y="636163"/>
                  </a:lnTo>
                  <a:lnTo>
                    <a:pt x="5498929" y="604959"/>
                  </a:lnTo>
                  <a:lnTo>
                    <a:pt x="5499590" y="604258"/>
                  </a:lnTo>
                  <a:lnTo>
                    <a:pt x="5500250" y="604245"/>
                  </a:lnTo>
                  <a:lnTo>
                    <a:pt x="5500911" y="613872"/>
                  </a:lnTo>
                  <a:lnTo>
                    <a:pt x="5501571" y="618684"/>
                  </a:lnTo>
                  <a:lnTo>
                    <a:pt x="5502232" y="627704"/>
                  </a:lnTo>
                  <a:lnTo>
                    <a:pt x="5502892" y="637958"/>
                  </a:lnTo>
                  <a:lnTo>
                    <a:pt x="5503553" y="633927"/>
                  </a:lnTo>
                  <a:lnTo>
                    <a:pt x="5504214" y="636864"/>
                  </a:lnTo>
                  <a:lnTo>
                    <a:pt x="5504874" y="617704"/>
                  </a:lnTo>
                  <a:lnTo>
                    <a:pt x="5505535" y="604602"/>
                  </a:lnTo>
                  <a:lnTo>
                    <a:pt x="5506195" y="612008"/>
                  </a:lnTo>
                  <a:lnTo>
                    <a:pt x="5506856" y="612088"/>
                  </a:lnTo>
                  <a:lnTo>
                    <a:pt x="5507516" y="630142"/>
                  </a:lnTo>
                  <a:lnTo>
                    <a:pt x="5508177" y="626263"/>
                  </a:lnTo>
                  <a:lnTo>
                    <a:pt x="5508837" y="615287"/>
                  </a:lnTo>
                  <a:lnTo>
                    <a:pt x="5509498" y="633879"/>
                  </a:lnTo>
                  <a:lnTo>
                    <a:pt x="5510158" y="664835"/>
                  </a:lnTo>
                  <a:lnTo>
                    <a:pt x="5510819" y="677991"/>
                  </a:lnTo>
                  <a:lnTo>
                    <a:pt x="5511479" y="667156"/>
                  </a:lnTo>
                  <a:lnTo>
                    <a:pt x="5512140" y="665600"/>
                  </a:lnTo>
                  <a:lnTo>
                    <a:pt x="5512800" y="677766"/>
                  </a:lnTo>
                  <a:lnTo>
                    <a:pt x="5513461" y="659701"/>
                  </a:lnTo>
                  <a:lnTo>
                    <a:pt x="5514122" y="613683"/>
                  </a:lnTo>
                  <a:lnTo>
                    <a:pt x="5514782" y="612849"/>
                  </a:lnTo>
                  <a:lnTo>
                    <a:pt x="5515443" y="655696"/>
                  </a:lnTo>
                  <a:lnTo>
                    <a:pt x="5516103" y="656216"/>
                  </a:lnTo>
                  <a:lnTo>
                    <a:pt x="5516764" y="654632"/>
                  </a:lnTo>
                  <a:lnTo>
                    <a:pt x="5517424" y="616136"/>
                  </a:lnTo>
                  <a:lnTo>
                    <a:pt x="5518085" y="581047"/>
                  </a:lnTo>
                  <a:lnTo>
                    <a:pt x="5518745" y="594682"/>
                  </a:lnTo>
                  <a:lnTo>
                    <a:pt x="5519406" y="585448"/>
                  </a:lnTo>
                  <a:lnTo>
                    <a:pt x="5520066" y="575451"/>
                  </a:lnTo>
                  <a:lnTo>
                    <a:pt x="5520727" y="574034"/>
                  </a:lnTo>
                  <a:lnTo>
                    <a:pt x="5521387" y="573460"/>
                  </a:lnTo>
                  <a:lnTo>
                    <a:pt x="5522048" y="556817"/>
                  </a:lnTo>
                  <a:lnTo>
                    <a:pt x="5522708" y="551541"/>
                  </a:lnTo>
                  <a:lnTo>
                    <a:pt x="5523369" y="561029"/>
                  </a:lnTo>
                  <a:lnTo>
                    <a:pt x="5524030" y="525654"/>
                  </a:lnTo>
                  <a:lnTo>
                    <a:pt x="5524690" y="533355"/>
                  </a:lnTo>
                  <a:lnTo>
                    <a:pt x="5525351" y="531009"/>
                  </a:lnTo>
                  <a:lnTo>
                    <a:pt x="5526011" y="495128"/>
                  </a:lnTo>
                  <a:lnTo>
                    <a:pt x="5526672" y="467248"/>
                  </a:lnTo>
                  <a:lnTo>
                    <a:pt x="5527332" y="484113"/>
                  </a:lnTo>
                  <a:lnTo>
                    <a:pt x="5527993" y="467248"/>
                  </a:lnTo>
                  <a:lnTo>
                    <a:pt x="5528653" y="467697"/>
                  </a:lnTo>
                  <a:lnTo>
                    <a:pt x="5529314" y="551945"/>
                  </a:lnTo>
                  <a:lnTo>
                    <a:pt x="5529974" y="642470"/>
                  </a:lnTo>
                  <a:lnTo>
                    <a:pt x="5530635" y="601211"/>
                  </a:lnTo>
                  <a:lnTo>
                    <a:pt x="5531295" y="605382"/>
                  </a:lnTo>
                  <a:lnTo>
                    <a:pt x="5531956" y="610937"/>
                  </a:lnTo>
                  <a:lnTo>
                    <a:pt x="5532616" y="660023"/>
                  </a:lnTo>
                  <a:lnTo>
                    <a:pt x="5533277" y="638630"/>
                  </a:lnTo>
                  <a:lnTo>
                    <a:pt x="5533937" y="639689"/>
                  </a:lnTo>
                  <a:lnTo>
                    <a:pt x="5534598" y="644736"/>
                  </a:lnTo>
                  <a:lnTo>
                    <a:pt x="5535259" y="627564"/>
                  </a:lnTo>
                  <a:lnTo>
                    <a:pt x="5535919" y="618116"/>
                  </a:lnTo>
                  <a:lnTo>
                    <a:pt x="5536580" y="647857"/>
                  </a:lnTo>
                  <a:lnTo>
                    <a:pt x="5537240" y="660700"/>
                  </a:lnTo>
                  <a:lnTo>
                    <a:pt x="5537901" y="657388"/>
                  </a:lnTo>
                  <a:lnTo>
                    <a:pt x="5538561" y="660141"/>
                  </a:lnTo>
                  <a:lnTo>
                    <a:pt x="5539222" y="659621"/>
                  </a:lnTo>
                  <a:lnTo>
                    <a:pt x="5539882" y="644385"/>
                  </a:lnTo>
                  <a:lnTo>
                    <a:pt x="5540543" y="639794"/>
                  </a:lnTo>
                  <a:lnTo>
                    <a:pt x="5541203" y="639794"/>
                  </a:lnTo>
                  <a:lnTo>
                    <a:pt x="5541864" y="641776"/>
                  </a:lnTo>
                  <a:lnTo>
                    <a:pt x="5542524" y="658932"/>
                  </a:lnTo>
                  <a:lnTo>
                    <a:pt x="5543185" y="667073"/>
                  </a:lnTo>
                  <a:lnTo>
                    <a:pt x="5543845" y="659221"/>
                  </a:lnTo>
                  <a:lnTo>
                    <a:pt x="5544506" y="651776"/>
                  </a:lnTo>
                  <a:lnTo>
                    <a:pt x="5545167" y="654632"/>
                  </a:lnTo>
                  <a:lnTo>
                    <a:pt x="5545827" y="664469"/>
                  </a:lnTo>
                  <a:lnTo>
                    <a:pt x="5546488" y="651776"/>
                  </a:lnTo>
                  <a:lnTo>
                    <a:pt x="5547148" y="651776"/>
                  </a:lnTo>
                  <a:lnTo>
                    <a:pt x="5547809" y="649969"/>
                  </a:lnTo>
                  <a:lnTo>
                    <a:pt x="5548469" y="634139"/>
                  </a:lnTo>
                  <a:lnTo>
                    <a:pt x="5549130" y="642687"/>
                  </a:lnTo>
                  <a:lnTo>
                    <a:pt x="5549790" y="660367"/>
                  </a:lnTo>
                  <a:lnTo>
                    <a:pt x="5550451" y="678976"/>
                  </a:lnTo>
                  <a:lnTo>
                    <a:pt x="5551111" y="676618"/>
                  </a:lnTo>
                  <a:lnTo>
                    <a:pt x="5551772" y="666897"/>
                  </a:lnTo>
                  <a:lnTo>
                    <a:pt x="5552432" y="658332"/>
                  </a:lnTo>
                  <a:lnTo>
                    <a:pt x="5553093" y="656479"/>
                  </a:lnTo>
                  <a:lnTo>
                    <a:pt x="5553753" y="658332"/>
                  </a:lnTo>
                  <a:lnTo>
                    <a:pt x="5554414" y="680517"/>
                  </a:lnTo>
                  <a:lnTo>
                    <a:pt x="5555075" y="672012"/>
                  </a:lnTo>
                  <a:lnTo>
                    <a:pt x="5555735" y="655631"/>
                  </a:lnTo>
                  <a:lnTo>
                    <a:pt x="5556396" y="674488"/>
                  </a:lnTo>
                  <a:lnTo>
                    <a:pt x="5557056" y="657075"/>
                  </a:lnTo>
                  <a:lnTo>
                    <a:pt x="5557717" y="635787"/>
                  </a:lnTo>
                  <a:lnTo>
                    <a:pt x="5558377" y="640633"/>
                  </a:lnTo>
                  <a:lnTo>
                    <a:pt x="5559038" y="631654"/>
                  </a:lnTo>
                  <a:lnTo>
                    <a:pt x="5559698" y="646072"/>
                  </a:lnTo>
                  <a:lnTo>
                    <a:pt x="5560359" y="673736"/>
                  </a:lnTo>
                  <a:lnTo>
                    <a:pt x="5561019" y="664391"/>
                  </a:lnTo>
                  <a:lnTo>
                    <a:pt x="5561680" y="673270"/>
                  </a:lnTo>
                  <a:lnTo>
                    <a:pt x="5562340" y="649683"/>
                  </a:lnTo>
                  <a:lnTo>
                    <a:pt x="5563001" y="642826"/>
                  </a:lnTo>
                  <a:lnTo>
                    <a:pt x="5563661" y="654591"/>
                  </a:lnTo>
                  <a:lnTo>
                    <a:pt x="5564322" y="640633"/>
                  </a:lnTo>
                  <a:lnTo>
                    <a:pt x="5564982" y="646072"/>
                  </a:lnTo>
                  <a:lnTo>
                    <a:pt x="5565643" y="673736"/>
                  </a:lnTo>
                  <a:lnTo>
                    <a:pt x="5566304" y="665828"/>
                  </a:lnTo>
                  <a:lnTo>
                    <a:pt x="5566964" y="649080"/>
                  </a:lnTo>
                  <a:lnTo>
                    <a:pt x="5567625" y="647950"/>
                  </a:lnTo>
                  <a:lnTo>
                    <a:pt x="5568285" y="673072"/>
                  </a:lnTo>
                  <a:lnTo>
                    <a:pt x="5568946" y="673270"/>
                  </a:lnTo>
                  <a:lnTo>
                    <a:pt x="5569606" y="658332"/>
                  </a:lnTo>
                  <a:lnTo>
                    <a:pt x="5570267" y="679519"/>
                  </a:lnTo>
                  <a:lnTo>
                    <a:pt x="5570927" y="674618"/>
                  </a:lnTo>
                  <a:lnTo>
                    <a:pt x="5571588" y="640633"/>
                  </a:lnTo>
                  <a:lnTo>
                    <a:pt x="5572248" y="654591"/>
                  </a:lnTo>
                  <a:lnTo>
                    <a:pt x="5572909" y="657075"/>
                  </a:lnTo>
                  <a:lnTo>
                    <a:pt x="5573569" y="649630"/>
                  </a:lnTo>
                  <a:lnTo>
                    <a:pt x="5574230" y="662411"/>
                  </a:lnTo>
                  <a:lnTo>
                    <a:pt x="5574890" y="656922"/>
                  </a:lnTo>
                  <a:lnTo>
                    <a:pt x="5575551" y="655439"/>
                  </a:lnTo>
                  <a:lnTo>
                    <a:pt x="5576212" y="657484"/>
                  </a:lnTo>
                  <a:lnTo>
                    <a:pt x="5576872" y="649080"/>
                  </a:lnTo>
                  <a:lnTo>
                    <a:pt x="5577533" y="655439"/>
                  </a:lnTo>
                  <a:lnTo>
                    <a:pt x="5578193" y="655439"/>
                  </a:lnTo>
                  <a:lnTo>
                    <a:pt x="5578854" y="635378"/>
                  </a:lnTo>
                  <a:lnTo>
                    <a:pt x="5579514" y="625356"/>
                  </a:lnTo>
                  <a:lnTo>
                    <a:pt x="5580175" y="618095"/>
                  </a:lnTo>
                  <a:lnTo>
                    <a:pt x="5580835" y="643569"/>
                  </a:lnTo>
                  <a:lnTo>
                    <a:pt x="5581496" y="645044"/>
                  </a:lnTo>
                  <a:lnTo>
                    <a:pt x="5582156" y="636601"/>
                  </a:lnTo>
                  <a:lnTo>
                    <a:pt x="5582817" y="631544"/>
                  </a:lnTo>
                  <a:lnTo>
                    <a:pt x="5583477" y="650887"/>
                  </a:lnTo>
                  <a:lnTo>
                    <a:pt x="5584138" y="661828"/>
                  </a:lnTo>
                  <a:lnTo>
                    <a:pt x="5584798" y="683927"/>
                  </a:lnTo>
                  <a:lnTo>
                    <a:pt x="5585459" y="688043"/>
                  </a:lnTo>
                  <a:lnTo>
                    <a:pt x="5586120" y="674678"/>
                  </a:lnTo>
                  <a:lnTo>
                    <a:pt x="5586780" y="673270"/>
                  </a:lnTo>
                  <a:lnTo>
                    <a:pt x="5587441" y="658332"/>
                  </a:lnTo>
                  <a:lnTo>
                    <a:pt x="5588101" y="664391"/>
                  </a:lnTo>
                  <a:lnTo>
                    <a:pt x="5588762" y="667301"/>
                  </a:lnTo>
                  <a:lnTo>
                    <a:pt x="5589422" y="654182"/>
                  </a:lnTo>
                  <a:lnTo>
                    <a:pt x="5590083" y="649630"/>
                  </a:lnTo>
                  <a:lnTo>
                    <a:pt x="5590743" y="635378"/>
                  </a:lnTo>
                  <a:lnTo>
                    <a:pt x="5591404" y="634910"/>
                  </a:lnTo>
                  <a:lnTo>
                    <a:pt x="5592064" y="652983"/>
                  </a:lnTo>
                  <a:lnTo>
                    <a:pt x="5592725" y="658332"/>
                  </a:lnTo>
                  <a:lnTo>
                    <a:pt x="5593385" y="635139"/>
                  </a:lnTo>
                  <a:lnTo>
                    <a:pt x="5594046" y="607969"/>
                  </a:lnTo>
                  <a:lnTo>
                    <a:pt x="5594706" y="639605"/>
                  </a:lnTo>
                  <a:lnTo>
                    <a:pt x="5595367" y="650887"/>
                  </a:lnTo>
                  <a:lnTo>
                    <a:pt x="5596028" y="647950"/>
                  </a:lnTo>
                  <a:lnTo>
                    <a:pt x="5596688" y="622527"/>
                  </a:lnTo>
                  <a:lnTo>
                    <a:pt x="5597349" y="605623"/>
                  </a:lnTo>
                  <a:lnTo>
                    <a:pt x="5598009" y="599609"/>
                  </a:lnTo>
                  <a:lnTo>
                    <a:pt x="5598670" y="604184"/>
                  </a:lnTo>
                  <a:lnTo>
                    <a:pt x="5599330" y="604445"/>
                  </a:lnTo>
                  <a:lnTo>
                    <a:pt x="5599991" y="614740"/>
                  </a:lnTo>
                  <a:lnTo>
                    <a:pt x="5600651" y="639568"/>
                  </a:lnTo>
                  <a:lnTo>
                    <a:pt x="5601312" y="635102"/>
                  </a:lnTo>
                  <a:lnTo>
                    <a:pt x="5601972" y="635570"/>
                  </a:lnTo>
                  <a:lnTo>
                    <a:pt x="5602633" y="645007"/>
                  </a:lnTo>
                  <a:lnTo>
                    <a:pt x="5603293" y="660837"/>
                  </a:lnTo>
                  <a:lnTo>
                    <a:pt x="5603954" y="663543"/>
                  </a:lnTo>
                  <a:lnTo>
                    <a:pt x="5604614" y="661791"/>
                  </a:lnTo>
                  <a:lnTo>
                    <a:pt x="5605275" y="656341"/>
                  </a:lnTo>
                  <a:lnTo>
                    <a:pt x="5605935" y="647950"/>
                  </a:lnTo>
                  <a:lnTo>
                    <a:pt x="5606596" y="649080"/>
                  </a:lnTo>
                  <a:lnTo>
                    <a:pt x="5607257" y="662322"/>
                  </a:lnTo>
                  <a:lnTo>
                    <a:pt x="5607917" y="679519"/>
                  </a:lnTo>
                  <a:lnTo>
                    <a:pt x="5608578" y="658332"/>
                  </a:lnTo>
                  <a:lnTo>
                    <a:pt x="5609238" y="650887"/>
                  </a:lnTo>
                  <a:lnTo>
                    <a:pt x="5609899" y="648260"/>
                  </a:lnTo>
                  <a:lnTo>
                    <a:pt x="5610559" y="630833"/>
                  </a:lnTo>
                  <a:lnTo>
                    <a:pt x="5611220" y="631935"/>
                  </a:lnTo>
                  <a:lnTo>
                    <a:pt x="5611880" y="647129"/>
                  </a:lnTo>
                  <a:lnTo>
                    <a:pt x="5612541" y="642006"/>
                  </a:lnTo>
                  <a:lnTo>
                    <a:pt x="5613201" y="631751"/>
                  </a:lnTo>
                  <a:lnTo>
                    <a:pt x="5613862" y="617346"/>
                  </a:lnTo>
                  <a:lnTo>
                    <a:pt x="5614522" y="628902"/>
                  </a:lnTo>
                  <a:lnTo>
                    <a:pt x="5615183" y="635347"/>
                  </a:lnTo>
                  <a:lnTo>
                    <a:pt x="5615843" y="633971"/>
                  </a:lnTo>
                  <a:lnTo>
                    <a:pt x="5616504" y="648260"/>
                  </a:lnTo>
                  <a:lnTo>
                    <a:pt x="5617165" y="656254"/>
                  </a:lnTo>
                  <a:lnTo>
                    <a:pt x="5617825" y="653361"/>
                  </a:lnTo>
                  <a:lnTo>
                    <a:pt x="5618486" y="656254"/>
                  </a:lnTo>
                  <a:lnTo>
                    <a:pt x="5619146" y="625723"/>
                  </a:lnTo>
                  <a:lnTo>
                    <a:pt x="5619807" y="634090"/>
                  </a:lnTo>
                  <a:lnTo>
                    <a:pt x="5620467" y="648809"/>
                  </a:lnTo>
                  <a:lnTo>
                    <a:pt x="5621128" y="650905"/>
                  </a:lnTo>
                  <a:lnTo>
                    <a:pt x="5621788" y="647002"/>
                  </a:lnTo>
                  <a:lnTo>
                    <a:pt x="5622449" y="640199"/>
                  </a:lnTo>
                  <a:lnTo>
                    <a:pt x="5623109" y="625910"/>
                  </a:lnTo>
                  <a:lnTo>
                    <a:pt x="5623770" y="631935"/>
                  </a:lnTo>
                  <a:lnTo>
                    <a:pt x="5624430" y="639813"/>
                  </a:lnTo>
                  <a:lnTo>
                    <a:pt x="5625091" y="618303"/>
                  </a:lnTo>
                  <a:lnTo>
                    <a:pt x="5625751" y="608205"/>
                  </a:lnTo>
                  <a:lnTo>
                    <a:pt x="5626412" y="622772"/>
                  </a:lnTo>
                  <a:lnTo>
                    <a:pt x="5627073" y="652513"/>
                  </a:lnTo>
                  <a:lnTo>
                    <a:pt x="5627733" y="641901"/>
                  </a:lnTo>
                  <a:lnTo>
                    <a:pt x="5628394" y="633938"/>
                  </a:lnTo>
                  <a:lnTo>
                    <a:pt x="5629054" y="630907"/>
                  </a:lnTo>
                  <a:lnTo>
                    <a:pt x="5629715" y="601888"/>
                  </a:lnTo>
                  <a:lnTo>
                    <a:pt x="5630375" y="610066"/>
                  </a:lnTo>
                  <a:lnTo>
                    <a:pt x="5631036" y="648260"/>
                  </a:lnTo>
                  <a:lnTo>
                    <a:pt x="5631696" y="647129"/>
                  </a:lnTo>
                  <a:lnTo>
                    <a:pt x="5632357" y="657512"/>
                  </a:lnTo>
                  <a:lnTo>
                    <a:pt x="5633017" y="648260"/>
                  </a:lnTo>
                  <a:lnTo>
                    <a:pt x="5633678" y="634786"/>
                  </a:lnTo>
                  <a:lnTo>
                    <a:pt x="5634338" y="638784"/>
                  </a:lnTo>
                  <a:lnTo>
                    <a:pt x="5634999" y="647129"/>
                  </a:lnTo>
                  <a:lnTo>
                    <a:pt x="5635659" y="634786"/>
                  </a:lnTo>
                  <a:lnTo>
                    <a:pt x="5636320" y="621744"/>
                  </a:lnTo>
                  <a:lnTo>
                    <a:pt x="5636980" y="598036"/>
                  </a:lnTo>
                  <a:lnTo>
                    <a:pt x="5637641" y="607149"/>
                  </a:lnTo>
                  <a:lnTo>
                    <a:pt x="5638302" y="634688"/>
                  </a:lnTo>
                  <a:lnTo>
                    <a:pt x="5638962" y="654559"/>
                  </a:lnTo>
                  <a:lnTo>
                    <a:pt x="5639623" y="644683"/>
                  </a:lnTo>
                  <a:lnTo>
                    <a:pt x="5640283" y="622751"/>
                  </a:lnTo>
                  <a:lnTo>
                    <a:pt x="5640944" y="629436"/>
                  </a:lnTo>
                  <a:lnTo>
                    <a:pt x="5641604" y="631279"/>
                  </a:lnTo>
                  <a:lnTo>
                    <a:pt x="5642265" y="642594"/>
                  </a:lnTo>
                  <a:lnTo>
                    <a:pt x="5642925" y="636454"/>
                  </a:lnTo>
                  <a:lnTo>
                    <a:pt x="5643586" y="639242"/>
                  </a:lnTo>
                  <a:lnTo>
                    <a:pt x="5644246" y="631279"/>
                  </a:lnTo>
                  <a:lnTo>
                    <a:pt x="5644907" y="620974"/>
                  </a:lnTo>
                  <a:lnTo>
                    <a:pt x="5645567" y="607753"/>
                  </a:lnTo>
                  <a:lnTo>
                    <a:pt x="5646228" y="622751"/>
                  </a:lnTo>
                  <a:lnTo>
                    <a:pt x="5646888" y="642467"/>
                  </a:lnTo>
                  <a:lnTo>
                    <a:pt x="5647549" y="648826"/>
                  </a:lnTo>
                  <a:lnTo>
                    <a:pt x="5648210" y="654559"/>
                  </a:lnTo>
                  <a:lnTo>
                    <a:pt x="5648870" y="645531"/>
                  </a:lnTo>
                  <a:lnTo>
                    <a:pt x="5649531" y="640716"/>
                  </a:lnTo>
                  <a:lnTo>
                    <a:pt x="5650191" y="649235"/>
                  </a:lnTo>
                  <a:lnTo>
                    <a:pt x="5650852" y="656422"/>
                  </a:lnTo>
                  <a:lnTo>
                    <a:pt x="5651512" y="645342"/>
                  </a:lnTo>
                  <a:lnTo>
                    <a:pt x="5652173" y="638485"/>
                  </a:lnTo>
                  <a:lnTo>
                    <a:pt x="5652833" y="645342"/>
                  </a:lnTo>
                  <a:lnTo>
                    <a:pt x="5653494" y="651098"/>
                  </a:lnTo>
                  <a:lnTo>
                    <a:pt x="5654154" y="661633"/>
                  </a:lnTo>
                  <a:lnTo>
                    <a:pt x="5654815" y="670568"/>
                  </a:lnTo>
                  <a:lnTo>
                    <a:pt x="5655475" y="650250"/>
                  </a:lnTo>
                  <a:lnTo>
                    <a:pt x="5656136" y="643609"/>
                  </a:lnTo>
                  <a:lnTo>
                    <a:pt x="5656796" y="631827"/>
                  </a:lnTo>
                  <a:lnTo>
                    <a:pt x="5657457" y="648642"/>
                  </a:lnTo>
                  <a:lnTo>
                    <a:pt x="5658118" y="651098"/>
                  </a:lnTo>
                  <a:lnTo>
                    <a:pt x="5658778" y="641731"/>
                  </a:lnTo>
                  <a:lnTo>
                    <a:pt x="5659439" y="646546"/>
                  </a:lnTo>
                  <a:lnTo>
                    <a:pt x="5660099" y="646546"/>
                  </a:lnTo>
                  <a:lnTo>
                    <a:pt x="5660760" y="641731"/>
                  </a:lnTo>
                  <a:lnTo>
                    <a:pt x="5661420" y="618627"/>
                  </a:lnTo>
                  <a:lnTo>
                    <a:pt x="5662081" y="631827"/>
                  </a:lnTo>
                  <a:lnTo>
                    <a:pt x="5662741" y="636292"/>
                  </a:lnTo>
                  <a:lnTo>
                    <a:pt x="5663402" y="648080"/>
                  </a:lnTo>
                  <a:lnTo>
                    <a:pt x="5664062" y="655165"/>
                  </a:lnTo>
                  <a:lnTo>
                    <a:pt x="5664723" y="657707"/>
                  </a:lnTo>
                  <a:lnTo>
                    <a:pt x="5665383" y="645289"/>
                  </a:lnTo>
                  <a:lnTo>
                    <a:pt x="5666044" y="670568"/>
                  </a:lnTo>
                  <a:lnTo>
                    <a:pt x="5666704" y="662273"/>
                  </a:lnTo>
                  <a:lnTo>
                    <a:pt x="5667365" y="650250"/>
                  </a:lnTo>
                  <a:lnTo>
                    <a:pt x="5668026" y="649459"/>
                  </a:lnTo>
                  <a:lnTo>
                    <a:pt x="5668686" y="647353"/>
                  </a:lnTo>
                  <a:lnTo>
                    <a:pt x="5669347" y="647353"/>
                  </a:lnTo>
                  <a:lnTo>
                    <a:pt x="5670007" y="640712"/>
                  </a:lnTo>
                  <a:lnTo>
                    <a:pt x="5670668" y="661021"/>
                  </a:lnTo>
                  <a:lnTo>
                    <a:pt x="5671328" y="689010"/>
                  </a:lnTo>
                  <a:lnTo>
                    <a:pt x="5671989" y="660682"/>
                  </a:lnTo>
                  <a:lnTo>
                    <a:pt x="5672649" y="677362"/>
                  </a:lnTo>
                  <a:lnTo>
                    <a:pt x="5673310" y="671970"/>
                  </a:lnTo>
                  <a:lnTo>
                    <a:pt x="5673970" y="649433"/>
                  </a:lnTo>
                  <a:lnTo>
                    <a:pt x="5674631" y="655244"/>
                  </a:lnTo>
                  <a:lnTo>
                    <a:pt x="5675291" y="664349"/>
                  </a:lnTo>
                  <a:lnTo>
                    <a:pt x="5675952" y="658512"/>
                  </a:lnTo>
                  <a:lnTo>
                    <a:pt x="5676612" y="655305"/>
                  </a:lnTo>
                  <a:lnTo>
                    <a:pt x="5677273" y="664751"/>
                  </a:lnTo>
                  <a:lnTo>
                    <a:pt x="5677933" y="683605"/>
                  </a:lnTo>
                  <a:lnTo>
                    <a:pt x="5678594" y="675657"/>
                  </a:lnTo>
                  <a:lnTo>
                    <a:pt x="5679255" y="654400"/>
                  </a:lnTo>
                  <a:lnTo>
                    <a:pt x="5679915" y="649064"/>
                  </a:lnTo>
                  <a:lnTo>
                    <a:pt x="5680576" y="656673"/>
                  </a:lnTo>
                  <a:lnTo>
                    <a:pt x="5681236" y="653260"/>
                  </a:lnTo>
                  <a:lnTo>
                    <a:pt x="5681897" y="656375"/>
                  </a:lnTo>
                  <a:lnTo>
                    <a:pt x="5682557" y="674344"/>
                  </a:lnTo>
                  <a:lnTo>
                    <a:pt x="5683218" y="642769"/>
                  </a:lnTo>
                  <a:lnTo>
                    <a:pt x="5683878" y="624511"/>
                  </a:lnTo>
                  <a:lnTo>
                    <a:pt x="5684539" y="610507"/>
                  </a:lnTo>
                  <a:lnTo>
                    <a:pt x="5685199" y="592503"/>
                  </a:lnTo>
                  <a:lnTo>
                    <a:pt x="5685860" y="592503"/>
                  </a:lnTo>
                  <a:lnTo>
                    <a:pt x="5686520" y="608466"/>
                  </a:lnTo>
                  <a:lnTo>
                    <a:pt x="5687181" y="636081"/>
                  </a:lnTo>
                  <a:lnTo>
                    <a:pt x="5687841" y="642663"/>
                  </a:lnTo>
                  <a:lnTo>
                    <a:pt x="5688502" y="635962"/>
                  </a:lnTo>
                  <a:lnTo>
                    <a:pt x="5689163" y="609326"/>
                  </a:lnTo>
                  <a:lnTo>
                    <a:pt x="5689823" y="577960"/>
                  </a:lnTo>
                  <a:lnTo>
                    <a:pt x="5690484" y="536182"/>
                  </a:lnTo>
                  <a:lnTo>
                    <a:pt x="5691144" y="565301"/>
                  </a:lnTo>
                  <a:lnTo>
                    <a:pt x="5691805" y="570692"/>
                  </a:lnTo>
                  <a:lnTo>
                    <a:pt x="5692465" y="586713"/>
                  </a:lnTo>
                  <a:lnTo>
                    <a:pt x="5693126" y="593123"/>
                  </a:lnTo>
                  <a:lnTo>
                    <a:pt x="5693786" y="618787"/>
                  </a:lnTo>
                  <a:lnTo>
                    <a:pt x="5694447" y="604492"/>
                  </a:lnTo>
                  <a:lnTo>
                    <a:pt x="5695107" y="582270"/>
                  </a:lnTo>
                  <a:lnTo>
                    <a:pt x="5695768" y="518182"/>
                  </a:lnTo>
                  <a:lnTo>
                    <a:pt x="5696428" y="561357"/>
                  </a:lnTo>
                  <a:lnTo>
                    <a:pt x="5697089" y="597999"/>
                  </a:lnTo>
                  <a:lnTo>
                    <a:pt x="5697749" y="602612"/>
                  </a:lnTo>
                  <a:lnTo>
                    <a:pt x="5698410" y="608444"/>
                  </a:lnTo>
                  <a:lnTo>
                    <a:pt x="5699071" y="610734"/>
                  </a:lnTo>
                  <a:lnTo>
                    <a:pt x="5699731" y="622454"/>
                  </a:lnTo>
                  <a:lnTo>
                    <a:pt x="5700392" y="640865"/>
                  </a:lnTo>
                  <a:lnTo>
                    <a:pt x="5701052" y="643470"/>
                  </a:lnTo>
                  <a:lnTo>
                    <a:pt x="5701713" y="638265"/>
                  </a:lnTo>
                  <a:lnTo>
                    <a:pt x="5702373" y="624121"/>
                  </a:lnTo>
                  <a:lnTo>
                    <a:pt x="5703034" y="625237"/>
                  </a:lnTo>
                  <a:lnTo>
                    <a:pt x="5703694" y="644180"/>
                  </a:lnTo>
                  <a:lnTo>
                    <a:pt x="5704355" y="681525"/>
                  </a:lnTo>
                  <a:lnTo>
                    <a:pt x="5705015" y="665639"/>
                  </a:lnTo>
                  <a:lnTo>
                    <a:pt x="5705676" y="650398"/>
                  </a:lnTo>
                  <a:lnTo>
                    <a:pt x="5706336" y="650398"/>
                  </a:lnTo>
                  <a:lnTo>
                    <a:pt x="5706997" y="644480"/>
                  </a:lnTo>
                  <a:lnTo>
                    <a:pt x="5707657" y="657402"/>
                  </a:lnTo>
                  <a:lnTo>
                    <a:pt x="5708318" y="655459"/>
                  </a:lnTo>
                  <a:lnTo>
                    <a:pt x="5708978" y="649622"/>
                  </a:lnTo>
                  <a:lnTo>
                    <a:pt x="5709639" y="611720"/>
                  </a:lnTo>
                  <a:lnTo>
                    <a:pt x="5710300" y="624187"/>
                  </a:lnTo>
                  <a:lnTo>
                    <a:pt x="5710960" y="671334"/>
                  </a:lnTo>
                  <a:lnTo>
                    <a:pt x="5711621" y="633072"/>
                  </a:lnTo>
                  <a:lnTo>
                    <a:pt x="5712281" y="629694"/>
                  </a:lnTo>
                  <a:lnTo>
                    <a:pt x="5712942" y="654660"/>
                  </a:lnTo>
                  <a:lnTo>
                    <a:pt x="5713602" y="641249"/>
                  </a:lnTo>
                  <a:lnTo>
                    <a:pt x="5714263" y="641840"/>
                  </a:lnTo>
                  <a:lnTo>
                    <a:pt x="5714923" y="599568"/>
                  </a:lnTo>
                  <a:lnTo>
                    <a:pt x="5715584" y="564601"/>
                  </a:lnTo>
                  <a:lnTo>
                    <a:pt x="5716244" y="568613"/>
                  </a:lnTo>
                  <a:lnTo>
                    <a:pt x="5716905" y="577398"/>
                  </a:lnTo>
                  <a:lnTo>
                    <a:pt x="5717565" y="617163"/>
                  </a:lnTo>
                  <a:lnTo>
                    <a:pt x="5718226" y="612635"/>
                  </a:lnTo>
                  <a:lnTo>
                    <a:pt x="5718886" y="567726"/>
                  </a:lnTo>
                  <a:lnTo>
                    <a:pt x="5719547" y="540977"/>
                  </a:lnTo>
                  <a:lnTo>
                    <a:pt x="5720208" y="495607"/>
                  </a:lnTo>
                  <a:lnTo>
                    <a:pt x="5720868" y="495607"/>
                  </a:lnTo>
                  <a:lnTo>
                    <a:pt x="5721529" y="509170"/>
                  </a:lnTo>
                  <a:lnTo>
                    <a:pt x="5722189" y="568913"/>
                  </a:lnTo>
                  <a:lnTo>
                    <a:pt x="5722850" y="575184"/>
                  </a:lnTo>
                  <a:lnTo>
                    <a:pt x="5723510" y="584673"/>
                  </a:lnTo>
                  <a:lnTo>
                    <a:pt x="5724171" y="554179"/>
                  </a:lnTo>
                  <a:lnTo>
                    <a:pt x="5724831" y="589666"/>
                  </a:lnTo>
                  <a:lnTo>
                    <a:pt x="5725492" y="623443"/>
                  </a:lnTo>
                  <a:lnTo>
                    <a:pt x="5726152" y="578078"/>
                  </a:lnTo>
                  <a:lnTo>
                    <a:pt x="5726813" y="558312"/>
                  </a:lnTo>
                  <a:lnTo>
                    <a:pt x="5727473" y="589337"/>
                  </a:lnTo>
                  <a:lnTo>
                    <a:pt x="5728134" y="623964"/>
                  </a:lnTo>
                  <a:lnTo>
                    <a:pt x="5728794" y="629859"/>
                  </a:lnTo>
                  <a:lnTo>
                    <a:pt x="5729455" y="629859"/>
                  </a:lnTo>
                  <a:lnTo>
                    <a:pt x="5730116" y="650522"/>
                  </a:lnTo>
                  <a:lnTo>
                    <a:pt x="5730776" y="645909"/>
                  </a:lnTo>
                  <a:lnTo>
                    <a:pt x="5731437" y="630395"/>
                  </a:lnTo>
                  <a:lnTo>
                    <a:pt x="5732097" y="664139"/>
                  </a:lnTo>
                  <a:lnTo>
                    <a:pt x="5732758" y="677243"/>
                  </a:lnTo>
                  <a:lnTo>
                    <a:pt x="5733418" y="641450"/>
                  </a:lnTo>
                  <a:lnTo>
                    <a:pt x="5734079" y="632238"/>
                  </a:lnTo>
                  <a:lnTo>
                    <a:pt x="5734739" y="643432"/>
                  </a:lnTo>
                  <a:lnTo>
                    <a:pt x="5735400" y="662760"/>
                  </a:lnTo>
                  <a:lnTo>
                    <a:pt x="5736060" y="673061"/>
                  </a:lnTo>
                  <a:lnTo>
                    <a:pt x="5736721" y="671804"/>
                  </a:lnTo>
                  <a:lnTo>
                    <a:pt x="5737381" y="670018"/>
                  </a:lnTo>
                  <a:lnTo>
                    <a:pt x="5738042" y="645462"/>
                  </a:lnTo>
                  <a:lnTo>
                    <a:pt x="5738702" y="656558"/>
                  </a:lnTo>
                  <a:lnTo>
                    <a:pt x="5739363" y="683316"/>
                  </a:lnTo>
                  <a:lnTo>
                    <a:pt x="5740024" y="675999"/>
                  </a:lnTo>
                  <a:lnTo>
                    <a:pt x="5740684" y="672213"/>
                  </a:lnTo>
                  <a:lnTo>
                    <a:pt x="5741345" y="665512"/>
                  </a:lnTo>
                  <a:lnTo>
                    <a:pt x="5742005" y="682059"/>
                  </a:lnTo>
                  <a:lnTo>
                    <a:pt x="5742666" y="704436"/>
                  </a:lnTo>
                  <a:lnTo>
                    <a:pt x="5743326" y="704436"/>
                  </a:lnTo>
                  <a:lnTo>
                    <a:pt x="5743987" y="681169"/>
                  </a:lnTo>
                  <a:lnTo>
                    <a:pt x="5744647" y="692507"/>
                  </a:lnTo>
                  <a:lnTo>
                    <a:pt x="5745308" y="681773"/>
                  </a:lnTo>
                  <a:lnTo>
                    <a:pt x="5745968" y="677429"/>
                  </a:lnTo>
                  <a:lnTo>
                    <a:pt x="5746629" y="657433"/>
                  </a:lnTo>
                  <a:lnTo>
                    <a:pt x="5747289" y="660845"/>
                  </a:lnTo>
                  <a:lnTo>
                    <a:pt x="5747950" y="680574"/>
                  </a:lnTo>
                  <a:lnTo>
                    <a:pt x="5748610" y="690254"/>
                  </a:lnTo>
                  <a:lnTo>
                    <a:pt x="5749271" y="647958"/>
                  </a:lnTo>
                  <a:lnTo>
                    <a:pt x="5749931" y="647637"/>
                  </a:lnTo>
                  <a:lnTo>
                    <a:pt x="5750592" y="686847"/>
                  </a:lnTo>
                  <a:lnTo>
                    <a:pt x="5751253" y="673470"/>
                  </a:lnTo>
                  <a:lnTo>
                    <a:pt x="5751913" y="673470"/>
                  </a:lnTo>
                  <a:lnTo>
                    <a:pt x="5752574" y="674533"/>
                  </a:lnTo>
                  <a:lnTo>
                    <a:pt x="5753234" y="691327"/>
                  </a:lnTo>
                  <a:lnTo>
                    <a:pt x="5753895" y="676638"/>
                  </a:lnTo>
                  <a:lnTo>
                    <a:pt x="5754555" y="675790"/>
                  </a:lnTo>
                  <a:lnTo>
                    <a:pt x="5755216" y="689459"/>
                  </a:lnTo>
                  <a:lnTo>
                    <a:pt x="5755876" y="680788"/>
                  </a:lnTo>
                  <a:lnTo>
                    <a:pt x="5756537" y="675790"/>
                  </a:lnTo>
                  <a:lnTo>
                    <a:pt x="5757197" y="665788"/>
                  </a:lnTo>
                  <a:lnTo>
                    <a:pt x="5757858" y="661790"/>
                  </a:lnTo>
                  <a:lnTo>
                    <a:pt x="5758518" y="671663"/>
                  </a:lnTo>
                  <a:lnTo>
                    <a:pt x="5759179" y="685999"/>
                  </a:lnTo>
                  <a:lnTo>
                    <a:pt x="5759839" y="673470"/>
                  </a:lnTo>
                  <a:lnTo>
                    <a:pt x="5760500" y="673977"/>
                  </a:lnTo>
                  <a:lnTo>
                    <a:pt x="5761161" y="648145"/>
                  </a:lnTo>
                  <a:lnTo>
                    <a:pt x="5761821" y="648074"/>
                  </a:lnTo>
                  <a:lnTo>
                    <a:pt x="5762482" y="654266"/>
                  </a:lnTo>
                  <a:lnTo>
                    <a:pt x="5763142" y="643757"/>
                  </a:lnTo>
                  <a:lnTo>
                    <a:pt x="5763803" y="635426"/>
                  </a:lnTo>
                  <a:lnTo>
                    <a:pt x="5764463" y="649579"/>
                  </a:lnTo>
                  <a:lnTo>
                    <a:pt x="5765124" y="655416"/>
                  </a:lnTo>
                  <a:lnTo>
                    <a:pt x="5765784" y="654866"/>
                  </a:lnTo>
                  <a:lnTo>
                    <a:pt x="5766445" y="670604"/>
                  </a:lnTo>
                  <a:lnTo>
                    <a:pt x="5767105" y="652458"/>
                  </a:lnTo>
                  <a:lnTo>
                    <a:pt x="5767766" y="633662"/>
                  </a:lnTo>
                  <a:lnTo>
                    <a:pt x="5768426" y="623376"/>
                  </a:lnTo>
                  <a:lnTo>
                    <a:pt x="5769087" y="621074"/>
                  </a:lnTo>
                  <a:lnTo>
                    <a:pt x="5769747" y="650187"/>
                  </a:lnTo>
                  <a:lnTo>
                    <a:pt x="5770408" y="656726"/>
                  </a:lnTo>
                  <a:lnTo>
                    <a:pt x="5771069" y="661099"/>
                  </a:lnTo>
                  <a:lnTo>
                    <a:pt x="5771729" y="634919"/>
                  </a:lnTo>
                  <a:lnTo>
                    <a:pt x="5772390" y="518427"/>
                  </a:lnTo>
                  <a:lnTo>
                    <a:pt x="5773050" y="488814"/>
                  </a:lnTo>
                  <a:lnTo>
                    <a:pt x="5773711" y="488814"/>
                  </a:lnTo>
                  <a:lnTo>
                    <a:pt x="5774371" y="567292"/>
                  </a:lnTo>
                  <a:lnTo>
                    <a:pt x="5775032" y="615240"/>
                  </a:lnTo>
                  <a:lnTo>
                    <a:pt x="5775692" y="606055"/>
                  </a:lnTo>
                  <a:lnTo>
                    <a:pt x="5776353" y="657124"/>
                  </a:lnTo>
                  <a:lnTo>
                    <a:pt x="5777013" y="627236"/>
                  </a:lnTo>
                  <a:lnTo>
                    <a:pt x="5777674" y="593592"/>
                  </a:lnTo>
                  <a:lnTo>
                    <a:pt x="5778334" y="583028"/>
                  </a:lnTo>
                  <a:lnTo>
                    <a:pt x="5778995" y="608984"/>
                  </a:lnTo>
                  <a:lnTo>
                    <a:pt x="5779655" y="621944"/>
                  </a:lnTo>
                  <a:lnTo>
                    <a:pt x="5780316" y="650818"/>
                  </a:lnTo>
                  <a:lnTo>
                    <a:pt x="5780976" y="657400"/>
                  </a:lnTo>
                  <a:lnTo>
                    <a:pt x="5781637" y="660661"/>
                  </a:lnTo>
                  <a:lnTo>
                    <a:pt x="5782298" y="667172"/>
                  </a:lnTo>
                  <a:lnTo>
                    <a:pt x="5782958" y="663874"/>
                  </a:lnTo>
                  <a:lnTo>
                    <a:pt x="5783619" y="658400"/>
                  </a:lnTo>
                  <a:lnTo>
                    <a:pt x="5784279" y="666613"/>
                  </a:lnTo>
                  <a:lnTo>
                    <a:pt x="5784940" y="672271"/>
                  </a:lnTo>
                  <a:lnTo>
                    <a:pt x="5785600" y="665612"/>
                  </a:lnTo>
                  <a:lnTo>
                    <a:pt x="5786261" y="668242"/>
                  </a:lnTo>
                  <a:lnTo>
                    <a:pt x="5786921" y="671398"/>
                  </a:lnTo>
                  <a:lnTo>
                    <a:pt x="5787582" y="658580"/>
                  </a:lnTo>
                  <a:lnTo>
                    <a:pt x="5788242" y="638609"/>
                  </a:lnTo>
                  <a:lnTo>
                    <a:pt x="5788903" y="660155"/>
                  </a:lnTo>
                  <a:lnTo>
                    <a:pt x="5789563" y="662739"/>
                  </a:lnTo>
                  <a:lnTo>
                    <a:pt x="5790224" y="670824"/>
                  </a:lnTo>
                  <a:lnTo>
                    <a:pt x="5790884" y="671954"/>
                  </a:lnTo>
                  <a:lnTo>
                    <a:pt x="5791545" y="663110"/>
                  </a:lnTo>
                  <a:lnTo>
                    <a:pt x="5792206" y="656011"/>
                  </a:lnTo>
                  <a:lnTo>
                    <a:pt x="5792866" y="667108"/>
                  </a:lnTo>
                  <a:lnTo>
                    <a:pt x="5793527" y="660790"/>
                  </a:lnTo>
                  <a:lnTo>
                    <a:pt x="5794187" y="665605"/>
                  </a:lnTo>
                  <a:lnTo>
                    <a:pt x="5794848" y="673761"/>
                  </a:lnTo>
                  <a:lnTo>
                    <a:pt x="5795508" y="670824"/>
                  </a:lnTo>
                  <a:lnTo>
                    <a:pt x="5796169" y="683727"/>
                  </a:lnTo>
                  <a:lnTo>
                    <a:pt x="5796829" y="674708"/>
                  </a:lnTo>
                  <a:lnTo>
                    <a:pt x="5797490" y="663110"/>
                  </a:lnTo>
                  <a:lnTo>
                    <a:pt x="5798150" y="656011"/>
                  </a:lnTo>
                  <a:lnTo>
                    <a:pt x="5798811" y="679226"/>
                  </a:lnTo>
                  <a:lnTo>
                    <a:pt x="5799471" y="692356"/>
                  </a:lnTo>
                  <a:lnTo>
                    <a:pt x="5800132" y="681079"/>
                  </a:lnTo>
                  <a:lnTo>
                    <a:pt x="5800792" y="666578"/>
                  </a:lnTo>
                  <a:lnTo>
                    <a:pt x="5801453" y="675895"/>
                  </a:lnTo>
                  <a:lnTo>
                    <a:pt x="5802114" y="669789"/>
                  </a:lnTo>
                  <a:lnTo>
                    <a:pt x="5802774" y="661012"/>
                  </a:lnTo>
                  <a:lnTo>
                    <a:pt x="5803435" y="648077"/>
                  </a:lnTo>
                  <a:lnTo>
                    <a:pt x="5804095" y="632093"/>
                  </a:lnTo>
                  <a:lnTo>
                    <a:pt x="5804756" y="627789"/>
                  </a:lnTo>
                  <a:lnTo>
                    <a:pt x="5805416" y="652591"/>
                  </a:lnTo>
                  <a:lnTo>
                    <a:pt x="5806077" y="668742"/>
                  </a:lnTo>
                  <a:lnTo>
                    <a:pt x="5806737" y="667330"/>
                  </a:lnTo>
                  <a:lnTo>
                    <a:pt x="5807398" y="647782"/>
                  </a:lnTo>
                  <a:lnTo>
                    <a:pt x="5808058" y="649388"/>
                  </a:lnTo>
                  <a:lnTo>
                    <a:pt x="5808719" y="660801"/>
                  </a:lnTo>
                  <a:lnTo>
                    <a:pt x="5809379" y="670480"/>
                  </a:lnTo>
                  <a:lnTo>
                    <a:pt x="5810040" y="675295"/>
                  </a:lnTo>
                  <a:lnTo>
                    <a:pt x="5810700" y="668641"/>
                  </a:lnTo>
                  <a:lnTo>
                    <a:pt x="5811361" y="645634"/>
                  </a:lnTo>
                  <a:lnTo>
                    <a:pt x="5812022" y="618915"/>
                  </a:lnTo>
                  <a:lnTo>
                    <a:pt x="5812682" y="618915"/>
                  </a:lnTo>
                  <a:lnTo>
                    <a:pt x="5813343" y="635724"/>
                  </a:lnTo>
                  <a:lnTo>
                    <a:pt x="5814003" y="655043"/>
                  </a:lnTo>
                  <a:lnTo>
                    <a:pt x="5814664" y="673656"/>
                  </a:lnTo>
                  <a:lnTo>
                    <a:pt x="5815324" y="660420"/>
                  </a:lnTo>
                  <a:lnTo>
                    <a:pt x="5815985" y="671849"/>
                  </a:lnTo>
                  <a:lnTo>
                    <a:pt x="5816645" y="674718"/>
                  </a:lnTo>
                  <a:lnTo>
                    <a:pt x="5817306" y="686824"/>
                  </a:lnTo>
                  <a:lnTo>
                    <a:pt x="5817966" y="676823"/>
                  </a:lnTo>
                  <a:lnTo>
                    <a:pt x="5818627" y="671849"/>
                  </a:lnTo>
                  <a:lnTo>
                    <a:pt x="5819287" y="678322"/>
                  </a:lnTo>
                  <a:lnTo>
                    <a:pt x="5819948" y="629187"/>
                  </a:lnTo>
                  <a:lnTo>
                    <a:pt x="5820608" y="620572"/>
                  </a:lnTo>
                  <a:lnTo>
                    <a:pt x="5821269" y="649099"/>
                  </a:lnTo>
                  <a:lnTo>
                    <a:pt x="5821929" y="665973"/>
                  </a:lnTo>
                  <a:lnTo>
                    <a:pt x="5822590" y="679716"/>
                  </a:lnTo>
                  <a:lnTo>
                    <a:pt x="5823251" y="680125"/>
                  </a:lnTo>
                  <a:lnTo>
                    <a:pt x="5823911" y="661975"/>
                  </a:lnTo>
                  <a:lnTo>
                    <a:pt x="5824572" y="670718"/>
                  </a:lnTo>
                  <a:lnTo>
                    <a:pt x="5825232" y="675766"/>
                  </a:lnTo>
                  <a:lnTo>
                    <a:pt x="5825893" y="674267"/>
                  </a:lnTo>
                  <a:lnTo>
                    <a:pt x="5826553" y="682292"/>
                  </a:lnTo>
                  <a:lnTo>
                    <a:pt x="5827214" y="660361"/>
                  </a:lnTo>
                  <a:lnTo>
                    <a:pt x="5827874" y="653785"/>
                  </a:lnTo>
                  <a:lnTo>
                    <a:pt x="5828535" y="652087"/>
                  </a:lnTo>
                  <a:lnTo>
                    <a:pt x="5829195" y="657479"/>
                  </a:lnTo>
                  <a:lnTo>
                    <a:pt x="5829856" y="652114"/>
                  </a:lnTo>
                  <a:lnTo>
                    <a:pt x="5830516" y="652114"/>
                  </a:lnTo>
                  <a:lnTo>
                    <a:pt x="5831177" y="618126"/>
                  </a:lnTo>
                  <a:lnTo>
                    <a:pt x="5831837" y="599656"/>
                  </a:lnTo>
                  <a:lnTo>
                    <a:pt x="5832498" y="591513"/>
                  </a:lnTo>
                  <a:lnTo>
                    <a:pt x="5833159" y="578790"/>
                  </a:lnTo>
                  <a:lnTo>
                    <a:pt x="5833819" y="584970"/>
                  </a:lnTo>
                  <a:lnTo>
                    <a:pt x="5834480" y="595479"/>
                  </a:lnTo>
                  <a:lnTo>
                    <a:pt x="5835140" y="589010"/>
                  </a:lnTo>
                  <a:lnTo>
                    <a:pt x="5835801" y="546970"/>
                  </a:lnTo>
                  <a:lnTo>
                    <a:pt x="5836461" y="518221"/>
                  </a:lnTo>
                  <a:lnTo>
                    <a:pt x="5837122" y="519724"/>
                  </a:lnTo>
                  <a:lnTo>
                    <a:pt x="5837782" y="518299"/>
                  </a:lnTo>
                  <a:lnTo>
                    <a:pt x="5838443" y="537254"/>
                  </a:lnTo>
                  <a:lnTo>
                    <a:pt x="5839103" y="629846"/>
                  </a:lnTo>
                  <a:lnTo>
                    <a:pt x="5839764" y="628589"/>
                  </a:lnTo>
                  <a:lnTo>
                    <a:pt x="5840424" y="633240"/>
                  </a:lnTo>
                  <a:lnTo>
                    <a:pt x="5841085" y="627004"/>
                  </a:lnTo>
                  <a:lnTo>
                    <a:pt x="5841745" y="644594"/>
                  </a:lnTo>
                  <a:lnTo>
                    <a:pt x="5842406" y="653944"/>
                  </a:lnTo>
                  <a:lnTo>
                    <a:pt x="5843067" y="648141"/>
                  </a:lnTo>
                  <a:lnTo>
                    <a:pt x="5843727" y="613293"/>
                  </a:lnTo>
                  <a:lnTo>
                    <a:pt x="5844388" y="646912"/>
                  </a:lnTo>
                  <a:lnTo>
                    <a:pt x="5845048" y="653487"/>
                  </a:lnTo>
                  <a:lnTo>
                    <a:pt x="5845709" y="663166"/>
                  </a:lnTo>
                  <a:lnTo>
                    <a:pt x="5846369" y="677634"/>
                  </a:lnTo>
                  <a:lnTo>
                    <a:pt x="5847030" y="659857"/>
                  </a:lnTo>
                  <a:lnTo>
                    <a:pt x="5847690" y="671529"/>
                  </a:lnTo>
                  <a:lnTo>
                    <a:pt x="5848351" y="676180"/>
                  </a:lnTo>
                  <a:lnTo>
                    <a:pt x="5849011" y="672668"/>
                  </a:lnTo>
                  <a:lnTo>
                    <a:pt x="5849672" y="679374"/>
                  </a:lnTo>
                  <a:lnTo>
                    <a:pt x="5850332" y="661800"/>
                  </a:lnTo>
                  <a:lnTo>
                    <a:pt x="5850993" y="658261"/>
                  </a:lnTo>
                  <a:lnTo>
                    <a:pt x="5851653" y="670249"/>
                  </a:lnTo>
                  <a:lnTo>
                    <a:pt x="5852314" y="675859"/>
                  </a:lnTo>
                  <a:lnTo>
                    <a:pt x="5852974" y="671746"/>
                  </a:lnTo>
                  <a:lnTo>
                    <a:pt x="5853635" y="640398"/>
                  </a:lnTo>
                  <a:lnTo>
                    <a:pt x="5854296" y="653643"/>
                  </a:lnTo>
                  <a:lnTo>
                    <a:pt x="5854956" y="670249"/>
                  </a:lnTo>
                  <a:lnTo>
                    <a:pt x="5855617" y="683773"/>
                  </a:lnTo>
                  <a:lnTo>
                    <a:pt x="5856277" y="678526"/>
                  </a:lnTo>
                  <a:lnTo>
                    <a:pt x="5856938" y="670062"/>
                  </a:lnTo>
                  <a:lnTo>
                    <a:pt x="5857598" y="670249"/>
                  </a:lnTo>
                  <a:lnTo>
                    <a:pt x="5858259" y="646800"/>
                  </a:lnTo>
                  <a:lnTo>
                    <a:pt x="5858919" y="633773"/>
                  </a:lnTo>
                  <a:lnTo>
                    <a:pt x="5859580" y="624094"/>
                  </a:lnTo>
                  <a:lnTo>
                    <a:pt x="5860240" y="616168"/>
                  </a:lnTo>
                  <a:lnTo>
                    <a:pt x="5860901" y="651111"/>
                  </a:lnTo>
                  <a:lnTo>
                    <a:pt x="5861561" y="660375"/>
                  </a:lnTo>
                  <a:lnTo>
                    <a:pt x="5862222" y="667321"/>
                  </a:lnTo>
                  <a:lnTo>
                    <a:pt x="5862882" y="676016"/>
                  </a:lnTo>
                  <a:lnTo>
                    <a:pt x="5863543" y="675168"/>
                  </a:lnTo>
                  <a:lnTo>
                    <a:pt x="5864204" y="667948"/>
                  </a:lnTo>
                  <a:lnTo>
                    <a:pt x="5864864" y="645805"/>
                  </a:lnTo>
                  <a:lnTo>
                    <a:pt x="5865525" y="666957"/>
                  </a:lnTo>
                  <a:lnTo>
                    <a:pt x="5866185" y="671889"/>
                  </a:lnTo>
                  <a:lnTo>
                    <a:pt x="5866846" y="671702"/>
                  </a:lnTo>
                  <a:lnTo>
                    <a:pt x="5867506" y="655861"/>
                  </a:lnTo>
                  <a:lnTo>
                    <a:pt x="5868167" y="660375"/>
                  </a:lnTo>
                  <a:lnTo>
                    <a:pt x="5868827" y="668796"/>
                  </a:lnTo>
                  <a:lnTo>
                    <a:pt x="5869488" y="680165"/>
                  </a:lnTo>
                  <a:lnTo>
                    <a:pt x="5870148" y="672438"/>
                  </a:lnTo>
                  <a:lnTo>
                    <a:pt x="5870809" y="677902"/>
                  </a:lnTo>
                  <a:lnTo>
                    <a:pt x="5871469" y="677089"/>
                  </a:lnTo>
                  <a:lnTo>
                    <a:pt x="5872130" y="677089"/>
                  </a:lnTo>
                  <a:lnTo>
                    <a:pt x="5872790" y="674637"/>
                  </a:lnTo>
                  <a:lnTo>
                    <a:pt x="5873451" y="674637"/>
                  </a:lnTo>
                  <a:lnTo>
                    <a:pt x="5874112" y="670698"/>
                  </a:lnTo>
                  <a:lnTo>
                    <a:pt x="5874772" y="650545"/>
                  </a:lnTo>
                  <a:lnTo>
                    <a:pt x="5875433" y="603452"/>
                  </a:lnTo>
                  <a:lnTo>
                    <a:pt x="5876093" y="603452"/>
                  </a:lnTo>
                  <a:lnTo>
                    <a:pt x="5876754" y="631508"/>
                  </a:lnTo>
                  <a:lnTo>
                    <a:pt x="5877414" y="673696"/>
                  </a:lnTo>
                  <a:lnTo>
                    <a:pt x="5878075" y="669747"/>
                  </a:lnTo>
                  <a:lnTo>
                    <a:pt x="5878735" y="669747"/>
                  </a:lnTo>
                  <a:lnTo>
                    <a:pt x="5879396" y="681117"/>
                  </a:lnTo>
                  <a:lnTo>
                    <a:pt x="5880056" y="677815"/>
                  </a:lnTo>
                  <a:lnTo>
                    <a:pt x="5880717" y="681965"/>
                  </a:lnTo>
                  <a:lnTo>
                    <a:pt x="5881377" y="656816"/>
                  </a:lnTo>
                  <a:lnTo>
                    <a:pt x="5882038" y="628858"/>
                  </a:lnTo>
                  <a:lnTo>
                    <a:pt x="5882698" y="657841"/>
                  </a:lnTo>
                  <a:lnTo>
                    <a:pt x="5883359" y="673799"/>
                  </a:lnTo>
                  <a:lnTo>
                    <a:pt x="5884020" y="672840"/>
                  </a:lnTo>
                  <a:lnTo>
                    <a:pt x="5884680" y="677815"/>
                  </a:lnTo>
                  <a:lnTo>
                    <a:pt x="5885341" y="695712"/>
                  </a:lnTo>
                  <a:lnTo>
                    <a:pt x="5886001" y="680707"/>
                  </a:lnTo>
                  <a:lnTo>
                    <a:pt x="5886662" y="688612"/>
                  </a:lnTo>
                  <a:lnTo>
                    <a:pt x="5887322" y="659131"/>
                  </a:lnTo>
                  <a:lnTo>
                    <a:pt x="5887983" y="594794"/>
                  </a:lnTo>
                  <a:lnTo>
                    <a:pt x="5888643" y="604329"/>
                  </a:lnTo>
                  <a:lnTo>
                    <a:pt x="5889304" y="623980"/>
                  </a:lnTo>
                  <a:lnTo>
                    <a:pt x="5889964" y="641602"/>
                  </a:lnTo>
                  <a:lnTo>
                    <a:pt x="5890625" y="667015"/>
                  </a:lnTo>
                  <a:lnTo>
                    <a:pt x="5891285" y="666771"/>
                  </a:lnTo>
                  <a:lnTo>
                    <a:pt x="5891946" y="665849"/>
                  </a:lnTo>
                  <a:lnTo>
                    <a:pt x="5892606" y="667202"/>
                  </a:lnTo>
                  <a:lnTo>
                    <a:pt x="5893267" y="641024"/>
                  </a:lnTo>
                  <a:lnTo>
                    <a:pt x="5893927" y="643659"/>
                  </a:lnTo>
                  <a:lnTo>
                    <a:pt x="5894588" y="661856"/>
                  </a:lnTo>
                  <a:lnTo>
                    <a:pt x="5895249" y="661856"/>
                  </a:lnTo>
                  <a:lnTo>
                    <a:pt x="5895909" y="661492"/>
                  </a:lnTo>
                  <a:lnTo>
                    <a:pt x="5896570" y="665945"/>
                  </a:lnTo>
                  <a:lnTo>
                    <a:pt x="5897230" y="669113"/>
                  </a:lnTo>
                  <a:lnTo>
                    <a:pt x="5897891" y="667202"/>
                  </a:lnTo>
                  <a:lnTo>
                    <a:pt x="5898551" y="658880"/>
                  </a:lnTo>
                  <a:lnTo>
                    <a:pt x="5899212" y="668265"/>
                  </a:lnTo>
                  <a:lnTo>
                    <a:pt x="5899872" y="643659"/>
                  </a:lnTo>
                  <a:lnTo>
                    <a:pt x="5900533" y="623604"/>
                  </a:lnTo>
                  <a:lnTo>
                    <a:pt x="5901193" y="627886"/>
                  </a:lnTo>
                  <a:lnTo>
                    <a:pt x="5901854" y="662365"/>
                  </a:lnTo>
                  <a:lnTo>
                    <a:pt x="5902514" y="670370"/>
                  </a:lnTo>
                  <a:lnTo>
                    <a:pt x="5903175" y="661492"/>
                  </a:lnTo>
                  <a:lnTo>
                    <a:pt x="5903835" y="661856"/>
                  </a:lnTo>
                  <a:lnTo>
                    <a:pt x="5904496" y="665395"/>
                  </a:lnTo>
                  <a:lnTo>
                    <a:pt x="5905157" y="658880"/>
                  </a:lnTo>
                  <a:lnTo>
                    <a:pt x="5905817" y="652884"/>
                  </a:lnTo>
                  <a:lnTo>
                    <a:pt x="5906478" y="669522"/>
                  </a:lnTo>
                  <a:lnTo>
                    <a:pt x="5907138" y="662527"/>
                  </a:lnTo>
                  <a:lnTo>
                    <a:pt x="5907799" y="669309"/>
                  </a:lnTo>
                  <a:lnTo>
                    <a:pt x="5908459" y="677152"/>
                  </a:lnTo>
                  <a:lnTo>
                    <a:pt x="5909120" y="667914"/>
                  </a:lnTo>
                  <a:lnTo>
                    <a:pt x="5909780" y="684539"/>
                  </a:lnTo>
                  <a:lnTo>
                    <a:pt x="5910441" y="669800"/>
                  </a:lnTo>
                  <a:lnTo>
                    <a:pt x="5911101" y="669800"/>
                  </a:lnTo>
                  <a:lnTo>
                    <a:pt x="5911762" y="671803"/>
                  </a:lnTo>
                  <a:lnTo>
                    <a:pt x="5912422" y="666839"/>
                  </a:lnTo>
                  <a:lnTo>
                    <a:pt x="5913083" y="670970"/>
                  </a:lnTo>
                  <a:lnTo>
                    <a:pt x="5913743" y="657266"/>
                  </a:lnTo>
                  <a:lnTo>
                    <a:pt x="5914404" y="675486"/>
                  </a:lnTo>
                  <a:lnTo>
                    <a:pt x="5915065" y="675115"/>
                  </a:lnTo>
                  <a:lnTo>
                    <a:pt x="5915725" y="674728"/>
                  </a:lnTo>
                  <a:lnTo>
                    <a:pt x="5916386" y="653340"/>
                  </a:lnTo>
                  <a:lnTo>
                    <a:pt x="5917046" y="672864"/>
                  </a:lnTo>
                  <a:lnTo>
                    <a:pt x="5917707" y="674802"/>
                  </a:lnTo>
                  <a:lnTo>
                    <a:pt x="5918367" y="689285"/>
                  </a:lnTo>
                  <a:lnTo>
                    <a:pt x="5919028" y="674728"/>
                  </a:lnTo>
                  <a:lnTo>
                    <a:pt x="5919688" y="666659"/>
                  </a:lnTo>
                  <a:lnTo>
                    <a:pt x="5920349" y="679897"/>
                  </a:lnTo>
                  <a:lnTo>
                    <a:pt x="5921009" y="650587"/>
                  </a:lnTo>
                  <a:lnTo>
                    <a:pt x="5921670" y="644713"/>
                  </a:lnTo>
                  <a:lnTo>
                    <a:pt x="5922330" y="649027"/>
                  </a:lnTo>
                  <a:lnTo>
                    <a:pt x="5922991" y="659683"/>
                  </a:lnTo>
                  <a:lnTo>
                    <a:pt x="5923651" y="640282"/>
                  </a:lnTo>
                  <a:lnTo>
                    <a:pt x="5924312" y="673843"/>
                  </a:lnTo>
                  <a:lnTo>
                    <a:pt x="5924972" y="663828"/>
                  </a:lnTo>
                  <a:lnTo>
                    <a:pt x="5925633" y="632632"/>
                  </a:lnTo>
                  <a:lnTo>
                    <a:pt x="5926294" y="625527"/>
                  </a:lnTo>
                  <a:lnTo>
                    <a:pt x="5926954" y="641424"/>
                  </a:lnTo>
                  <a:lnTo>
                    <a:pt x="5927615" y="633763"/>
                  </a:lnTo>
                  <a:lnTo>
                    <a:pt x="5928275" y="609186"/>
                  </a:lnTo>
                  <a:lnTo>
                    <a:pt x="5928936" y="593221"/>
                  </a:lnTo>
                  <a:lnTo>
                    <a:pt x="5929596" y="591965"/>
                  </a:lnTo>
                  <a:lnTo>
                    <a:pt x="5930257" y="581729"/>
                  </a:lnTo>
                  <a:lnTo>
                    <a:pt x="5930917" y="555293"/>
                  </a:lnTo>
                  <a:lnTo>
                    <a:pt x="5931578" y="595252"/>
                  </a:lnTo>
                  <a:lnTo>
                    <a:pt x="5932238" y="540142"/>
                  </a:lnTo>
                  <a:lnTo>
                    <a:pt x="5932899" y="524569"/>
                  </a:lnTo>
                  <a:lnTo>
                    <a:pt x="5933559" y="518841"/>
                  </a:lnTo>
                  <a:lnTo>
                    <a:pt x="5934220" y="509042"/>
                  </a:lnTo>
                  <a:lnTo>
                    <a:pt x="5934880" y="503184"/>
                  </a:lnTo>
                  <a:lnTo>
                    <a:pt x="5935541" y="512291"/>
                  </a:lnTo>
                  <a:lnTo>
                    <a:pt x="5936202" y="534874"/>
                  </a:lnTo>
                  <a:lnTo>
                    <a:pt x="5936862" y="541922"/>
                  </a:lnTo>
                  <a:lnTo>
                    <a:pt x="5937523" y="546112"/>
                  </a:lnTo>
                  <a:lnTo>
                    <a:pt x="5938183" y="554928"/>
                  </a:lnTo>
                  <a:lnTo>
                    <a:pt x="5938844" y="565164"/>
                  </a:lnTo>
                  <a:lnTo>
                    <a:pt x="5939504" y="588051"/>
                  </a:lnTo>
                  <a:lnTo>
                    <a:pt x="5940165" y="602761"/>
                  </a:lnTo>
                  <a:lnTo>
                    <a:pt x="5940825" y="576520"/>
                  </a:lnTo>
                  <a:lnTo>
                    <a:pt x="5941486" y="573352"/>
                  </a:lnTo>
                  <a:lnTo>
                    <a:pt x="5942146" y="592784"/>
                  </a:lnTo>
                  <a:lnTo>
                    <a:pt x="5942807" y="616834"/>
                  </a:lnTo>
                  <a:lnTo>
                    <a:pt x="5943467" y="614785"/>
                  </a:lnTo>
                  <a:lnTo>
                    <a:pt x="5944128" y="618686"/>
                  </a:lnTo>
                  <a:lnTo>
                    <a:pt x="5944788" y="625024"/>
                  </a:lnTo>
                  <a:lnTo>
                    <a:pt x="5945449" y="597317"/>
                  </a:lnTo>
                  <a:lnTo>
                    <a:pt x="5946110" y="598054"/>
                  </a:lnTo>
                  <a:lnTo>
                    <a:pt x="5946770" y="608588"/>
                  </a:lnTo>
                  <a:lnTo>
                    <a:pt x="5947431" y="613992"/>
                  </a:lnTo>
                  <a:lnTo>
                    <a:pt x="5948091" y="638575"/>
                  </a:lnTo>
                  <a:lnTo>
                    <a:pt x="5948752" y="665634"/>
                  </a:lnTo>
                  <a:lnTo>
                    <a:pt x="5949412" y="653843"/>
                  </a:lnTo>
                  <a:lnTo>
                    <a:pt x="5950073" y="672450"/>
                  </a:lnTo>
                  <a:lnTo>
                    <a:pt x="5950733" y="692307"/>
                  </a:lnTo>
                  <a:lnTo>
                    <a:pt x="5951394" y="664842"/>
                  </a:lnTo>
                  <a:lnTo>
                    <a:pt x="5952054" y="649716"/>
                  </a:lnTo>
                  <a:lnTo>
                    <a:pt x="5952715" y="673298"/>
                  </a:lnTo>
                  <a:lnTo>
                    <a:pt x="5953375" y="672467"/>
                  </a:lnTo>
                  <a:lnTo>
                    <a:pt x="5954036" y="668827"/>
                  </a:lnTo>
                  <a:lnTo>
                    <a:pt x="5954696" y="661168"/>
                  </a:lnTo>
                  <a:lnTo>
                    <a:pt x="5955357" y="660279"/>
                  </a:lnTo>
                  <a:lnTo>
                    <a:pt x="5956018" y="683945"/>
                  </a:lnTo>
                  <a:lnTo>
                    <a:pt x="5956678" y="674649"/>
                  </a:lnTo>
                  <a:lnTo>
                    <a:pt x="5957339" y="662937"/>
                  </a:lnTo>
                  <a:lnTo>
                    <a:pt x="5957999" y="642080"/>
                  </a:lnTo>
                  <a:lnTo>
                    <a:pt x="5958660" y="621876"/>
                  </a:lnTo>
                  <a:lnTo>
                    <a:pt x="5959320" y="634780"/>
                  </a:lnTo>
                  <a:lnTo>
                    <a:pt x="5959981" y="644720"/>
                  </a:lnTo>
                  <a:lnTo>
                    <a:pt x="5960641" y="659236"/>
                  </a:lnTo>
                  <a:lnTo>
                    <a:pt x="5961302" y="671681"/>
                  </a:lnTo>
                  <a:lnTo>
                    <a:pt x="5961962" y="647406"/>
                  </a:lnTo>
                  <a:lnTo>
                    <a:pt x="5962623" y="647055"/>
                  </a:lnTo>
                  <a:lnTo>
                    <a:pt x="5963283" y="646195"/>
                  </a:lnTo>
                  <a:lnTo>
                    <a:pt x="5963944" y="671533"/>
                  </a:lnTo>
                  <a:lnTo>
                    <a:pt x="5964604" y="677940"/>
                  </a:lnTo>
                  <a:lnTo>
                    <a:pt x="5965265" y="652928"/>
                  </a:lnTo>
                  <a:lnTo>
                    <a:pt x="5965925" y="632679"/>
                  </a:lnTo>
                  <a:lnTo>
                    <a:pt x="5966586" y="635642"/>
                  </a:lnTo>
                  <a:lnTo>
                    <a:pt x="5967247" y="638470"/>
                  </a:lnTo>
                  <a:lnTo>
                    <a:pt x="5967907" y="659588"/>
                  </a:lnTo>
                  <a:lnTo>
                    <a:pt x="5968568" y="656092"/>
                  </a:lnTo>
                  <a:lnTo>
                    <a:pt x="5969228" y="642036"/>
                  </a:lnTo>
                  <a:lnTo>
                    <a:pt x="5969889" y="626459"/>
                  </a:lnTo>
                  <a:lnTo>
                    <a:pt x="5970549" y="592790"/>
                  </a:lnTo>
                  <a:lnTo>
                    <a:pt x="5971210" y="563752"/>
                  </a:lnTo>
                  <a:lnTo>
                    <a:pt x="5971870" y="573689"/>
                  </a:lnTo>
                  <a:lnTo>
                    <a:pt x="5972531" y="592530"/>
                  </a:lnTo>
                  <a:lnTo>
                    <a:pt x="5973191" y="597126"/>
                  </a:lnTo>
                  <a:lnTo>
                    <a:pt x="5973852" y="627894"/>
                  </a:lnTo>
                  <a:lnTo>
                    <a:pt x="5974512" y="625746"/>
                  </a:lnTo>
                  <a:lnTo>
                    <a:pt x="5975173" y="627894"/>
                  </a:lnTo>
                  <a:lnTo>
                    <a:pt x="5975833" y="614075"/>
                  </a:lnTo>
                  <a:lnTo>
                    <a:pt x="5976494" y="608863"/>
                  </a:lnTo>
                  <a:lnTo>
                    <a:pt x="5977155" y="620799"/>
                  </a:lnTo>
                  <a:lnTo>
                    <a:pt x="5977815" y="642846"/>
                  </a:lnTo>
                  <a:lnTo>
                    <a:pt x="5978476" y="653752"/>
                  </a:lnTo>
                  <a:lnTo>
                    <a:pt x="5979136" y="654872"/>
                  </a:lnTo>
                  <a:lnTo>
                    <a:pt x="5979797" y="650653"/>
                  </a:lnTo>
                  <a:lnTo>
                    <a:pt x="5980457" y="657340"/>
                  </a:lnTo>
                  <a:lnTo>
                    <a:pt x="5981118" y="658188"/>
                  </a:lnTo>
                  <a:lnTo>
                    <a:pt x="5981778" y="653213"/>
                  </a:lnTo>
                  <a:lnTo>
                    <a:pt x="5982439" y="652178"/>
                  </a:lnTo>
                  <a:lnTo>
                    <a:pt x="5983099" y="627934"/>
                  </a:lnTo>
                  <a:lnTo>
                    <a:pt x="5983760" y="626258"/>
                  </a:lnTo>
                  <a:lnTo>
                    <a:pt x="5984420" y="644485"/>
                  </a:lnTo>
                  <a:lnTo>
                    <a:pt x="5985081" y="651519"/>
                  </a:lnTo>
                  <a:lnTo>
                    <a:pt x="5985741" y="653157"/>
                  </a:lnTo>
                  <a:lnTo>
                    <a:pt x="5986402" y="655391"/>
                  </a:lnTo>
                  <a:lnTo>
                    <a:pt x="5987063" y="668710"/>
                  </a:lnTo>
                  <a:lnTo>
                    <a:pt x="5987723" y="632949"/>
                  </a:lnTo>
                  <a:lnTo>
                    <a:pt x="5988384" y="633569"/>
                  </a:lnTo>
                  <a:lnTo>
                    <a:pt x="5989044" y="653397"/>
                  </a:lnTo>
                  <a:lnTo>
                    <a:pt x="5989705" y="658559"/>
                  </a:lnTo>
                  <a:lnTo>
                    <a:pt x="5990365" y="651519"/>
                  </a:lnTo>
                  <a:lnTo>
                    <a:pt x="5991026" y="668710"/>
                  </a:lnTo>
                  <a:lnTo>
                    <a:pt x="5991686" y="655391"/>
                  </a:lnTo>
                  <a:lnTo>
                    <a:pt x="5992347" y="650045"/>
                  </a:lnTo>
                  <a:lnTo>
                    <a:pt x="5993007" y="673110"/>
                  </a:lnTo>
                  <a:lnTo>
                    <a:pt x="5993668" y="688443"/>
                  </a:lnTo>
                  <a:lnTo>
                    <a:pt x="5994328" y="678971"/>
                  </a:lnTo>
                  <a:lnTo>
                    <a:pt x="5994989" y="676041"/>
                  </a:lnTo>
                  <a:lnTo>
                    <a:pt x="5995649" y="657934"/>
                  </a:lnTo>
                  <a:lnTo>
                    <a:pt x="5996310" y="653620"/>
                  </a:lnTo>
                  <a:lnTo>
                    <a:pt x="5996970" y="640121"/>
                  </a:lnTo>
                  <a:lnTo>
                    <a:pt x="5997631" y="627722"/>
                  </a:lnTo>
                  <a:lnTo>
                    <a:pt x="5998292" y="632607"/>
                  </a:lnTo>
                  <a:lnTo>
                    <a:pt x="5998952" y="639353"/>
                  </a:lnTo>
                  <a:lnTo>
                    <a:pt x="5999613" y="645064"/>
                  </a:lnTo>
                  <a:lnTo>
                    <a:pt x="6000273" y="633007"/>
                  </a:lnTo>
                  <a:lnTo>
                    <a:pt x="6000934" y="617153"/>
                  </a:lnTo>
                  <a:lnTo>
                    <a:pt x="6001594" y="600278"/>
                  </a:lnTo>
                  <a:lnTo>
                    <a:pt x="6002255" y="590478"/>
                  </a:lnTo>
                  <a:lnTo>
                    <a:pt x="6002915" y="622478"/>
                  </a:lnTo>
                  <a:lnTo>
                    <a:pt x="6003576" y="633794"/>
                  </a:lnTo>
                  <a:lnTo>
                    <a:pt x="6004236" y="627789"/>
                  </a:lnTo>
                  <a:lnTo>
                    <a:pt x="6004897" y="604259"/>
                  </a:lnTo>
                  <a:lnTo>
                    <a:pt x="6005557" y="595333"/>
                  </a:lnTo>
                  <a:lnTo>
                    <a:pt x="6006218" y="605870"/>
                  </a:lnTo>
                  <a:lnTo>
                    <a:pt x="6006878" y="625925"/>
                  </a:lnTo>
                  <a:lnTo>
                    <a:pt x="6007539" y="647571"/>
                  </a:lnTo>
                  <a:lnTo>
                    <a:pt x="6008200" y="672286"/>
                  </a:lnTo>
                  <a:lnTo>
                    <a:pt x="6008860" y="647384"/>
                  </a:lnTo>
                  <a:lnTo>
                    <a:pt x="6009521" y="642820"/>
                  </a:lnTo>
                  <a:lnTo>
                    <a:pt x="6010181" y="646314"/>
                  </a:lnTo>
                  <a:lnTo>
                    <a:pt x="6010842" y="644837"/>
                  </a:lnTo>
                  <a:lnTo>
                    <a:pt x="6011502" y="631503"/>
                  </a:lnTo>
                  <a:lnTo>
                    <a:pt x="6012163" y="637214"/>
                  </a:lnTo>
                  <a:lnTo>
                    <a:pt x="6012823" y="651698"/>
                  </a:lnTo>
                  <a:lnTo>
                    <a:pt x="6013484" y="659290"/>
                  </a:lnTo>
                  <a:lnTo>
                    <a:pt x="6014144" y="651698"/>
                  </a:lnTo>
                  <a:lnTo>
                    <a:pt x="6014805" y="665240"/>
                  </a:lnTo>
                  <a:lnTo>
                    <a:pt x="6015465" y="669718"/>
                  </a:lnTo>
                  <a:lnTo>
                    <a:pt x="6016126" y="648832"/>
                  </a:lnTo>
                  <a:lnTo>
                    <a:pt x="6016786" y="648832"/>
                  </a:lnTo>
                  <a:lnTo>
                    <a:pt x="6017447" y="655404"/>
                  </a:lnTo>
                  <a:lnTo>
                    <a:pt x="6018108" y="642074"/>
                  </a:lnTo>
                  <a:lnTo>
                    <a:pt x="6018768" y="632867"/>
                  </a:lnTo>
                  <a:lnTo>
                    <a:pt x="6019429" y="608030"/>
                  </a:lnTo>
                  <a:lnTo>
                    <a:pt x="6020089" y="588969"/>
                  </a:lnTo>
                  <a:lnTo>
                    <a:pt x="6020750" y="590924"/>
                  </a:lnTo>
                  <a:lnTo>
                    <a:pt x="6021410" y="591397"/>
                  </a:lnTo>
                  <a:lnTo>
                    <a:pt x="6022071" y="597587"/>
                  </a:lnTo>
                  <a:lnTo>
                    <a:pt x="6022731" y="597567"/>
                  </a:lnTo>
                  <a:lnTo>
                    <a:pt x="6023392" y="604826"/>
                  </a:lnTo>
                  <a:lnTo>
                    <a:pt x="6024052" y="613598"/>
                  </a:lnTo>
                  <a:lnTo>
                    <a:pt x="6024713" y="609174"/>
                  </a:lnTo>
                  <a:lnTo>
                    <a:pt x="6025373" y="619411"/>
                  </a:lnTo>
                  <a:lnTo>
                    <a:pt x="6026034" y="631868"/>
                  </a:lnTo>
                  <a:lnTo>
                    <a:pt x="6026694" y="612940"/>
                  </a:lnTo>
                  <a:lnTo>
                    <a:pt x="6027355" y="602131"/>
                  </a:lnTo>
                  <a:lnTo>
                    <a:pt x="6028016" y="610970"/>
                  </a:lnTo>
                  <a:lnTo>
                    <a:pt x="6028676" y="634031"/>
                  </a:lnTo>
                  <a:lnTo>
                    <a:pt x="6029337" y="631485"/>
                  </a:lnTo>
                  <a:lnTo>
                    <a:pt x="6029997" y="608314"/>
                  </a:lnTo>
                  <a:lnTo>
                    <a:pt x="6030658" y="591399"/>
                  </a:lnTo>
                  <a:lnTo>
                    <a:pt x="6031318" y="572063"/>
                  </a:lnTo>
                  <a:lnTo>
                    <a:pt x="6031979" y="562904"/>
                  </a:lnTo>
                  <a:lnTo>
                    <a:pt x="6032639" y="552822"/>
                  </a:lnTo>
                  <a:lnTo>
                    <a:pt x="6033300" y="521662"/>
                  </a:lnTo>
                  <a:lnTo>
                    <a:pt x="6033960" y="516329"/>
                  </a:lnTo>
                  <a:lnTo>
                    <a:pt x="6034621" y="498037"/>
                  </a:lnTo>
                  <a:lnTo>
                    <a:pt x="6035281" y="521741"/>
                  </a:lnTo>
                  <a:lnTo>
                    <a:pt x="6035942" y="515733"/>
                  </a:lnTo>
                  <a:lnTo>
                    <a:pt x="6036602" y="472665"/>
                  </a:lnTo>
                  <a:lnTo>
                    <a:pt x="6037263" y="442388"/>
                  </a:lnTo>
                  <a:lnTo>
                    <a:pt x="6037923" y="386443"/>
                  </a:lnTo>
                  <a:lnTo>
                    <a:pt x="6038584" y="367350"/>
                  </a:lnTo>
                  <a:lnTo>
                    <a:pt x="6039245" y="343603"/>
                  </a:lnTo>
                  <a:lnTo>
                    <a:pt x="6039905" y="320148"/>
                  </a:lnTo>
                  <a:lnTo>
                    <a:pt x="6040566" y="318812"/>
                  </a:lnTo>
                  <a:lnTo>
                    <a:pt x="6041226" y="302810"/>
                  </a:lnTo>
                  <a:lnTo>
                    <a:pt x="6041887" y="304147"/>
                  </a:lnTo>
                  <a:lnTo>
                    <a:pt x="6042547" y="329684"/>
                  </a:lnTo>
                  <a:lnTo>
                    <a:pt x="6043208" y="333366"/>
                  </a:lnTo>
                  <a:lnTo>
                    <a:pt x="6043868" y="341636"/>
                  </a:lnTo>
                  <a:lnTo>
                    <a:pt x="6044529" y="412726"/>
                  </a:lnTo>
                  <a:lnTo>
                    <a:pt x="6045189" y="426264"/>
                  </a:lnTo>
                  <a:lnTo>
                    <a:pt x="6045850" y="444157"/>
                  </a:lnTo>
                  <a:lnTo>
                    <a:pt x="6046510" y="472052"/>
                  </a:lnTo>
                  <a:lnTo>
                    <a:pt x="6047171" y="507418"/>
                  </a:lnTo>
                  <a:lnTo>
                    <a:pt x="6047831" y="530320"/>
                  </a:lnTo>
                  <a:lnTo>
                    <a:pt x="6048492" y="535125"/>
                  </a:lnTo>
                  <a:lnTo>
                    <a:pt x="6049153" y="516348"/>
                  </a:lnTo>
                  <a:lnTo>
                    <a:pt x="6049813" y="541729"/>
                  </a:lnTo>
                  <a:lnTo>
                    <a:pt x="6050474" y="542647"/>
                  </a:lnTo>
                  <a:lnTo>
                    <a:pt x="6051134" y="566795"/>
                  </a:lnTo>
                  <a:lnTo>
                    <a:pt x="6051795" y="572583"/>
                  </a:lnTo>
                  <a:lnTo>
                    <a:pt x="6052455" y="570950"/>
                  </a:lnTo>
                  <a:lnTo>
                    <a:pt x="6053116" y="565341"/>
                  </a:lnTo>
                  <a:lnTo>
                    <a:pt x="6053776" y="622204"/>
                  </a:lnTo>
                  <a:lnTo>
                    <a:pt x="6054437" y="632171"/>
                  </a:lnTo>
                  <a:lnTo>
                    <a:pt x="6055097" y="597269"/>
                  </a:lnTo>
                  <a:lnTo>
                    <a:pt x="6055758" y="613111"/>
                  </a:lnTo>
                  <a:lnTo>
                    <a:pt x="6056418" y="627828"/>
                  </a:lnTo>
                  <a:lnTo>
                    <a:pt x="6057079" y="642410"/>
                  </a:lnTo>
                  <a:lnTo>
                    <a:pt x="6057739" y="608815"/>
                  </a:lnTo>
                  <a:lnTo>
                    <a:pt x="6058400" y="583414"/>
                  </a:lnTo>
                  <a:lnTo>
                    <a:pt x="6059061" y="589882"/>
                  </a:lnTo>
                  <a:lnTo>
                    <a:pt x="6059721" y="620710"/>
                  </a:lnTo>
                  <a:lnTo>
                    <a:pt x="6060382" y="594016"/>
                  </a:lnTo>
                  <a:lnTo>
                    <a:pt x="6061042" y="587252"/>
                  </a:lnTo>
                  <a:lnTo>
                    <a:pt x="6061703" y="594550"/>
                  </a:lnTo>
                  <a:lnTo>
                    <a:pt x="6062363" y="625223"/>
                  </a:lnTo>
                  <a:lnTo>
                    <a:pt x="6063024" y="647833"/>
                  </a:lnTo>
                  <a:lnTo>
                    <a:pt x="6063684" y="664579"/>
                  </a:lnTo>
                  <a:lnTo>
                    <a:pt x="6064345" y="633593"/>
                  </a:lnTo>
                  <a:lnTo>
                    <a:pt x="6065005" y="623590"/>
                  </a:lnTo>
                  <a:lnTo>
                    <a:pt x="6065666" y="631543"/>
                  </a:lnTo>
                  <a:lnTo>
                    <a:pt x="6066326" y="625064"/>
                  </a:lnTo>
                  <a:lnTo>
                    <a:pt x="6066987" y="631543"/>
                  </a:lnTo>
                  <a:lnTo>
                    <a:pt x="6067647" y="636147"/>
                  </a:lnTo>
                  <a:lnTo>
                    <a:pt x="6068308" y="634889"/>
                  </a:lnTo>
                  <a:lnTo>
                    <a:pt x="6068968" y="645450"/>
                  </a:lnTo>
                  <a:lnTo>
                    <a:pt x="6069629" y="627269"/>
                  </a:lnTo>
                  <a:lnTo>
                    <a:pt x="6070290" y="603737"/>
                  </a:lnTo>
                  <a:lnTo>
                    <a:pt x="6070950" y="612005"/>
                  </a:lnTo>
                  <a:lnTo>
                    <a:pt x="6071611" y="645719"/>
                  </a:lnTo>
                  <a:lnTo>
                    <a:pt x="6072271" y="646664"/>
                  </a:lnTo>
                  <a:lnTo>
                    <a:pt x="6072932" y="631351"/>
                  </a:lnTo>
                  <a:lnTo>
                    <a:pt x="6073592" y="622498"/>
                  </a:lnTo>
                  <a:lnTo>
                    <a:pt x="6074253" y="633051"/>
                  </a:lnTo>
                  <a:lnTo>
                    <a:pt x="6074913" y="629179"/>
                  </a:lnTo>
                  <a:lnTo>
                    <a:pt x="6075574" y="623777"/>
                  </a:lnTo>
                  <a:lnTo>
                    <a:pt x="6076234" y="621193"/>
                  </a:lnTo>
                  <a:lnTo>
                    <a:pt x="6076895" y="608203"/>
                  </a:lnTo>
                  <a:lnTo>
                    <a:pt x="6077555" y="587133"/>
                  </a:lnTo>
                  <a:lnTo>
                    <a:pt x="6078216" y="601176"/>
                  </a:lnTo>
                  <a:lnTo>
                    <a:pt x="6078876" y="621193"/>
                  </a:lnTo>
                  <a:lnTo>
                    <a:pt x="6079537" y="626389"/>
                  </a:lnTo>
                  <a:lnTo>
                    <a:pt x="6080198" y="605348"/>
                  </a:lnTo>
                  <a:lnTo>
                    <a:pt x="6080858" y="591777"/>
                  </a:lnTo>
                  <a:lnTo>
                    <a:pt x="6081519" y="608133"/>
                  </a:lnTo>
                  <a:lnTo>
                    <a:pt x="6082179" y="622293"/>
                  </a:lnTo>
                  <a:lnTo>
                    <a:pt x="6082840" y="630054"/>
                  </a:lnTo>
                  <a:lnTo>
                    <a:pt x="6083500" y="625122"/>
                  </a:lnTo>
                  <a:lnTo>
                    <a:pt x="6084161" y="600644"/>
                  </a:lnTo>
                  <a:lnTo>
                    <a:pt x="6084821" y="577999"/>
                  </a:lnTo>
                  <a:lnTo>
                    <a:pt x="6085482" y="610952"/>
                  </a:lnTo>
                  <a:lnTo>
                    <a:pt x="6086142" y="624324"/>
                  </a:lnTo>
                  <a:lnTo>
                    <a:pt x="6086803" y="630469"/>
                  </a:lnTo>
                  <a:lnTo>
                    <a:pt x="6087463" y="642139"/>
                  </a:lnTo>
                  <a:lnTo>
                    <a:pt x="6088124" y="634919"/>
                  </a:lnTo>
                  <a:lnTo>
                    <a:pt x="6088784" y="627884"/>
                  </a:lnTo>
                  <a:lnTo>
                    <a:pt x="6089445" y="638383"/>
                  </a:lnTo>
                  <a:lnTo>
                    <a:pt x="6090106" y="640902"/>
                  </a:lnTo>
                  <a:lnTo>
                    <a:pt x="6090766" y="610262"/>
                  </a:lnTo>
                  <a:lnTo>
                    <a:pt x="6091427" y="589954"/>
                  </a:lnTo>
                  <a:lnTo>
                    <a:pt x="6092087" y="617779"/>
                  </a:lnTo>
                  <a:lnTo>
                    <a:pt x="6092748" y="633451"/>
                  </a:lnTo>
                  <a:lnTo>
                    <a:pt x="6093408" y="634479"/>
                  </a:lnTo>
                  <a:lnTo>
                    <a:pt x="6094069" y="634844"/>
                  </a:lnTo>
                  <a:lnTo>
                    <a:pt x="6094729" y="638226"/>
                  </a:lnTo>
                  <a:lnTo>
                    <a:pt x="6095390" y="639631"/>
                  </a:lnTo>
                  <a:lnTo>
                    <a:pt x="6096050" y="640368"/>
                  </a:lnTo>
                  <a:lnTo>
                    <a:pt x="6096711" y="649378"/>
                  </a:lnTo>
                  <a:lnTo>
                    <a:pt x="6097371" y="613033"/>
                  </a:lnTo>
                  <a:lnTo>
                    <a:pt x="6098032" y="600025"/>
                  </a:lnTo>
                  <a:lnTo>
                    <a:pt x="6098692" y="612224"/>
                  </a:lnTo>
                  <a:lnTo>
                    <a:pt x="6099353" y="638561"/>
                  </a:lnTo>
                  <a:lnTo>
                    <a:pt x="6100014" y="634657"/>
                  </a:lnTo>
                  <a:lnTo>
                    <a:pt x="6100674" y="634591"/>
                  </a:lnTo>
                  <a:lnTo>
                    <a:pt x="6101335" y="644007"/>
                  </a:lnTo>
                  <a:lnTo>
                    <a:pt x="6101995" y="644042"/>
                  </a:lnTo>
                  <a:lnTo>
                    <a:pt x="6102656" y="594453"/>
                  </a:lnTo>
                  <a:lnTo>
                    <a:pt x="6103316" y="594453"/>
                  </a:lnTo>
                  <a:lnTo>
                    <a:pt x="6103977" y="627985"/>
                  </a:lnTo>
                  <a:lnTo>
                    <a:pt x="6104637" y="653136"/>
                  </a:lnTo>
                  <a:lnTo>
                    <a:pt x="6105298" y="646233"/>
                  </a:lnTo>
                  <a:lnTo>
                    <a:pt x="6105958" y="645843"/>
                  </a:lnTo>
                  <a:lnTo>
                    <a:pt x="6106619" y="640879"/>
                  </a:lnTo>
                  <a:lnTo>
                    <a:pt x="6107279" y="638009"/>
                  </a:lnTo>
                  <a:lnTo>
                    <a:pt x="6107940" y="630721"/>
                  </a:lnTo>
                  <a:lnTo>
                    <a:pt x="6108600" y="625525"/>
                  </a:lnTo>
                  <a:lnTo>
                    <a:pt x="6109261" y="619404"/>
                  </a:lnTo>
                  <a:lnTo>
                    <a:pt x="6109921" y="621011"/>
                  </a:lnTo>
                  <a:lnTo>
                    <a:pt x="6110582" y="625051"/>
                  </a:lnTo>
                  <a:lnTo>
                    <a:pt x="6111243" y="629259"/>
                  </a:lnTo>
                  <a:lnTo>
                    <a:pt x="6111903" y="638286"/>
                  </a:lnTo>
                  <a:lnTo>
                    <a:pt x="6112564" y="649771"/>
                  </a:lnTo>
                  <a:lnTo>
                    <a:pt x="6113224" y="628536"/>
                  </a:lnTo>
                  <a:lnTo>
                    <a:pt x="6113885" y="607338"/>
                  </a:lnTo>
                  <a:lnTo>
                    <a:pt x="6114545" y="625409"/>
                  </a:lnTo>
                  <a:lnTo>
                    <a:pt x="6115206" y="597978"/>
                  </a:lnTo>
                  <a:lnTo>
                    <a:pt x="6115866" y="579223"/>
                  </a:lnTo>
                  <a:lnTo>
                    <a:pt x="6116527" y="558594"/>
                  </a:lnTo>
                  <a:lnTo>
                    <a:pt x="6117187" y="558585"/>
                  </a:lnTo>
                  <a:lnTo>
                    <a:pt x="6117848" y="585305"/>
                  </a:lnTo>
                  <a:lnTo>
                    <a:pt x="6118508" y="567113"/>
                  </a:lnTo>
                  <a:lnTo>
                    <a:pt x="6119169" y="559492"/>
                  </a:lnTo>
                  <a:lnTo>
                    <a:pt x="6119829" y="548435"/>
                  </a:lnTo>
                  <a:lnTo>
                    <a:pt x="6120490" y="532238"/>
                  </a:lnTo>
                  <a:lnTo>
                    <a:pt x="6121151" y="532170"/>
                  </a:lnTo>
                  <a:lnTo>
                    <a:pt x="6121811" y="477013"/>
                  </a:lnTo>
                  <a:lnTo>
                    <a:pt x="6122472" y="466282"/>
                  </a:lnTo>
                  <a:lnTo>
                    <a:pt x="6123132" y="453123"/>
                  </a:lnTo>
                  <a:lnTo>
                    <a:pt x="6123793" y="417979"/>
                  </a:lnTo>
                  <a:lnTo>
                    <a:pt x="6124453" y="411346"/>
                  </a:lnTo>
                  <a:lnTo>
                    <a:pt x="6125114" y="411346"/>
                  </a:lnTo>
                  <a:lnTo>
                    <a:pt x="6125774" y="424986"/>
                  </a:lnTo>
                  <a:lnTo>
                    <a:pt x="6126435" y="437716"/>
                  </a:lnTo>
                  <a:lnTo>
                    <a:pt x="6127095" y="465177"/>
                  </a:lnTo>
                  <a:lnTo>
                    <a:pt x="6127756" y="471680"/>
                  </a:lnTo>
                  <a:lnTo>
                    <a:pt x="6128416" y="508384"/>
                  </a:lnTo>
                  <a:lnTo>
                    <a:pt x="6129077" y="512159"/>
                  </a:lnTo>
                  <a:lnTo>
                    <a:pt x="6129737" y="531868"/>
                  </a:lnTo>
                  <a:lnTo>
                    <a:pt x="6130398" y="562696"/>
                  </a:lnTo>
                  <a:lnTo>
                    <a:pt x="6131059" y="571884"/>
                  </a:lnTo>
                  <a:lnTo>
                    <a:pt x="6131719" y="560715"/>
                  </a:lnTo>
                  <a:lnTo>
                    <a:pt x="6132380" y="576918"/>
                  </a:lnTo>
                  <a:lnTo>
                    <a:pt x="6133040" y="605105"/>
                  </a:lnTo>
                  <a:lnTo>
                    <a:pt x="6133701" y="595205"/>
                  </a:lnTo>
                  <a:lnTo>
                    <a:pt x="6134361" y="587804"/>
                  </a:lnTo>
                  <a:lnTo>
                    <a:pt x="6135022" y="583420"/>
                  </a:lnTo>
                  <a:lnTo>
                    <a:pt x="6135682" y="616694"/>
                  </a:lnTo>
                  <a:lnTo>
                    <a:pt x="6136343" y="628162"/>
                  </a:lnTo>
                  <a:lnTo>
                    <a:pt x="6137003" y="638587"/>
                  </a:lnTo>
                  <a:lnTo>
                    <a:pt x="6137664" y="624560"/>
                  </a:lnTo>
                  <a:lnTo>
                    <a:pt x="6138324" y="628557"/>
                  </a:lnTo>
                  <a:lnTo>
                    <a:pt x="6138985" y="671618"/>
                  </a:lnTo>
                  <a:lnTo>
                    <a:pt x="6139645" y="688586"/>
                  </a:lnTo>
                  <a:lnTo>
                    <a:pt x="6140306" y="646435"/>
                  </a:lnTo>
                  <a:lnTo>
                    <a:pt x="6140966" y="634200"/>
                  </a:lnTo>
                  <a:lnTo>
                    <a:pt x="6141627" y="636812"/>
                  </a:lnTo>
                  <a:lnTo>
                    <a:pt x="6142288" y="643066"/>
                  </a:lnTo>
                  <a:lnTo>
                    <a:pt x="6142948" y="616379"/>
                  </a:lnTo>
                  <a:lnTo>
                    <a:pt x="6143609" y="601981"/>
                  </a:lnTo>
                  <a:lnTo>
                    <a:pt x="6144269" y="603827"/>
                  </a:lnTo>
                  <a:lnTo>
                    <a:pt x="6144930" y="606153"/>
                  </a:lnTo>
                  <a:lnTo>
                    <a:pt x="6145590" y="613075"/>
                  </a:lnTo>
                  <a:lnTo>
                    <a:pt x="6146251" y="628770"/>
                  </a:lnTo>
                  <a:lnTo>
                    <a:pt x="6146911" y="642067"/>
                  </a:lnTo>
                  <a:lnTo>
                    <a:pt x="6147572" y="641584"/>
                  </a:lnTo>
                  <a:lnTo>
                    <a:pt x="6148232" y="614003"/>
                  </a:lnTo>
                  <a:lnTo>
                    <a:pt x="6148893" y="615850"/>
                  </a:lnTo>
                  <a:lnTo>
                    <a:pt x="6149553" y="649484"/>
                  </a:lnTo>
                  <a:lnTo>
                    <a:pt x="6150214" y="660390"/>
                  </a:lnTo>
                  <a:lnTo>
                    <a:pt x="6150874" y="663558"/>
                  </a:lnTo>
                  <a:lnTo>
                    <a:pt x="6151535" y="677205"/>
                  </a:lnTo>
                  <a:lnTo>
                    <a:pt x="6152196" y="662300"/>
                  </a:lnTo>
                  <a:lnTo>
                    <a:pt x="6152856" y="659542"/>
                  </a:lnTo>
                  <a:lnTo>
                    <a:pt x="6153517" y="652068"/>
                  </a:lnTo>
                  <a:lnTo>
                    <a:pt x="6154177" y="654680"/>
                  </a:lnTo>
                  <a:lnTo>
                    <a:pt x="6154838" y="654680"/>
                  </a:lnTo>
                  <a:lnTo>
                    <a:pt x="6155498" y="662811"/>
                  </a:lnTo>
                  <a:lnTo>
                    <a:pt x="6156159" y="681585"/>
                  </a:lnTo>
                  <a:lnTo>
                    <a:pt x="6156819" y="675239"/>
                  </a:lnTo>
                  <a:lnTo>
                    <a:pt x="6157480" y="651055"/>
                  </a:lnTo>
                  <a:lnTo>
                    <a:pt x="6158140" y="664820"/>
                  </a:lnTo>
                  <a:lnTo>
                    <a:pt x="6158801" y="680192"/>
                  </a:lnTo>
                  <a:lnTo>
                    <a:pt x="6159461" y="660089"/>
                  </a:lnTo>
                  <a:lnTo>
                    <a:pt x="6160122" y="652232"/>
                  </a:lnTo>
                  <a:lnTo>
                    <a:pt x="6160782" y="649620"/>
                  </a:lnTo>
                  <a:lnTo>
                    <a:pt x="6161443" y="651805"/>
                  </a:lnTo>
                  <a:lnTo>
                    <a:pt x="6162104" y="651384"/>
                  </a:lnTo>
                  <a:lnTo>
                    <a:pt x="6162764" y="649620"/>
                  </a:lnTo>
                  <a:lnTo>
                    <a:pt x="6163425" y="676286"/>
                  </a:lnTo>
                  <a:lnTo>
                    <a:pt x="6164085" y="678534"/>
                  </a:lnTo>
                  <a:lnTo>
                    <a:pt x="6164746" y="657719"/>
                  </a:lnTo>
                  <a:lnTo>
                    <a:pt x="6165406" y="649793"/>
                  </a:lnTo>
                  <a:lnTo>
                    <a:pt x="6166067" y="641117"/>
                  </a:lnTo>
                  <a:lnTo>
                    <a:pt x="6166727" y="658345"/>
                  </a:lnTo>
                  <a:lnTo>
                    <a:pt x="6167388" y="651944"/>
                  </a:lnTo>
                  <a:lnTo>
                    <a:pt x="6168048" y="644909"/>
                  </a:lnTo>
                  <a:lnTo>
                    <a:pt x="6168709" y="646247"/>
                  </a:lnTo>
                  <a:lnTo>
                    <a:pt x="6169369" y="629819"/>
                  </a:lnTo>
                  <a:lnTo>
                    <a:pt x="6170030" y="618798"/>
                  </a:lnTo>
                  <a:lnTo>
                    <a:pt x="6170690" y="632277"/>
                  </a:lnTo>
                  <a:lnTo>
                    <a:pt x="6171351" y="621023"/>
                  </a:lnTo>
                  <a:lnTo>
                    <a:pt x="6172012" y="633270"/>
                  </a:lnTo>
                  <a:lnTo>
                    <a:pt x="6172672" y="645583"/>
                  </a:lnTo>
                  <a:lnTo>
                    <a:pt x="6173333" y="661793"/>
                  </a:lnTo>
                  <a:lnTo>
                    <a:pt x="6173993" y="661793"/>
                  </a:lnTo>
                  <a:lnTo>
                    <a:pt x="6174654" y="644878"/>
                  </a:lnTo>
                  <a:lnTo>
                    <a:pt x="6175314" y="626596"/>
                  </a:lnTo>
                  <a:lnTo>
                    <a:pt x="6175975" y="625220"/>
                  </a:lnTo>
                  <a:lnTo>
                    <a:pt x="6176635" y="644878"/>
                  </a:lnTo>
                  <a:lnTo>
                    <a:pt x="6177296" y="645606"/>
                  </a:lnTo>
                  <a:lnTo>
                    <a:pt x="6177956" y="631932"/>
                  </a:lnTo>
                  <a:lnTo>
                    <a:pt x="6178617" y="630812"/>
                  </a:lnTo>
                  <a:lnTo>
                    <a:pt x="6179277" y="636208"/>
                  </a:lnTo>
                  <a:lnTo>
                    <a:pt x="6179938" y="638819"/>
                  </a:lnTo>
                  <a:lnTo>
                    <a:pt x="6180598" y="635508"/>
                  </a:lnTo>
                  <a:lnTo>
                    <a:pt x="6181259" y="634360"/>
                  </a:lnTo>
                  <a:lnTo>
                    <a:pt x="6181919" y="631776"/>
                  </a:lnTo>
                  <a:lnTo>
                    <a:pt x="6182580" y="631776"/>
                  </a:lnTo>
                  <a:lnTo>
                    <a:pt x="6183241" y="631776"/>
                  </a:lnTo>
                  <a:lnTo>
                    <a:pt x="6183901" y="624261"/>
                  </a:lnTo>
                  <a:lnTo>
                    <a:pt x="6184562" y="599343"/>
                  </a:lnTo>
                  <a:lnTo>
                    <a:pt x="6185222" y="589857"/>
                  </a:lnTo>
                  <a:lnTo>
                    <a:pt x="6185883" y="586340"/>
                  </a:lnTo>
                  <a:lnTo>
                    <a:pt x="6186543" y="586340"/>
                  </a:lnTo>
                  <a:lnTo>
                    <a:pt x="6187204" y="591456"/>
                  </a:lnTo>
                  <a:lnTo>
                    <a:pt x="6187864" y="600926"/>
                  </a:lnTo>
                  <a:lnTo>
                    <a:pt x="6188525" y="602037"/>
                  </a:lnTo>
                  <a:lnTo>
                    <a:pt x="6189185" y="597178"/>
                  </a:lnTo>
                  <a:lnTo>
                    <a:pt x="6189846" y="606310"/>
                  </a:lnTo>
                  <a:lnTo>
                    <a:pt x="6190506" y="620581"/>
                  </a:lnTo>
                  <a:lnTo>
                    <a:pt x="6191167" y="608091"/>
                  </a:lnTo>
                  <a:lnTo>
                    <a:pt x="6191827" y="618489"/>
                  </a:lnTo>
                  <a:lnTo>
                    <a:pt x="6192488" y="594428"/>
                  </a:lnTo>
                  <a:lnTo>
                    <a:pt x="6193149" y="579812"/>
                  </a:lnTo>
                  <a:lnTo>
                    <a:pt x="6193809" y="584018"/>
                  </a:lnTo>
                  <a:lnTo>
                    <a:pt x="6194470" y="603639"/>
                  </a:lnTo>
                  <a:lnTo>
                    <a:pt x="6195130" y="613809"/>
                  </a:lnTo>
                  <a:lnTo>
                    <a:pt x="6195791" y="589848"/>
                  </a:lnTo>
                  <a:lnTo>
                    <a:pt x="6196451" y="564177"/>
                  </a:lnTo>
                  <a:lnTo>
                    <a:pt x="6197112" y="537767"/>
                  </a:lnTo>
                  <a:lnTo>
                    <a:pt x="6197772" y="494072"/>
                  </a:lnTo>
                  <a:lnTo>
                    <a:pt x="6198433" y="473880"/>
                  </a:lnTo>
                  <a:lnTo>
                    <a:pt x="6199093" y="497823"/>
                  </a:lnTo>
                  <a:lnTo>
                    <a:pt x="6199754" y="493332"/>
                  </a:lnTo>
                  <a:lnTo>
                    <a:pt x="6200414" y="500634"/>
                  </a:lnTo>
                  <a:lnTo>
                    <a:pt x="6201075" y="516091"/>
                  </a:lnTo>
                  <a:lnTo>
                    <a:pt x="6201735" y="519845"/>
                  </a:lnTo>
                  <a:lnTo>
                    <a:pt x="6202396" y="507546"/>
                  </a:lnTo>
                  <a:lnTo>
                    <a:pt x="6203057" y="481581"/>
                  </a:lnTo>
                  <a:lnTo>
                    <a:pt x="6203717" y="482219"/>
                  </a:lnTo>
                  <a:lnTo>
                    <a:pt x="6204378" y="507861"/>
                  </a:lnTo>
                  <a:lnTo>
                    <a:pt x="6205038" y="566057"/>
                  </a:lnTo>
                  <a:lnTo>
                    <a:pt x="6205699" y="559106"/>
                  </a:lnTo>
                  <a:lnTo>
                    <a:pt x="6206359" y="530023"/>
                  </a:lnTo>
                  <a:lnTo>
                    <a:pt x="6207020" y="530818"/>
                  </a:lnTo>
                  <a:lnTo>
                    <a:pt x="6207680" y="530854"/>
                  </a:lnTo>
                  <a:lnTo>
                    <a:pt x="6208341" y="545827"/>
                  </a:lnTo>
                  <a:lnTo>
                    <a:pt x="6209001" y="588290"/>
                  </a:lnTo>
                  <a:lnTo>
                    <a:pt x="6209662" y="623522"/>
                  </a:lnTo>
                  <a:lnTo>
                    <a:pt x="6210322" y="649460"/>
                  </a:lnTo>
                  <a:lnTo>
                    <a:pt x="6210983" y="623955"/>
                  </a:lnTo>
                  <a:lnTo>
                    <a:pt x="6211643" y="636652"/>
                  </a:lnTo>
                  <a:lnTo>
                    <a:pt x="6212304" y="643273"/>
                  </a:lnTo>
                  <a:lnTo>
                    <a:pt x="6212964" y="641002"/>
                  </a:lnTo>
                  <a:lnTo>
                    <a:pt x="6213625" y="633967"/>
                  </a:lnTo>
                  <a:lnTo>
                    <a:pt x="6214286" y="639433"/>
                  </a:lnTo>
                  <a:lnTo>
                    <a:pt x="6214946" y="671359"/>
                  </a:lnTo>
                  <a:lnTo>
                    <a:pt x="6215607" y="663159"/>
                  </a:lnTo>
                  <a:lnTo>
                    <a:pt x="6216267" y="651737"/>
                  </a:lnTo>
                  <a:lnTo>
                    <a:pt x="6216928" y="653707"/>
                  </a:lnTo>
                  <a:lnTo>
                    <a:pt x="6217588" y="657823"/>
                  </a:lnTo>
                  <a:lnTo>
                    <a:pt x="6218249" y="654643"/>
                  </a:lnTo>
                  <a:lnTo>
                    <a:pt x="6218909" y="653932"/>
                  </a:lnTo>
                  <a:lnTo>
                    <a:pt x="6219570" y="645827"/>
                  </a:lnTo>
                  <a:lnTo>
                    <a:pt x="6220230" y="624489"/>
                  </a:lnTo>
                  <a:lnTo>
                    <a:pt x="6220891" y="629022"/>
                  </a:lnTo>
                  <a:lnTo>
                    <a:pt x="6221551" y="633326"/>
                  </a:lnTo>
                  <a:lnTo>
                    <a:pt x="6222212" y="635833"/>
                  </a:lnTo>
                  <a:lnTo>
                    <a:pt x="6222872" y="644530"/>
                  </a:lnTo>
                  <a:lnTo>
                    <a:pt x="6223533" y="646138"/>
                  </a:lnTo>
                  <a:lnTo>
                    <a:pt x="6224194" y="641824"/>
                  </a:lnTo>
                  <a:lnTo>
                    <a:pt x="6224854" y="650406"/>
                  </a:lnTo>
                  <a:lnTo>
                    <a:pt x="6225515" y="652674"/>
                  </a:lnTo>
                  <a:lnTo>
                    <a:pt x="6226175" y="651707"/>
                  </a:lnTo>
                  <a:lnTo>
                    <a:pt x="6226836" y="670429"/>
                  </a:lnTo>
                  <a:lnTo>
                    <a:pt x="6227496" y="663372"/>
                  </a:lnTo>
                  <a:lnTo>
                    <a:pt x="6228157" y="649696"/>
                  </a:lnTo>
                  <a:lnTo>
                    <a:pt x="6228817" y="642412"/>
                  </a:lnTo>
                  <a:lnTo>
                    <a:pt x="6229478" y="640418"/>
                  </a:lnTo>
                  <a:lnTo>
                    <a:pt x="6230138" y="642116"/>
                  </a:lnTo>
                  <a:lnTo>
                    <a:pt x="6230799" y="625601"/>
                  </a:lnTo>
                  <a:lnTo>
                    <a:pt x="6231459" y="617205"/>
                  </a:lnTo>
                  <a:lnTo>
                    <a:pt x="6232120" y="601681"/>
                  </a:lnTo>
                  <a:lnTo>
                    <a:pt x="6232780" y="604432"/>
                  </a:lnTo>
                  <a:lnTo>
                    <a:pt x="6233441" y="620373"/>
                  </a:lnTo>
                  <a:lnTo>
                    <a:pt x="6234102" y="611597"/>
                  </a:lnTo>
                  <a:lnTo>
                    <a:pt x="6234762" y="595538"/>
                  </a:lnTo>
                  <a:lnTo>
                    <a:pt x="6235423" y="591369"/>
                  </a:lnTo>
                  <a:lnTo>
                    <a:pt x="6236083" y="578371"/>
                  </a:lnTo>
                  <a:lnTo>
                    <a:pt x="6236744" y="555299"/>
                  </a:lnTo>
                  <a:lnTo>
                    <a:pt x="6237404" y="578685"/>
                  </a:lnTo>
                  <a:lnTo>
                    <a:pt x="6238065" y="615237"/>
                  </a:lnTo>
                  <a:lnTo>
                    <a:pt x="6238725" y="598881"/>
                  </a:lnTo>
                  <a:lnTo>
                    <a:pt x="6239386" y="619480"/>
                  </a:lnTo>
                  <a:lnTo>
                    <a:pt x="6240046" y="583538"/>
                  </a:lnTo>
                  <a:lnTo>
                    <a:pt x="6240707" y="579163"/>
                  </a:lnTo>
                  <a:lnTo>
                    <a:pt x="6241367" y="569665"/>
                  </a:lnTo>
                  <a:lnTo>
                    <a:pt x="6242028" y="552452"/>
                  </a:lnTo>
                  <a:lnTo>
                    <a:pt x="6242688" y="551392"/>
                  </a:lnTo>
                  <a:lnTo>
                    <a:pt x="6243349" y="560750"/>
                  </a:lnTo>
                  <a:lnTo>
                    <a:pt x="6244010" y="550321"/>
                  </a:lnTo>
                  <a:lnTo>
                    <a:pt x="6244670" y="518267"/>
                  </a:lnTo>
                  <a:lnTo>
                    <a:pt x="6245331" y="494104"/>
                  </a:lnTo>
                  <a:lnTo>
                    <a:pt x="6245991" y="452556"/>
                  </a:lnTo>
                  <a:lnTo>
                    <a:pt x="6246652" y="408136"/>
                  </a:lnTo>
                  <a:lnTo>
                    <a:pt x="6247312" y="373677"/>
                  </a:lnTo>
                  <a:lnTo>
                    <a:pt x="6247973" y="338335"/>
                  </a:lnTo>
                  <a:lnTo>
                    <a:pt x="6248633" y="295182"/>
                  </a:lnTo>
                  <a:lnTo>
                    <a:pt x="6249294" y="278465"/>
                  </a:lnTo>
                  <a:lnTo>
                    <a:pt x="6249954" y="257720"/>
                  </a:lnTo>
                  <a:lnTo>
                    <a:pt x="6250615" y="258165"/>
                  </a:lnTo>
                  <a:lnTo>
                    <a:pt x="6251275" y="242221"/>
                  </a:lnTo>
                  <a:lnTo>
                    <a:pt x="6251936" y="212447"/>
                  </a:lnTo>
                  <a:lnTo>
                    <a:pt x="6252596" y="207684"/>
                  </a:lnTo>
                  <a:lnTo>
                    <a:pt x="6253257" y="223628"/>
                  </a:lnTo>
                  <a:lnTo>
                    <a:pt x="6253917" y="237378"/>
                  </a:lnTo>
                  <a:lnTo>
                    <a:pt x="6254578" y="255987"/>
                  </a:lnTo>
                  <a:lnTo>
                    <a:pt x="6255239" y="286316"/>
                  </a:lnTo>
                  <a:lnTo>
                    <a:pt x="6255899" y="308353"/>
                  </a:lnTo>
                  <a:lnTo>
                    <a:pt x="6256560" y="374940"/>
                  </a:lnTo>
                  <a:lnTo>
                    <a:pt x="6257220" y="409478"/>
                  </a:lnTo>
                  <a:lnTo>
                    <a:pt x="6257881" y="453679"/>
                  </a:lnTo>
                  <a:lnTo>
                    <a:pt x="6258541" y="495226"/>
                  </a:lnTo>
                  <a:lnTo>
                    <a:pt x="6259202" y="478045"/>
                  </a:lnTo>
                  <a:lnTo>
                    <a:pt x="6259862" y="469331"/>
                  </a:lnTo>
                  <a:lnTo>
                    <a:pt x="6260523" y="484669"/>
                  </a:lnTo>
                  <a:lnTo>
                    <a:pt x="6261183" y="499625"/>
                  </a:lnTo>
                  <a:lnTo>
                    <a:pt x="6261844" y="539376"/>
                  </a:lnTo>
                  <a:lnTo>
                    <a:pt x="6262504" y="553360"/>
                  </a:lnTo>
                  <a:lnTo>
                    <a:pt x="6263165" y="576457"/>
                  </a:lnTo>
                  <a:lnTo>
                    <a:pt x="6263825" y="578177"/>
                  </a:lnTo>
                  <a:lnTo>
                    <a:pt x="6264486" y="625599"/>
                  </a:lnTo>
                  <a:lnTo>
                    <a:pt x="6265147" y="611886"/>
                  </a:lnTo>
                  <a:lnTo>
                    <a:pt x="6265807" y="625101"/>
                  </a:lnTo>
                  <a:lnTo>
                    <a:pt x="6266468" y="644914"/>
                  </a:lnTo>
                  <a:lnTo>
                    <a:pt x="6267128" y="635738"/>
                  </a:lnTo>
                  <a:lnTo>
                    <a:pt x="6267789" y="611008"/>
                  </a:lnTo>
                  <a:lnTo>
                    <a:pt x="6268449" y="628708"/>
                  </a:lnTo>
                  <a:lnTo>
                    <a:pt x="6269110" y="633930"/>
                  </a:lnTo>
                  <a:lnTo>
                    <a:pt x="6269770" y="639690"/>
                  </a:lnTo>
                  <a:lnTo>
                    <a:pt x="6270431" y="621320"/>
                  </a:lnTo>
                  <a:lnTo>
                    <a:pt x="6271091" y="623914"/>
                  </a:lnTo>
                  <a:lnTo>
                    <a:pt x="6271752" y="612739"/>
                  </a:lnTo>
                  <a:lnTo>
                    <a:pt x="6272412" y="613436"/>
                  </a:lnTo>
                  <a:lnTo>
                    <a:pt x="6273073" y="631619"/>
                  </a:lnTo>
                  <a:lnTo>
                    <a:pt x="6273733" y="663586"/>
                  </a:lnTo>
                  <a:lnTo>
                    <a:pt x="6274394" y="633144"/>
                  </a:lnTo>
                  <a:lnTo>
                    <a:pt x="6275055" y="607870"/>
                  </a:lnTo>
                  <a:lnTo>
                    <a:pt x="6275715" y="610403"/>
                  </a:lnTo>
                  <a:lnTo>
                    <a:pt x="6276376" y="611098"/>
                  </a:lnTo>
                  <a:lnTo>
                    <a:pt x="6277036" y="602638"/>
                  </a:lnTo>
                  <a:lnTo>
                    <a:pt x="6277697" y="640206"/>
                  </a:lnTo>
                  <a:lnTo>
                    <a:pt x="6278357" y="643591"/>
                  </a:lnTo>
                  <a:lnTo>
                    <a:pt x="6279018" y="646593"/>
                  </a:lnTo>
                  <a:lnTo>
                    <a:pt x="6279678" y="650106"/>
                  </a:lnTo>
                  <a:lnTo>
                    <a:pt x="6280339" y="651913"/>
                  </a:lnTo>
                  <a:lnTo>
                    <a:pt x="6280999" y="664384"/>
                  </a:lnTo>
                  <a:lnTo>
                    <a:pt x="6281660" y="677218"/>
                  </a:lnTo>
                  <a:lnTo>
                    <a:pt x="6282320" y="651913"/>
                  </a:lnTo>
                  <a:lnTo>
                    <a:pt x="6282981" y="654233"/>
                  </a:lnTo>
                  <a:lnTo>
                    <a:pt x="6283641" y="610461"/>
                  </a:lnTo>
                  <a:lnTo>
                    <a:pt x="6284302" y="619030"/>
                  </a:lnTo>
                  <a:lnTo>
                    <a:pt x="6284962" y="657909"/>
                  </a:lnTo>
                  <a:lnTo>
                    <a:pt x="6285623" y="656102"/>
                  </a:lnTo>
                  <a:lnTo>
                    <a:pt x="6286284" y="659820"/>
                  </a:lnTo>
                  <a:lnTo>
                    <a:pt x="6286944" y="651752"/>
                  </a:lnTo>
                  <a:lnTo>
                    <a:pt x="6287605" y="610461"/>
                  </a:lnTo>
                  <a:lnTo>
                    <a:pt x="6288265" y="608615"/>
                  </a:lnTo>
                  <a:lnTo>
                    <a:pt x="6288926" y="625498"/>
                  </a:lnTo>
                  <a:lnTo>
                    <a:pt x="6289586" y="643272"/>
                  </a:lnTo>
                  <a:lnTo>
                    <a:pt x="6290247" y="619658"/>
                  </a:lnTo>
                  <a:lnTo>
                    <a:pt x="6290907" y="599017"/>
                  </a:lnTo>
                  <a:lnTo>
                    <a:pt x="6291568" y="631130"/>
                  </a:lnTo>
                  <a:lnTo>
                    <a:pt x="6292228" y="648718"/>
                  </a:lnTo>
                  <a:lnTo>
                    <a:pt x="6292889" y="654012"/>
                  </a:lnTo>
                  <a:lnTo>
                    <a:pt x="6293549" y="656596"/>
                  </a:lnTo>
                  <a:lnTo>
                    <a:pt x="6294210" y="657420"/>
                  </a:lnTo>
                  <a:lnTo>
                    <a:pt x="6294870" y="656044"/>
                  </a:lnTo>
                  <a:lnTo>
                    <a:pt x="6295531" y="678448"/>
                  </a:lnTo>
                  <a:lnTo>
                    <a:pt x="6296192" y="678448"/>
                  </a:lnTo>
                  <a:lnTo>
                    <a:pt x="6296852" y="670817"/>
                  </a:lnTo>
                  <a:lnTo>
                    <a:pt x="6297513" y="645038"/>
                  </a:lnTo>
                  <a:lnTo>
                    <a:pt x="6298173" y="611244"/>
                  </a:lnTo>
                  <a:lnTo>
                    <a:pt x="6298834" y="611244"/>
                  </a:lnTo>
                  <a:lnTo>
                    <a:pt x="6299494" y="625825"/>
                  </a:lnTo>
                  <a:lnTo>
                    <a:pt x="6300155" y="625825"/>
                  </a:lnTo>
                  <a:lnTo>
                    <a:pt x="6300815" y="620816"/>
                  </a:lnTo>
                  <a:lnTo>
                    <a:pt x="6301476" y="630075"/>
                  </a:lnTo>
                  <a:lnTo>
                    <a:pt x="6302136" y="662856"/>
                  </a:lnTo>
                  <a:lnTo>
                    <a:pt x="6302797" y="649033"/>
                  </a:lnTo>
                  <a:lnTo>
                    <a:pt x="6303457" y="628504"/>
                  </a:lnTo>
                  <a:lnTo>
                    <a:pt x="6304118" y="623964"/>
                  </a:lnTo>
                  <a:lnTo>
                    <a:pt x="6304778" y="612304"/>
                  </a:lnTo>
                  <a:lnTo>
                    <a:pt x="6305439" y="611598"/>
                  </a:lnTo>
                  <a:lnTo>
                    <a:pt x="6306100" y="599731"/>
                  </a:lnTo>
                  <a:lnTo>
                    <a:pt x="6306760" y="599129"/>
                  </a:lnTo>
                  <a:lnTo>
                    <a:pt x="6307421" y="609406"/>
                  </a:lnTo>
                  <a:lnTo>
                    <a:pt x="6308081" y="613426"/>
                  </a:lnTo>
                  <a:lnTo>
                    <a:pt x="6308742" y="618165"/>
                  </a:lnTo>
                  <a:lnTo>
                    <a:pt x="6309402" y="607276"/>
                  </a:lnTo>
                  <a:lnTo>
                    <a:pt x="6310063" y="607675"/>
                  </a:lnTo>
                  <a:lnTo>
                    <a:pt x="6310723" y="596035"/>
                  </a:lnTo>
                  <a:lnTo>
                    <a:pt x="6311384" y="596035"/>
                  </a:lnTo>
                  <a:lnTo>
                    <a:pt x="6312044" y="572113"/>
                  </a:lnTo>
                  <a:lnTo>
                    <a:pt x="6312705" y="572113"/>
                  </a:lnTo>
                  <a:lnTo>
                    <a:pt x="6313365" y="596035"/>
                  </a:lnTo>
                  <a:lnTo>
                    <a:pt x="6314026" y="610615"/>
                  </a:lnTo>
                  <a:lnTo>
                    <a:pt x="6314686" y="605149"/>
                  </a:lnTo>
                  <a:lnTo>
                    <a:pt x="6315347" y="605082"/>
                  </a:lnTo>
                  <a:lnTo>
                    <a:pt x="6316008" y="607381"/>
                  </a:lnTo>
                  <a:lnTo>
                    <a:pt x="6316668" y="605149"/>
                  </a:lnTo>
                  <a:lnTo>
                    <a:pt x="6317329" y="600931"/>
                  </a:lnTo>
                  <a:lnTo>
                    <a:pt x="6317989" y="603061"/>
                  </a:lnTo>
                  <a:lnTo>
                    <a:pt x="6318650" y="603061"/>
                  </a:lnTo>
                  <a:lnTo>
                    <a:pt x="6319310" y="620050"/>
                  </a:lnTo>
                  <a:lnTo>
                    <a:pt x="6319971" y="614884"/>
                  </a:lnTo>
                  <a:lnTo>
                    <a:pt x="6320631" y="622318"/>
                  </a:lnTo>
                  <a:lnTo>
                    <a:pt x="6321292" y="634931"/>
                  </a:lnTo>
                  <a:lnTo>
                    <a:pt x="6321952" y="651845"/>
                  </a:lnTo>
                  <a:lnTo>
                    <a:pt x="6322613" y="663728"/>
                  </a:lnTo>
                  <a:lnTo>
                    <a:pt x="6323273" y="676317"/>
                  </a:lnTo>
                  <a:lnTo>
                    <a:pt x="6323934" y="657613"/>
                  </a:lnTo>
                  <a:lnTo>
                    <a:pt x="6324594" y="624631"/>
                  </a:lnTo>
                  <a:lnTo>
                    <a:pt x="6325255" y="617568"/>
                  </a:lnTo>
                  <a:lnTo>
                    <a:pt x="6325915" y="615105"/>
                  </a:lnTo>
                  <a:lnTo>
                    <a:pt x="6326576" y="614219"/>
                  </a:lnTo>
                  <a:lnTo>
                    <a:pt x="6327237" y="614286"/>
                  </a:lnTo>
                  <a:lnTo>
                    <a:pt x="6327897" y="618589"/>
                  </a:lnTo>
                  <a:lnTo>
                    <a:pt x="6328558" y="618589"/>
                  </a:lnTo>
                  <a:lnTo>
                    <a:pt x="6329218" y="613514"/>
                  </a:lnTo>
                  <a:lnTo>
                    <a:pt x="6329879" y="617884"/>
                  </a:lnTo>
                  <a:lnTo>
                    <a:pt x="6330539" y="613514"/>
                  </a:lnTo>
                  <a:lnTo>
                    <a:pt x="6331200" y="618177"/>
                  </a:lnTo>
                  <a:lnTo>
                    <a:pt x="6331860" y="629143"/>
                  </a:lnTo>
                  <a:lnTo>
                    <a:pt x="6332521" y="629618"/>
                  </a:lnTo>
                  <a:lnTo>
                    <a:pt x="6333181" y="621139"/>
                  </a:lnTo>
                  <a:lnTo>
                    <a:pt x="6333842" y="618207"/>
                  </a:lnTo>
                  <a:lnTo>
                    <a:pt x="6334502" y="621176"/>
                  </a:lnTo>
                  <a:lnTo>
                    <a:pt x="6335163" y="625171"/>
                  </a:lnTo>
                  <a:lnTo>
                    <a:pt x="6335823" y="629910"/>
                  </a:lnTo>
                  <a:lnTo>
                    <a:pt x="6336484" y="649194"/>
                  </a:lnTo>
                  <a:lnTo>
                    <a:pt x="6337145" y="651827"/>
                  </a:lnTo>
                  <a:lnTo>
                    <a:pt x="6337805" y="628152"/>
                  </a:lnTo>
                  <a:lnTo>
                    <a:pt x="6338466" y="610377"/>
                  </a:lnTo>
                  <a:lnTo>
                    <a:pt x="6339126" y="620454"/>
                  </a:lnTo>
                  <a:lnTo>
                    <a:pt x="6339787" y="623979"/>
                  </a:lnTo>
                  <a:lnTo>
                    <a:pt x="6340447" y="618863"/>
                  </a:lnTo>
                  <a:lnTo>
                    <a:pt x="6341108" y="623979"/>
                  </a:lnTo>
                  <a:lnTo>
                    <a:pt x="6341768" y="624780"/>
                  </a:lnTo>
                  <a:lnTo>
                    <a:pt x="6342429" y="624847"/>
                  </a:lnTo>
                  <a:lnTo>
                    <a:pt x="6343089" y="630552"/>
                  </a:lnTo>
                  <a:lnTo>
                    <a:pt x="6343750" y="650858"/>
                  </a:lnTo>
                  <a:lnTo>
                    <a:pt x="6344410" y="649746"/>
                  </a:lnTo>
                  <a:lnTo>
                    <a:pt x="6345071" y="647822"/>
                  </a:lnTo>
                  <a:lnTo>
                    <a:pt x="6345731" y="634518"/>
                  </a:lnTo>
                  <a:lnTo>
                    <a:pt x="6346392" y="640017"/>
                  </a:lnTo>
                  <a:lnTo>
                    <a:pt x="6347053" y="654998"/>
                  </a:lnTo>
                  <a:lnTo>
                    <a:pt x="6347713" y="637508"/>
                  </a:lnTo>
                  <a:lnTo>
                    <a:pt x="6348374" y="648621"/>
                  </a:lnTo>
                  <a:lnTo>
                    <a:pt x="6349034" y="645631"/>
                  </a:lnTo>
                  <a:lnTo>
                    <a:pt x="6349695" y="633650"/>
                  </a:lnTo>
                  <a:lnTo>
                    <a:pt x="6350355" y="628294"/>
                  </a:lnTo>
                  <a:lnTo>
                    <a:pt x="6351016" y="636760"/>
                  </a:lnTo>
                  <a:lnTo>
                    <a:pt x="6351676" y="651722"/>
                  </a:lnTo>
                  <a:lnTo>
                    <a:pt x="6352337" y="628932"/>
                  </a:lnTo>
                  <a:lnTo>
                    <a:pt x="6352997" y="634062"/>
                  </a:lnTo>
                  <a:lnTo>
                    <a:pt x="6353658" y="651722"/>
                  </a:lnTo>
                  <a:lnTo>
                    <a:pt x="6354318" y="639095"/>
                  </a:lnTo>
                  <a:lnTo>
                    <a:pt x="6354979" y="628932"/>
                  </a:lnTo>
                  <a:lnTo>
                    <a:pt x="6355639" y="617104"/>
                  </a:lnTo>
                  <a:lnTo>
                    <a:pt x="6356300" y="617272"/>
                  </a:lnTo>
                  <a:lnTo>
                    <a:pt x="6356960" y="628149"/>
                  </a:lnTo>
                  <a:lnTo>
                    <a:pt x="6357621" y="633264"/>
                  </a:lnTo>
                  <a:lnTo>
                    <a:pt x="6358282" y="639036"/>
                  </a:lnTo>
                  <a:lnTo>
                    <a:pt x="6358942" y="672262"/>
                  </a:lnTo>
                  <a:lnTo>
                    <a:pt x="6359603" y="668742"/>
                  </a:lnTo>
                  <a:lnTo>
                    <a:pt x="6360263" y="656582"/>
                  </a:lnTo>
                  <a:lnTo>
                    <a:pt x="6360924" y="649739"/>
                  </a:lnTo>
                  <a:lnTo>
                    <a:pt x="6361584" y="640529"/>
                  </a:lnTo>
                  <a:lnTo>
                    <a:pt x="6362245" y="637791"/>
                  </a:lnTo>
                  <a:lnTo>
                    <a:pt x="6362905" y="635252"/>
                  </a:lnTo>
                  <a:lnTo>
                    <a:pt x="6363566" y="639644"/>
                  </a:lnTo>
                  <a:lnTo>
                    <a:pt x="6364226" y="647140"/>
                  </a:lnTo>
                  <a:lnTo>
                    <a:pt x="6364887" y="634611"/>
                  </a:lnTo>
                  <a:lnTo>
                    <a:pt x="6365547" y="628496"/>
                  </a:lnTo>
                  <a:lnTo>
                    <a:pt x="6366208" y="633847"/>
                  </a:lnTo>
                  <a:lnTo>
                    <a:pt x="6366868" y="650169"/>
                  </a:lnTo>
                  <a:lnTo>
                    <a:pt x="6367529" y="656570"/>
                  </a:lnTo>
                  <a:lnTo>
                    <a:pt x="6368190" y="672345"/>
                  </a:lnTo>
                  <a:lnTo>
                    <a:pt x="6368850" y="680060"/>
                  </a:lnTo>
                  <a:lnTo>
                    <a:pt x="6369511" y="662479"/>
                  </a:lnTo>
                  <a:lnTo>
                    <a:pt x="6370171" y="666278"/>
                  </a:lnTo>
                  <a:lnTo>
                    <a:pt x="6370832" y="675860"/>
                  </a:lnTo>
                  <a:lnTo>
                    <a:pt x="6371492" y="670442"/>
                  </a:lnTo>
                  <a:lnTo>
                    <a:pt x="6372153" y="638538"/>
                  </a:lnTo>
                  <a:lnTo>
                    <a:pt x="6372813" y="638538"/>
                  </a:lnTo>
                  <a:lnTo>
                    <a:pt x="6373474" y="634493"/>
                  </a:lnTo>
                  <a:lnTo>
                    <a:pt x="6374134" y="642175"/>
                  </a:lnTo>
                  <a:lnTo>
                    <a:pt x="6374795" y="642175"/>
                  </a:lnTo>
                  <a:lnTo>
                    <a:pt x="6375455" y="674490"/>
                  </a:lnTo>
                  <a:lnTo>
                    <a:pt x="6376116" y="670500"/>
                  </a:lnTo>
                  <a:lnTo>
                    <a:pt x="6376776" y="646012"/>
                  </a:lnTo>
                  <a:lnTo>
                    <a:pt x="6377437" y="635933"/>
                  </a:lnTo>
                  <a:lnTo>
                    <a:pt x="6378098" y="633708"/>
                  </a:lnTo>
                  <a:lnTo>
                    <a:pt x="6378758" y="658348"/>
                  </a:lnTo>
                  <a:lnTo>
                    <a:pt x="6379419" y="680290"/>
                  </a:lnTo>
                  <a:lnTo>
                    <a:pt x="6380079" y="664266"/>
                  </a:lnTo>
                  <a:lnTo>
                    <a:pt x="6380740" y="662664"/>
                  </a:lnTo>
                  <a:lnTo>
                    <a:pt x="6381400" y="647532"/>
                  </a:lnTo>
                  <a:lnTo>
                    <a:pt x="6382061" y="657646"/>
                  </a:lnTo>
                  <a:lnTo>
                    <a:pt x="6382721" y="688365"/>
                  </a:lnTo>
                  <a:lnTo>
                    <a:pt x="6383382" y="686068"/>
                  </a:lnTo>
                  <a:lnTo>
                    <a:pt x="6384042" y="690627"/>
                  </a:lnTo>
                  <a:lnTo>
                    <a:pt x="6384703" y="691476"/>
                  </a:lnTo>
                  <a:lnTo>
                    <a:pt x="6385363" y="673004"/>
                  </a:lnTo>
                  <a:lnTo>
                    <a:pt x="6386024" y="674882"/>
                  </a:lnTo>
                  <a:lnTo>
                    <a:pt x="6386684" y="664182"/>
                  </a:lnTo>
                  <a:lnTo>
                    <a:pt x="6387345" y="657068"/>
                  </a:lnTo>
                  <a:lnTo>
                    <a:pt x="6388006" y="687436"/>
                  </a:lnTo>
                  <a:lnTo>
                    <a:pt x="6388666" y="673004"/>
                  </a:lnTo>
                  <a:lnTo>
                    <a:pt x="6389327" y="674450"/>
                  </a:lnTo>
                  <a:lnTo>
                    <a:pt x="6389987" y="677165"/>
                  </a:lnTo>
                  <a:lnTo>
                    <a:pt x="6390648" y="659784"/>
                  </a:lnTo>
                  <a:lnTo>
                    <a:pt x="6391308" y="648763"/>
                  </a:lnTo>
                  <a:lnTo>
                    <a:pt x="6391969" y="651765"/>
                  </a:lnTo>
                  <a:lnTo>
                    <a:pt x="6392629" y="666898"/>
                  </a:lnTo>
                  <a:lnTo>
                    <a:pt x="6393290" y="663220"/>
                  </a:lnTo>
                  <a:lnTo>
                    <a:pt x="6393950" y="667299"/>
                  </a:lnTo>
                  <a:lnTo>
                    <a:pt x="6394611" y="694191"/>
                  </a:lnTo>
                  <a:lnTo>
                    <a:pt x="6395271" y="661391"/>
                  </a:lnTo>
                  <a:lnTo>
                    <a:pt x="6395932" y="674581"/>
                  </a:lnTo>
                  <a:lnTo>
                    <a:pt x="6396592" y="674581"/>
                  </a:lnTo>
                  <a:lnTo>
                    <a:pt x="6397253" y="683002"/>
                  </a:lnTo>
                  <a:lnTo>
                    <a:pt x="6397913" y="689194"/>
                  </a:lnTo>
                  <a:lnTo>
                    <a:pt x="6398574" y="694191"/>
                  </a:lnTo>
                  <a:lnTo>
                    <a:pt x="6399235" y="685067"/>
                  </a:lnTo>
                  <a:lnTo>
                    <a:pt x="6399895" y="694191"/>
                  </a:lnTo>
                  <a:lnTo>
                    <a:pt x="6400556" y="677785"/>
                  </a:lnTo>
                  <a:lnTo>
                    <a:pt x="6401216" y="646112"/>
                  </a:lnTo>
                  <a:lnTo>
                    <a:pt x="6401877" y="646112"/>
                  </a:lnTo>
                  <a:lnTo>
                    <a:pt x="6402537" y="636302"/>
                  </a:lnTo>
                  <a:lnTo>
                    <a:pt x="6403198" y="623330"/>
                  </a:lnTo>
                  <a:lnTo>
                    <a:pt x="6403858" y="640976"/>
                  </a:lnTo>
                  <a:lnTo>
                    <a:pt x="6404519" y="644380"/>
                  </a:lnTo>
                  <a:lnTo>
                    <a:pt x="6405179" y="640976"/>
                  </a:lnTo>
                  <a:lnTo>
                    <a:pt x="6405840" y="631949"/>
                  </a:lnTo>
                  <a:lnTo>
                    <a:pt x="6406500" y="630103"/>
                  </a:lnTo>
                  <a:lnTo>
                    <a:pt x="6407161" y="658353"/>
                  </a:lnTo>
                  <a:lnTo>
                    <a:pt x="6407821" y="667327"/>
                  </a:lnTo>
                  <a:lnTo>
                    <a:pt x="6408482" y="654917"/>
                  </a:lnTo>
                  <a:lnTo>
                    <a:pt x="6409143" y="654917"/>
                  </a:lnTo>
                  <a:lnTo>
                    <a:pt x="6409803" y="654917"/>
                  </a:lnTo>
                  <a:lnTo>
                    <a:pt x="6410464" y="664359"/>
                  </a:lnTo>
                  <a:lnTo>
                    <a:pt x="6411124" y="670195"/>
                  </a:lnTo>
                  <a:lnTo>
                    <a:pt x="6411785" y="647800"/>
                  </a:lnTo>
                  <a:lnTo>
                    <a:pt x="6412445" y="640016"/>
                  </a:lnTo>
                  <a:lnTo>
                    <a:pt x="6413106" y="658584"/>
                  </a:lnTo>
                  <a:lnTo>
                    <a:pt x="6413766" y="682002"/>
                  </a:lnTo>
                  <a:lnTo>
                    <a:pt x="6414427" y="678909"/>
                  </a:lnTo>
                  <a:lnTo>
                    <a:pt x="6415087" y="678909"/>
                  </a:lnTo>
                  <a:lnTo>
                    <a:pt x="6415748" y="675524"/>
                  </a:lnTo>
                  <a:lnTo>
                    <a:pt x="6416408" y="683809"/>
                  </a:lnTo>
                  <a:lnTo>
                    <a:pt x="6417069" y="699798"/>
                  </a:lnTo>
                  <a:lnTo>
                    <a:pt x="6417729" y="695526"/>
                  </a:lnTo>
                  <a:lnTo>
                    <a:pt x="6418390" y="691126"/>
                  </a:lnTo>
                  <a:lnTo>
                    <a:pt x="6419051" y="686977"/>
                  </a:lnTo>
                  <a:lnTo>
                    <a:pt x="6419711" y="680864"/>
                  </a:lnTo>
                  <a:lnTo>
                    <a:pt x="6420372" y="668588"/>
                  </a:lnTo>
                  <a:lnTo>
                    <a:pt x="6421032" y="679623"/>
                  </a:lnTo>
                  <a:lnTo>
                    <a:pt x="6421693" y="688509"/>
                  </a:lnTo>
                  <a:lnTo>
                    <a:pt x="6422353" y="666750"/>
                  </a:lnTo>
                  <a:lnTo>
                    <a:pt x="6423014" y="683543"/>
                  </a:lnTo>
                  <a:lnTo>
                    <a:pt x="6423674" y="694538"/>
                  </a:lnTo>
                  <a:lnTo>
                    <a:pt x="6424335" y="705133"/>
                  </a:lnTo>
                  <a:lnTo>
                    <a:pt x="6424995" y="696587"/>
                  </a:lnTo>
                  <a:lnTo>
                    <a:pt x="6425656" y="703230"/>
                  </a:lnTo>
                  <a:lnTo>
                    <a:pt x="6426316" y="689171"/>
                  </a:lnTo>
                  <a:lnTo>
                    <a:pt x="6426977" y="684078"/>
                  </a:lnTo>
                  <a:lnTo>
                    <a:pt x="6427637" y="704871"/>
                  </a:lnTo>
                  <a:lnTo>
                    <a:pt x="6428298" y="687318"/>
                  </a:lnTo>
                  <a:lnTo>
                    <a:pt x="6428958" y="669904"/>
                  </a:lnTo>
                  <a:lnTo>
                    <a:pt x="6429619" y="669151"/>
                  </a:lnTo>
                  <a:lnTo>
                    <a:pt x="6430280" y="640444"/>
                  </a:lnTo>
                  <a:lnTo>
                    <a:pt x="6430940" y="632931"/>
                  </a:lnTo>
                  <a:lnTo>
                    <a:pt x="6431601" y="650981"/>
                  </a:lnTo>
                  <a:lnTo>
                    <a:pt x="6432261" y="652819"/>
                  </a:lnTo>
                  <a:lnTo>
                    <a:pt x="6432922" y="629027"/>
                  </a:lnTo>
                  <a:lnTo>
                    <a:pt x="6433582" y="635538"/>
                  </a:lnTo>
                  <a:lnTo>
                    <a:pt x="6434243" y="636197"/>
                  </a:lnTo>
                  <a:lnTo>
                    <a:pt x="6434903" y="636408"/>
                  </a:lnTo>
                  <a:lnTo>
                    <a:pt x="6435564" y="639914"/>
                  </a:lnTo>
                  <a:lnTo>
                    <a:pt x="6436224" y="603234"/>
                  </a:lnTo>
                  <a:lnTo>
                    <a:pt x="6436885" y="575970"/>
                  </a:lnTo>
                  <a:lnTo>
                    <a:pt x="6437545" y="551876"/>
                  </a:lnTo>
                  <a:lnTo>
                    <a:pt x="6438206" y="536242"/>
                  </a:lnTo>
                  <a:lnTo>
                    <a:pt x="6438866" y="534951"/>
                  </a:lnTo>
                  <a:lnTo>
                    <a:pt x="6439527" y="432721"/>
                  </a:lnTo>
                  <a:lnTo>
                    <a:pt x="6440188" y="432252"/>
                  </a:lnTo>
                  <a:lnTo>
                    <a:pt x="6440848" y="433542"/>
                  </a:lnTo>
                  <a:lnTo>
                    <a:pt x="6441509" y="445919"/>
                  </a:lnTo>
                  <a:lnTo>
                    <a:pt x="6442169" y="560654"/>
                  </a:lnTo>
                  <a:lnTo>
                    <a:pt x="6442830" y="548168"/>
                  </a:lnTo>
                  <a:lnTo>
                    <a:pt x="6443490" y="557174"/>
                  </a:lnTo>
                  <a:lnTo>
                    <a:pt x="6444151" y="580778"/>
                  </a:lnTo>
                  <a:lnTo>
                    <a:pt x="6444811" y="632333"/>
                  </a:lnTo>
                  <a:lnTo>
                    <a:pt x="6445472" y="621767"/>
                  </a:lnTo>
                  <a:lnTo>
                    <a:pt x="6446132" y="598216"/>
                  </a:lnTo>
                  <a:lnTo>
                    <a:pt x="6446793" y="558042"/>
                  </a:lnTo>
                  <a:lnTo>
                    <a:pt x="6447453" y="444628"/>
                  </a:lnTo>
                  <a:lnTo>
                    <a:pt x="6448114" y="435369"/>
                  </a:lnTo>
                  <a:lnTo>
                    <a:pt x="6448774" y="435369"/>
                  </a:lnTo>
                  <a:lnTo>
                    <a:pt x="6449435" y="456196"/>
                  </a:lnTo>
                  <a:lnTo>
                    <a:pt x="6450096" y="514177"/>
                  </a:lnTo>
                  <a:lnTo>
                    <a:pt x="6450756" y="542905"/>
                  </a:lnTo>
                  <a:lnTo>
                    <a:pt x="6451417" y="567920"/>
                  </a:lnTo>
                  <a:lnTo>
                    <a:pt x="6452077" y="619508"/>
                  </a:lnTo>
                  <a:lnTo>
                    <a:pt x="6452738" y="643900"/>
                  </a:lnTo>
                  <a:lnTo>
                    <a:pt x="6453398" y="642876"/>
                  </a:lnTo>
                  <a:lnTo>
                    <a:pt x="6454059" y="648912"/>
                  </a:lnTo>
                  <a:lnTo>
                    <a:pt x="6454719" y="653552"/>
                  </a:lnTo>
                  <a:lnTo>
                    <a:pt x="6455380" y="668019"/>
                  </a:lnTo>
                  <a:lnTo>
                    <a:pt x="6456040" y="664361"/>
                  </a:lnTo>
                  <a:lnTo>
                    <a:pt x="6456701" y="674009"/>
                  </a:lnTo>
                  <a:lnTo>
                    <a:pt x="6457361" y="660273"/>
                  </a:lnTo>
                  <a:lnTo>
                    <a:pt x="6458022" y="679198"/>
                  </a:lnTo>
                  <a:lnTo>
                    <a:pt x="6458682" y="684139"/>
                  </a:lnTo>
                  <a:lnTo>
                    <a:pt x="6459343" y="666002"/>
                  </a:lnTo>
                  <a:lnTo>
                    <a:pt x="6460004" y="656412"/>
                  </a:lnTo>
                  <a:lnTo>
                    <a:pt x="6460664" y="680934"/>
                  </a:lnTo>
                  <a:lnTo>
                    <a:pt x="6461325" y="679325"/>
                  </a:lnTo>
                  <a:lnTo>
                    <a:pt x="6461985" y="677765"/>
                  </a:lnTo>
                  <a:lnTo>
                    <a:pt x="6462646" y="679326"/>
                  </a:lnTo>
                  <a:lnTo>
                    <a:pt x="6463306" y="700189"/>
                  </a:lnTo>
                  <a:lnTo>
                    <a:pt x="6463967" y="709583"/>
                  </a:lnTo>
                  <a:lnTo>
                    <a:pt x="6464627" y="700480"/>
                  </a:lnTo>
                  <a:lnTo>
                    <a:pt x="6465288" y="692985"/>
                  </a:lnTo>
                  <a:lnTo>
                    <a:pt x="6465948" y="684931"/>
                  </a:lnTo>
                  <a:lnTo>
                    <a:pt x="6466609" y="671247"/>
                  </a:lnTo>
                  <a:lnTo>
                    <a:pt x="6467269" y="685118"/>
                  </a:lnTo>
                  <a:lnTo>
                    <a:pt x="6467930" y="694242"/>
                  </a:lnTo>
                  <a:lnTo>
                    <a:pt x="6468590" y="695586"/>
                  </a:lnTo>
                  <a:lnTo>
                    <a:pt x="6469251" y="695586"/>
                  </a:lnTo>
                  <a:lnTo>
                    <a:pt x="6469911" y="669965"/>
                  </a:lnTo>
                  <a:lnTo>
                    <a:pt x="6470572" y="648425"/>
                  </a:lnTo>
                  <a:lnTo>
                    <a:pt x="6471233" y="644445"/>
                  </a:lnTo>
                  <a:lnTo>
                    <a:pt x="6471893" y="665967"/>
                  </a:lnTo>
                  <a:lnTo>
                    <a:pt x="6472554" y="683051"/>
                  </a:lnTo>
                  <a:lnTo>
                    <a:pt x="6473214" y="688355"/>
                  </a:lnTo>
                  <a:lnTo>
                    <a:pt x="6473875" y="692095"/>
                  </a:lnTo>
                  <a:lnTo>
                    <a:pt x="6474535" y="685187"/>
                  </a:lnTo>
                  <a:lnTo>
                    <a:pt x="6475196" y="699599"/>
                  </a:lnTo>
                  <a:lnTo>
                    <a:pt x="6475856" y="708615"/>
                  </a:lnTo>
                  <a:lnTo>
                    <a:pt x="6476517" y="695591"/>
                  </a:lnTo>
                  <a:lnTo>
                    <a:pt x="6477177" y="703842"/>
                  </a:lnTo>
                  <a:lnTo>
                    <a:pt x="6477838" y="700001"/>
                  </a:lnTo>
                  <a:lnTo>
                    <a:pt x="6478498" y="692926"/>
                  </a:lnTo>
                  <a:lnTo>
                    <a:pt x="6479159" y="697126"/>
                  </a:lnTo>
                  <a:lnTo>
                    <a:pt x="6479819" y="682164"/>
                  </a:lnTo>
                  <a:lnTo>
                    <a:pt x="6480480" y="686035"/>
                  </a:lnTo>
                  <a:lnTo>
                    <a:pt x="6481141" y="686893"/>
                  </a:lnTo>
                  <a:lnTo>
                    <a:pt x="6481801" y="678753"/>
                  </a:lnTo>
                  <a:lnTo>
                    <a:pt x="6482462" y="690394"/>
                  </a:lnTo>
                  <a:lnTo>
                    <a:pt x="6483122" y="673558"/>
                  </a:lnTo>
                  <a:lnTo>
                    <a:pt x="6483783" y="677951"/>
                  </a:lnTo>
                  <a:lnTo>
                    <a:pt x="6484443" y="705109"/>
                  </a:lnTo>
                  <a:lnTo>
                    <a:pt x="6485104" y="712258"/>
                  </a:lnTo>
                  <a:lnTo>
                    <a:pt x="6485764" y="706898"/>
                  </a:lnTo>
                  <a:lnTo>
                    <a:pt x="6486425" y="693287"/>
                  </a:lnTo>
                  <a:lnTo>
                    <a:pt x="6487085" y="706922"/>
                  </a:lnTo>
                  <a:lnTo>
                    <a:pt x="6487746" y="702255"/>
                  </a:lnTo>
                  <a:lnTo>
                    <a:pt x="6488406" y="688084"/>
                  </a:lnTo>
                  <a:lnTo>
                    <a:pt x="6489067" y="693074"/>
                  </a:lnTo>
                  <a:lnTo>
                    <a:pt x="6489727" y="697010"/>
                  </a:lnTo>
                  <a:lnTo>
                    <a:pt x="6490388" y="674234"/>
                  </a:lnTo>
                  <a:lnTo>
                    <a:pt x="6491049" y="670236"/>
                  </a:lnTo>
                  <a:lnTo>
                    <a:pt x="6491709" y="677518"/>
                  </a:lnTo>
                  <a:lnTo>
                    <a:pt x="6492370" y="685233"/>
                  </a:lnTo>
                  <a:lnTo>
                    <a:pt x="6493030" y="691580"/>
                  </a:lnTo>
                  <a:lnTo>
                    <a:pt x="6493691" y="688084"/>
                  </a:lnTo>
                  <a:lnTo>
                    <a:pt x="6494351" y="689547"/>
                  </a:lnTo>
                  <a:lnTo>
                    <a:pt x="6495012" y="704046"/>
                  </a:lnTo>
                  <a:lnTo>
                    <a:pt x="6495672" y="698534"/>
                  </a:lnTo>
                  <a:lnTo>
                    <a:pt x="6496333" y="700395"/>
                  </a:lnTo>
                  <a:lnTo>
                    <a:pt x="6496993" y="690394"/>
                  </a:lnTo>
                  <a:lnTo>
                    <a:pt x="6497654" y="687227"/>
                  </a:lnTo>
                  <a:lnTo>
                    <a:pt x="6498314" y="706922"/>
                  </a:lnTo>
                  <a:lnTo>
                    <a:pt x="6498975" y="714098"/>
                  </a:lnTo>
                  <a:lnTo>
                    <a:pt x="6499635" y="708680"/>
                  </a:lnTo>
                  <a:lnTo>
                    <a:pt x="6500296" y="687938"/>
                  </a:lnTo>
                  <a:lnTo>
                    <a:pt x="6500956" y="677518"/>
                  </a:lnTo>
                  <a:lnTo>
                    <a:pt x="6501617" y="685420"/>
                  </a:lnTo>
                  <a:lnTo>
                    <a:pt x="6502278" y="691878"/>
                  </a:lnTo>
                  <a:lnTo>
                    <a:pt x="6502938" y="686231"/>
                  </a:lnTo>
                  <a:lnTo>
                    <a:pt x="6503599" y="694544"/>
                  </a:lnTo>
                  <a:lnTo>
                    <a:pt x="6504259" y="694544"/>
                  </a:lnTo>
                  <a:lnTo>
                    <a:pt x="6504920" y="688084"/>
                  </a:lnTo>
                  <a:lnTo>
                    <a:pt x="6505580" y="688084"/>
                  </a:lnTo>
                  <a:lnTo>
                    <a:pt x="6506241" y="677518"/>
                  </a:lnTo>
                  <a:lnTo>
                    <a:pt x="6506901" y="685233"/>
                  </a:lnTo>
                  <a:lnTo>
                    <a:pt x="6507562" y="690394"/>
                  </a:lnTo>
                  <a:lnTo>
                    <a:pt x="6508222" y="685969"/>
                  </a:lnTo>
                  <a:lnTo>
                    <a:pt x="6508883" y="693287"/>
                  </a:lnTo>
                  <a:lnTo>
                    <a:pt x="6509543" y="700395"/>
                  </a:lnTo>
                  <a:lnTo>
                    <a:pt x="6510204" y="699443"/>
                  </a:lnTo>
                  <a:lnTo>
                    <a:pt x="6510864" y="692335"/>
                  </a:lnTo>
                  <a:lnTo>
                    <a:pt x="6511525" y="692335"/>
                  </a:lnTo>
                  <a:lnTo>
                    <a:pt x="6512186" y="688595"/>
                  </a:lnTo>
                  <a:lnTo>
                    <a:pt x="6512846" y="679536"/>
                  </a:lnTo>
                  <a:lnTo>
                    <a:pt x="6513507" y="661956"/>
                  </a:lnTo>
                  <a:lnTo>
                    <a:pt x="6514167" y="646428"/>
                  </a:lnTo>
                  <a:lnTo>
                    <a:pt x="6514828" y="643025"/>
                  </a:lnTo>
                  <a:lnTo>
                    <a:pt x="6515488" y="700005"/>
                  </a:lnTo>
                  <a:lnTo>
                    <a:pt x="6516149" y="704254"/>
                  </a:lnTo>
                  <a:lnTo>
                    <a:pt x="6516809" y="674538"/>
                  </a:lnTo>
                  <a:lnTo>
                    <a:pt x="6517470" y="678908"/>
                  </a:lnTo>
                  <a:lnTo>
                    <a:pt x="6518130" y="686731"/>
                  </a:lnTo>
                  <a:lnTo>
                    <a:pt x="6518791" y="699294"/>
                  </a:lnTo>
                  <a:lnTo>
                    <a:pt x="6519451" y="693192"/>
                  </a:lnTo>
                  <a:lnTo>
                    <a:pt x="6520112" y="698394"/>
                  </a:lnTo>
                  <a:lnTo>
                    <a:pt x="6520772" y="688595"/>
                  </a:lnTo>
                  <a:lnTo>
                    <a:pt x="6521433" y="686987"/>
                  </a:lnTo>
                  <a:lnTo>
                    <a:pt x="6522094" y="703336"/>
                  </a:lnTo>
                  <a:lnTo>
                    <a:pt x="6522754" y="704021"/>
                  </a:lnTo>
                  <a:lnTo>
                    <a:pt x="6523415" y="683620"/>
                  </a:lnTo>
                  <a:lnTo>
                    <a:pt x="6524075" y="678993"/>
                  </a:lnTo>
                  <a:lnTo>
                    <a:pt x="6524736" y="711754"/>
                  </a:lnTo>
                  <a:lnTo>
                    <a:pt x="6525396" y="717176"/>
                  </a:lnTo>
                  <a:lnTo>
                    <a:pt x="6526057" y="684281"/>
                  </a:lnTo>
                  <a:lnTo>
                    <a:pt x="6526717" y="680565"/>
                  </a:lnTo>
                  <a:lnTo>
                    <a:pt x="6527378" y="686052"/>
                  </a:lnTo>
                  <a:lnTo>
                    <a:pt x="6528038" y="686052"/>
                  </a:lnTo>
                  <a:lnTo>
                    <a:pt x="6528699" y="700478"/>
                  </a:lnTo>
                  <a:lnTo>
                    <a:pt x="6529359" y="688372"/>
                  </a:lnTo>
                  <a:lnTo>
                    <a:pt x="6530020" y="675496"/>
                  </a:lnTo>
                  <a:lnTo>
                    <a:pt x="6530680" y="676344"/>
                  </a:lnTo>
                  <a:lnTo>
                    <a:pt x="6531341" y="673760"/>
                  </a:lnTo>
                  <a:lnTo>
                    <a:pt x="6532002" y="680342"/>
                  </a:lnTo>
                  <a:lnTo>
                    <a:pt x="6532662" y="697769"/>
                  </a:lnTo>
                  <a:lnTo>
                    <a:pt x="6533323" y="673060"/>
                  </a:lnTo>
                  <a:lnTo>
                    <a:pt x="6533983" y="651345"/>
                  </a:lnTo>
                  <a:lnTo>
                    <a:pt x="6534644" y="643663"/>
                  </a:lnTo>
                  <a:lnTo>
                    <a:pt x="6535304" y="651519"/>
                  </a:lnTo>
                  <a:lnTo>
                    <a:pt x="6535965" y="663830"/>
                  </a:lnTo>
                  <a:lnTo>
                    <a:pt x="6536625" y="651519"/>
                  </a:lnTo>
                  <a:lnTo>
                    <a:pt x="6537286" y="653365"/>
                  </a:lnTo>
                  <a:lnTo>
                    <a:pt x="6537946" y="654083"/>
                  </a:lnTo>
                  <a:lnTo>
                    <a:pt x="6538607" y="656231"/>
                  </a:lnTo>
                  <a:lnTo>
                    <a:pt x="6539267" y="679932"/>
                  </a:lnTo>
                  <a:lnTo>
                    <a:pt x="6539928" y="685094"/>
                  </a:lnTo>
                  <a:lnTo>
                    <a:pt x="6540588" y="658939"/>
                  </a:lnTo>
                  <a:lnTo>
                    <a:pt x="6541249" y="662203"/>
                  </a:lnTo>
                  <a:lnTo>
                    <a:pt x="6541909" y="684098"/>
                  </a:lnTo>
                  <a:lnTo>
                    <a:pt x="6542570" y="667758"/>
                  </a:lnTo>
                  <a:lnTo>
                    <a:pt x="6543231" y="658336"/>
                  </a:lnTo>
                  <a:lnTo>
                    <a:pt x="6543891" y="657735"/>
                  </a:lnTo>
                  <a:lnTo>
                    <a:pt x="6544552" y="649030"/>
                  </a:lnTo>
                  <a:lnTo>
                    <a:pt x="6545212" y="634167"/>
                  </a:lnTo>
                  <a:lnTo>
                    <a:pt x="6545873" y="644235"/>
                  </a:lnTo>
                  <a:lnTo>
                    <a:pt x="6546533" y="657964"/>
                  </a:lnTo>
                  <a:lnTo>
                    <a:pt x="6547194" y="666268"/>
                  </a:lnTo>
                  <a:lnTo>
                    <a:pt x="6547854" y="647367"/>
                  </a:lnTo>
                  <a:lnTo>
                    <a:pt x="6548515" y="632238"/>
                  </a:lnTo>
                  <a:lnTo>
                    <a:pt x="6549175" y="632499"/>
                  </a:lnTo>
                  <a:lnTo>
                    <a:pt x="6549836" y="648966"/>
                  </a:lnTo>
                  <a:lnTo>
                    <a:pt x="6550496" y="674757"/>
                  </a:lnTo>
                  <a:lnTo>
                    <a:pt x="6551157" y="679919"/>
                  </a:lnTo>
                  <a:lnTo>
                    <a:pt x="6551817" y="671405"/>
                  </a:lnTo>
                  <a:lnTo>
                    <a:pt x="6552478" y="681402"/>
                  </a:lnTo>
                  <a:lnTo>
                    <a:pt x="6553139" y="683341"/>
                  </a:lnTo>
                  <a:lnTo>
                    <a:pt x="6553799" y="686973"/>
                  </a:lnTo>
                  <a:lnTo>
                    <a:pt x="6554460" y="669666"/>
                  </a:lnTo>
                  <a:lnTo>
                    <a:pt x="6555120" y="681401"/>
                  </a:lnTo>
                  <a:lnTo>
                    <a:pt x="6555781" y="666789"/>
                  </a:lnTo>
                  <a:lnTo>
                    <a:pt x="6556441" y="669485"/>
                  </a:lnTo>
                  <a:lnTo>
                    <a:pt x="6557102" y="678936"/>
                  </a:lnTo>
                  <a:lnTo>
                    <a:pt x="6557762" y="676580"/>
                  </a:lnTo>
                  <a:lnTo>
                    <a:pt x="6558423" y="676216"/>
                  </a:lnTo>
                  <a:lnTo>
                    <a:pt x="6559083" y="657511"/>
                  </a:lnTo>
                  <a:lnTo>
                    <a:pt x="6559744" y="649875"/>
                  </a:lnTo>
                  <a:lnTo>
                    <a:pt x="6560404" y="643090"/>
                  </a:lnTo>
                  <a:lnTo>
                    <a:pt x="6561065" y="652103"/>
                  </a:lnTo>
                  <a:lnTo>
                    <a:pt x="6561725" y="647757"/>
                  </a:lnTo>
                  <a:lnTo>
                    <a:pt x="6562386" y="657307"/>
                  </a:lnTo>
                  <a:lnTo>
                    <a:pt x="6563047" y="676549"/>
                  </a:lnTo>
                  <a:lnTo>
                    <a:pt x="6563707" y="696723"/>
                  </a:lnTo>
                  <a:lnTo>
                    <a:pt x="6564368" y="682297"/>
                  </a:lnTo>
                  <a:lnTo>
                    <a:pt x="6565028" y="695673"/>
                  </a:lnTo>
                  <a:lnTo>
                    <a:pt x="6565689" y="700762"/>
                  </a:lnTo>
                  <a:lnTo>
                    <a:pt x="6566349" y="699634"/>
                  </a:lnTo>
                  <a:lnTo>
                    <a:pt x="6567010" y="693110"/>
                  </a:lnTo>
                  <a:lnTo>
                    <a:pt x="6567670" y="668976"/>
                  </a:lnTo>
                  <a:lnTo>
                    <a:pt x="6568331" y="677397"/>
                  </a:lnTo>
                  <a:lnTo>
                    <a:pt x="6568991" y="685465"/>
                  </a:lnTo>
                  <a:lnTo>
                    <a:pt x="6569652" y="675068"/>
                  </a:lnTo>
                  <a:lnTo>
                    <a:pt x="6570312" y="679568"/>
                  </a:lnTo>
                  <a:lnTo>
                    <a:pt x="6570973" y="661021"/>
                  </a:lnTo>
                  <a:lnTo>
                    <a:pt x="6571633" y="666130"/>
                  </a:lnTo>
                  <a:lnTo>
                    <a:pt x="6572294" y="677458"/>
                  </a:lnTo>
                  <a:lnTo>
                    <a:pt x="6572954" y="682433"/>
                  </a:lnTo>
                  <a:lnTo>
                    <a:pt x="6573615" y="666130"/>
                  </a:lnTo>
                  <a:lnTo>
                    <a:pt x="6574276" y="669377"/>
                  </a:lnTo>
                  <a:lnTo>
                    <a:pt x="6574936" y="678306"/>
                  </a:lnTo>
                  <a:lnTo>
                    <a:pt x="6575597" y="690926"/>
                  </a:lnTo>
                  <a:lnTo>
                    <a:pt x="6576257" y="683281"/>
                  </a:lnTo>
                  <a:lnTo>
                    <a:pt x="6576918" y="669377"/>
                  </a:lnTo>
                  <a:lnTo>
                    <a:pt x="6577578" y="683281"/>
                  </a:lnTo>
                  <a:lnTo>
                    <a:pt x="6578239" y="667605"/>
                  </a:lnTo>
                  <a:lnTo>
                    <a:pt x="6578899" y="640535"/>
                  </a:lnTo>
                  <a:lnTo>
                    <a:pt x="6579560" y="633600"/>
                  </a:lnTo>
                  <a:lnTo>
                    <a:pt x="6580220" y="623347"/>
                  </a:lnTo>
                  <a:lnTo>
                    <a:pt x="6580881" y="621562"/>
                  </a:lnTo>
                  <a:lnTo>
                    <a:pt x="6581541" y="658013"/>
                  </a:lnTo>
                  <a:lnTo>
                    <a:pt x="6582202" y="661767"/>
                  </a:lnTo>
                  <a:lnTo>
                    <a:pt x="6582862" y="637544"/>
                  </a:lnTo>
                  <a:lnTo>
                    <a:pt x="6583523" y="627309"/>
                  </a:lnTo>
                  <a:lnTo>
                    <a:pt x="6584184" y="627309"/>
                  </a:lnTo>
                  <a:lnTo>
                    <a:pt x="6584844" y="621904"/>
                  </a:lnTo>
                  <a:lnTo>
                    <a:pt x="6585505" y="621904"/>
                  </a:lnTo>
                  <a:lnTo>
                    <a:pt x="6586165" y="625218"/>
                  </a:lnTo>
                  <a:lnTo>
                    <a:pt x="6586826" y="623865"/>
                  </a:lnTo>
                  <a:lnTo>
                    <a:pt x="6587486" y="623734"/>
                  </a:lnTo>
                  <a:lnTo>
                    <a:pt x="6588147" y="628939"/>
                  </a:lnTo>
                  <a:lnTo>
                    <a:pt x="6588807" y="620875"/>
                  </a:lnTo>
                  <a:lnTo>
                    <a:pt x="6589468" y="620875"/>
                  </a:lnTo>
                  <a:lnTo>
                    <a:pt x="6590128" y="618321"/>
                  </a:lnTo>
                  <a:lnTo>
                    <a:pt x="6590789" y="628239"/>
                  </a:lnTo>
                  <a:lnTo>
                    <a:pt x="6591449" y="604335"/>
                  </a:lnTo>
                  <a:lnTo>
                    <a:pt x="6592110" y="580293"/>
                  </a:lnTo>
                  <a:lnTo>
                    <a:pt x="6592770" y="582802"/>
                  </a:lnTo>
                  <a:lnTo>
                    <a:pt x="6593431" y="619331"/>
                  </a:lnTo>
                  <a:lnTo>
                    <a:pt x="6594092" y="624447"/>
                  </a:lnTo>
                  <a:lnTo>
                    <a:pt x="6594752" y="629250"/>
                  </a:lnTo>
                  <a:lnTo>
                    <a:pt x="6595413" y="639382"/>
                  </a:lnTo>
                  <a:lnTo>
                    <a:pt x="6596073" y="632079"/>
                  </a:lnTo>
                  <a:lnTo>
                    <a:pt x="6596734" y="623567"/>
                  </a:lnTo>
                  <a:lnTo>
                    <a:pt x="6597394" y="623567"/>
                  </a:lnTo>
                  <a:lnTo>
                    <a:pt x="6598055" y="628683"/>
                  </a:lnTo>
                  <a:lnTo>
                    <a:pt x="6598715" y="629024"/>
                  </a:lnTo>
                  <a:lnTo>
                    <a:pt x="6599376" y="634088"/>
                  </a:lnTo>
                  <a:lnTo>
                    <a:pt x="6600036" y="639775"/>
                  </a:lnTo>
                  <a:lnTo>
                    <a:pt x="6600697" y="645113"/>
                  </a:lnTo>
                  <a:lnTo>
                    <a:pt x="6601357" y="637806"/>
                  </a:lnTo>
                  <a:lnTo>
                    <a:pt x="6602018" y="627246"/>
                  </a:lnTo>
                  <a:lnTo>
                    <a:pt x="6602678" y="641062"/>
                  </a:lnTo>
                  <a:lnTo>
                    <a:pt x="6603339" y="662999"/>
                  </a:lnTo>
                  <a:lnTo>
                    <a:pt x="6604000" y="679682"/>
                  </a:lnTo>
                  <a:lnTo>
                    <a:pt x="6604000" y="722429"/>
                  </a:lnTo>
                  <a:lnTo>
                    <a:pt x="6603339" y="722429"/>
                  </a:lnTo>
                  <a:lnTo>
                    <a:pt x="6602678" y="722429"/>
                  </a:lnTo>
                  <a:lnTo>
                    <a:pt x="6602018" y="722429"/>
                  </a:lnTo>
                  <a:lnTo>
                    <a:pt x="6601357" y="722429"/>
                  </a:lnTo>
                  <a:lnTo>
                    <a:pt x="6600697" y="722429"/>
                  </a:lnTo>
                  <a:lnTo>
                    <a:pt x="6600036" y="722429"/>
                  </a:lnTo>
                  <a:lnTo>
                    <a:pt x="6599376" y="722429"/>
                  </a:lnTo>
                  <a:lnTo>
                    <a:pt x="6598715" y="722429"/>
                  </a:lnTo>
                  <a:lnTo>
                    <a:pt x="6598055" y="722429"/>
                  </a:lnTo>
                  <a:lnTo>
                    <a:pt x="6597394" y="722429"/>
                  </a:lnTo>
                  <a:lnTo>
                    <a:pt x="6596734" y="722429"/>
                  </a:lnTo>
                  <a:lnTo>
                    <a:pt x="6596073" y="722429"/>
                  </a:lnTo>
                  <a:lnTo>
                    <a:pt x="6595413" y="722429"/>
                  </a:lnTo>
                  <a:lnTo>
                    <a:pt x="6594752" y="722429"/>
                  </a:lnTo>
                  <a:lnTo>
                    <a:pt x="6594092" y="722429"/>
                  </a:lnTo>
                  <a:lnTo>
                    <a:pt x="6593431" y="722429"/>
                  </a:lnTo>
                  <a:lnTo>
                    <a:pt x="6592770" y="722429"/>
                  </a:lnTo>
                  <a:lnTo>
                    <a:pt x="6592110" y="722429"/>
                  </a:lnTo>
                  <a:lnTo>
                    <a:pt x="6591449" y="722429"/>
                  </a:lnTo>
                  <a:lnTo>
                    <a:pt x="6590789" y="722429"/>
                  </a:lnTo>
                  <a:lnTo>
                    <a:pt x="6590128" y="722429"/>
                  </a:lnTo>
                  <a:lnTo>
                    <a:pt x="6589468" y="722429"/>
                  </a:lnTo>
                  <a:lnTo>
                    <a:pt x="6588807" y="722429"/>
                  </a:lnTo>
                  <a:lnTo>
                    <a:pt x="6588147" y="722429"/>
                  </a:lnTo>
                  <a:lnTo>
                    <a:pt x="6587486" y="722429"/>
                  </a:lnTo>
                  <a:lnTo>
                    <a:pt x="6586826" y="722429"/>
                  </a:lnTo>
                  <a:lnTo>
                    <a:pt x="6586165" y="722429"/>
                  </a:lnTo>
                  <a:lnTo>
                    <a:pt x="6585505" y="722429"/>
                  </a:lnTo>
                  <a:lnTo>
                    <a:pt x="6584844" y="722429"/>
                  </a:lnTo>
                  <a:lnTo>
                    <a:pt x="6584184" y="722429"/>
                  </a:lnTo>
                  <a:lnTo>
                    <a:pt x="6583523" y="722429"/>
                  </a:lnTo>
                  <a:lnTo>
                    <a:pt x="6582862" y="722429"/>
                  </a:lnTo>
                  <a:lnTo>
                    <a:pt x="6582202" y="722429"/>
                  </a:lnTo>
                  <a:lnTo>
                    <a:pt x="6581541" y="722429"/>
                  </a:lnTo>
                  <a:lnTo>
                    <a:pt x="6580881" y="722429"/>
                  </a:lnTo>
                  <a:lnTo>
                    <a:pt x="6580220" y="722429"/>
                  </a:lnTo>
                  <a:lnTo>
                    <a:pt x="6579560" y="722429"/>
                  </a:lnTo>
                  <a:lnTo>
                    <a:pt x="6578899" y="722429"/>
                  </a:lnTo>
                  <a:lnTo>
                    <a:pt x="6578239" y="722429"/>
                  </a:lnTo>
                  <a:lnTo>
                    <a:pt x="6577578" y="722429"/>
                  </a:lnTo>
                  <a:lnTo>
                    <a:pt x="6576918" y="722429"/>
                  </a:lnTo>
                  <a:lnTo>
                    <a:pt x="6576257" y="722429"/>
                  </a:lnTo>
                  <a:lnTo>
                    <a:pt x="6575597" y="722429"/>
                  </a:lnTo>
                  <a:lnTo>
                    <a:pt x="6574936" y="722429"/>
                  </a:lnTo>
                  <a:lnTo>
                    <a:pt x="6574276" y="722429"/>
                  </a:lnTo>
                  <a:lnTo>
                    <a:pt x="6573615" y="722429"/>
                  </a:lnTo>
                  <a:lnTo>
                    <a:pt x="6572954" y="722429"/>
                  </a:lnTo>
                  <a:lnTo>
                    <a:pt x="6572294" y="722429"/>
                  </a:lnTo>
                  <a:lnTo>
                    <a:pt x="6571633" y="722429"/>
                  </a:lnTo>
                  <a:lnTo>
                    <a:pt x="6570973" y="722429"/>
                  </a:lnTo>
                  <a:lnTo>
                    <a:pt x="6570312" y="722429"/>
                  </a:lnTo>
                  <a:lnTo>
                    <a:pt x="6569652" y="722429"/>
                  </a:lnTo>
                  <a:lnTo>
                    <a:pt x="6568991" y="722429"/>
                  </a:lnTo>
                  <a:lnTo>
                    <a:pt x="6568331" y="722429"/>
                  </a:lnTo>
                  <a:lnTo>
                    <a:pt x="6567670" y="722429"/>
                  </a:lnTo>
                  <a:lnTo>
                    <a:pt x="6567010" y="722429"/>
                  </a:lnTo>
                  <a:lnTo>
                    <a:pt x="6566349" y="722429"/>
                  </a:lnTo>
                  <a:lnTo>
                    <a:pt x="6565689" y="722429"/>
                  </a:lnTo>
                  <a:lnTo>
                    <a:pt x="6565028" y="722429"/>
                  </a:lnTo>
                  <a:lnTo>
                    <a:pt x="6564368" y="722429"/>
                  </a:lnTo>
                  <a:lnTo>
                    <a:pt x="6563707" y="722429"/>
                  </a:lnTo>
                  <a:lnTo>
                    <a:pt x="6563047" y="722429"/>
                  </a:lnTo>
                  <a:lnTo>
                    <a:pt x="6562386" y="722429"/>
                  </a:lnTo>
                  <a:lnTo>
                    <a:pt x="6561725" y="722429"/>
                  </a:lnTo>
                  <a:lnTo>
                    <a:pt x="6561065" y="722429"/>
                  </a:lnTo>
                  <a:lnTo>
                    <a:pt x="6560404" y="722429"/>
                  </a:lnTo>
                  <a:lnTo>
                    <a:pt x="6559744" y="722429"/>
                  </a:lnTo>
                  <a:lnTo>
                    <a:pt x="6559083" y="722429"/>
                  </a:lnTo>
                  <a:lnTo>
                    <a:pt x="6558423" y="722429"/>
                  </a:lnTo>
                  <a:lnTo>
                    <a:pt x="6557762" y="722429"/>
                  </a:lnTo>
                  <a:lnTo>
                    <a:pt x="6557102" y="722429"/>
                  </a:lnTo>
                  <a:lnTo>
                    <a:pt x="6556441" y="722429"/>
                  </a:lnTo>
                  <a:lnTo>
                    <a:pt x="6555781" y="722429"/>
                  </a:lnTo>
                  <a:lnTo>
                    <a:pt x="6555120" y="722429"/>
                  </a:lnTo>
                  <a:lnTo>
                    <a:pt x="6554460" y="722429"/>
                  </a:lnTo>
                  <a:lnTo>
                    <a:pt x="6553799" y="722429"/>
                  </a:lnTo>
                  <a:lnTo>
                    <a:pt x="6553139" y="722429"/>
                  </a:lnTo>
                  <a:lnTo>
                    <a:pt x="6552478" y="722429"/>
                  </a:lnTo>
                  <a:lnTo>
                    <a:pt x="6551817" y="722429"/>
                  </a:lnTo>
                  <a:lnTo>
                    <a:pt x="6551157" y="722429"/>
                  </a:lnTo>
                  <a:lnTo>
                    <a:pt x="6550496" y="722429"/>
                  </a:lnTo>
                  <a:lnTo>
                    <a:pt x="6549836" y="722429"/>
                  </a:lnTo>
                  <a:lnTo>
                    <a:pt x="6549175" y="722429"/>
                  </a:lnTo>
                  <a:lnTo>
                    <a:pt x="6548515" y="722429"/>
                  </a:lnTo>
                  <a:lnTo>
                    <a:pt x="6547854" y="722429"/>
                  </a:lnTo>
                  <a:lnTo>
                    <a:pt x="6547194" y="722429"/>
                  </a:lnTo>
                  <a:lnTo>
                    <a:pt x="6546533" y="722429"/>
                  </a:lnTo>
                  <a:lnTo>
                    <a:pt x="6545873" y="722429"/>
                  </a:lnTo>
                  <a:lnTo>
                    <a:pt x="6545212" y="722429"/>
                  </a:lnTo>
                  <a:lnTo>
                    <a:pt x="6544552" y="722429"/>
                  </a:lnTo>
                  <a:lnTo>
                    <a:pt x="6543891" y="722429"/>
                  </a:lnTo>
                  <a:lnTo>
                    <a:pt x="6543231" y="722429"/>
                  </a:lnTo>
                  <a:lnTo>
                    <a:pt x="6542570" y="722429"/>
                  </a:lnTo>
                  <a:lnTo>
                    <a:pt x="6541909" y="722429"/>
                  </a:lnTo>
                  <a:lnTo>
                    <a:pt x="6541249" y="722429"/>
                  </a:lnTo>
                  <a:lnTo>
                    <a:pt x="6540588" y="722429"/>
                  </a:lnTo>
                  <a:lnTo>
                    <a:pt x="6539928" y="722429"/>
                  </a:lnTo>
                  <a:lnTo>
                    <a:pt x="6539267" y="722429"/>
                  </a:lnTo>
                  <a:lnTo>
                    <a:pt x="6538607" y="722429"/>
                  </a:lnTo>
                  <a:lnTo>
                    <a:pt x="6537946" y="722429"/>
                  </a:lnTo>
                  <a:lnTo>
                    <a:pt x="6537286" y="722429"/>
                  </a:lnTo>
                  <a:lnTo>
                    <a:pt x="6536625" y="722429"/>
                  </a:lnTo>
                  <a:lnTo>
                    <a:pt x="6535965" y="722429"/>
                  </a:lnTo>
                  <a:lnTo>
                    <a:pt x="6535304" y="722429"/>
                  </a:lnTo>
                  <a:lnTo>
                    <a:pt x="6534644" y="722429"/>
                  </a:lnTo>
                  <a:lnTo>
                    <a:pt x="6533983" y="722429"/>
                  </a:lnTo>
                  <a:lnTo>
                    <a:pt x="6533323" y="722429"/>
                  </a:lnTo>
                  <a:lnTo>
                    <a:pt x="6532662" y="722429"/>
                  </a:lnTo>
                  <a:lnTo>
                    <a:pt x="6532002" y="722429"/>
                  </a:lnTo>
                  <a:lnTo>
                    <a:pt x="6531341" y="722429"/>
                  </a:lnTo>
                  <a:lnTo>
                    <a:pt x="6530680" y="722429"/>
                  </a:lnTo>
                  <a:lnTo>
                    <a:pt x="6530020" y="722429"/>
                  </a:lnTo>
                  <a:lnTo>
                    <a:pt x="6529359" y="722429"/>
                  </a:lnTo>
                  <a:lnTo>
                    <a:pt x="6528699" y="722429"/>
                  </a:lnTo>
                  <a:lnTo>
                    <a:pt x="6528038" y="722429"/>
                  </a:lnTo>
                  <a:lnTo>
                    <a:pt x="6527378" y="722429"/>
                  </a:lnTo>
                  <a:lnTo>
                    <a:pt x="6526717" y="722429"/>
                  </a:lnTo>
                  <a:lnTo>
                    <a:pt x="6526057" y="722429"/>
                  </a:lnTo>
                  <a:lnTo>
                    <a:pt x="6525396" y="722429"/>
                  </a:lnTo>
                  <a:lnTo>
                    <a:pt x="6524736" y="722429"/>
                  </a:lnTo>
                  <a:lnTo>
                    <a:pt x="6524075" y="722429"/>
                  </a:lnTo>
                  <a:lnTo>
                    <a:pt x="6523415" y="722429"/>
                  </a:lnTo>
                  <a:lnTo>
                    <a:pt x="6522754" y="722429"/>
                  </a:lnTo>
                  <a:lnTo>
                    <a:pt x="6522094" y="722429"/>
                  </a:lnTo>
                  <a:lnTo>
                    <a:pt x="6521433" y="722429"/>
                  </a:lnTo>
                  <a:lnTo>
                    <a:pt x="6520772" y="722429"/>
                  </a:lnTo>
                  <a:lnTo>
                    <a:pt x="6520112" y="722429"/>
                  </a:lnTo>
                  <a:lnTo>
                    <a:pt x="6519451" y="722429"/>
                  </a:lnTo>
                  <a:lnTo>
                    <a:pt x="6518791" y="722429"/>
                  </a:lnTo>
                  <a:lnTo>
                    <a:pt x="6518130" y="722429"/>
                  </a:lnTo>
                  <a:lnTo>
                    <a:pt x="6517470" y="722429"/>
                  </a:lnTo>
                  <a:lnTo>
                    <a:pt x="6516809" y="722429"/>
                  </a:lnTo>
                  <a:lnTo>
                    <a:pt x="6516149" y="722429"/>
                  </a:lnTo>
                  <a:lnTo>
                    <a:pt x="6515488" y="722429"/>
                  </a:lnTo>
                  <a:lnTo>
                    <a:pt x="6514828" y="722429"/>
                  </a:lnTo>
                  <a:lnTo>
                    <a:pt x="6514167" y="722429"/>
                  </a:lnTo>
                  <a:lnTo>
                    <a:pt x="6513507" y="722429"/>
                  </a:lnTo>
                  <a:lnTo>
                    <a:pt x="6512846" y="722429"/>
                  </a:lnTo>
                  <a:lnTo>
                    <a:pt x="6512186" y="722429"/>
                  </a:lnTo>
                  <a:lnTo>
                    <a:pt x="6511525" y="722429"/>
                  </a:lnTo>
                  <a:lnTo>
                    <a:pt x="6510864" y="722429"/>
                  </a:lnTo>
                  <a:lnTo>
                    <a:pt x="6510204" y="722429"/>
                  </a:lnTo>
                  <a:lnTo>
                    <a:pt x="6509543" y="722429"/>
                  </a:lnTo>
                  <a:lnTo>
                    <a:pt x="6508883" y="722429"/>
                  </a:lnTo>
                  <a:lnTo>
                    <a:pt x="6508222" y="722429"/>
                  </a:lnTo>
                  <a:lnTo>
                    <a:pt x="6507562" y="722429"/>
                  </a:lnTo>
                  <a:lnTo>
                    <a:pt x="6506901" y="722429"/>
                  </a:lnTo>
                  <a:lnTo>
                    <a:pt x="6506241" y="722429"/>
                  </a:lnTo>
                  <a:lnTo>
                    <a:pt x="6505580" y="722429"/>
                  </a:lnTo>
                  <a:lnTo>
                    <a:pt x="6504920" y="722429"/>
                  </a:lnTo>
                  <a:lnTo>
                    <a:pt x="6504259" y="722429"/>
                  </a:lnTo>
                  <a:lnTo>
                    <a:pt x="6503599" y="722429"/>
                  </a:lnTo>
                  <a:lnTo>
                    <a:pt x="6502938" y="722429"/>
                  </a:lnTo>
                  <a:lnTo>
                    <a:pt x="6502278" y="722429"/>
                  </a:lnTo>
                  <a:lnTo>
                    <a:pt x="6501617" y="722429"/>
                  </a:lnTo>
                  <a:lnTo>
                    <a:pt x="6500956" y="722429"/>
                  </a:lnTo>
                  <a:lnTo>
                    <a:pt x="6500296" y="722429"/>
                  </a:lnTo>
                  <a:lnTo>
                    <a:pt x="6499635" y="722429"/>
                  </a:lnTo>
                  <a:lnTo>
                    <a:pt x="6498975" y="722429"/>
                  </a:lnTo>
                  <a:lnTo>
                    <a:pt x="6498314" y="722429"/>
                  </a:lnTo>
                  <a:lnTo>
                    <a:pt x="6497654" y="722429"/>
                  </a:lnTo>
                  <a:lnTo>
                    <a:pt x="6496993" y="722429"/>
                  </a:lnTo>
                  <a:lnTo>
                    <a:pt x="6496333" y="722429"/>
                  </a:lnTo>
                  <a:lnTo>
                    <a:pt x="6495672" y="722429"/>
                  </a:lnTo>
                  <a:lnTo>
                    <a:pt x="6495012" y="722429"/>
                  </a:lnTo>
                  <a:lnTo>
                    <a:pt x="6494351" y="722429"/>
                  </a:lnTo>
                  <a:lnTo>
                    <a:pt x="6493691" y="722429"/>
                  </a:lnTo>
                  <a:lnTo>
                    <a:pt x="6493030" y="722429"/>
                  </a:lnTo>
                  <a:lnTo>
                    <a:pt x="6492370" y="722429"/>
                  </a:lnTo>
                  <a:lnTo>
                    <a:pt x="6491709" y="722429"/>
                  </a:lnTo>
                  <a:lnTo>
                    <a:pt x="6491049" y="722429"/>
                  </a:lnTo>
                  <a:lnTo>
                    <a:pt x="6490388" y="722429"/>
                  </a:lnTo>
                  <a:lnTo>
                    <a:pt x="6489727" y="722429"/>
                  </a:lnTo>
                  <a:lnTo>
                    <a:pt x="6489067" y="722429"/>
                  </a:lnTo>
                  <a:lnTo>
                    <a:pt x="6488406" y="722429"/>
                  </a:lnTo>
                  <a:lnTo>
                    <a:pt x="6487746" y="722429"/>
                  </a:lnTo>
                  <a:lnTo>
                    <a:pt x="6487085" y="722429"/>
                  </a:lnTo>
                  <a:lnTo>
                    <a:pt x="6486425" y="722429"/>
                  </a:lnTo>
                  <a:lnTo>
                    <a:pt x="6485764" y="722429"/>
                  </a:lnTo>
                  <a:lnTo>
                    <a:pt x="6485104" y="722429"/>
                  </a:lnTo>
                  <a:lnTo>
                    <a:pt x="6484443" y="722429"/>
                  </a:lnTo>
                  <a:lnTo>
                    <a:pt x="6483783" y="722429"/>
                  </a:lnTo>
                  <a:lnTo>
                    <a:pt x="6483122" y="722429"/>
                  </a:lnTo>
                  <a:lnTo>
                    <a:pt x="6482462" y="722429"/>
                  </a:lnTo>
                  <a:lnTo>
                    <a:pt x="6481801" y="722429"/>
                  </a:lnTo>
                  <a:lnTo>
                    <a:pt x="6481141" y="722429"/>
                  </a:lnTo>
                  <a:lnTo>
                    <a:pt x="6480480" y="722429"/>
                  </a:lnTo>
                  <a:lnTo>
                    <a:pt x="6479819" y="722429"/>
                  </a:lnTo>
                  <a:lnTo>
                    <a:pt x="6479159" y="722429"/>
                  </a:lnTo>
                  <a:lnTo>
                    <a:pt x="6478498" y="722429"/>
                  </a:lnTo>
                  <a:lnTo>
                    <a:pt x="6477838" y="722429"/>
                  </a:lnTo>
                  <a:lnTo>
                    <a:pt x="6477177" y="722429"/>
                  </a:lnTo>
                  <a:lnTo>
                    <a:pt x="6476517" y="722429"/>
                  </a:lnTo>
                  <a:lnTo>
                    <a:pt x="6475856" y="722429"/>
                  </a:lnTo>
                  <a:lnTo>
                    <a:pt x="6475196" y="722429"/>
                  </a:lnTo>
                  <a:lnTo>
                    <a:pt x="6474535" y="722429"/>
                  </a:lnTo>
                  <a:lnTo>
                    <a:pt x="6473875" y="722429"/>
                  </a:lnTo>
                  <a:lnTo>
                    <a:pt x="6473214" y="722429"/>
                  </a:lnTo>
                  <a:lnTo>
                    <a:pt x="6472554" y="722429"/>
                  </a:lnTo>
                  <a:lnTo>
                    <a:pt x="6471893" y="722429"/>
                  </a:lnTo>
                  <a:lnTo>
                    <a:pt x="6471233" y="722429"/>
                  </a:lnTo>
                  <a:lnTo>
                    <a:pt x="6470572" y="722429"/>
                  </a:lnTo>
                  <a:lnTo>
                    <a:pt x="6469911" y="722429"/>
                  </a:lnTo>
                  <a:lnTo>
                    <a:pt x="6469251" y="722429"/>
                  </a:lnTo>
                  <a:lnTo>
                    <a:pt x="6468590" y="722429"/>
                  </a:lnTo>
                  <a:lnTo>
                    <a:pt x="6467930" y="722429"/>
                  </a:lnTo>
                  <a:lnTo>
                    <a:pt x="6467269" y="722429"/>
                  </a:lnTo>
                  <a:lnTo>
                    <a:pt x="6466609" y="722429"/>
                  </a:lnTo>
                  <a:lnTo>
                    <a:pt x="6465948" y="722429"/>
                  </a:lnTo>
                  <a:lnTo>
                    <a:pt x="6465288" y="722429"/>
                  </a:lnTo>
                  <a:lnTo>
                    <a:pt x="6464627" y="722429"/>
                  </a:lnTo>
                  <a:lnTo>
                    <a:pt x="6463967" y="722429"/>
                  </a:lnTo>
                  <a:lnTo>
                    <a:pt x="6463306" y="722429"/>
                  </a:lnTo>
                  <a:lnTo>
                    <a:pt x="6462646" y="722429"/>
                  </a:lnTo>
                  <a:lnTo>
                    <a:pt x="6461985" y="722429"/>
                  </a:lnTo>
                  <a:lnTo>
                    <a:pt x="6461325" y="722429"/>
                  </a:lnTo>
                  <a:lnTo>
                    <a:pt x="6460664" y="722429"/>
                  </a:lnTo>
                  <a:lnTo>
                    <a:pt x="6460004" y="722429"/>
                  </a:lnTo>
                  <a:lnTo>
                    <a:pt x="6459343" y="722429"/>
                  </a:lnTo>
                  <a:lnTo>
                    <a:pt x="6458682" y="722429"/>
                  </a:lnTo>
                  <a:lnTo>
                    <a:pt x="6458022" y="722429"/>
                  </a:lnTo>
                  <a:lnTo>
                    <a:pt x="6457361" y="722429"/>
                  </a:lnTo>
                  <a:lnTo>
                    <a:pt x="6456701" y="722429"/>
                  </a:lnTo>
                  <a:lnTo>
                    <a:pt x="6456040" y="722429"/>
                  </a:lnTo>
                  <a:lnTo>
                    <a:pt x="6455380" y="722429"/>
                  </a:lnTo>
                  <a:lnTo>
                    <a:pt x="6454719" y="722429"/>
                  </a:lnTo>
                  <a:lnTo>
                    <a:pt x="6454059" y="722429"/>
                  </a:lnTo>
                  <a:lnTo>
                    <a:pt x="6453398" y="722429"/>
                  </a:lnTo>
                  <a:lnTo>
                    <a:pt x="6452738" y="722429"/>
                  </a:lnTo>
                  <a:lnTo>
                    <a:pt x="6452077" y="722429"/>
                  </a:lnTo>
                  <a:lnTo>
                    <a:pt x="6451417" y="722429"/>
                  </a:lnTo>
                  <a:lnTo>
                    <a:pt x="6450756" y="722429"/>
                  </a:lnTo>
                  <a:lnTo>
                    <a:pt x="6450096" y="722429"/>
                  </a:lnTo>
                  <a:lnTo>
                    <a:pt x="6449435" y="722429"/>
                  </a:lnTo>
                  <a:lnTo>
                    <a:pt x="6448774" y="722429"/>
                  </a:lnTo>
                  <a:lnTo>
                    <a:pt x="6448114" y="722429"/>
                  </a:lnTo>
                  <a:lnTo>
                    <a:pt x="6447453" y="722429"/>
                  </a:lnTo>
                  <a:lnTo>
                    <a:pt x="6446793" y="722429"/>
                  </a:lnTo>
                  <a:lnTo>
                    <a:pt x="6446132" y="722429"/>
                  </a:lnTo>
                  <a:lnTo>
                    <a:pt x="6445472" y="722429"/>
                  </a:lnTo>
                  <a:lnTo>
                    <a:pt x="6444811" y="722429"/>
                  </a:lnTo>
                  <a:lnTo>
                    <a:pt x="6444151" y="722429"/>
                  </a:lnTo>
                  <a:lnTo>
                    <a:pt x="6443490" y="722429"/>
                  </a:lnTo>
                  <a:lnTo>
                    <a:pt x="6442830" y="722429"/>
                  </a:lnTo>
                  <a:lnTo>
                    <a:pt x="6442169" y="722429"/>
                  </a:lnTo>
                  <a:lnTo>
                    <a:pt x="6441509" y="722429"/>
                  </a:lnTo>
                  <a:lnTo>
                    <a:pt x="6440848" y="722429"/>
                  </a:lnTo>
                  <a:lnTo>
                    <a:pt x="6440188" y="722429"/>
                  </a:lnTo>
                  <a:lnTo>
                    <a:pt x="6439527" y="722429"/>
                  </a:lnTo>
                  <a:lnTo>
                    <a:pt x="6438866" y="722429"/>
                  </a:lnTo>
                  <a:lnTo>
                    <a:pt x="6438206" y="722429"/>
                  </a:lnTo>
                  <a:lnTo>
                    <a:pt x="6437545" y="722429"/>
                  </a:lnTo>
                  <a:lnTo>
                    <a:pt x="6436885" y="722429"/>
                  </a:lnTo>
                  <a:lnTo>
                    <a:pt x="6436224" y="722429"/>
                  </a:lnTo>
                  <a:lnTo>
                    <a:pt x="6435564" y="722429"/>
                  </a:lnTo>
                  <a:lnTo>
                    <a:pt x="6434903" y="722429"/>
                  </a:lnTo>
                  <a:lnTo>
                    <a:pt x="6434243" y="722429"/>
                  </a:lnTo>
                  <a:lnTo>
                    <a:pt x="6433582" y="722429"/>
                  </a:lnTo>
                  <a:lnTo>
                    <a:pt x="6432922" y="722429"/>
                  </a:lnTo>
                  <a:lnTo>
                    <a:pt x="6432261" y="722429"/>
                  </a:lnTo>
                  <a:lnTo>
                    <a:pt x="6431601" y="722429"/>
                  </a:lnTo>
                  <a:lnTo>
                    <a:pt x="6430940" y="722429"/>
                  </a:lnTo>
                  <a:lnTo>
                    <a:pt x="6430280" y="722429"/>
                  </a:lnTo>
                  <a:lnTo>
                    <a:pt x="6429619" y="722429"/>
                  </a:lnTo>
                  <a:lnTo>
                    <a:pt x="6428958" y="722429"/>
                  </a:lnTo>
                  <a:lnTo>
                    <a:pt x="6428298" y="722429"/>
                  </a:lnTo>
                  <a:lnTo>
                    <a:pt x="6427637" y="722429"/>
                  </a:lnTo>
                  <a:lnTo>
                    <a:pt x="6426977" y="722429"/>
                  </a:lnTo>
                  <a:lnTo>
                    <a:pt x="6426316" y="722429"/>
                  </a:lnTo>
                  <a:lnTo>
                    <a:pt x="6425656" y="722429"/>
                  </a:lnTo>
                  <a:lnTo>
                    <a:pt x="6424995" y="722429"/>
                  </a:lnTo>
                  <a:lnTo>
                    <a:pt x="6424335" y="722429"/>
                  </a:lnTo>
                  <a:lnTo>
                    <a:pt x="6423674" y="722429"/>
                  </a:lnTo>
                  <a:lnTo>
                    <a:pt x="6423014" y="722429"/>
                  </a:lnTo>
                  <a:lnTo>
                    <a:pt x="6422353" y="722429"/>
                  </a:lnTo>
                  <a:lnTo>
                    <a:pt x="6421693" y="722429"/>
                  </a:lnTo>
                  <a:lnTo>
                    <a:pt x="6421032" y="722429"/>
                  </a:lnTo>
                  <a:lnTo>
                    <a:pt x="6420372" y="722429"/>
                  </a:lnTo>
                  <a:lnTo>
                    <a:pt x="6419711" y="722429"/>
                  </a:lnTo>
                  <a:lnTo>
                    <a:pt x="6419051" y="722429"/>
                  </a:lnTo>
                  <a:lnTo>
                    <a:pt x="6418390" y="722429"/>
                  </a:lnTo>
                  <a:lnTo>
                    <a:pt x="6417729" y="722429"/>
                  </a:lnTo>
                  <a:lnTo>
                    <a:pt x="6417069" y="722429"/>
                  </a:lnTo>
                  <a:lnTo>
                    <a:pt x="6416408" y="722429"/>
                  </a:lnTo>
                  <a:lnTo>
                    <a:pt x="6415748" y="722429"/>
                  </a:lnTo>
                  <a:lnTo>
                    <a:pt x="6415087" y="722429"/>
                  </a:lnTo>
                  <a:lnTo>
                    <a:pt x="6414427" y="722429"/>
                  </a:lnTo>
                  <a:lnTo>
                    <a:pt x="6413766" y="722429"/>
                  </a:lnTo>
                  <a:lnTo>
                    <a:pt x="6413106" y="722429"/>
                  </a:lnTo>
                  <a:lnTo>
                    <a:pt x="6412445" y="722429"/>
                  </a:lnTo>
                  <a:lnTo>
                    <a:pt x="6411785" y="722429"/>
                  </a:lnTo>
                  <a:lnTo>
                    <a:pt x="6411124" y="722429"/>
                  </a:lnTo>
                  <a:lnTo>
                    <a:pt x="6410464" y="722429"/>
                  </a:lnTo>
                  <a:lnTo>
                    <a:pt x="6409803" y="722429"/>
                  </a:lnTo>
                  <a:lnTo>
                    <a:pt x="6409143" y="722429"/>
                  </a:lnTo>
                  <a:lnTo>
                    <a:pt x="6408482" y="722429"/>
                  </a:lnTo>
                  <a:lnTo>
                    <a:pt x="6407821" y="722429"/>
                  </a:lnTo>
                  <a:lnTo>
                    <a:pt x="6407161" y="722429"/>
                  </a:lnTo>
                  <a:lnTo>
                    <a:pt x="6406500" y="722429"/>
                  </a:lnTo>
                  <a:lnTo>
                    <a:pt x="6405840" y="722429"/>
                  </a:lnTo>
                  <a:lnTo>
                    <a:pt x="6405179" y="722429"/>
                  </a:lnTo>
                  <a:lnTo>
                    <a:pt x="6404519" y="722429"/>
                  </a:lnTo>
                  <a:lnTo>
                    <a:pt x="6403858" y="722429"/>
                  </a:lnTo>
                  <a:lnTo>
                    <a:pt x="6403198" y="722429"/>
                  </a:lnTo>
                  <a:lnTo>
                    <a:pt x="6402537" y="722429"/>
                  </a:lnTo>
                  <a:lnTo>
                    <a:pt x="6401877" y="722429"/>
                  </a:lnTo>
                  <a:lnTo>
                    <a:pt x="6401216" y="722429"/>
                  </a:lnTo>
                  <a:lnTo>
                    <a:pt x="6400556" y="722429"/>
                  </a:lnTo>
                  <a:lnTo>
                    <a:pt x="6399895" y="722429"/>
                  </a:lnTo>
                  <a:lnTo>
                    <a:pt x="6399235" y="722429"/>
                  </a:lnTo>
                  <a:lnTo>
                    <a:pt x="6398574" y="722429"/>
                  </a:lnTo>
                  <a:lnTo>
                    <a:pt x="6397913" y="722429"/>
                  </a:lnTo>
                  <a:lnTo>
                    <a:pt x="6397253" y="722429"/>
                  </a:lnTo>
                  <a:lnTo>
                    <a:pt x="6396592" y="722429"/>
                  </a:lnTo>
                  <a:lnTo>
                    <a:pt x="6395932" y="722429"/>
                  </a:lnTo>
                  <a:lnTo>
                    <a:pt x="6395271" y="722429"/>
                  </a:lnTo>
                  <a:lnTo>
                    <a:pt x="6394611" y="722429"/>
                  </a:lnTo>
                  <a:lnTo>
                    <a:pt x="6393950" y="722429"/>
                  </a:lnTo>
                  <a:lnTo>
                    <a:pt x="6393290" y="722429"/>
                  </a:lnTo>
                  <a:lnTo>
                    <a:pt x="6392629" y="722429"/>
                  </a:lnTo>
                  <a:lnTo>
                    <a:pt x="6391969" y="722429"/>
                  </a:lnTo>
                  <a:lnTo>
                    <a:pt x="6391308" y="722429"/>
                  </a:lnTo>
                  <a:lnTo>
                    <a:pt x="6390648" y="722429"/>
                  </a:lnTo>
                  <a:lnTo>
                    <a:pt x="6389987" y="722429"/>
                  </a:lnTo>
                  <a:lnTo>
                    <a:pt x="6389327" y="722429"/>
                  </a:lnTo>
                  <a:lnTo>
                    <a:pt x="6388666" y="722429"/>
                  </a:lnTo>
                  <a:lnTo>
                    <a:pt x="6388006" y="722429"/>
                  </a:lnTo>
                  <a:lnTo>
                    <a:pt x="6387345" y="722429"/>
                  </a:lnTo>
                  <a:lnTo>
                    <a:pt x="6386684" y="722429"/>
                  </a:lnTo>
                  <a:lnTo>
                    <a:pt x="6386024" y="722429"/>
                  </a:lnTo>
                  <a:lnTo>
                    <a:pt x="6385363" y="722429"/>
                  </a:lnTo>
                  <a:lnTo>
                    <a:pt x="6384703" y="722429"/>
                  </a:lnTo>
                  <a:lnTo>
                    <a:pt x="6384042" y="722429"/>
                  </a:lnTo>
                  <a:lnTo>
                    <a:pt x="6383382" y="722429"/>
                  </a:lnTo>
                  <a:lnTo>
                    <a:pt x="6382721" y="722429"/>
                  </a:lnTo>
                  <a:lnTo>
                    <a:pt x="6382061" y="722429"/>
                  </a:lnTo>
                  <a:lnTo>
                    <a:pt x="6381400" y="722429"/>
                  </a:lnTo>
                  <a:lnTo>
                    <a:pt x="6380740" y="722429"/>
                  </a:lnTo>
                  <a:lnTo>
                    <a:pt x="6380079" y="722429"/>
                  </a:lnTo>
                  <a:lnTo>
                    <a:pt x="6379419" y="722429"/>
                  </a:lnTo>
                  <a:lnTo>
                    <a:pt x="6378758" y="722429"/>
                  </a:lnTo>
                  <a:lnTo>
                    <a:pt x="6378098" y="722429"/>
                  </a:lnTo>
                  <a:lnTo>
                    <a:pt x="6377437" y="722429"/>
                  </a:lnTo>
                  <a:lnTo>
                    <a:pt x="6376776" y="722429"/>
                  </a:lnTo>
                  <a:lnTo>
                    <a:pt x="6376116" y="722429"/>
                  </a:lnTo>
                  <a:lnTo>
                    <a:pt x="6375455" y="722429"/>
                  </a:lnTo>
                  <a:lnTo>
                    <a:pt x="6374795" y="722429"/>
                  </a:lnTo>
                  <a:lnTo>
                    <a:pt x="6374134" y="722429"/>
                  </a:lnTo>
                  <a:lnTo>
                    <a:pt x="6373474" y="722429"/>
                  </a:lnTo>
                  <a:lnTo>
                    <a:pt x="6372813" y="722429"/>
                  </a:lnTo>
                  <a:lnTo>
                    <a:pt x="6372153" y="722429"/>
                  </a:lnTo>
                  <a:lnTo>
                    <a:pt x="6371492" y="722429"/>
                  </a:lnTo>
                  <a:lnTo>
                    <a:pt x="6370832" y="722429"/>
                  </a:lnTo>
                  <a:lnTo>
                    <a:pt x="6370171" y="722429"/>
                  </a:lnTo>
                  <a:lnTo>
                    <a:pt x="6369511" y="722429"/>
                  </a:lnTo>
                  <a:lnTo>
                    <a:pt x="6368850" y="722429"/>
                  </a:lnTo>
                  <a:lnTo>
                    <a:pt x="6368190" y="722429"/>
                  </a:lnTo>
                  <a:lnTo>
                    <a:pt x="6367529" y="722429"/>
                  </a:lnTo>
                  <a:lnTo>
                    <a:pt x="6366868" y="722429"/>
                  </a:lnTo>
                  <a:lnTo>
                    <a:pt x="6366208" y="722429"/>
                  </a:lnTo>
                  <a:lnTo>
                    <a:pt x="6365547" y="722429"/>
                  </a:lnTo>
                  <a:lnTo>
                    <a:pt x="6364887" y="722429"/>
                  </a:lnTo>
                  <a:lnTo>
                    <a:pt x="6364226" y="722429"/>
                  </a:lnTo>
                  <a:lnTo>
                    <a:pt x="6363566" y="722429"/>
                  </a:lnTo>
                  <a:lnTo>
                    <a:pt x="6362905" y="722429"/>
                  </a:lnTo>
                  <a:lnTo>
                    <a:pt x="6362245" y="722429"/>
                  </a:lnTo>
                  <a:lnTo>
                    <a:pt x="6361584" y="722429"/>
                  </a:lnTo>
                  <a:lnTo>
                    <a:pt x="6360924" y="722429"/>
                  </a:lnTo>
                  <a:lnTo>
                    <a:pt x="6360263" y="722429"/>
                  </a:lnTo>
                  <a:lnTo>
                    <a:pt x="6359603" y="722429"/>
                  </a:lnTo>
                  <a:lnTo>
                    <a:pt x="6358942" y="722429"/>
                  </a:lnTo>
                  <a:lnTo>
                    <a:pt x="6358282" y="722429"/>
                  </a:lnTo>
                  <a:lnTo>
                    <a:pt x="6357621" y="722429"/>
                  </a:lnTo>
                  <a:lnTo>
                    <a:pt x="6356960" y="722429"/>
                  </a:lnTo>
                  <a:lnTo>
                    <a:pt x="6356300" y="722429"/>
                  </a:lnTo>
                  <a:lnTo>
                    <a:pt x="6355639" y="722429"/>
                  </a:lnTo>
                  <a:lnTo>
                    <a:pt x="6354979" y="722429"/>
                  </a:lnTo>
                  <a:lnTo>
                    <a:pt x="6354318" y="722429"/>
                  </a:lnTo>
                  <a:lnTo>
                    <a:pt x="6353658" y="722429"/>
                  </a:lnTo>
                  <a:lnTo>
                    <a:pt x="6352997" y="722429"/>
                  </a:lnTo>
                  <a:lnTo>
                    <a:pt x="6352337" y="722429"/>
                  </a:lnTo>
                  <a:lnTo>
                    <a:pt x="6351676" y="722429"/>
                  </a:lnTo>
                  <a:lnTo>
                    <a:pt x="6351016" y="722429"/>
                  </a:lnTo>
                  <a:lnTo>
                    <a:pt x="6350355" y="722429"/>
                  </a:lnTo>
                  <a:lnTo>
                    <a:pt x="6349695" y="722429"/>
                  </a:lnTo>
                  <a:lnTo>
                    <a:pt x="6349034" y="722429"/>
                  </a:lnTo>
                  <a:lnTo>
                    <a:pt x="6348374" y="722429"/>
                  </a:lnTo>
                  <a:lnTo>
                    <a:pt x="6347713" y="722429"/>
                  </a:lnTo>
                  <a:lnTo>
                    <a:pt x="6347053" y="722429"/>
                  </a:lnTo>
                  <a:lnTo>
                    <a:pt x="6346392" y="722429"/>
                  </a:lnTo>
                  <a:lnTo>
                    <a:pt x="6345731" y="722429"/>
                  </a:lnTo>
                  <a:lnTo>
                    <a:pt x="6345071" y="722429"/>
                  </a:lnTo>
                  <a:lnTo>
                    <a:pt x="6344410" y="722429"/>
                  </a:lnTo>
                  <a:lnTo>
                    <a:pt x="6343750" y="722429"/>
                  </a:lnTo>
                  <a:lnTo>
                    <a:pt x="6343089" y="722429"/>
                  </a:lnTo>
                  <a:lnTo>
                    <a:pt x="6342429" y="722429"/>
                  </a:lnTo>
                  <a:lnTo>
                    <a:pt x="6341768" y="722429"/>
                  </a:lnTo>
                  <a:lnTo>
                    <a:pt x="6341108" y="722429"/>
                  </a:lnTo>
                  <a:lnTo>
                    <a:pt x="6340447" y="722429"/>
                  </a:lnTo>
                  <a:lnTo>
                    <a:pt x="6339787" y="722429"/>
                  </a:lnTo>
                  <a:lnTo>
                    <a:pt x="6339126" y="722429"/>
                  </a:lnTo>
                  <a:lnTo>
                    <a:pt x="6338466" y="722429"/>
                  </a:lnTo>
                  <a:lnTo>
                    <a:pt x="6337805" y="722429"/>
                  </a:lnTo>
                  <a:lnTo>
                    <a:pt x="6337145" y="722429"/>
                  </a:lnTo>
                  <a:lnTo>
                    <a:pt x="6336484" y="722429"/>
                  </a:lnTo>
                  <a:lnTo>
                    <a:pt x="6335823" y="722429"/>
                  </a:lnTo>
                  <a:lnTo>
                    <a:pt x="6335163" y="722429"/>
                  </a:lnTo>
                  <a:lnTo>
                    <a:pt x="6334502" y="722429"/>
                  </a:lnTo>
                  <a:lnTo>
                    <a:pt x="6333842" y="722429"/>
                  </a:lnTo>
                  <a:lnTo>
                    <a:pt x="6333181" y="722429"/>
                  </a:lnTo>
                  <a:lnTo>
                    <a:pt x="6332521" y="722429"/>
                  </a:lnTo>
                  <a:lnTo>
                    <a:pt x="6331860" y="722429"/>
                  </a:lnTo>
                  <a:lnTo>
                    <a:pt x="6331200" y="722429"/>
                  </a:lnTo>
                  <a:lnTo>
                    <a:pt x="6330539" y="722429"/>
                  </a:lnTo>
                  <a:lnTo>
                    <a:pt x="6329879" y="722429"/>
                  </a:lnTo>
                  <a:lnTo>
                    <a:pt x="6329218" y="722429"/>
                  </a:lnTo>
                  <a:lnTo>
                    <a:pt x="6328558" y="722429"/>
                  </a:lnTo>
                  <a:lnTo>
                    <a:pt x="6327897" y="722429"/>
                  </a:lnTo>
                  <a:lnTo>
                    <a:pt x="6327237" y="722429"/>
                  </a:lnTo>
                  <a:lnTo>
                    <a:pt x="6326576" y="722429"/>
                  </a:lnTo>
                  <a:lnTo>
                    <a:pt x="6325915" y="722429"/>
                  </a:lnTo>
                  <a:lnTo>
                    <a:pt x="6325255" y="722429"/>
                  </a:lnTo>
                  <a:lnTo>
                    <a:pt x="6324594" y="722429"/>
                  </a:lnTo>
                  <a:lnTo>
                    <a:pt x="6323934" y="722429"/>
                  </a:lnTo>
                  <a:lnTo>
                    <a:pt x="6323273" y="722429"/>
                  </a:lnTo>
                  <a:lnTo>
                    <a:pt x="6322613" y="722429"/>
                  </a:lnTo>
                  <a:lnTo>
                    <a:pt x="6321952" y="722429"/>
                  </a:lnTo>
                  <a:lnTo>
                    <a:pt x="6321292" y="722429"/>
                  </a:lnTo>
                  <a:lnTo>
                    <a:pt x="6320631" y="722429"/>
                  </a:lnTo>
                  <a:lnTo>
                    <a:pt x="6319971" y="722429"/>
                  </a:lnTo>
                  <a:lnTo>
                    <a:pt x="6319310" y="722429"/>
                  </a:lnTo>
                  <a:lnTo>
                    <a:pt x="6318650" y="722429"/>
                  </a:lnTo>
                  <a:lnTo>
                    <a:pt x="6317989" y="722429"/>
                  </a:lnTo>
                  <a:lnTo>
                    <a:pt x="6317329" y="722429"/>
                  </a:lnTo>
                  <a:lnTo>
                    <a:pt x="6316668" y="722429"/>
                  </a:lnTo>
                  <a:lnTo>
                    <a:pt x="6316008" y="722429"/>
                  </a:lnTo>
                  <a:lnTo>
                    <a:pt x="6315347" y="722429"/>
                  </a:lnTo>
                  <a:lnTo>
                    <a:pt x="6314686" y="722429"/>
                  </a:lnTo>
                  <a:lnTo>
                    <a:pt x="6314026" y="722429"/>
                  </a:lnTo>
                  <a:lnTo>
                    <a:pt x="6313365" y="722429"/>
                  </a:lnTo>
                  <a:lnTo>
                    <a:pt x="6312705" y="722429"/>
                  </a:lnTo>
                  <a:lnTo>
                    <a:pt x="6312044" y="722429"/>
                  </a:lnTo>
                  <a:lnTo>
                    <a:pt x="6311384" y="722429"/>
                  </a:lnTo>
                  <a:lnTo>
                    <a:pt x="6310723" y="722429"/>
                  </a:lnTo>
                  <a:lnTo>
                    <a:pt x="6310063" y="722429"/>
                  </a:lnTo>
                  <a:lnTo>
                    <a:pt x="6309402" y="722429"/>
                  </a:lnTo>
                  <a:lnTo>
                    <a:pt x="6308742" y="722429"/>
                  </a:lnTo>
                  <a:lnTo>
                    <a:pt x="6308081" y="722429"/>
                  </a:lnTo>
                  <a:lnTo>
                    <a:pt x="6307421" y="722429"/>
                  </a:lnTo>
                  <a:lnTo>
                    <a:pt x="6306760" y="722429"/>
                  </a:lnTo>
                  <a:lnTo>
                    <a:pt x="6306100" y="722429"/>
                  </a:lnTo>
                  <a:lnTo>
                    <a:pt x="6305439" y="722429"/>
                  </a:lnTo>
                  <a:lnTo>
                    <a:pt x="6304778" y="722429"/>
                  </a:lnTo>
                  <a:lnTo>
                    <a:pt x="6304118" y="722429"/>
                  </a:lnTo>
                  <a:lnTo>
                    <a:pt x="6303457" y="722429"/>
                  </a:lnTo>
                  <a:lnTo>
                    <a:pt x="6302797" y="722429"/>
                  </a:lnTo>
                  <a:lnTo>
                    <a:pt x="6302136" y="722429"/>
                  </a:lnTo>
                  <a:lnTo>
                    <a:pt x="6301476" y="722429"/>
                  </a:lnTo>
                  <a:lnTo>
                    <a:pt x="6300815" y="722429"/>
                  </a:lnTo>
                  <a:lnTo>
                    <a:pt x="6300155" y="722429"/>
                  </a:lnTo>
                  <a:lnTo>
                    <a:pt x="6299494" y="722429"/>
                  </a:lnTo>
                  <a:lnTo>
                    <a:pt x="6298834" y="722429"/>
                  </a:lnTo>
                  <a:lnTo>
                    <a:pt x="6298173" y="722429"/>
                  </a:lnTo>
                  <a:lnTo>
                    <a:pt x="6297513" y="722429"/>
                  </a:lnTo>
                  <a:lnTo>
                    <a:pt x="6296852" y="722429"/>
                  </a:lnTo>
                  <a:lnTo>
                    <a:pt x="6296192" y="722429"/>
                  </a:lnTo>
                  <a:lnTo>
                    <a:pt x="6295531" y="722429"/>
                  </a:lnTo>
                  <a:lnTo>
                    <a:pt x="6294870" y="722429"/>
                  </a:lnTo>
                  <a:lnTo>
                    <a:pt x="6294210" y="722429"/>
                  </a:lnTo>
                  <a:lnTo>
                    <a:pt x="6293549" y="722429"/>
                  </a:lnTo>
                  <a:lnTo>
                    <a:pt x="6292889" y="722429"/>
                  </a:lnTo>
                  <a:lnTo>
                    <a:pt x="6292228" y="722429"/>
                  </a:lnTo>
                  <a:lnTo>
                    <a:pt x="6291568" y="722429"/>
                  </a:lnTo>
                  <a:lnTo>
                    <a:pt x="6290907" y="722429"/>
                  </a:lnTo>
                  <a:lnTo>
                    <a:pt x="6290247" y="722429"/>
                  </a:lnTo>
                  <a:lnTo>
                    <a:pt x="6289586" y="722429"/>
                  </a:lnTo>
                  <a:lnTo>
                    <a:pt x="6288926" y="722429"/>
                  </a:lnTo>
                  <a:lnTo>
                    <a:pt x="6288265" y="722429"/>
                  </a:lnTo>
                  <a:lnTo>
                    <a:pt x="6287605" y="722429"/>
                  </a:lnTo>
                  <a:lnTo>
                    <a:pt x="6286944" y="722429"/>
                  </a:lnTo>
                  <a:lnTo>
                    <a:pt x="6286284" y="722429"/>
                  </a:lnTo>
                  <a:lnTo>
                    <a:pt x="6285623" y="722429"/>
                  </a:lnTo>
                  <a:lnTo>
                    <a:pt x="6284962" y="722429"/>
                  </a:lnTo>
                  <a:lnTo>
                    <a:pt x="6284302" y="722429"/>
                  </a:lnTo>
                  <a:lnTo>
                    <a:pt x="6283641" y="722429"/>
                  </a:lnTo>
                  <a:lnTo>
                    <a:pt x="6282981" y="722429"/>
                  </a:lnTo>
                  <a:lnTo>
                    <a:pt x="6282320" y="722429"/>
                  </a:lnTo>
                  <a:lnTo>
                    <a:pt x="6281660" y="722429"/>
                  </a:lnTo>
                  <a:lnTo>
                    <a:pt x="6280999" y="722429"/>
                  </a:lnTo>
                  <a:lnTo>
                    <a:pt x="6280339" y="722429"/>
                  </a:lnTo>
                  <a:lnTo>
                    <a:pt x="6279678" y="722429"/>
                  </a:lnTo>
                  <a:lnTo>
                    <a:pt x="6279018" y="722429"/>
                  </a:lnTo>
                  <a:lnTo>
                    <a:pt x="6278357" y="722429"/>
                  </a:lnTo>
                  <a:lnTo>
                    <a:pt x="6277697" y="722429"/>
                  </a:lnTo>
                  <a:lnTo>
                    <a:pt x="6277036" y="722429"/>
                  </a:lnTo>
                  <a:lnTo>
                    <a:pt x="6276376" y="722429"/>
                  </a:lnTo>
                  <a:lnTo>
                    <a:pt x="6275715" y="722429"/>
                  </a:lnTo>
                  <a:lnTo>
                    <a:pt x="6275055" y="722429"/>
                  </a:lnTo>
                  <a:lnTo>
                    <a:pt x="6274394" y="722429"/>
                  </a:lnTo>
                  <a:lnTo>
                    <a:pt x="6273733" y="722429"/>
                  </a:lnTo>
                  <a:lnTo>
                    <a:pt x="6273073" y="722429"/>
                  </a:lnTo>
                  <a:lnTo>
                    <a:pt x="6272412" y="722429"/>
                  </a:lnTo>
                  <a:lnTo>
                    <a:pt x="6271752" y="722429"/>
                  </a:lnTo>
                  <a:lnTo>
                    <a:pt x="6271091" y="722429"/>
                  </a:lnTo>
                  <a:lnTo>
                    <a:pt x="6270431" y="722429"/>
                  </a:lnTo>
                  <a:lnTo>
                    <a:pt x="6269770" y="722429"/>
                  </a:lnTo>
                  <a:lnTo>
                    <a:pt x="6269110" y="722429"/>
                  </a:lnTo>
                  <a:lnTo>
                    <a:pt x="6268449" y="722429"/>
                  </a:lnTo>
                  <a:lnTo>
                    <a:pt x="6267789" y="722429"/>
                  </a:lnTo>
                  <a:lnTo>
                    <a:pt x="6267128" y="722429"/>
                  </a:lnTo>
                  <a:lnTo>
                    <a:pt x="6266468" y="722429"/>
                  </a:lnTo>
                  <a:lnTo>
                    <a:pt x="6265807" y="722429"/>
                  </a:lnTo>
                  <a:lnTo>
                    <a:pt x="6265147" y="722429"/>
                  </a:lnTo>
                  <a:lnTo>
                    <a:pt x="6264486" y="722429"/>
                  </a:lnTo>
                  <a:lnTo>
                    <a:pt x="6263825" y="722429"/>
                  </a:lnTo>
                  <a:lnTo>
                    <a:pt x="6263165" y="722429"/>
                  </a:lnTo>
                  <a:lnTo>
                    <a:pt x="6262504" y="722429"/>
                  </a:lnTo>
                  <a:lnTo>
                    <a:pt x="6261844" y="722429"/>
                  </a:lnTo>
                  <a:lnTo>
                    <a:pt x="6261183" y="722429"/>
                  </a:lnTo>
                  <a:lnTo>
                    <a:pt x="6260523" y="722429"/>
                  </a:lnTo>
                  <a:lnTo>
                    <a:pt x="6259862" y="722429"/>
                  </a:lnTo>
                  <a:lnTo>
                    <a:pt x="6259202" y="722429"/>
                  </a:lnTo>
                  <a:lnTo>
                    <a:pt x="6258541" y="722429"/>
                  </a:lnTo>
                  <a:lnTo>
                    <a:pt x="6257881" y="722429"/>
                  </a:lnTo>
                  <a:lnTo>
                    <a:pt x="6257220" y="722429"/>
                  </a:lnTo>
                  <a:lnTo>
                    <a:pt x="6256560" y="722429"/>
                  </a:lnTo>
                  <a:lnTo>
                    <a:pt x="6255899" y="722429"/>
                  </a:lnTo>
                  <a:lnTo>
                    <a:pt x="6255239" y="722429"/>
                  </a:lnTo>
                  <a:lnTo>
                    <a:pt x="6254578" y="722429"/>
                  </a:lnTo>
                  <a:lnTo>
                    <a:pt x="6253917" y="722429"/>
                  </a:lnTo>
                  <a:lnTo>
                    <a:pt x="6253257" y="722429"/>
                  </a:lnTo>
                  <a:lnTo>
                    <a:pt x="6252596" y="722429"/>
                  </a:lnTo>
                  <a:lnTo>
                    <a:pt x="6251936" y="722429"/>
                  </a:lnTo>
                  <a:lnTo>
                    <a:pt x="6251275" y="722429"/>
                  </a:lnTo>
                  <a:lnTo>
                    <a:pt x="6250615" y="722429"/>
                  </a:lnTo>
                  <a:lnTo>
                    <a:pt x="6249954" y="722429"/>
                  </a:lnTo>
                  <a:lnTo>
                    <a:pt x="6249294" y="722429"/>
                  </a:lnTo>
                  <a:lnTo>
                    <a:pt x="6248633" y="722429"/>
                  </a:lnTo>
                  <a:lnTo>
                    <a:pt x="6247973" y="722429"/>
                  </a:lnTo>
                  <a:lnTo>
                    <a:pt x="6247312" y="722429"/>
                  </a:lnTo>
                  <a:lnTo>
                    <a:pt x="6246652" y="722429"/>
                  </a:lnTo>
                  <a:lnTo>
                    <a:pt x="6245991" y="722429"/>
                  </a:lnTo>
                  <a:lnTo>
                    <a:pt x="6245331" y="722429"/>
                  </a:lnTo>
                  <a:lnTo>
                    <a:pt x="6244670" y="722429"/>
                  </a:lnTo>
                  <a:lnTo>
                    <a:pt x="6244010" y="722429"/>
                  </a:lnTo>
                  <a:lnTo>
                    <a:pt x="6243349" y="722429"/>
                  </a:lnTo>
                  <a:lnTo>
                    <a:pt x="6242688" y="722429"/>
                  </a:lnTo>
                  <a:lnTo>
                    <a:pt x="6242028" y="722429"/>
                  </a:lnTo>
                  <a:lnTo>
                    <a:pt x="6241367" y="722429"/>
                  </a:lnTo>
                  <a:lnTo>
                    <a:pt x="6240707" y="722429"/>
                  </a:lnTo>
                  <a:lnTo>
                    <a:pt x="6240046" y="722429"/>
                  </a:lnTo>
                  <a:lnTo>
                    <a:pt x="6239386" y="722429"/>
                  </a:lnTo>
                  <a:lnTo>
                    <a:pt x="6238725" y="722429"/>
                  </a:lnTo>
                  <a:lnTo>
                    <a:pt x="6238065" y="722429"/>
                  </a:lnTo>
                  <a:lnTo>
                    <a:pt x="6237404" y="722429"/>
                  </a:lnTo>
                  <a:lnTo>
                    <a:pt x="6236744" y="722429"/>
                  </a:lnTo>
                  <a:lnTo>
                    <a:pt x="6236083" y="722429"/>
                  </a:lnTo>
                  <a:lnTo>
                    <a:pt x="6235423" y="722429"/>
                  </a:lnTo>
                  <a:lnTo>
                    <a:pt x="6234762" y="722429"/>
                  </a:lnTo>
                  <a:lnTo>
                    <a:pt x="6234102" y="722429"/>
                  </a:lnTo>
                  <a:lnTo>
                    <a:pt x="6233441" y="722429"/>
                  </a:lnTo>
                  <a:lnTo>
                    <a:pt x="6232780" y="722429"/>
                  </a:lnTo>
                  <a:lnTo>
                    <a:pt x="6232120" y="722429"/>
                  </a:lnTo>
                  <a:lnTo>
                    <a:pt x="6231459" y="722429"/>
                  </a:lnTo>
                  <a:lnTo>
                    <a:pt x="6230799" y="722429"/>
                  </a:lnTo>
                  <a:lnTo>
                    <a:pt x="6230138" y="722429"/>
                  </a:lnTo>
                  <a:lnTo>
                    <a:pt x="6229478" y="722429"/>
                  </a:lnTo>
                  <a:lnTo>
                    <a:pt x="6228817" y="722429"/>
                  </a:lnTo>
                  <a:lnTo>
                    <a:pt x="6228157" y="722429"/>
                  </a:lnTo>
                  <a:lnTo>
                    <a:pt x="6227496" y="722429"/>
                  </a:lnTo>
                  <a:lnTo>
                    <a:pt x="6226836" y="722429"/>
                  </a:lnTo>
                  <a:lnTo>
                    <a:pt x="6226175" y="722429"/>
                  </a:lnTo>
                  <a:lnTo>
                    <a:pt x="6225515" y="722429"/>
                  </a:lnTo>
                  <a:lnTo>
                    <a:pt x="6224854" y="722429"/>
                  </a:lnTo>
                  <a:lnTo>
                    <a:pt x="6224194" y="722429"/>
                  </a:lnTo>
                  <a:lnTo>
                    <a:pt x="6223533" y="722429"/>
                  </a:lnTo>
                  <a:lnTo>
                    <a:pt x="6222872" y="722429"/>
                  </a:lnTo>
                  <a:lnTo>
                    <a:pt x="6222212" y="722429"/>
                  </a:lnTo>
                  <a:lnTo>
                    <a:pt x="6221551" y="722429"/>
                  </a:lnTo>
                  <a:lnTo>
                    <a:pt x="6220891" y="722429"/>
                  </a:lnTo>
                  <a:lnTo>
                    <a:pt x="6220230" y="722429"/>
                  </a:lnTo>
                  <a:lnTo>
                    <a:pt x="6219570" y="722429"/>
                  </a:lnTo>
                  <a:lnTo>
                    <a:pt x="6218909" y="722429"/>
                  </a:lnTo>
                  <a:lnTo>
                    <a:pt x="6218249" y="722429"/>
                  </a:lnTo>
                  <a:lnTo>
                    <a:pt x="6217588" y="722429"/>
                  </a:lnTo>
                  <a:lnTo>
                    <a:pt x="6216928" y="722429"/>
                  </a:lnTo>
                  <a:lnTo>
                    <a:pt x="6216267" y="722429"/>
                  </a:lnTo>
                  <a:lnTo>
                    <a:pt x="6215607" y="722429"/>
                  </a:lnTo>
                  <a:lnTo>
                    <a:pt x="6214946" y="722429"/>
                  </a:lnTo>
                  <a:lnTo>
                    <a:pt x="6214286" y="722429"/>
                  </a:lnTo>
                  <a:lnTo>
                    <a:pt x="6213625" y="722429"/>
                  </a:lnTo>
                  <a:lnTo>
                    <a:pt x="6212964" y="722429"/>
                  </a:lnTo>
                  <a:lnTo>
                    <a:pt x="6212304" y="722429"/>
                  </a:lnTo>
                  <a:lnTo>
                    <a:pt x="6211643" y="722429"/>
                  </a:lnTo>
                  <a:lnTo>
                    <a:pt x="6210983" y="722429"/>
                  </a:lnTo>
                  <a:lnTo>
                    <a:pt x="6210322" y="722429"/>
                  </a:lnTo>
                  <a:lnTo>
                    <a:pt x="6209662" y="722429"/>
                  </a:lnTo>
                  <a:lnTo>
                    <a:pt x="6209001" y="722429"/>
                  </a:lnTo>
                  <a:lnTo>
                    <a:pt x="6208341" y="722429"/>
                  </a:lnTo>
                  <a:lnTo>
                    <a:pt x="6207680" y="722429"/>
                  </a:lnTo>
                  <a:lnTo>
                    <a:pt x="6207020" y="722429"/>
                  </a:lnTo>
                  <a:lnTo>
                    <a:pt x="6206359" y="722429"/>
                  </a:lnTo>
                  <a:lnTo>
                    <a:pt x="6205699" y="722429"/>
                  </a:lnTo>
                  <a:lnTo>
                    <a:pt x="6205038" y="722429"/>
                  </a:lnTo>
                  <a:lnTo>
                    <a:pt x="6204378" y="722429"/>
                  </a:lnTo>
                  <a:lnTo>
                    <a:pt x="6203717" y="722429"/>
                  </a:lnTo>
                  <a:lnTo>
                    <a:pt x="6203057" y="722429"/>
                  </a:lnTo>
                  <a:lnTo>
                    <a:pt x="6202396" y="722429"/>
                  </a:lnTo>
                  <a:lnTo>
                    <a:pt x="6201735" y="722429"/>
                  </a:lnTo>
                  <a:lnTo>
                    <a:pt x="6201075" y="722429"/>
                  </a:lnTo>
                  <a:lnTo>
                    <a:pt x="6200414" y="722429"/>
                  </a:lnTo>
                  <a:lnTo>
                    <a:pt x="6199754" y="722429"/>
                  </a:lnTo>
                  <a:lnTo>
                    <a:pt x="6199093" y="722429"/>
                  </a:lnTo>
                  <a:lnTo>
                    <a:pt x="6198433" y="722429"/>
                  </a:lnTo>
                  <a:lnTo>
                    <a:pt x="6197772" y="722429"/>
                  </a:lnTo>
                  <a:lnTo>
                    <a:pt x="6197112" y="722429"/>
                  </a:lnTo>
                  <a:lnTo>
                    <a:pt x="6196451" y="722429"/>
                  </a:lnTo>
                  <a:lnTo>
                    <a:pt x="6195791" y="722429"/>
                  </a:lnTo>
                  <a:lnTo>
                    <a:pt x="6195130" y="722429"/>
                  </a:lnTo>
                  <a:lnTo>
                    <a:pt x="6194470" y="722429"/>
                  </a:lnTo>
                  <a:lnTo>
                    <a:pt x="6193809" y="722429"/>
                  </a:lnTo>
                  <a:lnTo>
                    <a:pt x="6193149" y="722429"/>
                  </a:lnTo>
                  <a:lnTo>
                    <a:pt x="6192488" y="722429"/>
                  </a:lnTo>
                  <a:lnTo>
                    <a:pt x="6191827" y="722429"/>
                  </a:lnTo>
                  <a:lnTo>
                    <a:pt x="6191167" y="722429"/>
                  </a:lnTo>
                  <a:lnTo>
                    <a:pt x="6190506" y="722429"/>
                  </a:lnTo>
                  <a:lnTo>
                    <a:pt x="6189846" y="722429"/>
                  </a:lnTo>
                  <a:lnTo>
                    <a:pt x="6189185" y="722429"/>
                  </a:lnTo>
                  <a:lnTo>
                    <a:pt x="6188525" y="722429"/>
                  </a:lnTo>
                  <a:lnTo>
                    <a:pt x="6187864" y="722429"/>
                  </a:lnTo>
                  <a:lnTo>
                    <a:pt x="6187204" y="722429"/>
                  </a:lnTo>
                  <a:lnTo>
                    <a:pt x="6186543" y="722429"/>
                  </a:lnTo>
                  <a:lnTo>
                    <a:pt x="6185883" y="722429"/>
                  </a:lnTo>
                  <a:lnTo>
                    <a:pt x="6185222" y="722429"/>
                  </a:lnTo>
                  <a:lnTo>
                    <a:pt x="6184562" y="722429"/>
                  </a:lnTo>
                  <a:lnTo>
                    <a:pt x="6183901" y="722429"/>
                  </a:lnTo>
                  <a:lnTo>
                    <a:pt x="6183241" y="722429"/>
                  </a:lnTo>
                  <a:lnTo>
                    <a:pt x="6182580" y="722429"/>
                  </a:lnTo>
                  <a:lnTo>
                    <a:pt x="6181919" y="722429"/>
                  </a:lnTo>
                  <a:lnTo>
                    <a:pt x="6181259" y="722429"/>
                  </a:lnTo>
                  <a:lnTo>
                    <a:pt x="6180598" y="722429"/>
                  </a:lnTo>
                  <a:lnTo>
                    <a:pt x="6179938" y="722429"/>
                  </a:lnTo>
                  <a:lnTo>
                    <a:pt x="6179277" y="722429"/>
                  </a:lnTo>
                  <a:lnTo>
                    <a:pt x="6178617" y="722429"/>
                  </a:lnTo>
                  <a:lnTo>
                    <a:pt x="6177956" y="722429"/>
                  </a:lnTo>
                  <a:lnTo>
                    <a:pt x="6177296" y="722429"/>
                  </a:lnTo>
                  <a:lnTo>
                    <a:pt x="6176635" y="722429"/>
                  </a:lnTo>
                  <a:lnTo>
                    <a:pt x="6175975" y="722429"/>
                  </a:lnTo>
                  <a:lnTo>
                    <a:pt x="6175314" y="722429"/>
                  </a:lnTo>
                  <a:lnTo>
                    <a:pt x="6174654" y="722429"/>
                  </a:lnTo>
                  <a:lnTo>
                    <a:pt x="6173993" y="722429"/>
                  </a:lnTo>
                  <a:lnTo>
                    <a:pt x="6173333" y="722429"/>
                  </a:lnTo>
                  <a:lnTo>
                    <a:pt x="6172672" y="722429"/>
                  </a:lnTo>
                  <a:lnTo>
                    <a:pt x="6172012" y="722429"/>
                  </a:lnTo>
                  <a:lnTo>
                    <a:pt x="6171351" y="722429"/>
                  </a:lnTo>
                  <a:lnTo>
                    <a:pt x="6170690" y="722429"/>
                  </a:lnTo>
                  <a:lnTo>
                    <a:pt x="6170030" y="722429"/>
                  </a:lnTo>
                  <a:lnTo>
                    <a:pt x="6169369" y="722429"/>
                  </a:lnTo>
                  <a:lnTo>
                    <a:pt x="6168709" y="722429"/>
                  </a:lnTo>
                  <a:lnTo>
                    <a:pt x="6168048" y="722429"/>
                  </a:lnTo>
                  <a:lnTo>
                    <a:pt x="6167388" y="722429"/>
                  </a:lnTo>
                  <a:lnTo>
                    <a:pt x="6166727" y="722429"/>
                  </a:lnTo>
                  <a:lnTo>
                    <a:pt x="6166067" y="722429"/>
                  </a:lnTo>
                  <a:lnTo>
                    <a:pt x="6165406" y="722429"/>
                  </a:lnTo>
                  <a:lnTo>
                    <a:pt x="6164746" y="722429"/>
                  </a:lnTo>
                  <a:lnTo>
                    <a:pt x="6164085" y="722429"/>
                  </a:lnTo>
                  <a:lnTo>
                    <a:pt x="6163425" y="722429"/>
                  </a:lnTo>
                  <a:lnTo>
                    <a:pt x="6162764" y="722429"/>
                  </a:lnTo>
                  <a:lnTo>
                    <a:pt x="6162104" y="722429"/>
                  </a:lnTo>
                  <a:lnTo>
                    <a:pt x="6161443" y="722429"/>
                  </a:lnTo>
                  <a:lnTo>
                    <a:pt x="6160782" y="722429"/>
                  </a:lnTo>
                  <a:lnTo>
                    <a:pt x="6160122" y="722429"/>
                  </a:lnTo>
                  <a:lnTo>
                    <a:pt x="6159461" y="722429"/>
                  </a:lnTo>
                  <a:lnTo>
                    <a:pt x="6158801" y="722429"/>
                  </a:lnTo>
                  <a:lnTo>
                    <a:pt x="6158140" y="722429"/>
                  </a:lnTo>
                  <a:lnTo>
                    <a:pt x="6157480" y="722429"/>
                  </a:lnTo>
                  <a:lnTo>
                    <a:pt x="6156819" y="722429"/>
                  </a:lnTo>
                  <a:lnTo>
                    <a:pt x="6156159" y="722429"/>
                  </a:lnTo>
                  <a:lnTo>
                    <a:pt x="6155498" y="722429"/>
                  </a:lnTo>
                  <a:lnTo>
                    <a:pt x="6154838" y="722429"/>
                  </a:lnTo>
                  <a:lnTo>
                    <a:pt x="6154177" y="722429"/>
                  </a:lnTo>
                  <a:lnTo>
                    <a:pt x="6153517" y="722429"/>
                  </a:lnTo>
                  <a:lnTo>
                    <a:pt x="6152856" y="722429"/>
                  </a:lnTo>
                  <a:lnTo>
                    <a:pt x="6152196" y="722429"/>
                  </a:lnTo>
                  <a:lnTo>
                    <a:pt x="6151535" y="722429"/>
                  </a:lnTo>
                  <a:lnTo>
                    <a:pt x="6150874" y="722429"/>
                  </a:lnTo>
                  <a:lnTo>
                    <a:pt x="6150214" y="722429"/>
                  </a:lnTo>
                  <a:lnTo>
                    <a:pt x="6149553" y="722429"/>
                  </a:lnTo>
                  <a:lnTo>
                    <a:pt x="6148893" y="722429"/>
                  </a:lnTo>
                  <a:lnTo>
                    <a:pt x="6148232" y="722429"/>
                  </a:lnTo>
                  <a:lnTo>
                    <a:pt x="6147572" y="722429"/>
                  </a:lnTo>
                  <a:lnTo>
                    <a:pt x="6146911" y="722429"/>
                  </a:lnTo>
                  <a:lnTo>
                    <a:pt x="6146251" y="722429"/>
                  </a:lnTo>
                  <a:lnTo>
                    <a:pt x="6145590" y="722429"/>
                  </a:lnTo>
                  <a:lnTo>
                    <a:pt x="6144930" y="722429"/>
                  </a:lnTo>
                  <a:lnTo>
                    <a:pt x="6144269" y="722429"/>
                  </a:lnTo>
                  <a:lnTo>
                    <a:pt x="6143609" y="722429"/>
                  </a:lnTo>
                  <a:lnTo>
                    <a:pt x="6142948" y="722429"/>
                  </a:lnTo>
                  <a:lnTo>
                    <a:pt x="6142288" y="722429"/>
                  </a:lnTo>
                  <a:lnTo>
                    <a:pt x="6141627" y="722429"/>
                  </a:lnTo>
                  <a:lnTo>
                    <a:pt x="6140966" y="722429"/>
                  </a:lnTo>
                  <a:lnTo>
                    <a:pt x="6140306" y="722429"/>
                  </a:lnTo>
                  <a:lnTo>
                    <a:pt x="6139645" y="722429"/>
                  </a:lnTo>
                  <a:lnTo>
                    <a:pt x="6138985" y="722429"/>
                  </a:lnTo>
                  <a:lnTo>
                    <a:pt x="6138324" y="722429"/>
                  </a:lnTo>
                  <a:lnTo>
                    <a:pt x="6137664" y="722429"/>
                  </a:lnTo>
                  <a:lnTo>
                    <a:pt x="6137003" y="722429"/>
                  </a:lnTo>
                  <a:lnTo>
                    <a:pt x="6136343" y="722429"/>
                  </a:lnTo>
                  <a:lnTo>
                    <a:pt x="6135682" y="722429"/>
                  </a:lnTo>
                  <a:lnTo>
                    <a:pt x="6135022" y="722429"/>
                  </a:lnTo>
                  <a:lnTo>
                    <a:pt x="6134361" y="722429"/>
                  </a:lnTo>
                  <a:lnTo>
                    <a:pt x="6133701" y="722429"/>
                  </a:lnTo>
                  <a:lnTo>
                    <a:pt x="6133040" y="722429"/>
                  </a:lnTo>
                  <a:lnTo>
                    <a:pt x="6132380" y="722429"/>
                  </a:lnTo>
                  <a:lnTo>
                    <a:pt x="6131719" y="722429"/>
                  </a:lnTo>
                  <a:lnTo>
                    <a:pt x="6131059" y="722429"/>
                  </a:lnTo>
                  <a:lnTo>
                    <a:pt x="6130398" y="722429"/>
                  </a:lnTo>
                  <a:lnTo>
                    <a:pt x="6129737" y="722429"/>
                  </a:lnTo>
                  <a:lnTo>
                    <a:pt x="6129077" y="722429"/>
                  </a:lnTo>
                  <a:lnTo>
                    <a:pt x="6128416" y="722429"/>
                  </a:lnTo>
                  <a:lnTo>
                    <a:pt x="6127756" y="722429"/>
                  </a:lnTo>
                  <a:lnTo>
                    <a:pt x="6127095" y="722429"/>
                  </a:lnTo>
                  <a:lnTo>
                    <a:pt x="6126435" y="722429"/>
                  </a:lnTo>
                  <a:lnTo>
                    <a:pt x="6125774" y="722429"/>
                  </a:lnTo>
                  <a:lnTo>
                    <a:pt x="6125114" y="722429"/>
                  </a:lnTo>
                  <a:lnTo>
                    <a:pt x="6124453" y="722429"/>
                  </a:lnTo>
                  <a:lnTo>
                    <a:pt x="6123793" y="722429"/>
                  </a:lnTo>
                  <a:lnTo>
                    <a:pt x="6123132" y="722429"/>
                  </a:lnTo>
                  <a:lnTo>
                    <a:pt x="6122472" y="722429"/>
                  </a:lnTo>
                  <a:lnTo>
                    <a:pt x="6121811" y="722429"/>
                  </a:lnTo>
                  <a:lnTo>
                    <a:pt x="6121151" y="722429"/>
                  </a:lnTo>
                  <a:lnTo>
                    <a:pt x="6120490" y="722429"/>
                  </a:lnTo>
                  <a:lnTo>
                    <a:pt x="6119829" y="722429"/>
                  </a:lnTo>
                  <a:lnTo>
                    <a:pt x="6119169" y="722429"/>
                  </a:lnTo>
                  <a:lnTo>
                    <a:pt x="6118508" y="722429"/>
                  </a:lnTo>
                  <a:lnTo>
                    <a:pt x="6117848" y="722429"/>
                  </a:lnTo>
                  <a:lnTo>
                    <a:pt x="6117187" y="722429"/>
                  </a:lnTo>
                  <a:lnTo>
                    <a:pt x="6116527" y="722429"/>
                  </a:lnTo>
                  <a:lnTo>
                    <a:pt x="6115866" y="722429"/>
                  </a:lnTo>
                  <a:lnTo>
                    <a:pt x="6115206" y="722429"/>
                  </a:lnTo>
                  <a:lnTo>
                    <a:pt x="6114545" y="722429"/>
                  </a:lnTo>
                  <a:lnTo>
                    <a:pt x="6113885" y="722429"/>
                  </a:lnTo>
                  <a:lnTo>
                    <a:pt x="6113224" y="722429"/>
                  </a:lnTo>
                  <a:lnTo>
                    <a:pt x="6112564" y="722429"/>
                  </a:lnTo>
                  <a:lnTo>
                    <a:pt x="6111903" y="722429"/>
                  </a:lnTo>
                  <a:lnTo>
                    <a:pt x="6111243" y="722429"/>
                  </a:lnTo>
                  <a:lnTo>
                    <a:pt x="6110582" y="722429"/>
                  </a:lnTo>
                  <a:lnTo>
                    <a:pt x="6109921" y="722429"/>
                  </a:lnTo>
                  <a:lnTo>
                    <a:pt x="6109261" y="722429"/>
                  </a:lnTo>
                  <a:lnTo>
                    <a:pt x="6108600" y="722429"/>
                  </a:lnTo>
                  <a:lnTo>
                    <a:pt x="6107940" y="722429"/>
                  </a:lnTo>
                  <a:lnTo>
                    <a:pt x="6107279" y="722429"/>
                  </a:lnTo>
                  <a:lnTo>
                    <a:pt x="6106619" y="722429"/>
                  </a:lnTo>
                  <a:lnTo>
                    <a:pt x="6105958" y="722429"/>
                  </a:lnTo>
                  <a:lnTo>
                    <a:pt x="6105298" y="722429"/>
                  </a:lnTo>
                  <a:lnTo>
                    <a:pt x="6104637" y="722429"/>
                  </a:lnTo>
                  <a:lnTo>
                    <a:pt x="6103977" y="722429"/>
                  </a:lnTo>
                  <a:lnTo>
                    <a:pt x="6103316" y="722429"/>
                  </a:lnTo>
                  <a:lnTo>
                    <a:pt x="6102656" y="722429"/>
                  </a:lnTo>
                  <a:lnTo>
                    <a:pt x="6101995" y="722429"/>
                  </a:lnTo>
                  <a:lnTo>
                    <a:pt x="6101335" y="722429"/>
                  </a:lnTo>
                  <a:lnTo>
                    <a:pt x="6100674" y="722429"/>
                  </a:lnTo>
                  <a:lnTo>
                    <a:pt x="6100014" y="722429"/>
                  </a:lnTo>
                  <a:lnTo>
                    <a:pt x="6099353" y="722429"/>
                  </a:lnTo>
                  <a:lnTo>
                    <a:pt x="6098692" y="722429"/>
                  </a:lnTo>
                  <a:lnTo>
                    <a:pt x="6098032" y="722429"/>
                  </a:lnTo>
                  <a:lnTo>
                    <a:pt x="6097371" y="722429"/>
                  </a:lnTo>
                  <a:lnTo>
                    <a:pt x="6096711" y="722429"/>
                  </a:lnTo>
                  <a:lnTo>
                    <a:pt x="6096050" y="722429"/>
                  </a:lnTo>
                  <a:lnTo>
                    <a:pt x="6095390" y="722429"/>
                  </a:lnTo>
                  <a:lnTo>
                    <a:pt x="6094729" y="722429"/>
                  </a:lnTo>
                  <a:lnTo>
                    <a:pt x="6094069" y="722429"/>
                  </a:lnTo>
                  <a:lnTo>
                    <a:pt x="6093408" y="722429"/>
                  </a:lnTo>
                  <a:lnTo>
                    <a:pt x="6092748" y="722429"/>
                  </a:lnTo>
                  <a:lnTo>
                    <a:pt x="6092087" y="722429"/>
                  </a:lnTo>
                  <a:lnTo>
                    <a:pt x="6091427" y="722429"/>
                  </a:lnTo>
                  <a:lnTo>
                    <a:pt x="6090766" y="722429"/>
                  </a:lnTo>
                  <a:lnTo>
                    <a:pt x="6090106" y="722429"/>
                  </a:lnTo>
                  <a:lnTo>
                    <a:pt x="6089445" y="722429"/>
                  </a:lnTo>
                  <a:lnTo>
                    <a:pt x="6088784" y="722429"/>
                  </a:lnTo>
                  <a:lnTo>
                    <a:pt x="6088124" y="722429"/>
                  </a:lnTo>
                  <a:lnTo>
                    <a:pt x="6087463" y="722429"/>
                  </a:lnTo>
                  <a:lnTo>
                    <a:pt x="6086803" y="722429"/>
                  </a:lnTo>
                  <a:lnTo>
                    <a:pt x="6086142" y="722429"/>
                  </a:lnTo>
                  <a:lnTo>
                    <a:pt x="6085482" y="722429"/>
                  </a:lnTo>
                  <a:lnTo>
                    <a:pt x="6084821" y="722429"/>
                  </a:lnTo>
                  <a:lnTo>
                    <a:pt x="6084161" y="722429"/>
                  </a:lnTo>
                  <a:lnTo>
                    <a:pt x="6083500" y="722429"/>
                  </a:lnTo>
                  <a:lnTo>
                    <a:pt x="6082840" y="722429"/>
                  </a:lnTo>
                  <a:lnTo>
                    <a:pt x="6082179" y="722429"/>
                  </a:lnTo>
                  <a:lnTo>
                    <a:pt x="6081519" y="722429"/>
                  </a:lnTo>
                  <a:lnTo>
                    <a:pt x="6080858" y="722429"/>
                  </a:lnTo>
                  <a:lnTo>
                    <a:pt x="6080198" y="722429"/>
                  </a:lnTo>
                  <a:lnTo>
                    <a:pt x="6079537" y="722429"/>
                  </a:lnTo>
                  <a:lnTo>
                    <a:pt x="6078876" y="722429"/>
                  </a:lnTo>
                  <a:lnTo>
                    <a:pt x="6078216" y="722429"/>
                  </a:lnTo>
                  <a:lnTo>
                    <a:pt x="6077555" y="722429"/>
                  </a:lnTo>
                  <a:lnTo>
                    <a:pt x="6076895" y="722429"/>
                  </a:lnTo>
                  <a:lnTo>
                    <a:pt x="6076234" y="722429"/>
                  </a:lnTo>
                  <a:lnTo>
                    <a:pt x="6075574" y="722429"/>
                  </a:lnTo>
                  <a:lnTo>
                    <a:pt x="6074913" y="722429"/>
                  </a:lnTo>
                  <a:lnTo>
                    <a:pt x="6074253" y="722429"/>
                  </a:lnTo>
                  <a:lnTo>
                    <a:pt x="6073592" y="722429"/>
                  </a:lnTo>
                  <a:lnTo>
                    <a:pt x="6072932" y="722429"/>
                  </a:lnTo>
                  <a:lnTo>
                    <a:pt x="6072271" y="722429"/>
                  </a:lnTo>
                  <a:lnTo>
                    <a:pt x="6071611" y="722429"/>
                  </a:lnTo>
                  <a:lnTo>
                    <a:pt x="6070950" y="722429"/>
                  </a:lnTo>
                  <a:lnTo>
                    <a:pt x="6070290" y="722429"/>
                  </a:lnTo>
                  <a:lnTo>
                    <a:pt x="6069629" y="722429"/>
                  </a:lnTo>
                  <a:lnTo>
                    <a:pt x="6068968" y="722429"/>
                  </a:lnTo>
                  <a:lnTo>
                    <a:pt x="6068308" y="722429"/>
                  </a:lnTo>
                  <a:lnTo>
                    <a:pt x="6067647" y="722429"/>
                  </a:lnTo>
                  <a:lnTo>
                    <a:pt x="6066987" y="722429"/>
                  </a:lnTo>
                  <a:lnTo>
                    <a:pt x="6066326" y="722429"/>
                  </a:lnTo>
                  <a:lnTo>
                    <a:pt x="6065666" y="722429"/>
                  </a:lnTo>
                  <a:lnTo>
                    <a:pt x="6065005" y="722429"/>
                  </a:lnTo>
                  <a:lnTo>
                    <a:pt x="6064345" y="722429"/>
                  </a:lnTo>
                  <a:lnTo>
                    <a:pt x="6063684" y="722429"/>
                  </a:lnTo>
                  <a:lnTo>
                    <a:pt x="6063024" y="722429"/>
                  </a:lnTo>
                  <a:lnTo>
                    <a:pt x="6062363" y="722429"/>
                  </a:lnTo>
                  <a:lnTo>
                    <a:pt x="6061703" y="722429"/>
                  </a:lnTo>
                  <a:lnTo>
                    <a:pt x="6061042" y="722429"/>
                  </a:lnTo>
                  <a:lnTo>
                    <a:pt x="6060382" y="722429"/>
                  </a:lnTo>
                  <a:lnTo>
                    <a:pt x="6059721" y="722429"/>
                  </a:lnTo>
                  <a:lnTo>
                    <a:pt x="6059061" y="722429"/>
                  </a:lnTo>
                  <a:lnTo>
                    <a:pt x="6058400" y="722429"/>
                  </a:lnTo>
                  <a:lnTo>
                    <a:pt x="6057739" y="722429"/>
                  </a:lnTo>
                  <a:lnTo>
                    <a:pt x="6057079" y="722429"/>
                  </a:lnTo>
                  <a:lnTo>
                    <a:pt x="6056418" y="722429"/>
                  </a:lnTo>
                  <a:lnTo>
                    <a:pt x="6055758" y="722429"/>
                  </a:lnTo>
                  <a:lnTo>
                    <a:pt x="6055097" y="722429"/>
                  </a:lnTo>
                  <a:lnTo>
                    <a:pt x="6054437" y="722429"/>
                  </a:lnTo>
                  <a:lnTo>
                    <a:pt x="6053776" y="722429"/>
                  </a:lnTo>
                  <a:lnTo>
                    <a:pt x="6053116" y="722429"/>
                  </a:lnTo>
                  <a:lnTo>
                    <a:pt x="6052455" y="722429"/>
                  </a:lnTo>
                  <a:lnTo>
                    <a:pt x="6051795" y="722429"/>
                  </a:lnTo>
                  <a:lnTo>
                    <a:pt x="6051134" y="722429"/>
                  </a:lnTo>
                  <a:lnTo>
                    <a:pt x="6050474" y="722429"/>
                  </a:lnTo>
                  <a:lnTo>
                    <a:pt x="6049813" y="722429"/>
                  </a:lnTo>
                  <a:lnTo>
                    <a:pt x="6049153" y="722429"/>
                  </a:lnTo>
                  <a:lnTo>
                    <a:pt x="6048492" y="722429"/>
                  </a:lnTo>
                  <a:lnTo>
                    <a:pt x="6047831" y="722429"/>
                  </a:lnTo>
                  <a:lnTo>
                    <a:pt x="6047171" y="722429"/>
                  </a:lnTo>
                  <a:lnTo>
                    <a:pt x="6046510" y="722429"/>
                  </a:lnTo>
                  <a:lnTo>
                    <a:pt x="6045850" y="722429"/>
                  </a:lnTo>
                  <a:lnTo>
                    <a:pt x="6045189" y="722429"/>
                  </a:lnTo>
                  <a:lnTo>
                    <a:pt x="6044529" y="722429"/>
                  </a:lnTo>
                  <a:lnTo>
                    <a:pt x="6043868" y="722429"/>
                  </a:lnTo>
                  <a:lnTo>
                    <a:pt x="6043208" y="722429"/>
                  </a:lnTo>
                  <a:lnTo>
                    <a:pt x="6042547" y="722429"/>
                  </a:lnTo>
                  <a:lnTo>
                    <a:pt x="6041887" y="722429"/>
                  </a:lnTo>
                  <a:lnTo>
                    <a:pt x="6041226" y="722429"/>
                  </a:lnTo>
                  <a:lnTo>
                    <a:pt x="6040566" y="722429"/>
                  </a:lnTo>
                  <a:lnTo>
                    <a:pt x="6039905" y="722429"/>
                  </a:lnTo>
                  <a:lnTo>
                    <a:pt x="6039245" y="722429"/>
                  </a:lnTo>
                  <a:lnTo>
                    <a:pt x="6038584" y="722429"/>
                  </a:lnTo>
                  <a:lnTo>
                    <a:pt x="6037923" y="722429"/>
                  </a:lnTo>
                  <a:lnTo>
                    <a:pt x="6037263" y="722429"/>
                  </a:lnTo>
                  <a:lnTo>
                    <a:pt x="6036602" y="722429"/>
                  </a:lnTo>
                  <a:lnTo>
                    <a:pt x="6035942" y="722429"/>
                  </a:lnTo>
                  <a:lnTo>
                    <a:pt x="6035281" y="722429"/>
                  </a:lnTo>
                  <a:lnTo>
                    <a:pt x="6034621" y="722429"/>
                  </a:lnTo>
                  <a:lnTo>
                    <a:pt x="6033960" y="722429"/>
                  </a:lnTo>
                  <a:lnTo>
                    <a:pt x="6033300" y="722429"/>
                  </a:lnTo>
                  <a:lnTo>
                    <a:pt x="6032639" y="722429"/>
                  </a:lnTo>
                  <a:lnTo>
                    <a:pt x="6031979" y="722429"/>
                  </a:lnTo>
                  <a:lnTo>
                    <a:pt x="6031318" y="722429"/>
                  </a:lnTo>
                  <a:lnTo>
                    <a:pt x="6030658" y="722429"/>
                  </a:lnTo>
                  <a:lnTo>
                    <a:pt x="6029997" y="722429"/>
                  </a:lnTo>
                  <a:lnTo>
                    <a:pt x="6029337" y="722429"/>
                  </a:lnTo>
                  <a:lnTo>
                    <a:pt x="6028676" y="722429"/>
                  </a:lnTo>
                  <a:lnTo>
                    <a:pt x="6028016" y="722429"/>
                  </a:lnTo>
                  <a:lnTo>
                    <a:pt x="6027355" y="722429"/>
                  </a:lnTo>
                  <a:lnTo>
                    <a:pt x="6026694" y="722429"/>
                  </a:lnTo>
                  <a:lnTo>
                    <a:pt x="6026034" y="722429"/>
                  </a:lnTo>
                  <a:lnTo>
                    <a:pt x="6025373" y="722429"/>
                  </a:lnTo>
                  <a:lnTo>
                    <a:pt x="6024713" y="722429"/>
                  </a:lnTo>
                  <a:lnTo>
                    <a:pt x="6024052" y="722429"/>
                  </a:lnTo>
                  <a:lnTo>
                    <a:pt x="6023392" y="722429"/>
                  </a:lnTo>
                  <a:lnTo>
                    <a:pt x="6022731" y="722429"/>
                  </a:lnTo>
                  <a:lnTo>
                    <a:pt x="6022071" y="722429"/>
                  </a:lnTo>
                  <a:lnTo>
                    <a:pt x="6021410" y="722429"/>
                  </a:lnTo>
                  <a:lnTo>
                    <a:pt x="6020750" y="722429"/>
                  </a:lnTo>
                  <a:lnTo>
                    <a:pt x="6020089" y="722429"/>
                  </a:lnTo>
                  <a:lnTo>
                    <a:pt x="6019429" y="722429"/>
                  </a:lnTo>
                  <a:lnTo>
                    <a:pt x="6018768" y="722429"/>
                  </a:lnTo>
                  <a:lnTo>
                    <a:pt x="6018108" y="722429"/>
                  </a:lnTo>
                  <a:lnTo>
                    <a:pt x="6017447" y="722429"/>
                  </a:lnTo>
                  <a:lnTo>
                    <a:pt x="6016786" y="722429"/>
                  </a:lnTo>
                  <a:lnTo>
                    <a:pt x="6016126" y="722429"/>
                  </a:lnTo>
                  <a:lnTo>
                    <a:pt x="6015465" y="722429"/>
                  </a:lnTo>
                  <a:lnTo>
                    <a:pt x="6014805" y="722429"/>
                  </a:lnTo>
                  <a:lnTo>
                    <a:pt x="6014144" y="722429"/>
                  </a:lnTo>
                  <a:lnTo>
                    <a:pt x="6013484" y="722429"/>
                  </a:lnTo>
                  <a:lnTo>
                    <a:pt x="6012823" y="722429"/>
                  </a:lnTo>
                  <a:lnTo>
                    <a:pt x="6012163" y="722429"/>
                  </a:lnTo>
                  <a:lnTo>
                    <a:pt x="6011502" y="722429"/>
                  </a:lnTo>
                  <a:lnTo>
                    <a:pt x="6010842" y="722429"/>
                  </a:lnTo>
                  <a:lnTo>
                    <a:pt x="6010181" y="722429"/>
                  </a:lnTo>
                  <a:lnTo>
                    <a:pt x="6009521" y="722429"/>
                  </a:lnTo>
                  <a:lnTo>
                    <a:pt x="6008860" y="722429"/>
                  </a:lnTo>
                  <a:lnTo>
                    <a:pt x="6008200" y="722429"/>
                  </a:lnTo>
                  <a:lnTo>
                    <a:pt x="6007539" y="722429"/>
                  </a:lnTo>
                  <a:lnTo>
                    <a:pt x="6006878" y="722429"/>
                  </a:lnTo>
                  <a:lnTo>
                    <a:pt x="6006218" y="722429"/>
                  </a:lnTo>
                  <a:lnTo>
                    <a:pt x="6005557" y="722429"/>
                  </a:lnTo>
                  <a:lnTo>
                    <a:pt x="6004897" y="722429"/>
                  </a:lnTo>
                  <a:lnTo>
                    <a:pt x="6004236" y="722429"/>
                  </a:lnTo>
                  <a:lnTo>
                    <a:pt x="6003576" y="722429"/>
                  </a:lnTo>
                  <a:lnTo>
                    <a:pt x="6002915" y="722429"/>
                  </a:lnTo>
                  <a:lnTo>
                    <a:pt x="6002255" y="722429"/>
                  </a:lnTo>
                  <a:lnTo>
                    <a:pt x="6001594" y="722429"/>
                  </a:lnTo>
                  <a:lnTo>
                    <a:pt x="6000934" y="722429"/>
                  </a:lnTo>
                  <a:lnTo>
                    <a:pt x="6000273" y="722429"/>
                  </a:lnTo>
                  <a:lnTo>
                    <a:pt x="5999613" y="722429"/>
                  </a:lnTo>
                  <a:lnTo>
                    <a:pt x="5998952" y="722429"/>
                  </a:lnTo>
                  <a:lnTo>
                    <a:pt x="5998292" y="722429"/>
                  </a:lnTo>
                  <a:lnTo>
                    <a:pt x="5997631" y="722429"/>
                  </a:lnTo>
                  <a:lnTo>
                    <a:pt x="5996970" y="722429"/>
                  </a:lnTo>
                  <a:lnTo>
                    <a:pt x="5996310" y="722429"/>
                  </a:lnTo>
                  <a:lnTo>
                    <a:pt x="5995649" y="722429"/>
                  </a:lnTo>
                  <a:lnTo>
                    <a:pt x="5994989" y="722429"/>
                  </a:lnTo>
                  <a:lnTo>
                    <a:pt x="5994328" y="722429"/>
                  </a:lnTo>
                  <a:lnTo>
                    <a:pt x="5993668" y="722429"/>
                  </a:lnTo>
                  <a:lnTo>
                    <a:pt x="5993007" y="722429"/>
                  </a:lnTo>
                  <a:lnTo>
                    <a:pt x="5992347" y="722429"/>
                  </a:lnTo>
                  <a:lnTo>
                    <a:pt x="5991686" y="722429"/>
                  </a:lnTo>
                  <a:lnTo>
                    <a:pt x="5991026" y="722429"/>
                  </a:lnTo>
                  <a:lnTo>
                    <a:pt x="5990365" y="722429"/>
                  </a:lnTo>
                  <a:lnTo>
                    <a:pt x="5989705" y="722429"/>
                  </a:lnTo>
                  <a:lnTo>
                    <a:pt x="5989044" y="722429"/>
                  </a:lnTo>
                  <a:lnTo>
                    <a:pt x="5988384" y="722429"/>
                  </a:lnTo>
                  <a:lnTo>
                    <a:pt x="5987723" y="722429"/>
                  </a:lnTo>
                  <a:lnTo>
                    <a:pt x="5987063" y="722429"/>
                  </a:lnTo>
                  <a:lnTo>
                    <a:pt x="5986402" y="722429"/>
                  </a:lnTo>
                  <a:lnTo>
                    <a:pt x="5985741" y="722429"/>
                  </a:lnTo>
                  <a:lnTo>
                    <a:pt x="5985081" y="722429"/>
                  </a:lnTo>
                  <a:lnTo>
                    <a:pt x="5984420" y="722429"/>
                  </a:lnTo>
                  <a:lnTo>
                    <a:pt x="5983760" y="722429"/>
                  </a:lnTo>
                  <a:lnTo>
                    <a:pt x="5983099" y="722429"/>
                  </a:lnTo>
                  <a:lnTo>
                    <a:pt x="5982439" y="722429"/>
                  </a:lnTo>
                  <a:lnTo>
                    <a:pt x="5981778" y="722429"/>
                  </a:lnTo>
                  <a:lnTo>
                    <a:pt x="5981118" y="722429"/>
                  </a:lnTo>
                  <a:lnTo>
                    <a:pt x="5980457" y="722429"/>
                  </a:lnTo>
                  <a:lnTo>
                    <a:pt x="5979797" y="722429"/>
                  </a:lnTo>
                  <a:lnTo>
                    <a:pt x="5979136" y="722429"/>
                  </a:lnTo>
                  <a:lnTo>
                    <a:pt x="5978476" y="722429"/>
                  </a:lnTo>
                  <a:lnTo>
                    <a:pt x="5977815" y="722429"/>
                  </a:lnTo>
                  <a:lnTo>
                    <a:pt x="5977155" y="722429"/>
                  </a:lnTo>
                  <a:lnTo>
                    <a:pt x="5976494" y="722429"/>
                  </a:lnTo>
                  <a:lnTo>
                    <a:pt x="5975833" y="722429"/>
                  </a:lnTo>
                  <a:lnTo>
                    <a:pt x="5975173" y="722429"/>
                  </a:lnTo>
                  <a:lnTo>
                    <a:pt x="5974512" y="722429"/>
                  </a:lnTo>
                  <a:lnTo>
                    <a:pt x="5973852" y="722429"/>
                  </a:lnTo>
                  <a:lnTo>
                    <a:pt x="5973191" y="722429"/>
                  </a:lnTo>
                  <a:lnTo>
                    <a:pt x="5972531" y="722429"/>
                  </a:lnTo>
                  <a:lnTo>
                    <a:pt x="5971870" y="722429"/>
                  </a:lnTo>
                  <a:lnTo>
                    <a:pt x="5971210" y="722429"/>
                  </a:lnTo>
                  <a:lnTo>
                    <a:pt x="5970549" y="722429"/>
                  </a:lnTo>
                  <a:lnTo>
                    <a:pt x="5969889" y="722429"/>
                  </a:lnTo>
                  <a:lnTo>
                    <a:pt x="5969228" y="722429"/>
                  </a:lnTo>
                  <a:lnTo>
                    <a:pt x="5968568" y="722429"/>
                  </a:lnTo>
                  <a:lnTo>
                    <a:pt x="5967907" y="722429"/>
                  </a:lnTo>
                  <a:lnTo>
                    <a:pt x="5967247" y="722429"/>
                  </a:lnTo>
                  <a:lnTo>
                    <a:pt x="5966586" y="722429"/>
                  </a:lnTo>
                  <a:lnTo>
                    <a:pt x="5965925" y="722429"/>
                  </a:lnTo>
                  <a:lnTo>
                    <a:pt x="5965265" y="722429"/>
                  </a:lnTo>
                  <a:lnTo>
                    <a:pt x="5964604" y="722429"/>
                  </a:lnTo>
                  <a:lnTo>
                    <a:pt x="5963944" y="722429"/>
                  </a:lnTo>
                  <a:lnTo>
                    <a:pt x="5963283" y="722429"/>
                  </a:lnTo>
                  <a:lnTo>
                    <a:pt x="5962623" y="722429"/>
                  </a:lnTo>
                  <a:lnTo>
                    <a:pt x="5961962" y="722429"/>
                  </a:lnTo>
                  <a:lnTo>
                    <a:pt x="5961302" y="722429"/>
                  </a:lnTo>
                  <a:lnTo>
                    <a:pt x="5960641" y="722429"/>
                  </a:lnTo>
                  <a:lnTo>
                    <a:pt x="5959981" y="722429"/>
                  </a:lnTo>
                  <a:lnTo>
                    <a:pt x="5959320" y="722429"/>
                  </a:lnTo>
                  <a:lnTo>
                    <a:pt x="5958660" y="722429"/>
                  </a:lnTo>
                  <a:lnTo>
                    <a:pt x="5957999" y="722429"/>
                  </a:lnTo>
                  <a:lnTo>
                    <a:pt x="5957339" y="722429"/>
                  </a:lnTo>
                  <a:lnTo>
                    <a:pt x="5956678" y="722429"/>
                  </a:lnTo>
                  <a:lnTo>
                    <a:pt x="5956018" y="722429"/>
                  </a:lnTo>
                  <a:lnTo>
                    <a:pt x="5955357" y="722429"/>
                  </a:lnTo>
                  <a:lnTo>
                    <a:pt x="5954696" y="722429"/>
                  </a:lnTo>
                  <a:lnTo>
                    <a:pt x="5954036" y="722429"/>
                  </a:lnTo>
                  <a:lnTo>
                    <a:pt x="5953375" y="722429"/>
                  </a:lnTo>
                  <a:lnTo>
                    <a:pt x="5952715" y="722429"/>
                  </a:lnTo>
                  <a:lnTo>
                    <a:pt x="5952054" y="722429"/>
                  </a:lnTo>
                  <a:lnTo>
                    <a:pt x="5951394" y="722429"/>
                  </a:lnTo>
                  <a:lnTo>
                    <a:pt x="5950733" y="722429"/>
                  </a:lnTo>
                  <a:lnTo>
                    <a:pt x="5950073" y="722429"/>
                  </a:lnTo>
                  <a:lnTo>
                    <a:pt x="5949412" y="722429"/>
                  </a:lnTo>
                  <a:lnTo>
                    <a:pt x="5948752" y="722429"/>
                  </a:lnTo>
                  <a:lnTo>
                    <a:pt x="5948091" y="722429"/>
                  </a:lnTo>
                  <a:lnTo>
                    <a:pt x="5947431" y="722429"/>
                  </a:lnTo>
                  <a:lnTo>
                    <a:pt x="5946770" y="722429"/>
                  </a:lnTo>
                  <a:lnTo>
                    <a:pt x="5946110" y="722429"/>
                  </a:lnTo>
                  <a:lnTo>
                    <a:pt x="5945449" y="722429"/>
                  </a:lnTo>
                  <a:lnTo>
                    <a:pt x="5944788" y="722429"/>
                  </a:lnTo>
                  <a:lnTo>
                    <a:pt x="5944128" y="722429"/>
                  </a:lnTo>
                  <a:lnTo>
                    <a:pt x="5943467" y="722429"/>
                  </a:lnTo>
                  <a:lnTo>
                    <a:pt x="5942807" y="722429"/>
                  </a:lnTo>
                  <a:lnTo>
                    <a:pt x="5942146" y="722429"/>
                  </a:lnTo>
                  <a:lnTo>
                    <a:pt x="5941486" y="722429"/>
                  </a:lnTo>
                  <a:lnTo>
                    <a:pt x="5940825" y="722429"/>
                  </a:lnTo>
                  <a:lnTo>
                    <a:pt x="5940165" y="722429"/>
                  </a:lnTo>
                  <a:lnTo>
                    <a:pt x="5939504" y="722429"/>
                  </a:lnTo>
                  <a:lnTo>
                    <a:pt x="5938844" y="722429"/>
                  </a:lnTo>
                  <a:lnTo>
                    <a:pt x="5938183" y="722429"/>
                  </a:lnTo>
                  <a:lnTo>
                    <a:pt x="5937523" y="722429"/>
                  </a:lnTo>
                  <a:lnTo>
                    <a:pt x="5936862" y="722429"/>
                  </a:lnTo>
                  <a:lnTo>
                    <a:pt x="5936202" y="722429"/>
                  </a:lnTo>
                  <a:lnTo>
                    <a:pt x="5935541" y="722429"/>
                  </a:lnTo>
                  <a:lnTo>
                    <a:pt x="5934880" y="722429"/>
                  </a:lnTo>
                  <a:lnTo>
                    <a:pt x="5934220" y="722429"/>
                  </a:lnTo>
                  <a:lnTo>
                    <a:pt x="5933559" y="722429"/>
                  </a:lnTo>
                  <a:lnTo>
                    <a:pt x="5932899" y="722429"/>
                  </a:lnTo>
                  <a:lnTo>
                    <a:pt x="5932238" y="722429"/>
                  </a:lnTo>
                  <a:lnTo>
                    <a:pt x="5931578" y="722429"/>
                  </a:lnTo>
                  <a:lnTo>
                    <a:pt x="5930917" y="722429"/>
                  </a:lnTo>
                  <a:lnTo>
                    <a:pt x="5930257" y="722429"/>
                  </a:lnTo>
                  <a:lnTo>
                    <a:pt x="5929596" y="722429"/>
                  </a:lnTo>
                  <a:lnTo>
                    <a:pt x="5928936" y="722429"/>
                  </a:lnTo>
                  <a:lnTo>
                    <a:pt x="5928275" y="722429"/>
                  </a:lnTo>
                  <a:lnTo>
                    <a:pt x="5927615" y="722429"/>
                  </a:lnTo>
                  <a:lnTo>
                    <a:pt x="5926954" y="722429"/>
                  </a:lnTo>
                  <a:lnTo>
                    <a:pt x="5926294" y="722429"/>
                  </a:lnTo>
                  <a:lnTo>
                    <a:pt x="5925633" y="722429"/>
                  </a:lnTo>
                  <a:lnTo>
                    <a:pt x="5924972" y="722429"/>
                  </a:lnTo>
                  <a:lnTo>
                    <a:pt x="5924312" y="722429"/>
                  </a:lnTo>
                  <a:lnTo>
                    <a:pt x="5923651" y="722429"/>
                  </a:lnTo>
                  <a:lnTo>
                    <a:pt x="5922991" y="722429"/>
                  </a:lnTo>
                  <a:lnTo>
                    <a:pt x="5922330" y="722429"/>
                  </a:lnTo>
                  <a:lnTo>
                    <a:pt x="5921670" y="722429"/>
                  </a:lnTo>
                  <a:lnTo>
                    <a:pt x="5921009" y="722429"/>
                  </a:lnTo>
                  <a:lnTo>
                    <a:pt x="5920349" y="722429"/>
                  </a:lnTo>
                  <a:lnTo>
                    <a:pt x="5919688" y="722429"/>
                  </a:lnTo>
                  <a:lnTo>
                    <a:pt x="5919028" y="722429"/>
                  </a:lnTo>
                  <a:lnTo>
                    <a:pt x="5918367" y="722429"/>
                  </a:lnTo>
                  <a:lnTo>
                    <a:pt x="5917707" y="722429"/>
                  </a:lnTo>
                  <a:lnTo>
                    <a:pt x="5917046" y="722429"/>
                  </a:lnTo>
                  <a:lnTo>
                    <a:pt x="5916386" y="722429"/>
                  </a:lnTo>
                  <a:lnTo>
                    <a:pt x="5915725" y="722429"/>
                  </a:lnTo>
                  <a:lnTo>
                    <a:pt x="5915065" y="722429"/>
                  </a:lnTo>
                  <a:lnTo>
                    <a:pt x="5914404" y="722429"/>
                  </a:lnTo>
                  <a:lnTo>
                    <a:pt x="5913743" y="722429"/>
                  </a:lnTo>
                  <a:lnTo>
                    <a:pt x="5913083" y="722429"/>
                  </a:lnTo>
                  <a:lnTo>
                    <a:pt x="5912422" y="722429"/>
                  </a:lnTo>
                  <a:lnTo>
                    <a:pt x="5911762" y="722429"/>
                  </a:lnTo>
                  <a:lnTo>
                    <a:pt x="5911101" y="722429"/>
                  </a:lnTo>
                  <a:lnTo>
                    <a:pt x="5910441" y="722429"/>
                  </a:lnTo>
                  <a:lnTo>
                    <a:pt x="5909780" y="722429"/>
                  </a:lnTo>
                  <a:lnTo>
                    <a:pt x="5909120" y="722429"/>
                  </a:lnTo>
                  <a:lnTo>
                    <a:pt x="5908459" y="722429"/>
                  </a:lnTo>
                  <a:lnTo>
                    <a:pt x="5907799" y="722429"/>
                  </a:lnTo>
                  <a:lnTo>
                    <a:pt x="5907138" y="722429"/>
                  </a:lnTo>
                  <a:lnTo>
                    <a:pt x="5906478" y="722429"/>
                  </a:lnTo>
                  <a:lnTo>
                    <a:pt x="5905817" y="722429"/>
                  </a:lnTo>
                  <a:lnTo>
                    <a:pt x="5905157" y="722429"/>
                  </a:lnTo>
                  <a:lnTo>
                    <a:pt x="5904496" y="722429"/>
                  </a:lnTo>
                  <a:lnTo>
                    <a:pt x="5903835" y="722429"/>
                  </a:lnTo>
                  <a:lnTo>
                    <a:pt x="5903175" y="722429"/>
                  </a:lnTo>
                  <a:lnTo>
                    <a:pt x="5902514" y="722429"/>
                  </a:lnTo>
                  <a:lnTo>
                    <a:pt x="5901854" y="722429"/>
                  </a:lnTo>
                  <a:lnTo>
                    <a:pt x="5901193" y="722429"/>
                  </a:lnTo>
                  <a:lnTo>
                    <a:pt x="5900533" y="722429"/>
                  </a:lnTo>
                  <a:lnTo>
                    <a:pt x="5899872" y="722429"/>
                  </a:lnTo>
                  <a:lnTo>
                    <a:pt x="5899212" y="722429"/>
                  </a:lnTo>
                  <a:lnTo>
                    <a:pt x="5898551" y="722429"/>
                  </a:lnTo>
                  <a:lnTo>
                    <a:pt x="5897891" y="722429"/>
                  </a:lnTo>
                  <a:lnTo>
                    <a:pt x="5897230" y="722429"/>
                  </a:lnTo>
                  <a:lnTo>
                    <a:pt x="5896570" y="722429"/>
                  </a:lnTo>
                  <a:lnTo>
                    <a:pt x="5895909" y="722429"/>
                  </a:lnTo>
                  <a:lnTo>
                    <a:pt x="5895249" y="722429"/>
                  </a:lnTo>
                  <a:lnTo>
                    <a:pt x="5894588" y="722429"/>
                  </a:lnTo>
                  <a:lnTo>
                    <a:pt x="5893927" y="722429"/>
                  </a:lnTo>
                  <a:lnTo>
                    <a:pt x="5893267" y="722429"/>
                  </a:lnTo>
                  <a:lnTo>
                    <a:pt x="5892606" y="722429"/>
                  </a:lnTo>
                  <a:lnTo>
                    <a:pt x="5891946" y="722429"/>
                  </a:lnTo>
                  <a:lnTo>
                    <a:pt x="5891285" y="722429"/>
                  </a:lnTo>
                  <a:lnTo>
                    <a:pt x="5890625" y="722429"/>
                  </a:lnTo>
                  <a:lnTo>
                    <a:pt x="5889964" y="722429"/>
                  </a:lnTo>
                  <a:lnTo>
                    <a:pt x="5889304" y="722429"/>
                  </a:lnTo>
                  <a:lnTo>
                    <a:pt x="5888643" y="722429"/>
                  </a:lnTo>
                  <a:lnTo>
                    <a:pt x="5887983" y="722429"/>
                  </a:lnTo>
                  <a:lnTo>
                    <a:pt x="5887322" y="722429"/>
                  </a:lnTo>
                  <a:lnTo>
                    <a:pt x="5886662" y="722429"/>
                  </a:lnTo>
                  <a:lnTo>
                    <a:pt x="5886001" y="722429"/>
                  </a:lnTo>
                  <a:lnTo>
                    <a:pt x="5885341" y="722429"/>
                  </a:lnTo>
                  <a:lnTo>
                    <a:pt x="5884680" y="722429"/>
                  </a:lnTo>
                  <a:lnTo>
                    <a:pt x="5884020" y="722429"/>
                  </a:lnTo>
                  <a:lnTo>
                    <a:pt x="5883359" y="722429"/>
                  </a:lnTo>
                  <a:lnTo>
                    <a:pt x="5882698" y="722429"/>
                  </a:lnTo>
                  <a:lnTo>
                    <a:pt x="5882038" y="722429"/>
                  </a:lnTo>
                  <a:lnTo>
                    <a:pt x="5881377" y="722429"/>
                  </a:lnTo>
                  <a:lnTo>
                    <a:pt x="5880717" y="722429"/>
                  </a:lnTo>
                  <a:lnTo>
                    <a:pt x="5880056" y="722429"/>
                  </a:lnTo>
                  <a:lnTo>
                    <a:pt x="5879396" y="722429"/>
                  </a:lnTo>
                  <a:lnTo>
                    <a:pt x="5878735" y="722429"/>
                  </a:lnTo>
                  <a:lnTo>
                    <a:pt x="5878075" y="722429"/>
                  </a:lnTo>
                  <a:lnTo>
                    <a:pt x="5877414" y="722429"/>
                  </a:lnTo>
                  <a:lnTo>
                    <a:pt x="5876754" y="722429"/>
                  </a:lnTo>
                  <a:lnTo>
                    <a:pt x="5876093" y="722429"/>
                  </a:lnTo>
                  <a:lnTo>
                    <a:pt x="5875433" y="722429"/>
                  </a:lnTo>
                  <a:lnTo>
                    <a:pt x="5874772" y="722429"/>
                  </a:lnTo>
                  <a:lnTo>
                    <a:pt x="5874112" y="722429"/>
                  </a:lnTo>
                  <a:lnTo>
                    <a:pt x="5873451" y="722429"/>
                  </a:lnTo>
                  <a:lnTo>
                    <a:pt x="5872790" y="722429"/>
                  </a:lnTo>
                  <a:lnTo>
                    <a:pt x="5872130" y="722429"/>
                  </a:lnTo>
                  <a:lnTo>
                    <a:pt x="5871469" y="722429"/>
                  </a:lnTo>
                  <a:lnTo>
                    <a:pt x="5870809" y="722429"/>
                  </a:lnTo>
                  <a:lnTo>
                    <a:pt x="5870148" y="722429"/>
                  </a:lnTo>
                  <a:lnTo>
                    <a:pt x="5869488" y="722429"/>
                  </a:lnTo>
                  <a:lnTo>
                    <a:pt x="5868827" y="722429"/>
                  </a:lnTo>
                  <a:lnTo>
                    <a:pt x="5868167" y="722429"/>
                  </a:lnTo>
                  <a:lnTo>
                    <a:pt x="5867506" y="722429"/>
                  </a:lnTo>
                  <a:lnTo>
                    <a:pt x="5866846" y="722429"/>
                  </a:lnTo>
                  <a:lnTo>
                    <a:pt x="5866185" y="722429"/>
                  </a:lnTo>
                  <a:lnTo>
                    <a:pt x="5865525" y="722429"/>
                  </a:lnTo>
                  <a:lnTo>
                    <a:pt x="5864864" y="722429"/>
                  </a:lnTo>
                  <a:lnTo>
                    <a:pt x="5864204" y="722429"/>
                  </a:lnTo>
                  <a:lnTo>
                    <a:pt x="5863543" y="722429"/>
                  </a:lnTo>
                  <a:lnTo>
                    <a:pt x="5862882" y="722429"/>
                  </a:lnTo>
                  <a:lnTo>
                    <a:pt x="5862222" y="722429"/>
                  </a:lnTo>
                  <a:lnTo>
                    <a:pt x="5861561" y="722429"/>
                  </a:lnTo>
                  <a:lnTo>
                    <a:pt x="5860901" y="722429"/>
                  </a:lnTo>
                  <a:lnTo>
                    <a:pt x="5860240" y="722429"/>
                  </a:lnTo>
                  <a:lnTo>
                    <a:pt x="5859580" y="722429"/>
                  </a:lnTo>
                  <a:lnTo>
                    <a:pt x="5858919" y="722429"/>
                  </a:lnTo>
                  <a:lnTo>
                    <a:pt x="5858259" y="722429"/>
                  </a:lnTo>
                  <a:lnTo>
                    <a:pt x="5857598" y="722429"/>
                  </a:lnTo>
                  <a:lnTo>
                    <a:pt x="5856938" y="722429"/>
                  </a:lnTo>
                  <a:lnTo>
                    <a:pt x="5856277" y="722429"/>
                  </a:lnTo>
                  <a:lnTo>
                    <a:pt x="5855617" y="722429"/>
                  </a:lnTo>
                  <a:lnTo>
                    <a:pt x="5854956" y="722429"/>
                  </a:lnTo>
                  <a:lnTo>
                    <a:pt x="5854296" y="722429"/>
                  </a:lnTo>
                  <a:lnTo>
                    <a:pt x="5853635" y="722429"/>
                  </a:lnTo>
                  <a:lnTo>
                    <a:pt x="5852974" y="722429"/>
                  </a:lnTo>
                  <a:lnTo>
                    <a:pt x="5852314" y="722429"/>
                  </a:lnTo>
                  <a:lnTo>
                    <a:pt x="5851653" y="722429"/>
                  </a:lnTo>
                  <a:lnTo>
                    <a:pt x="5850993" y="722429"/>
                  </a:lnTo>
                  <a:lnTo>
                    <a:pt x="5850332" y="722429"/>
                  </a:lnTo>
                  <a:lnTo>
                    <a:pt x="5849672" y="722429"/>
                  </a:lnTo>
                  <a:lnTo>
                    <a:pt x="5849011" y="722429"/>
                  </a:lnTo>
                  <a:lnTo>
                    <a:pt x="5848351" y="722429"/>
                  </a:lnTo>
                  <a:lnTo>
                    <a:pt x="5847690" y="722429"/>
                  </a:lnTo>
                  <a:lnTo>
                    <a:pt x="5847030" y="722429"/>
                  </a:lnTo>
                  <a:lnTo>
                    <a:pt x="5846369" y="722429"/>
                  </a:lnTo>
                  <a:lnTo>
                    <a:pt x="5845709" y="722429"/>
                  </a:lnTo>
                  <a:lnTo>
                    <a:pt x="5845048" y="722429"/>
                  </a:lnTo>
                  <a:lnTo>
                    <a:pt x="5844388" y="722429"/>
                  </a:lnTo>
                  <a:lnTo>
                    <a:pt x="5843727" y="722429"/>
                  </a:lnTo>
                  <a:lnTo>
                    <a:pt x="5843067" y="722429"/>
                  </a:lnTo>
                  <a:lnTo>
                    <a:pt x="5842406" y="722429"/>
                  </a:lnTo>
                  <a:lnTo>
                    <a:pt x="5841745" y="722429"/>
                  </a:lnTo>
                  <a:lnTo>
                    <a:pt x="5841085" y="722429"/>
                  </a:lnTo>
                  <a:lnTo>
                    <a:pt x="5840424" y="722429"/>
                  </a:lnTo>
                  <a:lnTo>
                    <a:pt x="5839764" y="722429"/>
                  </a:lnTo>
                  <a:lnTo>
                    <a:pt x="5839103" y="722429"/>
                  </a:lnTo>
                  <a:lnTo>
                    <a:pt x="5838443" y="722429"/>
                  </a:lnTo>
                  <a:lnTo>
                    <a:pt x="5837782" y="722429"/>
                  </a:lnTo>
                  <a:lnTo>
                    <a:pt x="5837122" y="722429"/>
                  </a:lnTo>
                  <a:lnTo>
                    <a:pt x="5836461" y="722429"/>
                  </a:lnTo>
                  <a:lnTo>
                    <a:pt x="5835801" y="722429"/>
                  </a:lnTo>
                  <a:lnTo>
                    <a:pt x="5835140" y="722429"/>
                  </a:lnTo>
                  <a:lnTo>
                    <a:pt x="5834480" y="722429"/>
                  </a:lnTo>
                  <a:lnTo>
                    <a:pt x="5833819" y="722429"/>
                  </a:lnTo>
                  <a:lnTo>
                    <a:pt x="5833159" y="722429"/>
                  </a:lnTo>
                  <a:lnTo>
                    <a:pt x="5832498" y="722429"/>
                  </a:lnTo>
                  <a:lnTo>
                    <a:pt x="5831837" y="722429"/>
                  </a:lnTo>
                  <a:lnTo>
                    <a:pt x="5831177" y="722429"/>
                  </a:lnTo>
                  <a:lnTo>
                    <a:pt x="5830516" y="722429"/>
                  </a:lnTo>
                  <a:lnTo>
                    <a:pt x="5829856" y="722429"/>
                  </a:lnTo>
                  <a:lnTo>
                    <a:pt x="5829195" y="722429"/>
                  </a:lnTo>
                  <a:lnTo>
                    <a:pt x="5828535" y="722429"/>
                  </a:lnTo>
                  <a:lnTo>
                    <a:pt x="5827874" y="722429"/>
                  </a:lnTo>
                  <a:lnTo>
                    <a:pt x="5827214" y="722429"/>
                  </a:lnTo>
                  <a:lnTo>
                    <a:pt x="5826553" y="722429"/>
                  </a:lnTo>
                  <a:lnTo>
                    <a:pt x="5825893" y="722429"/>
                  </a:lnTo>
                  <a:lnTo>
                    <a:pt x="5825232" y="722429"/>
                  </a:lnTo>
                  <a:lnTo>
                    <a:pt x="5824572" y="722429"/>
                  </a:lnTo>
                  <a:lnTo>
                    <a:pt x="5823911" y="722429"/>
                  </a:lnTo>
                  <a:lnTo>
                    <a:pt x="5823251" y="722429"/>
                  </a:lnTo>
                  <a:lnTo>
                    <a:pt x="5822590" y="722429"/>
                  </a:lnTo>
                  <a:lnTo>
                    <a:pt x="5821929" y="722429"/>
                  </a:lnTo>
                  <a:lnTo>
                    <a:pt x="5821269" y="722429"/>
                  </a:lnTo>
                  <a:lnTo>
                    <a:pt x="5820608" y="722429"/>
                  </a:lnTo>
                  <a:lnTo>
                    <a:pt x="5819948" y="722429"/>
                  </a:lnTo>
                  <a:lnTo>
                    <a:pt x="5819287" y="722429"/>
                  </a:lnTo>
                  <a:lnTo>
                    <a:pt x="5818627" y="722429"/>
                  </a:lnTo>
                  <a:lnTo>
                    <a:pt x="5817966" y="722429"/>
                  </a:lnTo>
                  <a:lnTo>
                    <a:pt x="5817306" y="722429"/>
                  </a:lnTo>
                  <a:lnTo>
                    <a:pt x="5816645" y="722429"/>
                  </a:lnTo>
                  <a:lnTo>
                    <a:pt x="5815985" y="722429"/>
                  </a:lnTo>
                  <a:lnTo>
                    <a:pt x="5815324" y="722429"/>
                  </a:lnTo>
                  <a:lnTo>
                    <a:pt x="5814664" y="722429"/>
                  </a:lnTo>
                  <a:lnTo>
                    <a:pt x="5814003" y="722429"/>
                  </a:lnTo>
                  <a:lnTo>
                    <a:pt x="5813343" y="722429"/>
                  </a:lnTo>
                  <a:lnTo>
                    <a:pt x="5812682" y="722429"/>
                  </a:lnTo>
                  <a:lnTo>
                    <a:pt x="5812022" y="722429"/>
                  </a:lnTo>
                  <a:lnTo>
                    <a:pt x="5811361" y="722429"/>
                  </a:lnTo>
                  <a:lnTo>
                    <a:pt x="5810700" y="722429"/>
                  </a:lnTo>
                  <a:lnTo>
                    <a:pt x="5810040" y="722429"/>
                  </a:lnTo>
                  <a:lnTo>
                    <a:pt x="5809379" y="722429"/>
                  </a:lnTo>
                  <a:lnTo>
                    <a:pt x="5808719" y="722429"/>
                  </a:lnTo>
                  <a:lnTo>
                    <a:pt x="5808058" y="722429"/>
                  </a:lnTo>
                  <a:lnTo>
                    <a:pt x="5807398" y="722429"/>
                  </a:lnTo>
                  <a:lnTo>
                    <a:pt x="5806737" y="722429"/>
                  </a:lnTo>
                  <a:lnTo>
                    <a:pt x="5806077" y="722429"/>
                  </a:lnTo>
                  <a:lnTo>
                    <a:pt x="5805416" y="722429"/>
                  </a:lnTo>
                  <a:lnTo>
                    <a:pt x="5804756" y="722429"/>
                  </a:lnTo>
                  <a:lnTo>
                    <a:pt x="5804095" y="722429"/>
                  </a:lnTo>
                  <a:lnTo>
                    <a:pt x="5803435" y="722429"/>
                  </a:lnTo>
                  <a:lnTo>
                    <a:pt x="5802774" y="722429"/>
                  </a:lnTo>
                  <a:lnTo>
                    <a:pt x="5802114" y="722429"/>
                  </a:lnTo>
                  <a:lnTo>
                    <a:pt x="5801453" y="722429"/>
                  </a:lnTo>
                  <a:lnTo>
                    <a:pt x="5800792" y="722429"/>
                  </a:lnTo>
                  <a:lnTo>
                    <a:pt x="5800132" y="722429"/>
                  </a:lnTo>
                  <a:lnTo>
                    <a:pt x="5799471" y="722429"/>
                  </a:lnTo>
                  <a:lnTo>
                    <a:pt x="5798811" y="722429"/>
                  </a:lnTo>
                  <a:lnTo>
                    <a:pt x="5798150" y="722429"/>
                  </a:lnTo>
                  <a:lnTo>
                    <a:pt x="5797490" y="722429"/>
                  </a:lnTo>
                  <a:lnTo>
                    <a:pt x="5796829" y="722429"/>
                  </a:lnTo>
                  <a:lnTo>
                    <a:pt x="5796169" y="722429"/>
                  </a:lnTo>
                  <a:lnTo>
                    <a:pt x="5795508" y="722429"/>
                  </a:lnTo>
                  <a:lnTo>
                    <a:pt x="5794848" y="722429"/>
                  </a:lnTo>
                  <a:lnTo>
                    <a:pt x="5794187" y="722429"/>
                  </a:lnTo>
                  <a:lnTo>
                    <a:pt x="5793527" y="722429"/>
                  </a:lnTo>
                  <a:lnTo>
                    <a:pt x="5792866" y="722429"/>
                  </a:lnTo>
                  <a:lnTo>
                    <a:pt x="5792206" y="722429"/>
                  </a:lnTo>
                  <a:lnTo>
                    <a:pt x="5791545" y="722429"/>
                  </a:lnTo>
                  <a:lnTo>
                    <a:pt x="5790884" y="722429"/>
                  </a:lnTo>
                  <a:lnTo>
                    <a:pt x="5790224" y="722429"/>
                  </a:lnTo>
                  <a:lnTo>
                    <a:pt x="5789563" y="722429"/>
                  </a:lnTo>
                  <a:lnTo>
                    <a:pt x="5788903" y="722429"/>
                  </a:lnTo>
                  <a:lnTo>
                    <a:pt x="5788242" y="722429"/>
                  </a:lnTo>
                  <a:lnTo>
                    <a:pt x="5787582" y="722429"/>
                  </a:lnTo>
                  <a:lnTo>
                    <a:pt x="5786921" y="722429"/>
                  </a:lnTo>
                  <a:lnTo>
                    <a:pt x="5786261" y="722429"/>
                  </a:lnTo>
                  <a:lnTo>
                    <a:pt x="5785600" y="722429"/>
                  </a:lnTo>
                  <a:lnTo>
                    <a:pt x="5784940" y="722429"/>
                  </a:lnTo>
                  <a:lnTo>
                    <a:pt x="5784279" y="722429"/>
                  </a:lnTo>
                  <a:lnTo>
                    <a:pt x="5783619" y="722429"/>
                  </a:lnTo>
                  <a:lnTo>
                    <a:pt x="5782958" y="722429"/>
                  </a:lnTo>
                  <a:lnTo>
                    <a:pt x="5782298" y="722429"/>
                  </a:lnTo>
                  <a:lnTo>
                    <a:pt x="5781637" y="722429"/>
                  </a:lnTo>
                  <a:lnTo>
                    <a:pt x="5780976" y="722429"/>
                  </a:lnTo>
                  <a:lnTo>
                    <a:pt x="5780316" y="722429"/>
                  </a:lnTo>
                  <a:lnTo>
                    <a:pt x="5779655" y="722429"/>
                  </a:lnTo>
                  <a:lnTo>
                    <a:pt x="5778995" y="722429"/>
                  </a:lnTo>
                  <a:lnTo>
                    <a:pt x="5778334" y="722429"/>
                  </a:lnTo>
                  <a:lnTo>
                    <a:pt x="5777674" y="722429"/>
                  </a:lnTo>
                  <a:lnTo>
                    <a:pt x="5777013" y="722429"/>
                  </a:lnTo>
                  <a:lnTo>
                    <a:pt x="5776353" y="722429"/>
                  </a:lnTo>
                  <a:lnTo>
                    <a:pt x="5775692" y="722429"/>
                  </a:lnTo>
                  <a:lnTo>
                    <a:pt x="5775032" y="722429"/>
                  </a:lnTo>
                  <a:lnTo>
                    <a:pt x="5774371" y="722429"/>
                  </a:lnTo>
                  <a:lnTo>
                    <a:pt x="5773711" y="722429"/>
                  </a:lnTo>
                  <a:lnTo>
                    <a:pt x="5773050" y="722429"/>
                  </a:lnTo>
                  <a:lnTo>
                    <a:pt x="5772390" y="722429"/>
                  </a:lnTo>
                  <a:lnTo>
                    <a:pt x="5771729" y="722429"/>
                  </a:lnTo>
                  <a:lnTo>
                    <a:pt x="5771069" y="722429"/>
                  </a:lnTo>
                  <a:lnTo>
                    <a:pt x="5770408" y="722429"/>
                  </a:lnTo>
                  <a:lnTo>
                    <a:pt x="5769747" y="722429"/>
                  </a:lnTo>
                  <a:lnTo>
                    <a:pt x="5769087" y="722429"/>
                  </a:lnTo>
                  <a:lnTo>
                    <a:pt x="5768426" y="722429"/>
                  </a:lnTo>
                  <a:lnTo>
                    <a:pt x="5767766" y="722429"/>
                  </a:lnTo>
                  <a:lnTo>
                    <a:pt x="5767105" y="722429"/>
                  </a:lnTo>
                  <a:lnTo>
                    <a:pt x="5766445" y="722429"/>
                  </a:lnTo>
                  <a:lnTo>
                    <a:pt x="5765784" y="722429"/>
                  </a:lnTo>
                  <a:lnTo>
                    <a:pt x="5765124" y="722429"/>
                  </a:lnTo>
                  <a:lnTo>
                    <a:pt x="5764463" y="722429"/>
                  </a:lnTo>
                  <a:lnTo>
                    <a:pt x="5763803" y="722429"/>
                  </a:lnTo>
                  <a:lnTo>
                    <a:pt x="5763142" y="722429"/>
                  </a:lnTo>
                  <a:lnTo>
                    <a:pt x="5762482" y="722429"/>
                  </a:lnTo>
                  <a:lnTo>
                    <a:pt x="5761821" y="722429"/>
                  </a:lnTo>
                  <a:lnTo>
                    <a:pt x="5761161" y="722429"/>
                  </a:lnTo>
                  <a:lnTo>
                    <a:pt x="5760500" y="722429"/>
                  </a:lnTo>
                  <a:lnTo>
                    <a:pt x="5759839" y="722429"/>
                  </a:lnTo>
                  <a:lnTo>
                    <a:pt x="5759179" y="722429"/>
                  </a:lnTo>
                  <a:lnTo>
                    <a:pt x="5758518" y="722429"/>
                  </a:lnTo>
                  <a:lnTo>
                    <a:pt x="5757858" y="722429"/>
                  </a:lnTo>
                  <a:lnTo>
                    <a:pt x="5757197" y="722429"/>
                  </a:lnTo>
                  <a:lnTo>
                    <a:pt x="5756537" y="722429"/>
                  </a:lnTo>
                  <a:lnTo>
                    <a:pt x="5755876" y="722429"/>
                  </a:lnTo>
                  <a:lnTo>
                    <a:pt x="5755216" y="722429"/>
                  </a:lnTo>
                  <a:lnTo>
                    <a:pt x="5754555" y="722429"/>
                  </a:lnTo>
                  <a:lnTo>
                    <a:pt x="5753895" y="722429"/>
                  </a:lnTo>
                  <a:lnTo>
                    <a:pt x="5753234" y="722429"/>
                  </a:lnTo>
                  <a:lnTo>
                    <a:pt x="5752574" y="722429"/>
                  </a:lnTo>
                  <a:lnTo>
                    <a:pt x="5751913" y="722429"/>
                  </a:lnTo>
                  <a:lnTo>
                    <a:pt x="5751253" y="722429"/>
                  </a:lnTo>
                  <a:lnTo>
                    <a:pt x="5750592" y="722429"/>
                  </a:lnTo>
                  <a:lnTo>
                    <a:pt x="5749931" y="722429"/>
                  </a:lnTo>
                  <a:lnTo>
                    <a:pt x="5749271" y="722429"/>
                  </a:lnTo>
                  <a:lnTo>
                    <a:pt x="5748610" y="722429"/>
                  </a:lnTo>
                  <a:lnTo>
                    <a:pt x="5747950" y="722429"/>
                  </a:lnTo>
                  <a:lnTo>
                    <a:pt x="5747289" y="722429"/>
                  </a:lnTo>
                  <a:lnTo>
                    <a:pt x="5746629" y="722429"/>
                  </a:lnTo>
                  <a:lnTo>
                    <a:pt x="5745968" y="722429"/>
                  </a:lnTo>
                  <a:lnTo>
                    <a:pt x="5745308" y="722429"/>
                  </a:lnTo>
                  <a:lnTo>
                    <a:pt x="5744647" y="722429"/>
                  </a:lnTo>
                  <a:lnTo>
                    <a:pt x="5743987" y="722429"/>
                  </a:lnTo>
                  <a:lnTo>
                    <a:pt x="5743326" y="722429"/>
                  </a:lnTo>
                  <a:lnTo>
                    <a:pt x="5742666" y="722429"/>
                  </a:lnTo>
                  <a:lnTo>
                    <a:pt x="5742005" y="722429"/>
                  </a:lnTo>
                  <a:lnTo>
                    <a:pt x="5741345" y="722429"/>
                  </a:lnTo>
                  <a:lnTo>
                    <a:pt x="5740684" y="722429"/>
                  </a:lnTo>
                  <a:lnTo>
                    <a:pt x="5740024" y="722429"/>
                  </a:lnTo>
                  <a:lnTo>
                    <a:pt x="5739363" y="722429"/>
                  </a:lnTo>
                  <a:lnTo>
                    <a:pt x="5738702" y="722429"/>
                  </a:lnTo>
                  <a:lnTo>
                    <a:pt x="5738042" y="722429"/>
                  </a:lnTo>
                  <a:lnTo>
                    <a:pt x="5737381" y="722429"/>
                  </a:lnTo>
                  <a:lnTo>
                    <a:pt x="5736721" y="722429"/>
                  </a:lnTo>
                  <a:lnTo>
                    <a:pt x="5736060" y="722429"/>
                  </a:lnTo>
                  <a:lnTo>
                    <a:pt x="5735400" y="722429"/>
                  </a:lnTo>
                  <a:lnTo>
                    <a:pt x="5734739" y="722429"/>
                  </a:lnTo>
                  <a:lnTo>
                    <a:pt x="5734079" y="722429"/>
                  </a:lnTo>
                  <a:lnTo>
                    <a:pt x="5733418" y="722429"/>
                  </a:lnTo>
                  <a:lnTo>
                    <a:pt x="5732758" y="722429"/>
                  </a:lnTo>
                  <a:lnTo>
                    <a:pt x="5732097" y="722429"/>
                  </a:lnTo>
                  <a:lnTo>
                    <a:pt x="5731437" y="722429"/>
                  </a:lnTo>
                  <a:lnTo>
                    <a:pt x="5730776" y="722429"/>
                  </a:lnTo>
                  <a:lnTo>
                    <a:pt x="5730116" y="722429"/>
                  </a:lnTo>
                  <a:lnTo>
                    <a:pt x="5729455" y="722429"/>
                  </a:lnTo>
                  <a:lnTo>
                    <a:pt x="5728794" y="722429"/>
                  </a:lnTo>
                  <a:lnTo>
                    <a:pt x="5728134" y="722429"/>
                  </a:lnTo>
                  <a:lnTo>
                    <a:pt x="5727473" y="722429"/>
                  </a:lnTo>
                  <a:lnTo>
                    <a:pt x="5726813" y="722429"/>
                  </a:lnTo>
                  <a:lnTo>
                    <a:pt x="5726152" y="722429"/>
                  </a:lnTo>
                  <a:lnTo>
                    <a:pt x="5725492" y="722429"/>
                  </a:lnTo>
                  <a:lnTo>
                    <a:pt x="5724831" y="722429"/>
                  </a:lnTo>
                  <a:lnTo>
                    <a:pt x="5724171" y="722429"/>
                  </a:lnTo>
                  <a:lnTo>
                    <a:pt x="5723510" y="722429"/>
                  </a:lnTo>
                  <a:lnTo>
                    <a:pt x="5722850" y="722429"/>
                  </a:lnTo>
                  <a:lnTo>
                    <a:pt x="5722189" y="722429"/>
                  </a:lnTo>
                  <a:lnTo>
                    <a:pt x="5721529" y="722429"/>
                  </a:lnTo>
                  <a:lnTo>
                    <a:pt x="5720868" y="722429"/>
                  </a:lnTo>
                  <a:lnTo>
                    <a:pt x="5720208" y="722429"/>
                  </a:lnTo>
                  <a:lnTo>
                    <a:pt x="5719547" y="722429"/>
                  </a:lnTo>
                  <a:lnTo>
                    <a:pt x="5718886" y="722429"/>
                  </a:lnTo>
                  <a:lnTo>
                    <a:pt x="5718226" y="722429"/>
                  </a:lnTo>
                  <a:lnTo>
                    <a:pt x="5717565" y="722429"/>
                  </a:lnTo>
                  <a:lnTo>
                    <a:pt x="5716905" y="722429"/>
                  </a:lnTo>
                  <a:lnTo>
                    <a:pt x="5716244" y="722429"/>
                  </a:lnTo>
                  <a:lnTo>
                    <a:pt x="5715584" y="722429"/>
                  </a:lnTo>
                  <a:lnTo>
                    <a:pt x="5714923" y="722429"/>
                  </a:lnTo>
                  <a:lnTo>
                    <a:pt x="5714263" y="722429"/>
                  </a:lnTo>
                  <a:lnTo>
                    <a:pt x="5713602" y="722429"/>
                  </a:lnTo>
                  <a:lnTo>
                    <a:pt x="5712942" y="722429"/>
                  </a:lnTo>
                  <a:lnTo>
                    <a:pt x="5712281" y="722429"/>
                  </a:lnTo>
                  <a:lnTo>
                    <a:pt x="5711621" y="722429"/>
                  </a:lnTo>
                  <a:lnTo>
                    <a:pt x="5710960" y="722429"/>
                  </a:lnTo>
                  <a:lnTo>
                    <a:pt x="5710300" y="722429"/>
                  </a:lnTo>
                  <a:lnTo>
                    <a:pt x="5709639" y="722429"/>
                  </a:lnTo>
                  <a:lnTo>
                    <a:pt x="5708978" y="722429"/>
                  </a:lnTo>
                  <a:lnTo>
                    <a:pt x="5708318" y="722429"/>
                  </a:lnTo>
                  <a:lnTo>
                    <a:pt x="5707657" y="722429"/>
                  </a:lnTo>
                  <a:lnTo>
                    <a:pt x="5706997" y="722429"/>
                  </a:lnTo>
                  <a:lnTo>
                    <a:pt x="5706336" y="722429"/>
                  </a:lnTo>
                  <a:lnTo>
                    <a:pt x="5705676" y="722429"/>
                  </a:lnTo>
                  <a:lnTo>
                    <a:pt x="5705015" y="722429"/>
                  </a:lnTo>
                  <a:lnTo>
                    <a:pt x="5704355" y="722429"/>
                  </a:lnTo>
                  <a:lnTo>
                    <a:pt x="5703694" y="722429"/>
                  </a:lnTo>
                  <a:lnTo>
                    <a:pt x="5703034" y="722429"/>
                  </a:lnTo>
                  <a:lnTo>
                    <a:pt x="5702373" y="722429"/>
                  </a:lnTo>
                  <a:lnTo>
                    <a:pt x="5701713" y="722429"/>
                  </a:lnTo>
                  <a:lnTo>
                    <a:pt x="5701052" y="722429"/>
                  </a:lnTo>
                  <a:lnTo>
                    <a:pt x="5700392" y="722429"/>
                  </a:lnTo>
                  <a:lnTo>
                    <a:pt x="5699731" y="722429"/>
                  </a:lnTo>
                  <a:lnTo>
                    <a:pt x="5699071" y="722429"/>
                  </a:lnTo>
                  <a:lnTo>
                    <a:pt x="5698410" y="722429"/>
                  </a:lnTo>
                  <a:lnTo>
                    <a:pt x="5697749" y="722429"/>
                  </a:lnTo>
                  <a:lnTo>
                    <a:pt x="5697089" y="722429"/>
                  </a:lnTo>
                  <a:lnTo>
                    <a:pt x="5696428" y="722429"/>
                  </a:lnTo>
                  <a:lnTo>
                    <a:pt x="5695768" y="722429"/>
                  </a:lnTo>
                  <a:lnTo>
                    <a:pt x="5695107" y="722429"/>
                  </a:lnTo>
                  <a:lnTo>
                    <a:pt x="5694447" y="722429"/>
                  </a:lnTo>
                  <a:lnTo>
                    <a:pt x="5693786" y="722429"/>
                  </a:lnTo>
                  <a:lnTo>
                    <a:pt x="5693126" y="722429"/>
                  </a:lnTo>
                  <a:lnTo>
                    <a:pt x="5692465" y="722429"/>
                  </a:lnTo>
                  <a:lnTo>
                    <a:pt x="5691805" y="722429"/>
                  </a:lnTo>
                  <a:lnTo>
                    <a:pt x="5691144" y="722429"/>
                  </a:lnTo>
                  <a:lnTo>
                    <a:pt x="5690484" y="722429"/>
                  </a:lnTo>
                  <a:lnTo>
                    <a:pt x="5689823" y="722429"/>
                  </a:lnTo>
                  <a:lnTo>
                    <a:pt x="5689163" y="722429"/>
                  </a:lnTo>
                  <a:lnTo>
                    <a:pt x="5688502" y="722429"/>
                  </a:lnTo>
                  <a:lnTo>
                    <a:pt x="5687841" y="722429"/>
                  </a:lnTo>
                  <a:lnTo>
                    <a:pt x="5687181" y="722429"/>
                  </a:lnTo>
                  <a:lnTo>
                    <a:pt x="5686520" y="722429"/>
                  </a:lnTo>
                  <a:lnTo>
                    <a:pt x="5685860" y="722429"/>
                  </a:lnTo>
                  <a:lnTo>
                    <a:pt x="5685199" y="722429"/>
                  </a:lnTo>
                  <a:lnTo>
                    <a:pt x="5684539" y="722429"/>
                  </a:lnTo>
                  <a:lnTo>
                    <a:pt x="5683878" y="722429"/>
                  </a:lnTo>
                  <a:lnTo>
                    <a:pt x="5683218" y="722429"/>
                  </a:lnTo>
                  <a:lnTo>
                    <a:pt x="5682557" y="722429"/>
                  </a:lnTo>
                  <a:lnTo>
                    <a:pt x="5681897" y="722429"/>
                  </a:lnTo>
                  <a:lnTo>
                    <a:pt x="5681236" y="722429"/>
                  </a:lnTo>
                  <a:lnTo>
                    <a:pt x="5680576" y="722429"/>
                  </a:lnTo>
                  <a:lnTo>
                    <a:pt x="5679915" y="722429"/>
                  </a:lnTo>
                  <a:lnTo>
                    <a:pt x="5679255" y="722429"/>
                  </a:lnTo>
                  <a:lnTo>
                    <a:pt x="5678594" y="722429"/>
                  </a:lnTo>
                  <a:lnTo>
                    <a:pt x="5677933" y="722429"/>
                  </a:lnTo>
                  <a:lnTo>
                    <a:pt x="5677273" y="722429"/>
                  </a:lnTo>
                  <a:lnTo>
                    <a:pt x="5676612" y="722429"/>
                  </a:lnTo>
                  <a:lnTo>
                    <a:pt x="5675952" y="722429"/>
                  </a:lnTo>
                  <a:lnTo>
                    <a:pt x="5675291" y="722429"/>
                  </a:lnTo>
                  <a:lnTo>
                    <a:pt x="5674631" y="722429"/>
                  </a:lnTo>
                  <a:lnTo>
                    <a:pt x="5673970" y="722429"/>
                  </a:lnTo>
                  <a:lnTo>
                    <a:pt x="5673310" y="722429"/>
                  </a:lnTo>
                  <a:lnTo>
                    <a:pt x="5672649" y="722429"/>
                  </a:lnTo>
                  <a:lnTo>
                    <a:pt x="5671989" y="722429"/>
                  </a:lnTo>
                  <a:lnTo>
                    <a:pt x="5671328" y="722429"/>
                  </a:lnTo>
                  <a:lnTo>
                    <a:pt x="5670668" y="722429"/>
                  </a:lnTo>
                  <a:lnTo>
                    <a:pt x="5670007" y="722429"/>
                  </a:lnTo>
                  <a:lnTo>
                    <a:pt x="5669347" y="722429"/>
                  </a:lnTo>
                  <a:lnTo>
                    <a:pt x="5668686" y="722429"/>
                  </a:lnTo>
                  <a:lnTo>
                    <a:pt x="5668026" y="722429"/>
                  </a:lnTo>
                  <a:lnTo>
                    <a:pt x="5667365" y="722429"/>
                  </a:lnTo>
                  <a:lnTo>
                    <a:pt x="5666704" y="722429"/>
                  </a:lnTo>
                  <a:lnTo>
                    <a:pt x="5666044" y="722429"/>
                  </a:lnTo>
                  <a:lnTo>
                    <a:pt x="5665383" y="722429"/>
                  </a:lnTo>
                  <a:lnTo>
                    <a:pt x="5664723" y="722429"/>
                  </a:lnTo>
                  <a:lnTo>
                    <a:pt x="5664062" y="722429"/>
                  </a:lnTo>
                  <a:lnTo>
                    <a:pt x="5663402" y="722429"/>
                  </a:lnTo>
                  <a:lnTo>
                    <a:pt x="5662741" y="722429"/>
                  </a:lnTo>
                  <a:lnTo>
                    <a:pt x="5662081" y="722429"/>
                  </a:lnTo>
                  <a:lnTo>
                    <a:pt x="5661420" y="722429"/>
                  </a:lnTo>
                  <a:lnTo>
                    <a:pt x="5660760" y="722429"/>
                  </a:lnTo>
                  <a:lnTo>
                    <a:pt x="5660099" y="722429"/>
                  </a:lnTo>
                  <a:lnTo>
                    <a:pt x="5659439" y="722429"/>
                  </a:lnTo>
                  <a:lnTo>
                    <a:pt x="5658778" y="722429"/>
                  </a:lnTo>
                  <a:lnTo>
                    <a:pt x="5658118" y="722429"/>
                  </a:lnTo>
                  <a:lnTo>
                    <a:pt x="5657457" y="722429"/>
                  </a:lnTo>
                  <a:lnTo>
                    <a:pt x="5656796" y="722429"/>
                  </a:lnTo>
                  <a:lnTo>
                    <a:pt x="5656136" y="722429"/>
                  </a:lnTo>
                  <a:lnTo>
                    <a:pt x="5655475" y="722429"/>
                  </a:lnTo>
                  <a:lnTo>
                    <a:pt x="5654815" y="722429"/>
                  </a:lnTo>
                  <a:lnTo>
                    <a:pt x="5654154" y="722429"/>
                  </a:lnTo>
                  <a:lnTo>
                    <a:pt x="5653494" y="722429"/>
                  </a:lnTo>
                  <a:lnTo>
                    <a:pt x="5652833" y="722429"/>
                  </a:lnTo>
                  <a:lnTo>
                    <a:pt x="5652173" y="722429"/>
                  </a:lnTo>
                  <a:lnTo>
                    <a:pt x="5651512" y="722429"/>
                  </a:lnTo>
                  <a:lnTo>
                    <a:pt x="5650852" y="722429"/>
                  </a:lnTo>
                  <a:lnTo>
                    <a:pt x="5650191" y="722429"/>
                  </a:lnTo>
                  <a:lnTo>
                    <a:pt x="5649531" y="722429"/>
                  </a:lnTo>
                  <a:lnTo>
                    <a:pt x="5648870" y="722429"/>
                  </a:lnTo>
                  <a:lnTo>
                    <a:pt x="5648210" y="722429"/>
                  </a:lnTo>
                  <a:lnTo>
                    <a:pt x="5647549" y="722429"/>
                  </a:lnTo>
                  <a:lnTo>
                    <a:pt x="5646888" y="722429"/>
                  </a:lnTo>
                  <a:lnTo>
                    <a:pt x="5646228" y="722429"/>
                  </a:lnTo>
                  <a:lnTo>
                    <a:pt x="5645567" y="722429"/>
                  </a:lnTo>
                  <a:lnTo>
                    <a:pt x="5644907" y="722429"/>
                  </a:lnTo>
                  <a:lnTo>
                    <a:pt x="5644246" y="722429"/>
                  </a:lnTo>
                  <a:lnTo>
                    <a:pt x="5643586" y="722429"/>
                  </a:lnTo>
                  <a:lnTo>
                    <a:pt x="5642925" y="722429"/>
                  </a:lnTo>
                  <a:lnTo>
                    <a:pt x="5642265" y="722429"/>
                  </a:lnTo>
                  <a:lnTo>
                    <a:pt x="5641604" y="722429"/>
                  </a:lnTo>
                  <a:lnTo>
                    <a:pt x="5640944" y="722429"/>
                  </a:lnTo>
                  <a:lnTo>
                    <a:pt x="5640283" y="722429"/>
                  </a:lnTo>
                  <a:lnTo>
                    <a:pt x="5639623" y="722429"/>
                  </a:lnTo>
                  <a:lnTo>
                    <a:pt x="5638962" y="722429"/>
                  </a:lnTo>
                  <a:lnTo>
                    <a:pt x="5638302" y="722429"/>
                  </a:lnTo>
                  <a:lnTo>
                    <a:pt x="5637641" y="722429"/>
                  </a:lnTo>
                  <a:lnTo>
                    <a:pt x="5636980" y="722429"/>
                  </a:lnTo>
                  <a:lnTo>
                    <a:pt x="5636320" y="722429"/>
                  </a:lnTo>
                  <a:lnTo>
                    <a:pt x="5635659" y="722429"/>
                  </a:lnTo>
                  <a:lnTo>
                    <a:pt x="5634999" y="722429"/>
                  </a:lnTo>
                  <a:lnTo>
                    <a:pt x="5634338" y="722429"/>
                  </a:lnTo>
                  <a:lnTo>
                    <a:pt x="5633678" y="722429"/>
                  </a:lnTo>
                  <a:lnTo>
                    <a:pt x="5633017" y="722429"/>
                  </a:lnTo>
                  <a:lnTo>
                    <a:pt x="5632357" y="722429"/>
                  </a:lnTo>
                  <a:lnTo>
                    <a:pt x="5631696" y="722429"/>
                  </a:lnTo>
                  <a:lnTo>
                    <a:pt x="5631036" y="722429"/>
                  </a:lnTo>
                  <a:lnTo>
                    <a:pt x="5630375" y="722429"/>
                  </a:lnTo>
                  <a:lnTo>
                    <a:pt x="5629715" y="722429"/>
                  </a:lnTo>
                  <a:lnTo>
                    <a:pt x="5629054" y="722429"/>
                  </a:lnTo>
                  <a:lnTo>
                    <a:pt x="5628394" y="722429"/>
                  </a:lnTo>
                  <a:lnTo>
                    <a:pt x="5627733" y="722429"/>
                  </a:lnTo>
                  <a:lnTo>
                    <a:pt x="5627073" y="722429"/>
                  </a:lnTo>
                  <a:lnTo>
                    <a:pt x="5626412" y="722429"/>
                  </a:lnTo>
                  <a:lnTo>
                    <a:pt x="5625751" y="722429"/>
                  </a:lnTo>
                  <a:lnTo>
                    <a:pt x="5625091" y="722429"/>
                  </a:lnTo>
                  <a:lnTo>
                    <a:pt x="5624430" y="722429"/>
                  </a:lnTo>
                  <a:lnTo>
                    <a:pt x="5623770" y="722429"/>
                  </a:lnTo>
                  <a:lnTo>
                    <a:pt x="5623109" y="722429"/>
                  </a:lnTo>
                  <a:lnTo>
                    <a:pt x="5622449" y="722429"/>
                  </a:lnTo>
                  <a:lnTo>
                    <a:pt x="5621788" y="722429"/>
                  </a:lnTo>
                  <a:lnTo>
                    <a:pt x="5621128" y="722429"/>
                  </a:lnTo>
                  <a:lnTo>
                    <a:pt x="5620467" y="722429"/>
                  </a:lnTo>
                  <a:lnTo>
                    <a:pt x="5619807" y="722429"/>
                  </a:lnTo>
                  <a:lnTo>
                    <a:pt x="5619146" y="722429"/>
                  </a:lnTo>
                  <a:lnTo>
                    <a:pt x="5618486" y="722429"/>
                  </a:lnTo>
                  <a:lnTo>
                    <a:pt x="5617825" y="722429"/>
                  </a:lnTo>
                  <a:lnTo>
                    <a:pt x="5617165" y="722429"/>
                  </a:lnTo>
                  <a:lnTo>
                    <a:pt x="5616504" y="722429"/>
                  </a:lnTo>
                  <a:lnTo>
                    <a:pt x="5615843" y="722429"/>
                  </a:lnTo>
                  <a:lnTo>
                    <a:pt x="5615183" y="722429"/>
                  </a:lnTo>
                  <a:lnTo>
                    <a:pt x="5614522" y="722429"/>
                  </a:lnTo>
                  <a:lnTo>
                    <a:pt x="5613862" y="722429"/>
                  </a:lnTo>
                  <a:lnTo>
                    <a:pt x="5613201" y="722429"/>
                  </a:lnTo>
                  <a:lnTo>
                    <a:pt x="5612541" y="722429"/>
                  </a:lnTo>
                  <a:lnTo>
                    <a:pt x="5611880" y="722429"/>
                  </a:lnTo>
                  <a:lnTo>
                    <a:pt x="5611220" y="722429"/>
                  </a:lnTo>
                  <a:lnTo>
                    <a:pt x="5610559" y="722429"/>
                  </a:lnTo>
                  <a:lnTo>
                    <a:pt x="5609899" y="722429"/>
                  </a:lnTo>
                  <a:lnTo>
                    <a:pt x="5609238" y="722429"/>
                  </a:lnTo>
                  <a:lnTo>
                    <a:pt x="5608578" y="722429"/>
                  </a:lnTo>
                  <a:lnTo>
                    <a:pt x="5607917" y="722429"/>
                  </a:lnTo>
                  <a:lnTo>
                    <a:pt x="5607257" y="722429"/>
                  </a:lnTo>
                  <a:lnTo>
                    <a:pt x="5606596" y="722429"/>
                  </a:lnTo>
                  <a:lnTo>
                    <a:pt x="5605935" y="722429"/>
                  </a:lnTo>
                  <a:lnTo>
                    <a:pt x="5605275" y="722429"/>
                  </a:lnTo>
                  <a:lnTo>
                    <a:pt x="5604614" y="722429"/>
                  </a:lnTo>
                  <a:lnTo>
                    <a:pt x="5603954" y="722429"/>
                  </a:lnTo>
                  <a:lnTo>
                    <a:pt x="5603293" y="722429"/>
                  </a:lnTo>
                  <a:lnTo>
                    <a:pt x="5602633" y="722429"/>
                  </a:lnTo>
                  <a:lnTo>
                    <a:pt x="5601972" y="722429"/>
                  </a:lnTo>
                  <a:lnTo>
                    <a:pt x="5601312" y="722429"/>
                  </a:lnTo>
                  <a:lnTo>
                    <a:pt x="5600651" y="722429"/>
                  </a:lnTo>
                  <a:lnTo>
                    <a:pt x="5599991" y="722429"/>
                  </a:lnTo>
                  <a:lnTo>
                    <a:pt x="5599330" y="722429"/>
                  </a:lnTo>
                  <a:lnTo>
                    <a:pt x="5598670" y="722429"/>
                  </a:lnTo>
                  <a:lnTo>
                    <a:pt x="5598009" y="722429"/>
                  </a:lnTo>
                  <a:lnTo>
                    <a:pt x="5597349" y="722429"/>
                  </a:lnTo>
                  <a:lnTo>
                    <a:pt x="5596688" y="722429"/>
                  </a:lnTo>
                  <a:lnTo>
                    <a:pt x="5596028" y="722429"/>
                  </a:lnTo>
                  <a:lnTo>
                    <a:pt x="5595367" y="722429"/>
                  </a:lnTo>
                  <a:lnTo>
                    <a:pt x="5594706" y="722429"/>
                  </a:lnTo>
                  <a:lnTo>
                    <a:pt x="5594046" y="722429"/>
                  </a:lnTo>
                  <a:lnTo>
                    <a:pt x="5593385" y="722429"/>
                  </a:lnTo>
                  <a:lnTo>
                    <a:pt x="5592725" y="722429"/>
                  </a:lnTo>
                  <a:lnTo>
                    <a:pt x="5592064" y="722429"/>
                  </a:lnTo>
                  <a:lnTo>
                    <a:pt x="5591404" y="722429"/>
                  </a:lnTo>
                  <a:lnTo>
                    <a:pt x="5590743" y="722429"/>
                  </a:lnTo>
                  <a:lnTo>
                    <a:pt x="5590083" y="722429"/>
                  </a:lnTo>
                  <a:lnTo>
                    <a:pt x="5589422" y="722429"/>
                  </a:lnTo>
                  <a:lnTo>
                    <a:pt x="5588762" y="722429"/>
                  </a:lnTo>
                  <a:lnTo>
                    <a:pt x="5588101" y="722429"/>
                  </a:lnTo>
                  <a:lnTo>
                    <a:pt x="5587441" y="722429"/>
                  </a:lnTo>
                  <a:lnTo>
                    <a:pt x="5586780" y="722429"/>
                  </a:lnTo>
                  <a:lnTo>
                    <a:pt x="5586120" y="722429"/>
                  </a:lnTo>
                  <a:lnTo>
                    <a:pt x="5585459" y="722429"/>
                  </a:lnTo>
                  <a:lnTo>
                    <a:pt x="5584798" y="722429"/>
                  </a:lnTo>
                  <a:lnTo>
                    <a:pt x="5584138" y="722429"/>
                  </a:lnTo>
                  <a:lnTo>
                    <a:pt x="5583477" y="722429"/>
                  </a:lnTo>
                  <a:lnTo>
                    <a:pt x="5582817" y="722429"/>
                  </a:lnTo>
                  <a:lnTo>
                    <a:pt x="5582156" y="722429"/>
                  </a:lnTo>
                  <a:lnTo>
                    <a:pt x="5581496" y="722429"/>
                  </a:lnTo>
                  <a:lnTo>
                    <a:pt x="5580835" y="722429"/>
                  </a:lnTo>
                  <a:lnTo>
                    <a:pt x="5580175" y="722429"/>
                  </a:lnTo>
                  <a:lnTo>
                    <a:pt x="5579514" y="722429"/>
                  </a:lnTo>
                  <a:lnTo>
                    <a:pt x="5578854" y="722429"/>
                  </a:lnTo>
                  <a:lnTo>
                    <a:pt x="5578193" y="722429"/>
                  </a:lnTo>
                  <a:lnTo>
                    <a:pt x="5577533" y="722429"/>
                  </a:lnTo>
                  <a:lnTo>
                    <a:pt x="5576872" y="722429"/>
                  </a:lnTo>
                  <a:lnTo>
                    <a:pt x="5576212" y="722429"/>
                  </a:lnTo>
                  <a:lnTo>
                    <a:pt x="5575551" y="722429"/>
                  </a:lnTo>
                  <a:lnTo>
                    <a:pt x="5574890" y="722429"/>
                  </a:lnTo>
                  <a:lnTo>
                    <a:pt x="5574230" y="722429"/>
                  </a:lnTo>
                  <a:lnTo>
                    <a:pt x="5573569" y="722429"/>
                  </a:lnTo>
                  <a:lnTo>
                    <a:pt x="5572909" y="722429"/>
                  </a:lnTo>
                  <a:lnTo>
                    <a:pt x="5572248" y="722429"/>
                  </a:lnTo>
                  <a:lnTo>
                    <a:pt x="5571588" y="722429"/>
                  </a:lnTo>
                  <a:lnTo>
                    <a:pt x="5570927" y="722429"/>
                  </a:lnTo>
                  <a:lnTo>
                    <a:pt x="5570267" y="722429"/>
                  </a:lnTo>
                  <a:lnTo>
                    <a:pt x="5569606" y="722429"/>
                  </a:lnTo>
                  <a:lnTo>
                    <a:pt x="5568946" y="722429"/>
                  </a:lnTo>
                  <a:lnTo>
                    <a:pt x="5568285" y="722429"/>
                  </a:lnTo>
                  <a:lnTo>
                    <a:pt x="5567625" y="722429"/>
                  </a:lnTo>
                  <a:lnTo>
                    <a:pt x="5566964" y="722429"/>
                  </a:lnTo>
                  <a:lnTo>
                    <a:pt x="5566304" y="722429"/>
                  </a:lnTo>
                  <a:lnTo>
                    <a:pt x="5565643" y="722429"/>
                  </a:lnTo>
                  <a:lnTo>
                    <a:pt x="5564982" y="722429"/>
                  </a:lnTo>
                  <a:lnTo>
                    <a:pt x="5564322" y="722429"/>
                  </a:lnTo>
                  <a:lnTo>
                    <a:pt x="5563661" y="722429"/>
                  </a:lnTo>
                  <a:lnTo>
                    <a:pt x="5563001" y="722429"/>
                  </a:lnTo>
                  <a:lnTo>
                    <a:pt x="5562340" y="722429"/>
                  </a:lnTo>
                  <a:lnTo>
                    <a:pt x="5561680" y="722429"/>
                  </a:lnTo>
                  <a:lnTo>
                    <a:pt x="5561019" y="722429"/>
                  </a:lnTo>
                  <a:lnTo>
                    <a:pt x="5560359" y="722429"/>
                  </a:lnTo>
                  <a:lnTo>
                    <a:pt x="5559698" y="722429"/>
                  </a:lnTo>
                  <a:lnTo>
                    <a:pt x="5559038" y="722429"/>
                  </a:lnTo>
                  <a:lnTo>
                    <a:pt x="5558377" y="722429"/>
                  </a:lnTo>
                  <a:lnTo>
                    <a:pt x="5557717" y="722429"/>
                  </a:lnTo>
                  <a:lnTo>
                    <a:pt x="5557056" y="722429"/>
                  </a:lnTo>
                  <a:lnTo>
                    <a:pt x="5556396" y="722429"/>
                  </a:lnTo>
                  <a:lnTo>
                    <a:pt x="5555735" y="722429"/>
                  </a:lnTo>
                  <a:lnTo>
                    <a:pt x="5555075" y="722429"/>
                  </a:lnTo>
                  <a:lnTo>
                    <a:pt x="5554414" y="722429"/>
                  </a:lnTo>
                  <a:lnTo>
                    <a:pt x="5553753" y="722429"/>
                  </a:lnTo>
                  <a:lnTo>
                    <a:pt x="5553093" y="722429"/>
                  </a:lnTo>
                  <a:lnTo>
                    <a:pt x="5552432" y="722429"/>
                  </a:lnTo>
                  <a:lnTo>
                    <a:pt x="5551772" y="722429"/>
                  </a:lnTo>
                  <a:lnTo>
                    <a:pt x="5551111" y="722429"/>
                  </a:lnTo>
                  <a:lnTo>
                    <a:pt x="5550451" y="722429"/>
                  </a:lnTo>
                  <a:lnTo>
                    <a:pt x="5549790" y="722429"/>
                  </a:lnTo>
                  <a:lnTo>
                    <a:pt x="5549130" y="722429"/>
                  </a:lnTo>
                  <a:lnTo>
                    <a:pt x="5548469" y="722429"/>
                  </a:lnTo>
                  <a:lnTo>
                    <a:pt x="5547809" y="722429"/>
                  </a:lnTo>
                  <a:lnTo>
                    <a:pt x="5547148" y="722429"/>
                  </a:lnTo>
                  <a:lnTo>
                    <a:pt x="5546488" y="722429"/>
                  </a:lnTo>
                  <a:lnTo>
                    <a:pt x="5545827" y="722429"/>
                  </a:lnTo>
                  <a:lnTo>
                    <a:pt x="5545167" y="722429"/>
                  </a:lnTo>
                  <a:lnTo>
                    <a:pt x="5544506" y="722429"/>
                  </a:lnTo>
                  <a:lnTo>
                    <a:pt x="5543845" y="722429"/>
                  </a:lnTo>
                  <a:lnTo>
                    <a:pt x="5543185" y="722429"/>
                  </a:lnTo>
                  <a:lnTo>
                    <a:pt x="5542524" y="722429"/>
                  </a:lnTo>
                  <a:lnTo>
                    <a:pt x="5541864" y="722429"/>
                  </a:lnTo>
                  <a:lnTo>
                    <a:pt x="5541203" y="722429"/>
                  </a:lnTo>
                  <a:lnTo>
                    <a:pt x="5540543" y="722429"/>
                  </a:lnTo>
                  <a:lnTo>
                    <a:pt x="5539882" y="722429"/>
                  </a:lnTo>
                  <a:lnTo>
                    <a:pt x="5539222" y="722429"/>
                  </a:lnTo>
                  <a:lnTo>
                    <a:pt x="5538561" y="722429"/>
                  </a:lnTo>
                  <a:lnTo>
                    <a:pt x="5537901" y="722429"/>
                  </a:lnTo>
                  <a:lnTo>
                    <a:pt x="5537240" y="722429"/>
                  </a:lnTo>
                  <a:lnTo>
                    <a:pt x="5536580" y="722429"/>
                  </a:lnTo>
                  <a:lnTo>
                    <a:pt x="5535919" y="722429"/>
                  </a:lnTo>
                  <a:lnTo>
                    <a:pt x="5535259" y="722429"/>
                  </a:lnTo>
                  <a:lnTo>
                    <a:pt x="5534598" y="722429"/>
                  </a:lnTo>
                  <a:lnTo>
                    <a:pt x="5533937" y="722429"/>
                  </a:lnTo>
                  <a:lnTo>
                    <a:pt x="5533277" y="722429"/>
                  </a:lnTo>
                  <a:lnTo>
                    <a:pt x="5532616" y="722429"/>
                  </a:lnTo>
                  <a:lnTo>
                    <a:pt x="5531956" y="722429"/>
                  </a:lnTo>
                  <a:lnTo>
                    <a:pt x="5531295" y="722429"/>
                  </a:lnTo>
                  <a:lnTo>
                    <a:pt x="5530635" y="722429"/>
                  </a:lnTo>
                  <a:lnTo>
                    <a:pt x="5529974" y="722429"/>
                  </a:lnTo>
                  <a:lnTo>
                    <a:pt x="5529314" y="722429"/>
                  </a:lnTo>
                  <a:lnTo>
                    <a:pt x="5528653" y="722429"/>
                  </a:lnTo>
                  <a:lnTo>
                    <a:pt x="5527993" y="722429"/>
                  </a:lnTo>
                  <a:lnTo>
                    <a:pt x="5527332" y="722429"/>
                  </a:lnTo>
                  <a:lnTo>
                    <a:pt x="5526672" y="722429"/>
                  </a:lnTo>
                  <a:lnTo>
                    <a:pt x="5526011" y="722429"/>
                  </a:lnTo>
                  <a:lnTo>
                    <a:pt x="5525351" y="722429"/>
                  </a:lnTo>
                  <a:lnTo>
                    <a:pt x="5524690" y="722429"/>
                  </a:lnTo>
                  <a:lnTo>
                    <a:pt x="5524030" y="722429"/>
                  </a:lnTo>
                  <a:lnTo>
                    <a:pt x="5523369" y="722429"/>
                  </a:lnTo>
                  <a:lnTo>
                    <a:pt x="5522708" y="722429"/>
                  </a:lnTo>
                  <a:lnTo>
                    <a:pt x="5522048" y="722429"/>
                  </a:lnTo>
                  <a:lnTo>
                    <a:pt x="5521387" y="722429"/>
                  </a:lnTo>
                  <a:lnTo>
                    <a:pt x="5520727" y="722429"/>
                  </a:lnTo>
                  <a:lnTo>
                    <a:pt x="5520066" y="722429"/>
                  </a:lnTo>
                  <a:lnTo>
                    <a:pt x="5519406" y="722429"/>
                  </a:lnTo>
                  <a:lnTo>
                    <a:pt x="5518745" y="722429"/>
                  </a:lnTo>
                  <a:lnTo>
                    <a:pt x="5518085" y="722429"/>
                  </a:lnTo>
                  <a:lnTo>
                    <a:pt x="5517424" y="722429"/>
                  </a:lnTo>
                  <a:lnTo>
                    <a:pt x="5516764" y="722429"/>
                  </a:lnTo>
                  <a:lnTo>
                    <a:pt x="5516103" y="722429"/>
                  </a:lnTo>
                  <a:lnTo>
                    <a:pt x="5515443" y="722429"/>
                  </a:lnTo>
                  <a:lnTo>
                    <a:pt x="5514782" y="722429"/>
                  </a:lnTo>
                  <a:lnTo>
                    <a:pt x="5514122" y="722429"/>
                  </a:lnTo>
                  <a:lnTo>
                    <a:pt x="5513461" y="722429"/>
                  </a:lnTo>
                  <a:lnTo>
                    <a:pt x="5512800" y="722429"/>
                  </a:lnTo>
                  <a:lnTo>
                    <a:pt x="5512140" y="722429"/>
                  </a:lnTo>
                  <a:lnTo>
                    <a:pt x="5511479" y="722429"/>
                  </a:lnTo>
                  <a:lnTo>
                    <a:pt x="5510819" y="722429"/>
                  </a:lnTo>
                  <a:lnTo>
                    <a:pt x="5510158" y="722429"/>
                  </a:lnTo>
                  <a:lnTo>
                    <a:pt x="5509498" y="722429"/>
                  </a:lnTo>
                  <a:lnTo>
                    <a:pt x="5508837" y="722429"/>
                  </a:lnTo>
                  <a:lnTo>
                    <a:pt x="5508177" y="722429"/>
                  </a:lnTo>
                  <a:lnTo>
                    <a:pt x="5507516" y="722429"/>
                  </a:lnTo>
                  <a:lnTo>
                    <a:pt x="5506856" y="722429"/>
                  </a:lnTo>
                  <a:lnTo>
                    <a:pt x="5506195" y="722429"/>
                  </a:lnTo>
                  <a:lnTo>
                    <a:pt x="5505535" y="722429"/>
                  </a:lnTo>
                  <a:lnTo>
                    <a:pt x="5504874" y="722429"/>
                  </a:lnTo>
                  <a:lnTo>
                    <a:pt x="5504214" y="722429"/>
                  </a:lnTo>
                  <a:lnTo>
                    <a:pt x="5503553" y="722429"/>
                  </a:lnTo>
                  <a:lnTo>
                    <a:pt x="5502892" y="722429"/>
                  </a:lnTo>
                  <a:lnTo>
                    <a:pt x="5502232" y="722429"/>
                  </a:lnTo>
                  <a:lnTo>
                    <a:pt x="5501571" y="722429"/>
                  </a:lnTo>
                  <a:lnTo>
                    <a:pt x="5500911" y="722429"/>
                  </a:lnTo>
                  <a:lnTo>
                    <a:pt x="5500250" y="722429"/>
                  </a:lnTo>
                  <a:lnTo>
                    <a:pt x="5499590" y="722429"/>
                  </a:lnTo>
                  <a:lnTo>
                    <a:pt x="5498929" y="722429"/>
                  </a:lnTo>
                  <a:lnTo>
                    <a:pt x="5498269" y="722429"/>
                  </a:lnTo>
                  <a:lnTo>
                    <a:pt x="5497608" y="722429"/>
                  </a:lnTo>
                  <a:lnTo>
                    <a:pt x="5496948" y="722429"/>
                  </a:lnTo>
                  <a:lnTo>
                    <a:pt x="5496287" y="722429"/>
                  </a:lnTo>
                  <a:lnTo>
                    <a:pt x="5495627" y="722429"/>
                  </a:lnTo>
                  <a:lnTo>
                    <a:pt x="5494966" y="722429"/>
                  </a:lnTo>
                  <a:lnTo>
                    <a:pt x="5494306" y="722429"/>
                  </a:lnTo>
                  <a:lnTo>
                    <a:pt x="5493645" y="722429"/>
                  </a:lnTo>
                  <a:lnTo>
                    <a:pt x="5492984" y="722429"/>
                  </a:lnTo>
                  <a:lnTo>
                    <a:pt x="5492324" y="722429"/>
                  </a:lnTo>
                  <a:lnTo>
                    <a:pt x="5491663" y="722429"/>
                  </a:lnTo>
                  <a:lnTo>
                    <a:pt x="5491003" y="722429"/>
                  </a:lnTo>
                  <a:lnTo>
                    <a:pt x="5490342" y="722429"/>
                  </a:lnTo>
                  <a:lnTo>
                    <a:pt x="5489682" y="722429"/>
                  </a:lnTo>
                  <a:lnTo>
                    <a:pt x="5489021" y="722429"/>
                  </a:lnTo>
                  <a:lnTo>
                    <a:pt x="5488361" y="722429"/>
                  </a:lnTo>
                  <a:lnTo>
                    <a:pt x="5487700" y="722429"/>
                  </a:lnTo>
                  <a:lnTo>
                    <a:pt x="5487040" y="722429"/>
                  </a:lnTo>
                  <a:lnTo>
                    <a:pt x="5486379" y="722429"/>
                  </a:lnTo>
                  <a:lnTo>
                    <a:pt x="5485719" y="722429"/>
                  </a:lnTo>
                  <a:lnTo>
                    <a:pt x="5485058" y="722429"/>
                  </a:lnTo>
                  <a:lnTo>
                    <a:pt x="5484398" y="722429"/>
                  </a:lnTo>
                  <a:lnTo>
                    <a:pt x="5483737" y="722429"/>
                  </a:lnTo>
                  <a:lnTo>
                    <a:pt x="5483077" y="722429"/>
                  </a:lnTo>
                  <a:lnTo>
                    <a:pt x="5482416" y="722429"/>
                  </a:lnTo>
                  <a:lnTo>
                    <a:pt x="5481755" y="722429"/>
                  </a:lnTo>
                  <a:lnTo>
                    <a:pt x="5481095" y="722429"/>
                  </a:lnTo>
                  <a:lnTo>
                    <a:pt x="5480434" y="722429"/>
                  </a:lnTo>
                  <a:lnTo>
                    <a:pt x="5479774" y="722429"/>
                  </a:lnTo>
                  <a:lnTo>
                    <a:pt x="5479113" y="722429"/>
                  </a:lnTo>
                  <a:lnTo>
                    <a:pt x="5478453" y="722429"/>
                  </a:lnTo>
                  <a:lnTo>
                    <a:pt x="5477792" y="722429"/>
                  </a:lnTo>
                  <a:lnTo>
                    <a:pt x="5477132" y="722429"/>
                  </a:lnTo>
                  <a:lnTo>
                    <a:pt x="5476471" y="722429"/>
                  </a:lnTo>
                  <a:lnTo>
                    <a:pt x="5475811" y="722429"/>
                  </a:lnTo>
                  <a:lnTo>
                    <a:pt x="5475150" y="722429"/>
                  </a:lnTo>
                  <a:lnTo>
                    <a:pt x="5474490" y="722429"/>
                  </a:lnTo>
                  <a:lnTo>
                    <a:pt x="5473829" y="722429"/>
                  </a:lnTo>
                  <a:lnTo>
                    <a:pt x="5473169" y="722429"/>
                  </a:lnTo>
                  <a:lnTo>
                    <a:pt x="5472508" y="722429"/>
                  </a:lnTo>
                  <a:lnTo>
                    <a:pt x="5471847" y="722429"/>
                  </a:lnTo>
                  <a:lnTo>
                    <a:pt x="5471187" y="722429"/>
                  </a:lnTo>
                  <a:lnTo>
                    <a:pt x="5470526" y="722429"/>
                  </a:lnTo>
                  <a:lnTo>
                    <a:pt x="5469866" y="722429"/>
                  </a:lnTo>
                  <a:lnTo>
                    <a:pt x="5469205" y="722429"/>
                  </a:lnTo>
                  <a:lnTo>
                    <a:pt x="5468545" y="722429"/>
                  </a:lnTo>
                  <a:lnTo>
                    <a:pt x="5467884" y="722429"/>
                  </a:lnTo>
                  <a:lnTo>
                    <a:pt x="5467224" y="722429"/>
                  </a:lnTo>
                  <a:lnTo>
                    <a:pt x="5466563" y="722429"/>
                  </a:lnTo>
                  <a:lnTo>
                    <a:pt x="5465903" y="722429"/>
                  </a:lnTo>
                  <a:lnTo>
                    <a:pt x="5465242" y="722429"/>
                  </a:lnTo>
                  <a:lnTo>
                    <a:pt x="5464582" y="722429"/>
                  </a:lnTo>
                  <a:lnTo>
                    <a:pt x="5463921" y="722429"/>
                  </a:lnTo>
                  <a:lnTo>
                    <a:pt x="5463261" y="722429"/>
                  </a:lnTo>
                  <a:lnTo>
                    <a:pt x="5462600" y="722429"/>
                  </a:lnTo>
                  <a:lnTo>
                    <a:pt x="5461939" y="722429"/>
                  </a:lnTo>
                  <a:lnTo>
                    <a:pt x="5461279" y="722429"/>
                  </a:lnTo>
                  <a:lnTo>
                    <a:pt x="5460618" y="722429"/>
                  </a:lnTo>
                  <a:lnTo>
                    <a:pt x="5459958" y="722429"/>
                  </a:lnTo>
                  <a:lnTo>
                    <a:pt x="5459297" y="722429"/>
                  </a:lnTo>
                  <a:lnTo>
                    <a:pt x="5458637" y="722429"/>
                  </a:lnTo>
                  <a:lnTo>
                    <a:pt x="5457976" y="722429"/>
                  </a:lnTo>
                  <a:lnTo>
                    <a:pt x="5457316" y="722429"/>
                  </a:lnTo>
                  <a:lnTo>
                    <a:pt x="5456655" y="722429"/>
                  </a:lnTo>
                  <a:lnTo>
                    <a:pt x="5455995" y="722429"/>
                  </a:lnTo>
                  <a:lnTo>
                    <a:pt x="5455334" y="722429"/>
                  </a:lnTo>
                  <a:lnTo>
                    <a:pt x="5454674" y="722429"/>
                  </a:lnTo>
                  <a:lnTo>
                    <a:pt x="5454013" y="722429"/>
                  </a:lnTo>
                  <a:lnTo>
                    <a:pt x="5453353" y="722429"/>
                  </a:lnTo>
                  <a:lnTo>
                    <a:pt x="5452692" y="722429"/>
                  </a:lnTo>
                  <a:lnTo>
                    <a:pt x="5452032" y="722429"/>
                  </a:lnTo>
                  <a:lnTo>
                    <a:pt x="5451371" y="722429"/>
                  </a:lnTo>
                  <a:lnTo>
                    <a:pt x="5450710" y="722429"/>
                  </a:lnTo>
                  <a:lnTo>
                    <a:pt x="5450050" y="722429"/>
                  </a:lnTo>
                  <a:lnTo>
                    <a:pt x="5449389" y="722429"/>
                  </a:lnTo>
                  <a:lnTo>
                    <a:pt x="5448729" y="722429"/>
                  </a:lnTo>
                  <a:lnTo>
                    <a:pt x="5448068" y="722429"/>
                  </a:lnTo>
                  <a:lnTo>
                    <a:pt x="5447408" y="722429"/>
                  </a:lnTo>
                  <a:lnTo>
                    <a:pt x="5446747" y="722429"/>
                  </a:lnTo>
                  <a:lnTo>
                    <a:pt x="5446087" y="722429"/>
                  </a:lnTo>
                  <a:lnTo>
                    <a:pt x="5445426" y="722429"/>
                  </a:lnTo>
                  <a:lnTo>
                    <a:pt x="5444766" y="722429"/>
                  </a:lnTo>
                  <a:lnTo>
                    <a:pt x="5444105" y="722429"/>
                  </a:lnTo>
                  <a:lnTo>
                    <a:pt x="5443445" y="722429"/>
                  </a:lnTo>
                  <a:lnTo>
                    <a:pt x="5442784" y="722429"/>
                  </a:lnTo>
                  <a:lnTo>
                    <a:pt x="5442124" y="722429"/>
                  </a:lnTo>
                  <a:lnTo>
                    <a:pt x="5441463" y="722429"/>
                  </a:lnTo>
                  <a:lnTo>
                    <a:pt x="5440802" y="722429"/>
                  </a:lnTo>
                  <a:lnTo>
                    <a:pt x="5440142" y="722429"/>
                  </a:lnTo>
                  <a:lnTo>
                    <a:pt x="5439481" y="722429"/>
                  </a:lnTo>
                  <a:lnTo>
                    <a:pt x="5438821" y="722429"/>
                  </a:lnTo>
                  <a:lnTo>
                    <a:pt x="5438160" y="722429"/>
                  </a:lnTo>
                  <a:lnTo>
                    <a:pt x="5437500" y="722429"/>
                  </a:lnTo>
                  <a:lnTo>
                    <a:pt x="5436839" y="722429"/>
                  </a:lnTo>
                  <a:lnTo>
                    <a:pt x="5436179" y="722429"/>
                  </a:lnTo>
                  <a:lnTo>
                    <a:pt x="5435518" y="722429"/>
                  </a:lnTo>
                  <a:lnTo>
                    <a:pt x="5434858" y="722429"/>
                  </a:lnTo>
                  <a:lnTo>
                    <a:pt x="5434197" y="722429"/>
                  </a:lnTo>
                  <a:lnTo>
                    <a:pt x="5433537" y="722429"/>
                  </a:lnTo>
                  <a:lnTo>
                    <a:pt x="5432876" y="722429"/>
                  </a:lnTo>
                  <a:lnTo>
                    <a:pt x="5432216" y="722429"/>
                  </a:lnTo>
                  <a:lnTo>
                    <a:pt x="5431555" y="722429"/>
                  </a:lnTo>
                  <a:lnTo>
                    <a:pt x="5430894" y="722429"/>
                  </a:lnTo>
                  <a:lnTo>
                    <a:pt x="5430234" y="722429"/>
                  </a:lnTo>
                  <a:lnTo>
                    <a:pt x="5429573" y="722429"/>
                  </a:lnTo>
                  <a:lnTo>
                    <a:pt x="5428913" y="722429"/>
                  </a:lnTo>
                  <a:lnTo>
                    <a:pt x="5428252" y="722429"/>
                  </a:lnTo>
                  <a:lnTo>
                    <a:pt x="5427592" y="722429"/>
                  </a:lnTo>
                  <a:lnTo>
                    <a:pt x="5426931" y="722429"/>
                  </a:lnTo>
                  <a:lnTo>
                    <a:pt x="5426271" y="722429"/>
                  </a:lnTo>
                  <a:lnTo>
                    <a:pt x="5425610" y="722429"/>
                  </a:lnTo>
                  <a:lnTo>
                    <a:pt x="5424950" y="722429"/>
                  </a:lnTo>
                  <a:lnTo>
                    <a:pt x="5424289" y="722429"/>
                  </a:lnTo>
                  <a:lnTo>
                    <a:pt x="5423629" y="722429"/>
                  </a:lnTo>
                  <a:lnTo>
                    <a:pt x="5422968" y="722429"/>
                  </a:lnTo>
                  <a:lnTo>
                    <a:pt x="5422308" y="722429"/>
                  </a:lnTo>
                  <a:lnTo>
                    <a:pt x="5421647" y="722429"/>
                  </a:lnTo>
                  <a:lnTo>
                    <a:pt x="5420986" y="722429"/>
                  </a:lnTo>
                  <a:lnTo>
                    <a:pt x="5420326" y="722429"/>
                  </a:lnTo>
                  <a:lnTo>
                    <a:pt x="5419665" y="722429"/>
                  </a:lnTo>
                  <a:lnTo>
                    <a:pt x="5419005" y="722429"/>
                  </a:lnTo>
                  <a:lnTo>
                    <a:pt x="5418344" y="722429"/>
                  </a:lnTo>
                  <a:lnTo>
                    <a:pt x="5417684" y="722429"/>
                  </a:lnTo>
                  <a:lnTo>
                    <a:pt x="5417023" y="722429"/>
                  </a:lnTo>
                  <a:lnTo>
                    <a:pt x="5416363" y="722429"/>
                  </a:lnTo>
                  <a:lnTo>
                    <a:pt x="5415702" y="722429"/>
                  </a:lnTo>
                  <a:lnTo>
                    <a:pt x="5415042" y="722429"/>
                  </a:lnTo>
                  <a:lnTo>
                    <a:pt x="5414381" y="722429"/>
                  </a:lnTo>
                  <a:lnTo>
                    <a:pt x="5413721" y="722429"/>
                  </a:lnTo>
                  <a:lnTo>
                    <a:pt x="5413060" y="722429"/>
                  </a:lnTo>
                  <a:lnTo>
                    <a:pt x="5412400" y="722429"/>
                  </a:lnTo>
                  <a:lnTo>
                    <a:pt x="5411739" y="722429"/>
                  </a:lnTo>
                  <a:lnTo>
                    <a:pt x="5411079" y="722429"/>
                  </a:lnTo>
                  <a:lnTo>
                    <a:pt x="5410418" y="722429"/>
                  </a:lnTo>
                  <a:lnTo>
                    <a:pt x="5409757" y="722429"/>
                  </a:lnTo>
                  <a:lnTo>
                    <a:pt x="5409097" y="722429"/>
                  </a:lnTo>
                  <a:lnTo>
                    <a:pt x="5408436" y="722429"/>
                  </a:lnTo>
                  <a:lnTo>
                    <a:pt x="5407776" y="722429"/>
                  </a:lnTo>
                  <a:lnTo>
                    <a:pt x="5407115" y="722429"/>
                  </a:lnTo>
                  <a:lnTo>
                    <a:pt x="5406455" y="722429"/>
                  </a:lnTo>
                  <a:lnTo>
                    <a:pt x="5405794" y="722429"/>
                  </a:lnTo>
                  <a:lnTo>
                    <a:pt x="5405134" y="722429"/>
                  </a:lnTo>
                  <a:lnTo>
                    <a:pt x="5404473" y="722429"/>
                  </a:lnTo>
                  <a:lnTo>
                    <a:pt x="5403813" y="722429"/>
                  </a:lnTo>
                  <a:lnTo>
                    <a:pt x="5403152" y="722429"/>
                  </a:lnTo>
                  <a:lnTo>
                    <a:pt x="5402492" y="722429"/>
                  </a:lnTo>
                  <a:lnTo>
                    <a:pt x="5401831" y="722429"/>
                  </a:lnTo>
                  <a:lnTo>
                    <a:pt x="5401171" y="722429"/>
                  </a:lnTo>
                  <a:lnTo>
                    <a:pt x="5400510" y="722429"/>
                  </a:lnTo>
                  <a:lnTo>
                    <a:pt x="5399849" y="722429"/>
                  </a:lnTo>
                  <a:lnTo>
                    <a:pt x="5399189" y="722429"/>
                  </a:lnTo>
                  <a:lnTo>
                    <a:pt x="5398528" y="722429"/>
                  </a:lnTo>
                  <a:lnTo>
                    <a:pt x="5397868" y="722429"/>
                  </a:lnTo>
                  <a:lnTo>
                    <a:pt x="5397207" y="722429"/>
                  </a:lnTo>
                  <a:lnTo>
                    <a:pt x="5396547" y="722429"/>
                  </a:lnTo>
                  <a:lnTo>
                    <a:pt x="5395886" y="722429"/>
                  </a:lnTo>
                  <a:lnTo>
                    <a:pt x="5395226" y="722429"/>
                  </a:lnTo>
                  <a:lnTo>
                    <a:pt x="5394565" y="722429"/>
                  </a:lnTo>
                  <a:lnTo>
                    <a:pt x="5393905" y="722429"/>
                  </a:lnTo>
                  <a:lnTo>
                    <a:pt x="5393244" y="722429"/>
                  </a:lnTo>
                  <a:lnTo>
                    <a:pt x="5392584" y="722429"/>
                  </a:lnTo>
                  <a:lnTo>
                    <a:pt x="5391923" y="722429"/>
                  </a:lnTo>
                  <a:lnTo>
                    <a:pt x="5391263" y="722429"/>
                  </a:lnTo>
                  <a:lnTo>
                    <a:pt x="5390602" y="722429"/>
                  </a:lnTo>
                  <a:lnTo>
                    <a:pt x="5389941" y="722429"/>
                  </a:lnTo>
                  <a:lnTo>
                    <a:pt x="5389281" y="722429"/>
                  </a:lnTo>
                  <a:lnTo>
                    <a:pt x="5388620" y="722429"/>
                  </a:lnTo>
                  <a:lnTo>
                    <a:pt x="5387960" y="722429"/>
                  </a:lnTo>
                  <a:lnTo>
                    <a:pt x="5387299" y="722429"/>
                  </a:lnTo>
                  <a:lnTo>
                    <a:pt x="5386639" y="722429"/>
                  </a:lnTo>
                  <a:lnTo>
                    <a:pt x="5385978" y="722429"/>
                  </a:lnTo>
                  <a:lnTo>
                    <a:pt x="5385318" y="722429"/>
                  </a:lnTo>
                  <a:lnTo>
                    <a:pt x="5384657" y="722429"/>
                  </a:lnTo>
                  <a:lnTo>
                    <a:pt x="5383997" y="722429"/>
                  </a:lnTo>
                  <a:lnTo>
                    <a:pt x="5383336" y="722429"/>
                  </a:lnTo>
                  <a:lnTo>
                    <a:pt x="5382676" y="722429"/>
                  </a:lnTo>
                  <a:lnTo>
                    <a:pt x="5382015" y="722429"/>
                  </a:lnTo>
                  <a:lnTo>
                    <a:pt x="5381355" y="722429"/>
                  </a:lnTo>
                  <a:lnTo>
                    <a:pt x="5380694" y="722429"/>
                  </a:lnTo>
                  <a:lnTo>
                    <a:pt x="5380034" y="722429"/>
                  </a:lnTo>
                  <a:lnTo>
                    <a:pt x="5379373" y="722429"/>
                  </a:lnTo>
                  <a:lnTo>
                    <a:pt x="5378712" y="722429"/>
                  </a:lnTo>
                  <a:lnTo>
                    <a:pt x="5378052" y="722429"/>
                  </a:lnTo>
                  <a:lnTo>
                    <a:pt x="5377391" y="722429"/>
                  </a:lnTo>
                  <a:lnTo>
                    <a:pt x="5376731" y="722429"/>
                  </a:lnTo>
                  <a:lnTo>
                    <a:pt x="5376070" y="722429"/>
                  </a:lnTo>
                  <a:lnTo>
                    <a:pt x="5375410" y="722429"/>
                  </a:lnTo>
                  <a:lnTo>
                    <a:pt x="5374749" y="722429"/>
                  </a:lnTo>
                  <a:lnTo>
                    <a:pt x="5374089" y="722429"/>
                  </a:lnTo>
                  <a:lnTo>
                    <a:pt x="5373428" y="722429"/>
                  </a:lnTo>
                  <a:lnTo>
                    <a:pt x="5372768" y="722429"/>
                  </a:lnTo>
                  <a:lnTo>
                    <a:pt x="5372107" y="722429"/>
                  </a:lnTo>
                  <a:lnTo>
                    <a:pt x="5371447" y="722429"/>
                  </a:lnTo>
                  <a:lnTo>
                    <a:pt x="5370786" y="722429"/>
                  </a:lnTo>
                  <a:lnTo>
                    <a:pt x="5370126" y="722429"/>
                  </a:lnTo>
                  <a:lnTo>
                    <a:pt x="5369465" y="722429"/>
                  </a:lnTo>
                  <a:lnTo>
                    <a:pt x="5368804" y="722429"/>
                  </a:lnTo>
                  <a:lnTo>
                    <a:pt x="5368144" y="722429"/>
                  </a:lnTo>
                  <a:lnTo>
                    <a:pt x="5367483" y="722429"/>
                  </a:lnTo>
                  <a:lnTo>
                    <a:pt x="5366823" y="722429"/>
                  </a:lnTo>
                  <a:lnTo>
                    <a:pt x="5366162" y="722429"/>
                  </a:lnTo>
                  <a:lnTo>
                    <a:pt x="5365502" y="722429"/>
                  </a:lnTo>
                  <a:lnTo>
                    <a:pt x="5364841" y="722429"/>
                  </a:lnTo>
                  <a:lnTo>
                    <a:pt x="5364181" y="722429"/>
                  </a:lnTo>
                  <a:lnTo>
                    <a:pt x="5363520" y="722429"/>
                  </a:lnTo>
                  <a:lnTo>
                    <a:pt x="5362860" y="722429"/>
                  </a:lnTo>
                  <a:lnTo>
                    <a:pt x="5362199" y="722429"/>
                  </a:lnTo>
                  <a:lnTo>
                    <a:pt x="5361539" y="722429"/>
                  </a:lnTo>
                  <a:lnTo>
                    <a:pt x="5360878" y="722429"/>
                  </a:lnTo>
                  <a:lnTo>
                    <a:pt x="5360218" y="722429"/>
                  </a:lnTo>
                  <a:lnTo>
                    <a:pt x="5359557" y="722429"/>
                  </a:lnTo>
                  <a:lnTo>
                    <a:pt x="5358896" y="722429"/>
                  </a:lnTo>
                  <a:lnTo>
                    <a:pt x="5358236" y="722429"/>
                  </a:lnTo>
                  <a:lnTo>
                    <a:pt x="5357575" y="722429"/>
                  </a:lnTo>
                  <a:lnTo>
                    <a:pt x="5356915" y="722429"/>
                  </a:lnTo>
                  <a:lnTo>
                    <a:pt x="5356254" y="722429"/>
                  </a:lnTo>
                  <a:lnTo>
                    <a:pt x="5355594" y="722429"/>
                  </a:lnTo>
                  <a:lnTo>
                    <a:pt x="5354933" y="722429"/>
                  </a:lnTo>
                  <a:lnTo>
                    <a:pt x="5354273" y="722429"/>
                  </a:lnTo>
                  <a:lnTo>
                    <a:pt x="5353612" y="722429"/>
                  </a:lnTo>
                  <a:lnTo>
                    <a:pt x="5352952" y="722429"/>
                  </a:lnTo>
                  <a:lnTo>
                    <a:pt x="5352291" y="722429"/>
                  </a:lnTo>
                  <a:lnTo>
                    <a:pt x="5351631" y="722429"/>
                  </a:lnTo>
                  <a:lnTo>
                    <a:pt x="5350970" y="722429"/>
                  </a:lnTo>
                  <a:lnTo>
                    <a:pt x="5350310" y="722429"/>
                  </a:lnTo>
                  <a:lnTo>
                    <a:pt x="5349649" y="722429"/>
                  </a:lnTo>
                  <a:lnTo>
                    <a:pt x="5348988" y="722429"/>
                  </a:lnTo>
                  <a:lnTo>
                    <a:pt x="5348328" y="722429"/>
                  </a:lnTo>
                  <a:lnTo>
                    <a:pt x="5347667" y="722429"/>
                  </a:lnTo>
                  <a:lnTo>
                    <a:pt x="5347007" y="722429"/>
                  </a:lnTo>
                  <a:lnTo>
                    <a:pt x="5346346" y="722429"/>
                  </a:lnTo>
                  <a:lnTo>
                    <a:pt x="5345686" y="722429"/>
                  </a:lnTo>
                  <a:lnTo>
                    <a:pt x="5345025" y="722429"/>
                  </a:lnTo>
                  <a:lnTo>
                    <a:pt x="5344365" y="722429"/>
                  </a:lnTo>
                  <a:lnTo>
                    <a:pt x="5343704" y="722429"/>
                  </a:lnTo>
                  <a:lnTo>
                    <a:pt x="5343044" y="722429"/>
                  </a:lnTo>
                  <a:lnTo>
                    <a:pt x="5342383" y="722429"/>
                  </a:lnTo>
                  <a:lnTo>
                    <a:pt x="5341723" y="722429"/>
                  </a:lnTo>
                  <a:lnTo>
                    <a:pt x="5341062" y="722429"/>
                  </a:lnTo>
                  <a:lnTo>
                    <a:pt x="5340402" y="722429"/>
                  </a:lnTo>
                  <a:lnTo>
                    <a:pt x="5339741" y="722429"/>
                  </a:lnTo>
                  <a:lnTo>
                    <a:pt x="5339081" y="722429"/>
                  </a:lnTo>
                  <a:lnTo>
                    <a:pt x="5338420" y="722429"/>
                  </a:lnTo>
                  <a:lnTo>
                    <a:pt x="5337759" y="722429"/>
                  </a:lnTo>
                  <a:lnTo>
                    <a:pt x="5337099" y="722429"/>
                  </a:lnTo>
                  <a:lnTo>
                    <a:pt x="5336438" y="722429"/>
                  </a:lnTo>
                  <a:lnTo>
                    <a:pt x="5335778" y="722429"/>
                  </a:lnTo>
                  <a:lnTo>
                    <a:pt x="5335117" y="722429"/>
                  </a:lnTo>
                  <a:lnTo>
                    <a:pt x="5334457" y="722429"/>
                  </a:lnTo>
                  <a:lnTo>
                    <a:pt x="5333796" y="722429"/>
                  </a:lnTo>
                  <a:lnTo>
                    <a:pt x="5333136" y="722429"/>
                  </a:lnTo>
                  <a:lnTo>
                    <a:pt x="5332475" y="722429"/>
                  </a:lnTo>
                  <a:lnTo>
                    <a:pt x="5331815" y="722429"/>
                  </a:lnTo>
                  <a:lnTo>
                    <a:pt x="5331154" y="722429"/>
                  </a:lnTo>
                  <a:lnTo>
                    <a:pt x="5330494" y="722429"/>
                  </a:lnTo>
                  <a:lnTo>
                    <a:pt x="5329833" y="722429"/>
                  </a:lnTo>
                  <a:lnTo>
                    <a:pt x="5329173" y="722429"/>
                  </a:lnTo>
                  <a:lnTo>
                    <a:pt x="5328512" y="722429"/>
                  </a:lnTo>
                  <a:lnTo>
                    <a:pt x="5327851" y="722429"/>
                  </a:lnTo>
                  <a:lnTo>
                    <a:pt x="5327191" y="722429"/>
                  </a:lnTo>
                  <a:lnTo>
                    <a:pt x="5326530" y="722429"/>
                  </a:lnTo>
                  <a:lnTo>
                    <a:pt x="5325870" y="722429"/>
                  </a:lnTo>
                  <a:lnTo>
                    <a:pt x="5325209" y="722429"/>
                  </a:lnTo>
                  <a:lnTo>
                    <a:pt x="5324549" y="722429"/>
                  </a:lnTo>
                  <a:lnTo>
                    <a:pt x="5323888" y="722429"/>
                  </a:lnTo>
                  <a:lnTo>
                    <a:pt x="5323228" y="722429"/>
                  </a:lnTo>
                  <a:lnTo>
                    <a:pt x="5322567" y="722429"/>
                  </a:lnTo>
                  <a:lnTo>
                    <a:pt x="5321907" y="722429"/>
                  </a:lnTo>
                  <a:lnTo>
                    <a:pt x="5321246" y="722429"/>
                  </a:lnTo>
                  <a:lnTo>
                    <a:pt x="5320586" y="722429"/>
                  </a:lnTo>
                  <a:lnTo>
                    <a:pt x="5319925" y="722429"/>
                  </a:lnTo>
                  <a:lnTo>
                    <a:pt x="5319265" y="722429"/>
                  </a:lnTo>
                  <a:lnTo>
                    <a:pt x="5318604" y="722429"/>
                  </a:lnTo>
                  <a:lnTo>
                    <a:pt x="5317943" y="722429"/>
                  </a:lnTo>
                  <a:lnTo>
                    <a:pt x="5317283" y="722429"/>
                  </a:lnTo>
                  <a:lnTo>
                    <a:pt x="5316622" y="722429"/>
                  </a:lnTo>
                  <a:lnTo>
                    <a:pt x="5315962" y="722429"/>
                  </a:lnTo>
                  <a:lnTo>
                    <a:pt x="5315301" y="722429"/>
                  </a:lnTo>
                  <a:lnTo>
                    <a:pt x="5314641" y="722429"/>
                  </a:lnTo>
                  <a:lnTo>
                    <a:pt x="5313980" y="722429"/>
                  </a:lnTo>
                  <a:lnTo>
                    <a:pt x="5313320" y="722429"/>
                  </a:lnTo>
                  <a:lnTo>
                    <a:pt x="5312659" y="722429"/>
                  </a:lnTo>
                  <a:lnTo>
                    <a:pt x="5311999" y="722429"/>
                  </a:lnTo>
                  <a:lnTo>
                    <a:pt x="5311338" y="722429"/>
                  </a:lnTo>
                  <a:lnTo>
                    <a:pt x="5310678" y="722429"/>
                  </a:lnTo>
                  <a:lnTo>
                    <a:pt x="5310017" y="722429"/>
                  </a:lnTo>
                  <a:lnTo>
                    <a:pt x="5309357" y="722429"/>
                  </a:lnTo>
                  <a:lnTo>
                    <a:pt x="5308696" y="722429"/>
                  </a:lnTo>
                  <a:lnTo>
                    <a:pt x="5308036" y="722429"/>
                  </a:lnTo>
                  <a:lnTo>
                    <a:pt x="5307375" y="722429"/>
                  </a:lnTo>
                  <a:lnTo>
                    <a:pt x="5306714" y="722429"/>
                  </a:lnTo>
                  <a:lnTo>
                    <a:pt x="5306054" y="722429"/>
                  </a:lnTo>
                  <a:lnTo>
                    <a:pt x="5305393" y="722429"/>
                  </a:lnTo>
                  <a:lnTo>
                    <a:pt x="5304733" y="722429"/>
                  </a:lnTo>
                  <a:lnTo>
                    <a:pt x="5304072" y="722429"/>
                  </a:lnTo>
                  <a:lnTo>
                    <a:pt x="5303412" y="722429"/>
                  </a:lnTo>
                  <a:lnTo>
                    <a:pt x="5302751" y="722429"/>
                  </a:lnTo>
                  <a:lnTo>
                    <a:pt x="5302091" y="722429"/>
                  </a:lnTo>
                  <a:lnTo>
                    <a:pt x="5301430" y="722429"/>
                  </a:lnTo>
                  <a:lnTo>
                    <a:pt x="5300770" y="722429"/>
                  </a:lnTo>
                  <a:lnTo>
                    <a:pt x="5300109" y="722429"/>
                  </a:lnTo>
                  <a:lnTo>
                    <a:pt x="5299449" y="722429"/>
                  </a:lnTo>
                  <a:lnTo>
                    <a:pt x="5298788" y="722429"/>
                  </a:lnTo>
                  <a:lnTo>
                    <a:pt x="5298128" y="722429"/>
                  </a:lnTo>
                  <a:lnTo>
                    <a:pt x="5297467" y="722429"/>
                  </a:lnTo>
                  <a:lnTo>
                    <a:pt x="5296806" y="722429"/>
                  </a:lnTo>
                  <a:lnTo>
                    <a:pt x="5296146" y="722429"/>
                  </a:lnTo>
                  <a:lnTo>
                    <a:pt x="5295485" y="722429"/>
                  </a:lnTo>
                  <a:lnTo>
                    <a:pt x="5294825" y="722429"/>
                  </a:lnTo>
                  <a:lnTo>
                    <a:pt x="5294164" y="722429"/>
                  </a:lnTo>
                  <a:lnTo>
                    <a:pt x="5293504" y="722429"/>
                  </a:lnTo>
                  <a:lnTo>
                    <a:pt x="5292843" y="722429"/>
                  </a:lnTo>
                  <a:lnTo>
                    <a:pt x="5292183" y="722429"/>
                  </a:lnTo>
                  <a:lnTo>
                    <a:pt x="5291522" y="722429"/>
                  </a:lnTo>
                  <a:lnTo>
                    <a:pt x="5290862" y="722429"/>
                  </a:lnTo>
                  <a:lnTo>
                    <a:pt x="5290201" y="722429"/>
                  </a:lnTo>
                  <a:lnTo>
                    <a:pt x="5289541" y="722429"/>
                  </a:lnTo>
                  <a:lnTo>
                    <a:pt x="5288880" y="722429"/>
                  </a:lnTo>
                  <a:lnTo>
                    <a:pt x="5288220" y="722429"/>
                  </a:lnTo>
                  <a:lnTo>
                    <a:pt x="5287559" y="722429"/>
                  </a:lnTo>
                  <a:lnTo>
                    <a:pt x="5286898" y="722429"/>
                  </a:lnTo>
                  <a:lnTo>
                    <a:pt x="5286238" y="722429"/>
                  </a:lnTo>
                  <a:lnTo>
                    <a:pt x="5285577" y="722429"/>
                  </a:lnTo>
                  <a:lnTo>
                    <a:pt x="5284917" y="722429"/>
                  </a:lnTo>
                  <a:lnTo>
                    <a:pt x="5284256" y="722429"/>
                  </a:lnTo>
                  <a:lnTo>
                    <a:pt x="5283596" y="722429"/>
                  </a:lnTo>
                  <a:lnTo>
                    <a:pt x="5282935" y="722429"/>
                  </a:lnTo>
                  <a:lnTo>
                    <a:pt x="5282275" y="722429"/>
                  </a:lnTo>
                  <a:lnTo>
                    <a:pt x="5281614" y="722429"/>
                  </a:lnTo>
                  <a:lnTo>
                    <a:pt x="5280954" y="722429"/>
                  </a:lnTo>
                  <a:lnTo>
                    <a:pt x="5280293" y="722429"/>
                  </a:lnTo>
                  <a:lnTo>
                    <a:pt x="5279633" y="722429"/>
                  </a:lnTo>
                  <a:lnTo>
                    <a:pt x="5278972" y="722429"/>
                  </a:lnTo>
                  <a:lnTo>
                    <a:pt x="5278312" y="722429"/>
                  </a:lnTo>
                  <a:lnTo>
                    <a:pt x="5277651" y="722429"/>
                  </a:lnTo>
                  <a:lnTo>
                    <a:pt x="5276990" y="722429"/>
                  </a:lnTo>
                  <a:lnTo>
                    <a:pt x="5276330" y="722429"/>
                  </a:lnTo>
                  <a:lnTo>
                    <a:pt x="5275669" y="722429"/>
                  </a:lnTo>
                  <a:lnTo>
                    <a:pt x="5275009" y="722429"/>
                  </a:lnTo>
                  <a:lnTo>
                    <a:pt x="5274348" y="722429"/>
                  </a:lnTo>
                  <a:lnTo>
                    <a:pt x="5273688" y="722429"/>
                  </a:lnTo>
                  <a:lnTo>
                    <a:pt x="5273027" y="722429"/>
                  </a:lnTo>
                  <a:lnTo>
                    <a:pt x="5272367" y="722429"/>
                  </a:lnTo>
                  <a:lnTo>
                    <a:pt x="5271706" y="722429"/>
                  </a:lnTo>
                  <a:lnTo>
                    <a:pt x="5271046" y="722429"/>
                  </a:lnTo>
                  <a:lnTo>
                    <a:pt x="5270385" y="722429"/>
                  </a:lnTo>
                  <a:lnTo>
                    <a:pt x="5269725" y="722429"/>
                  </a:lnTo>
                  <a:lnTo>
                    <a:pt x="5269064" y="722429"/>
                  </a:lnTo>
                  <a:lnTo>
                    <a:pt x="5268404" y="722429"/>
                  </a:lnTo>
                  <a:lnTo>
                    <a:pt x="5267743" y="722429"/>
                  </a:lnTo>
                  <a:lnTo>
                    <a:pt x="5267083" y="722429"/>
                  </a:lnTo>
                  <a:lnTo>
                    <a:pt x="5266422" y="722429"/>
                  </a:lnTo>
                  <a:lnTo>
                    <a:pt x="5265761" y="722429"/>
                  </a:lnTo>
                  <a:lnTo>
                    <a:pt x="5265101" y="722429"/>
                  </a:lnTo>
                  <a:lnTo>
                    <a:pt x="5264440" y="722429"/>
                  </a:lnTo>
                  <a:lnTo>
                    <a:pt x="5263780" y="722429"/>
                  </a:lnTo>
                  <a:lnTo>
                    <a:pt x="5263119" y="722429"/>
                  </a:lnTo>
                  <a:lnTo>
                    <a:pt x="5262459" y="722429"/>
                  </a:lnTo>
                  <a:lnTo>
                    <a:pt x="5261798" y="722429"/>
                  </a:lnTo>
                  <a:lnTo>
                    <a:pt x="5261138" y="722429"/>
                  </a:lnTo>
                  <a:lnTo>
                    <a:pt x="5260477" y="722429"/>
                  </a:lnTo>
                  <a:lnTo>
                    <a:pt x="5259817" y="722429"/>
                  </a:lnTo>
                  <a:lnTo>
                    <a:pt x="5259156" y="722429"/>
                  </a:lnTo>
                  <a:lnTo>
                    <a:pt x="5258496" y="722429"/>
                  </a:lnTo>
                  <a:lnTo>
                    <a:pt x="5257835" y="722429"/>
                  </a:lnTo>
                  <a:lnTo>
                    <a:pt x="5257175" y="722429"/>
                  </a:lnTo>
                  <a:lnTo>
                    <a:pt x="5256514" y="722429"/>
                  </a:lnTo>
                  <a:lnTo>
                    <a:pt x="5255853" y="722429"/>
                  </a:lnTo>
                  <a:lnTo>
                    <a:pt x="5255193" y="722429"/>
                  </a:lnTo>
                  <a:lnTo>
                    <a:pt x="5254532" y="722429"/>
                  </a:lnTo>
                  <a:lnTo>
                    <a:pt x="5253872" y="722429"/>
                  </a:lnTo>
                  <a:lnTo>
                    <a:pt x="5253211" y="722429"/>
                  </a:lnTo>
                  <a:lnTo>
                    <a:pt x="5252551" y="722429"/>
                  </a:lnTo>
                  <a:lnTo>
                    <a:pt x="5251890" y="722429"/>
                  </a:lnTo>
                  <a:lnTo>
                    <a:pt x="5251230" y="722429"/>
                  </a:lnTo>
                  <a:lnTo>
                    <a:pt x="5250569" y="722429"/>
                  </a:lnTo>
                  <a:lnTo>
                    <a:pt x="5249909" y="722429"/>
                  </a:lnTo>
                  <a:lnTo>
                    <a:pt x="5249248" y="722429"/>
                  </a:lnTo>
                  <a:lnTo>
                    <a:pt x="5248588" y="722429"/>
                  </a:lnTo>
                  <a:lnTo>
                    <a:pt x="5247927" y="722429"/>
                  </a:lnTo>
                  <a:lnTo>
                    <a:pt x="5247267" y="722429"/>
                  </a:lnTo>
                  <a:lnTo>
                    <a:pt x="5246606" y="722429"/>
                  </a:lnTo>
                  <a:lnTo>
                    <a:pt x="5245945" y="722429"/>
                  </a:lnTo>
                  <a:lnTo>
                    <a:pt x="5245285" y="722429"/>
                  </a:lnTo>
                  <a:lnTo>
                    <a:pt x="5244624" y="722429"/>
                  </a:lnTo>
                  <a:lnTo>
                    <a:pt x="5243964" y="722429"/>
                  </a:lnTo>
                  <a:lnTo>
                    <a:pt x="5243303" y="722429"/>
                  </a:lnTo>
                  <a:lnTo>
                    <a:pt x="5242643" y="722429"/>
                  </a:lnTo>
                  <a:lnTo>
                    <a:pt x="5241982" y="722429"/>
                  </a:lnTo>
                  <a:lnTo>
                    <a:pt x="5241322" y="722429"/>
                  </a:lnTo>
                  <a:lnTo>
                    <a:pt x="5240661" y="722429"/>
                  </a:lnTo>
                  <a:lnTo>
                    <a:pt x="5240001" y="722429"/>
                  </a:lnTo>
                  <a:lnTo>
                    <a:pt x="5239340" y="722429"/>
                  </a:lnTo>
                  <a:lnTo>
                    <a:pt x="5238680" y="722429"/>
                  </a:lnTo>
                  <a:lnTo>
                    <a:pt x="5238019" y="722429"/>
                  </a:lnTo>
                  <a:lnTo>
                    <a:pt x="5237359" y="722429"/>
                  </a:lnTo>
                  <a:lnTo>
                    <a:pt x="5236698" y="722429"/>
                  </a:lnTo>
                  <a:lnTo>
                    <a:pt x="5236038" y="722429"/>
                  </a:lnTo>
                  <a:lnTo>
                    <a:pt x="5235377" y="722429"/>
                  </a:lnTo>
                  <a:lnTo>
                    <a:pt x="5234716" y="722429"/>
                  </a:lnTo>
                  <a:lnTo>
                    <a:pt x="5234056" y="722429"/>
                  </a:lnTo>
                  <a:lnTo>
                    <a:pt x="5233395" y="722429"/>
                  </a:lnTo>
                  <a:lnTo>
                    <a:pt x="5232735" y="722429"/>
                  </a:lnTo>
                  <a:lnTo>
                    <a:pt x="5232074" y="722429"/>
                  </a:lnTo>
                  <a:lnTo>
                    <a:pt x="5231414" y="722429"/>
                  </a:lnTo>
                  <a:lnTo>
                    <a:pt x="5230753" y="722429"/>
                  </a:lnTo>
                  <a:lnTo>
                    <a:pt x="5230093" y="722429"/>
                  </a:lnTo>
                  <a:lnTo>
                    <a:pt x="5229432" y="722429"/>
                  </a:lnTo>
                  <a:lnTo>
                    <a:pt x="5228772" y="722429"/>
                  </a:lnTo>
                  <a:lnTo>
                    <a:pt x="5228111" y="722429"/>
                  </a:lnTo>
                  <a:lnTo>
                    <a:pt x="5227451" y="722429"/>
                  </a:lnTo>
                  <a:lnTo>
                    <a:pt x="5226790" y="722429"/>
                  </a:lnTo>
                  <a:lnTo>
                    <a:pt x="5226130" y="722429"/>
                  </a:lnTo>
                  <a:lnTo>
                    <a:pt x="5225469" y="722429"/>
                  </a:lnTo>
                  <a:lnTo>
                    <a:pt x="5224808" y="722429"/>
                  </a:lnTo>
                  <a:lnTo>
                    <a:pt x="5224148" y="722429"/>
                  </a:lnTo>
                  <a:lnTo>
                    <a:pt x="5223487" y="722429"/>
                  </a:lnTo>
                  <a:lnTo>
                    <a:pt x="5222827" y="722429"/>
                  </a:lnTo>
                  <a:lnTo>
                    <a:pt x="5222166" y="722429"/>
                  </a:lnTo>
                  <a:lnTo>
                    <a:pt x="5221506" y="722429"/>
                  </a:lnTo>
                  <a:lnTo>
                    <a:pt x="5220845" y="722429"/>
                  </a:lnTo>
                  <a:lnTo>
                    <a:pt x="5220185" y="722429"/>
                  </a:lnTo>
                  <a:lnTo>
                    <a:pt x="5219524" y="722429"/>
                  </a:lnTo>
                  <a:lnTo>
                    <a:pt x="5218864" y="722429"/>
                  </a:lnTo>
                  <a:lnTo>
                    <a:pt x="5218203" y="722429"/>
                  </a:lnTo>
                  <a:lnTo>
                    <a:pt x="5217543" y="722429"/>
                  </a:lnTo>
                  <a:lnTo>
                    <a:pt x="5216882" y="722429"/>
                  </a:lnTo>
                  <a:lnTo>
                    <a:pt x="5216222" y="722429"/>
                  </a:lnTo>
                  <a:lnTo>
                    <a:pt x="5215561" y="722429"/>
                  </a:lnTo>
                  <a:lnTo>
                    <a:pt x="5214900" y="722429"/>
                  </a:lnTo>
                  <a:lnTo>
                    <a:pt x="5214240" y="722429"/>
                  </a:lnTo>
                  <a:lnTo>
                    <a:pt x="5213579" y="722429"/>
                  </a:lnTo>
                  <a:lnTo>
                    <a:pt x="5212919" y="722429"/>
                  </a:lnTo>
                  <a:lnTo>
                    <a:pt x="5212258" y="722429"/>
                  </a:lnTo>
                  <a:lnTo>
                    <a:pt x="5211598" y="722429"/>
                  </a:lnTo>
                  <a:lnTo>
                    <a:pt x="5210937" y="722429"/>
                  </a:lnTo>
                  <a:lnTo>
                    <a:pt x="5210277" y="722429"/>
                  </a:lnTo>
                  <a:lnTo>
                    <a:pt x="5209616" y="722429"/>
                  </a:lnTo>
                  <a:lnTo>
                    <a:pt x="5208956" y="722429"/>
                  </a:lnTo>
                  <a:lnTo>
                    <a:pt x="5208295" y="722429"/>
                  </a:lnTo>
                  <a:lnTo>
                    <a:pt x="5207635" y="722429"/>
                  </a:lnTo>
                  <a:lnTo>
                    <a:pt x="5206974" y="722429"/>
                  </a:lnTo>
                  <a:lnTo>
                    <a:pt x="5206314" y="722429"/>
                  </a:lnTo>
                  <a:lnTo>
                    <a:pt x="5205653" y="722429"/>
                  </a:lnTo>
                  <a:lnTo>
                    <a:pt x="5204992" y="722429"/>
                  </a:lnTo>
                  <a:lnTo>
                    <a:pt x="5204332" y="722429"/>
                  </a:lnTo>
                  <a:lnTo>
                    <a:pt x="5203671" y="722429"/>
                  </a:lnTo>
                  <a:lnTo>
                    <a:pt x="5203011" y="722429"/>
                  </a:lnTo>
                  <a:lnTo>
                    <a:pt x="5202350" y="722429"/>
                  </a:lnTo>
                  <a:lnTo>
                    <a:pt x="5201690" y="722429"/>
                  </a:lnTo>
                  <a:lnTo>
                    <a:pt x="5201029" y="722429"/>
                  </a:lnTo>
                  <a:lnTo>
                    <a:pt x="5200369" y="722429"/>
                  </a:lnTo>
                  <a:lnTo>
                    <a:pt x="5199708" y="722429"/>
                  </a:lnTo>
                  <a:lnTo>
                    <a:pt x="5199048" y="722429"/>
                  </a:lnTo>
                  <a:lnTo>
                    <a:pt x="5198387" y="722429"/>
                  </a:lnTo>
                  <a:lnTo>
                    <a:pt x="5197727" y="722429"/>
                  </a:lnTo>
                  <a:lnTo>
                    <a:pt x="5197066" y="722429"/>
                  </a:lnTo>
                  <a:lnTo>
                    <a:pt x="5196406" y="722429"/>
                  </a:lnTo>
                  <a:lnTo>
                    <a:pt x="5195745" y="722429"/>
                  </a:lnTo>
                  <a:lnTo>
                    <a:pt x="5195085" y="722429"/>
                  </a:lnTo>
                  <a:lnTo>
                    <a:pt x="5194424" y="722429"/>
                  </a:lnTo>
                  <a:lnTo>
                    <a:pt x="5193763" y="722429"/>
                  </a:lnTo>
                  <a:lnTo>
                    <a:pt x="5193103" y="722429"/>
                  </a:lnTo>
                  <a:lnTo>
                    <a:pt x="5192442" y="722429"/>
                  </a:lnTo>
                  <a:lnTo>
                    <a:pt x="5191782" y="722429"/>
                  </a:lnTo>
                  <a:lnTo>
                    <a:pt x="5191121" y="722429"/>
                  </a:lnTo>
                  <a:lnTo>
                    <a:pt x="5190461" y="722429"/>
                  </a:lnTo>
                  <a:lnTo>
                    <a:pt x="5189800" y="722429"/>
                  </a:lnTo>
                  <a:lnTo>
                    <a:pt x="5189140" y="722429"/>
                  </a:lnTo>
                  <a:lnTo>
                    <a:pt x="5188479" y="722429"/>
                  </a:lnTo>
                  <a:lnTo>
                    <a:pt x="5187819" y="722429"/>
                  </a:lnTo>
                  <a:lnTo>
                    <a:pt x="5187158" y="722429"/>
                  </a:lnTo>
                  <a:lnTo>
                    <a:pt x="5186498" y="722429"/>
                  </a:lnTo>
                  <a:lnTo>
                    <a:pt x="5185837" y="722429"/>
                  </a:lnTo>
                  <a:lnTo>
                    <a:pt x="5185177" y="722429"/>
                  </a:lnTo>
                  <a:lnTo>
                    <a:pt x="5184516" y="722429"/>
                  </a:lnTo>
                  <a:lnTo>
                    <a:pt x="5183855" y="722429"/>
                  </a:lnTo>
                  <a:lnTo>
                    <a:pt x="5183195" y="722429"/>
                  </a:lnTo>
                  <a:lnTo>
                    <a:pt x="5182534" y="722429"/>
                  </a:lnTo>
                  <a:lnTo>
                    <a:pt x="5181874" y="722429"/>
                  </a:lnTo>
                  <a:lnTo>
                    <a:pt x="5181213" y="722429"/>
                  </a:lnTo>
                  <a:lnTo>
                    <a:pt x="5180553" y="722429"/>
                  </a:lnTo>
                  <a:lnTo>
                    <a:pt x="5179892" y="722429"/>
                  </a:lnTo>
                  <a:lnTo>
                    <a:pt x="5179232" y="722429"/>
                  </a:lnTo>
                  <a:lnTo>
                    <a:pt x="5178571" y="722429"/>
                  </a:lnTo>
                  <a:lnTo>
                    <a:pt x="5177911" y="722429"/>
                  </a:lnTo>
                  <a:lnTo>
                    <a:pt x="5177250" y="722429"/>
                  </a:lnTo>
                  <a:lnTo>
                    <a:pt x="5176590" y="722429"/>
                  </a:lnTo>
                  <a:lnTo>
                    <a:pt x="5175929" y="722429"/>
                  </a:lnTo>
                  <a:lnTo>
                    <a:pt x="5175269" y="722429"/>
                  </a:lnTo>
                  <a:lnTo>
                    <a:pt x="5174608" y="722429"/>
                  </a:lnTo>
                  <a:lnTo>
                    <a:pt x="5173947" y="722429"/>
                  </a:lnTo>
                  <a:lnTo>
                    <a:pt x="5173287" y="722429"/>
                  </a:lnTo>
                  <a:lnTo>
                    <a:pt x="5172626" y="722429"/>
                  </a:lnTo>
                  <a:lnTo>
                    <a:pt x="5171966" y="722429"/>
                  </a:lnTo>
                  <a:lnTo>
                    <a:pt x="5171305" y="722429"/>
                  </a:lnTo>
                  <a:lnTo>
                    <a:pt x="5170645" y="722429"/>
                  </a:lnTo>
                  <a:lnTo>
                    <a:pt x="5169984" y="722429"/>
                  </a:lnTo>
                  <a:lnTo>
                    <a:pt x="5169324" y="722429"/>
                  </a:lnTo>
                  <a:lnTo>
                    <a:pt x="5168663" y="722429"/>
                  </a:lnTo>
                  <a:lnTo>
                    <a:pt x="5168003" y="722429"/>
                  </a:lnTo>
                  <a:lnTo>
                    <a:pt x="5167342" y="722429"/>
                  </a:lnTo>
                  <a:lnTo>
                    <a:pt x="5166682" y="722429"/>
                  </a:lnTo>
                  <a:lnTo>
                    <a:pt x="5166021" y="722429"/>
                  </a:lnTo>
                  <a:lnTo>
                    <a:pt x="5165361" y="722429"/>
                  </a:lnTo>
                  <a:lnTo>
                    <a:pt x="5164700" y="722429"/>
                  </a:lnTo>
                  <a:lnTo>
                    <a:pt x="5164040" y="722429"/>
                  </a:lnTo>
                  <a:lnTo>
                    <a:pt x="5163379" y="722429"/>
                  </a:lnTo>
                  <a:lnTo>
                    <a:pt x="5162718" y="722429"/>
                  </a:lnTo>
                  <a:lnTo>
                    <a:pt x="5162058" y="722429"/>
                  </a:lnTo>
                  <a:lnTo>
                    <a:pt x="5161397" y="722429"/>
                  </a:lnTo>
                  <a:lnTo>
                    <a:pt x="5160737" y="722429"/>
                  </a:lnTo>
                  <a:lnTo>
                    <a:pt x="5160076" y="722429"/>
                  </a:lnTo>
                  <a:lnTo>
                    <a:pt x="5159416" y="722429"/>
                  </a:lnTo>
                  <a:lnTo>
                    <a:pt x="5158755" y="722429"/>
                  </a:lnTo>
                  <a:lnTo>
                    <a:pt x="5158095" y="722429"/>
                  </a:lnTo>
                  <a:lnTo>
                    <a:pt x="5157434" y="722429"/>
                  </a:lnTo>
                  <a:lnTo>
                    <a:pt x="5156774" y="722429"/>
                  </a:lnTo>
                  <a:lnTo>
                    <a:pt x="5156113" y="722429"/>
                  </a:lnTo>
                  <a:lnTo>
                    <a:pt x="5155453" y="722429"/>
                  </a:lnTo>
                  <a:lnTo>
                    <a:pt x="5154792" y="722429"/>
                  </a:lnTo>
                  <a:lnTo>
                    <a:pt x="5154132" y="722429"/>
                  </a:lnTo>
                  <a:lnTo>
                    <a:pt x="5153471" y="722429"/>
                  </a:lnTo>
                  <a:lnTo>
                    <a:pt x="5152810" y="722429"/>
                  </a:lnTo>
                  <a:lnTo>
                    <a:pt x="5152150" y="722429"/>
                  </a:lnTo>
                  <a:lnTo>
                    <a:pt x="5151489" y="722429"/>
                  </a:lnTo>
                  <a:lnTo>
                    <a:pt x="5150829" y="722429"/>
                  </a:lnTo>
                  <a:lnTo>
                    <a:pt x="5150168" y="722429"/>
                  </a:lnTo>
                  <a:lnTo>
                    <a:pt x="5149508" y="722429"/>
                  </a:lnTo>
                  <a:lnTo>
                    <a:pt x="5148847" y="722429"/>
                  </a:lnTo>
                  <a:lnTo>
                    <a:pt x="5148187" y="722429"/>
                  </a:lnTo>
                  <a:lnTo>
                    <a:pt x="5147526" y="722429"/>
                  </a:lnTo>
                  <a:lnTo>
                    <a:pt x="5146866" y="722429"/>
                  </a:lnTo>
                  <a:lnTo>
                    <a:pt x="5146205" y="722429"/>
                  </a:lnTo>
                  <a:lnTo>
                    <a:pt x="5145545" y="722429"/>
                  </a:lnTo>
                  <a:lnTo>
                    <a:pt x="5144884" y="722429"/>
                  </a:lnTo>
                  <a:lnTo>
                    <a:pt x="5144224" y="722429"/>
                  </a:lnTo>
                  <a:lnTo>
                    <a:pt x="5143563" y="722429"/>
                  </a:lnTo>
                  <a:lnTo>
                    <a:pt x="5142902" y="722429"/>
                  </a:lnTo>
                  <a:lnTo>
                    <a:pt x="5142242" y="722429"/>
                  </a:lnTo>
                  <a:lnTo>
                    <a:pt x="5141581" y="722429"/>
                  </a:lnTo>
                  <a:lnTo>
                    <a:pt x="5140921" y="722429"/>
                  </a:lnTo>
                  <a:lnTo>
                    <a:pt x="5140260" y="722429"/>
                  </a:lnTo>
                  <a:lnTo>
                    <a:pt x="5139600" y="722429"/>
                  </a:lnTo>
                  <a:lnTo>
                    <a:pt x="5138939" y="722429"/>
                  </a:lnTo>
                  <a:lnTo>
                    <a:pt x="5138279" y="722429"/>
                  </a:lnTo>
                  <a:lnTo>
                    <a:pt x="5137618" y="722429"/>
                  </a:lnTo>
                  <a:lnTo>
                    <a:pt x="5136958" y="722429"/>
                  </a:lnTo>
                  <a:lnTo>
                    <a:pt x="5136297" y="722429"/>
                  </a:lnTo>
                  <a:lnTo>
                    <a:pt x="5135637" y="722429"/>
                  </a:lnTo>
                  <a:lnTo>
                    <a:pt x="5134976" y="722429"/>
                  </a:lnTo>
                  <a:lnTo>
                    <a:pt x="5134316" y="722429"/>
                  </a:lnTo>
                  <a:lnTo>
                    <a:pt x="5133655" y="722429"/>
                  </a:lnTo>
                  <a:lnTo>
                    <a:pt x="5132994" y="722429"/>
                  </a:lnTo>
                  <a:lnTo>
                    <a:pt x="5132334" y="722429"/>
                  </a:lnTo>
                  <a:lnTo>
                    <a:pt x="5131673" y="722429"/>
                  </a:lnTo>
                  <a:lnTo>
                    <a:pt x="5131013" y="722429"/>
                  </a:lnTo>
                  <a:lnTo>
                    <a:pt x="5130352" y="722429"/>
                  </a:lnTo>
                  <a:lnTo>
                    <a:pt x="5129692" y="722429"/>
                  </a:lnTo>
                  <a:lnTo>
                    <a:pt x="5129031" y="722429"/>
                  </a:lnTo>
                  <a:lnTo>
                    <a:pt x="5128371" y="722429"/>
                  </a:lnTo>
                  <a:lnTo>
                    <a:pt x="5127710" y="722429"/>
                  </a:lnTo>
                  <a:lnTo>
                    <a:pt x="5127050" y="722429"/>
                  </a:lnTo>
                  <a:lnTo>
                    <a:pt x="5126389" y="722429"/>
                  </a:lnTo>
                  <a:lnTo>
                    <a:pt x="5125729" y="722429"/>
                  </a:lnTo>
                  <a:lnTo>
                    <a:pt x="5125068" y="722429"/>
                  </a:lnTo>
                  <a:lnTo>
                    <a:pt x="5124408" y="722429"/>
                  </a:lnTo>
                  <a:lnTo>
                    <a:pt x="5123747" y="722429"/>
                  </a:lnTo>
                  <a:lnTo>
                    <a:pt x="5123087" y="722429"/>
                  </a:lnTo>
                  <a:lnTo>
                    <a:pt x="5122426" y="722429"/>
                  </a:lnTo>
                  <a:lnTo>
                    <a:pt x="5121765" y="722429"/>
                  </a:lnTo>
                  <a:lnTo>
                    <a:pt x="5121105" y="722429"/>
                  </a:lnTo>
                  <a:lnTo>
                    <a:pt x="5120444" y="722429"/>
                  </a:lnTo>
                  <a:lnTo>
                    <a:pt x="5119784" y="722429"/>
                  </a:lnTo>
                  <a:lnTo>
                    <a:pt x="5119123" y="722429"/>
                  </a:lnTo>
                  <a:lnTo>
                    <a:pt x="5118463" y="722429"/>
                  </a:lnTo>
                  <a:lnTo>
                    <a:pt x="5117802" y="722429"/>
                  </a:lnTo>
                  <a:lnTo>
                    <a:pt x="5117142" y="722429"/>
                  </a:lnTo>
                  <a:lnTo>
                    <a:pt x="5116481" y="722429"/>
                  </a:lnTo>
                  <a:lnTo>
                    <a:pt x="5115821" y="722429"/>
                  </a:lnTo>
                  <a:lnTo>
                    <a:pt x="5115160" y="722429"/>
                  </a:lnTo>
                  <a:lnTo>
                    <a:pt x="5114500" y="722429"/>
                  </a:lnTo>
                  <a:lnTo>
                    <a:pt x="5113839" y="722429"/>
                  </a:lnTo>
                  <a:lnTo>
                    <a:pt x="5113179" y="722429"/>
                  </a:lnTo>
                  <a:lnTo>
                    <a:pt x="5112518" y="722429"/>
                  </a:lnTo>
                  <a:lnTo>
                    <a:pt x="5111857" y="722429"/>
                  </a:lnTo>
                  <a:lnTo>
                    <a:pt x="5111197" y="722429"/>
                  </a:lnTo>
                  <a:lnTo>
                    <a:pt x="5110536" y="722429"/>
                  </a:lnTo>
                  <a:lnTo>
                    <a:pt x="5109876" y="722429"/>
                  </a:lnTo>
                  <a:lnTo>
                    <a:pt x="5109215" y="722429"/>
                  </a:lnTo>
                  <a:lnTo>
                    <a:pt x="5108555" y="722429"/>
                  </a:lnTo>
                  <a:lnTo>
                    <a:pt x="5107894" y="722429"/>
                  </a:lnTo>
                  <a:lnTo>
                    <a:pt x="5107234" y="722429"/>
                  </a:lnTo>
                  <a:lnTo>
                    <a:pt x="5106573" y="722429"/>
                  </a:lnTo>
                  <a:lnTo>
                    <a:pt x="5105913" y="722429"/>
                  </a:lnTo>
                  <a:lnTo>
                    <a:pt x="5105252" y="722429"/>
                  </a:lnTo>
                  <a:lnTo>
                    <a:pt x="5104592" y="722429"/>
                  </a:lnTo>
                  <a:lnTo>
                    <a:pt x="5103931" y="722429"/>
                  </a:lnTo>
                  <a:lnTo>
                    <a:pt x="5103271" y="722429"/>
                  </a:lnTo>
                  <a:lnTo>
                    <a:pt x="5102610" y="722429"/>
                  </a:lnTo>
                  <a:lnTo>
                    <a:pt x="5101949" y="722429"/>
                  </a:lnTo>
                  <a:lnTo>
                    <a:pt x="5101289" y="722429"/>
                  </a:lnTo>
                  <a:lnTo>
                    <a:pt x="5100628" y="722429"/>
                  </a:lnTo>
                  <a:lnTo>
                    <a:pt x="5099968" y="722429"/>
                  </a:lnTo>
                  <a:lnTo>
                    <a:pt x="5099307" y="722429"/>
                  </a:lnTo>
                  <a:lnTo>
                    <a:pt x="5098647" y="722429"/>
                  </a:lnTo>
                  <a:lnTo>
                    <a:pt x="5097986" y="722429"/>
                  </a:lnTo>
                  <a:lnTo>
                    <a:pt x="5097326" y="722429"/>
                  </a:lnTo>
                  <a:lnTo>
                    <a:pt x="5096665" y="722429"/>
                  </a:lnTo>
                  <a:lnTo>
                    <a:pt x="5096005" y="722429"/>
                  </a:lnTo>
                  <a:lnTo>
                    <a:pt x="5095344" y="722429"/>
                  </a:lnTo>
                  <a:lnTo>
                    <a:pt x="5094684" y="722429"/>
                  </a:lnTo>
                  <a:lnTo>
                    <a:pt x="5094023" y="722429"/>
                  </a:lnTo>
                  <a:lnTo>
                    <a:pt x="5093363" y="722429"/>
                  </a:lnTo>
                  <a:lnTo>
                    <a:pt x="5092702" y="722429"/>
                  </a:lnTo>
                  <a:lnTo>
                    <a:pt x="5092042" y="722429"/>
                  </a:lnTo>
                  <a:lnTo>
                    <a:pt x="5091381" y="722429"/>
                  </a:lnTo>
                  <a:lnTo>
                    <a:pt x="5090720" y="722429"/>
                  </a:lnTo>
                  <a:lnTo>
                    <a:pt x="5090060" y="722429"/>
                  </a:lnTo>
                  <a:lnTo>
                    <a:pt x="5089399" y="722429"/>
                  </a:lnTo>
                  <a:lnTo>
                    <a:pt x="5088739" y="722429"/>
                  </a:lnTo>
                  <a:lnTo>
                    <a:pt x="5088078" y="722429"/>
                  </a:lnTo>
                  <a:lnTo>
                    <a:pt x="5087418" y="722429"/>
                  </a:lnTo>
                  <a:lnTo>
                    <a:pt x="5086757" y="722429"/>
                  </a:lnTo>
                  <a:lnTo>
                    <a:pt x="5086097" y="722429"/>
                  </a:lnTo>
                  <a:lnTo>
                    <a:pt x="5085436" y="722429"/>
                  </a:lnTo>
                  <a:lnTo>
                    <a:pt x="5084776" y="722429"/>
                  </a:lnTo>
                  <a:lnTo>
                    <a:pt x="5084115" y="722429"/>
                  </a:lnTo>
                  <a:lnTo>
                    <a:pt x="5083455" y="722429"/>
                  </a:lnTo>
                  <a:lnTo>
                    <a:pt x="5082794" y="722429"/>
                  </a:lnTo>
                  <a:lnTo>
                    <a:pt x="5082134" y="722429"/>
                  </a:lnTo>
                  <a:lnTo>
                    <a:pt x="5081473" y="722429"/>
                  </a:lnTo>
                  <a:lnTo>
                    <a:pt x="5080812" y="722429"/>
                  </a:lnTo>
                  <a:lnTo>
                    <a:pt x="5080152" y="722429"/>
                  </a:lnTo>
                  <a:lnTo>
                    <a:pt x="5079491" y="722429"/>
                  </a:lnTo>
                  <a:lnTo>
                    <a:pt x="5078831" y="722429"/>
                  </a:lnTo>
                  <a:lnTo>
                    <a:pt x="5078170" y="722429"/>
                  </a:lnTo>
                  <a:lnTo>
                    <a:pt x="5077510" y="722429"/>
                  </a:lnTo>
                  <a:lnTo>
                    <a:pt x="5076849" y="722429"/>
                  </a:lnTo>
                  <a:lnTo>
                    <a:pt x="5076189" y="722429"/>
                  </a:lnTo>
                  <a:lnTo>
                    <a:pt x="5075528" y="722429"/>
                  </a:lnTo>
                  <a:lnTo>
                    <a:pt x="5074868" y="722429"/>
                  </a:lnTo>
                  <a:lnTo>
                    <a:pt x="5074207" y="722429"/>
                  </a:lnTo>
                  <a:lnTo>
                    <a:pt x="5073547" y="722429"/>
                  </a:lnTo>
                  <a:lnTo>
                    <a:pt x="5072886" y="722429"/>
                  </a:lnTo>
                  <a:lnTo>
                    <a:pt x="5072226" y="722429"/>
                  </a:lnTo>
                  <a:lnTo>
                    <a:pt x="5071565" y="722429"/>
                  </a:lnTo>
                  <a:lnTo>
                    <a:pt x="5070904" y="722429"/>
                  </a:lnTo>
                  <a:lnTo>
                    <a:pt x="5070244" y="722429"/>
                  </a:lnTo>
                  <a:lnTo>
                    <a:pt x="5069583" y="722429"/>
                  </a:lnTo>
                  <a:lnTo>
                    <a:pt x="5068923" y="722429"/>
                  </a:lnTo>
                  <a:lnTo>
                    <a:pt x="5068262" y="722429"/>
                  </a:lnTo>
                  <a:lnTo>
                    <a:pt x="5067602" y="722429"/>
                  </a:lnTo>
                  <a:lnTo>
                    <a:pt x="5066941" y="722429"/>
                  </a:lnTo>
                  <a:lnTo>
                    <a:pt x="5066281" y="722429"/>
                  </a:lnTo>
                  <a:lnTo>
                    <a:pt x="5065620" y="722429"/>
                  </a:lnTo>
                  <a:lnTo>
                    <a:pt x="5064960" y="722429"/>
                  </a:lnTo>
                  <a:lnTo>
                    <a:pt x="5064299" y="722429"/>
                  </a:lnTo>
                  <a:lnTo>
                    <a:pt x="5063639" y="722429"/>
                  </a:lnTo>
                  <a:lnTo>
                    <a:pt x="5062978" y="722429"/>
                  </a:lnTo>
                  <a:lnTo>
                    <a:pt x="5062318" y="722429"/>
                  </a:lnTo>
                  <a:lnTo>
                    <a:pt x="5061657" y="722429"/>
                  </a:lnTo>
                  <a:lnTo>
                    <a:pt x="5060996" y="722429"/>
                  </a:lnTo>
                  <a:lnTo>
                    <a:pt x="5060336" y="722429"/>
                  </a:lnTo>
                  <a:lnTo>
                    <a:pt x="5059675" y="722429"/>
                  </a:lnTo>
                  <a:lnTo>
                    <a:pt x="5059015" y="722429"/>
                  </a:lnTo>
                  <a:lnTo>
                    <a:pt x="5058354" y="722429"/>
                  </a:lnTo>
                  <a:lnTo>
                    <a:pt x="5057694" y="722429"/>
                  </a:lnTo>
                  <a:lnTo>
                    <a:pt x="5057033" y="722429"/>
                  </a:lnTo>
                  <a:lnTo>
                    <a:pt x="5056373" y="722429"/>
                  </a:lnTo>
                  <a:lnTo>
                    <a:pt x="5055712" y="722429"/>
                  </a:lnTo>
                  <a:lnTo>
                    <a:pt x="5055052" y="722429"/>
                  </a:lnTo>
                  <a:lnTo>
                    <a:pt x="5054391" y="722429"/>
                  </a:lnTo>
                  <a:lnTo>
                    <a:pt x="5053731" y="722429"/>
                  </a:lnTo>
                  <a:lnTo>
                    <a:pt x="5053070" y="722429"/>
                  </a:lnTo>
                  <a:lnTo>
                    <a:pt x="5052410" y="722429"/>
                  </a:lnTo>
                  <a:lnTo>
                    <a:pt x="5051749" y="722429"/>
                  </a:lnTo>
                  <a:lnTo>
                    <a:pt x="5051089" y="722429"/>
                  </a:lnTo>
                  <a:lnTo>
                    <a:pt x="5050428" y="722429"/>
                  </a:lnTo>
                  <a:lnTo>
                    <a:pt x="5049767" y="722429"/>
                  </a:lnTo>
                  <a:lnTo>
                    <a:pt x="5049107" y="722429"/>
                  </a:lnTo>
                  <a:lnTo>
                    <a:pt x="5048446" y="722429"/>
                  </a:lnTo>
                  <a:lnTo>
                    <a:pt x="5047786" y="722429"/>
                  </a:lnTo>
                  <a:lnTo>
                    <a:pt x="5047125" y="722429"/>
                  </a:lnTo>
                  <a:lnTo>
                    <a:pt x="5046465" y="722429"/>
                  </a:lnTo>
                  <a:lnTo>
                    <a:pt x="5045804" y="722429"/>
                  </a:lnTo>
                  <a:lnTo>
                    <a:pt x="5045144" y="722429"/>
                  </a:lnTo>
                  <a:lnTo>
                    <a:pt x="5044483" y="722429"/>
                  </a:lnTo>
                  <a:lnTo>
                    <a:pt x="5043823" y="722429"/>
                  </a:lnTo>
                  <a:lnTo>
                    <a:pt x="5043162" y="722429"/>
                  </a:lnTo>
                  <a:lnTo>
                    <a:pt x="5042502" y="722429"/>
                  </a:lnTo>
                  <a:lnTo>
                    <a:pt x="5041841" y="722429"/>
                  </a:lnTo>
                  <a:lnTo>
                    <a:pt x="5041181" y="722429"/>
                  </a:lnTo>
                  <a:lnTo>
                    <a:pt x="5040520" y="722429"/>
                  </a:lnTo>
                  <a:lnTo>
                    <a:pt x="5039859" y="722429"/>
                  </a:lnTo>
                  <a:lnTo>
                    <a:pt x="5039199" y="722429"/>
                  </a:lnTo>
                  <a:lnTo>
                    <a:pt x="5038538" y="722429"/>
                  </a:lnTo>
                  <a:lnTo>
                    <a:pt x="5037878" y="722429"/>
                  </a:lnTo>
                  <a:lnTo>
                    <a:pt x="5037217" y="722429"/>
                  </a:lnTo>
                  <a:lnTo>
                    <a:pt x="5036557" y="722429"/>
                  </a:lnTo>
                  <a:lnTo>
                    <a:pt x="5035896" y="722429"/>
                  </a:lnTo>
                  <a:lnTo>
                    <a:pt x="5035236" y="722429"/>
                  </a:lnTo>
                  <a:lnTo>
                    <a:pt x="5034575" y="722429"/>
                  </a:lnTo>
                  <a:lnTo>
                    <a:pt x="5033915" y="722429"/>
                  </a:lnTo>
                  <a:lnTo>
                    <a:pt x="5033254" y="722429"/>
                  </a:lnTo>
                  <a:lnTo>
                    <a:pt x="5032594" y="722429"/>
                  </a:lnTo>
                  <a:lnTo>
                    <a:pt x="5031933" y="722429"/>
                  </a:lnTo>
                  <a:lnTo>
                    <a:pt x="5031273" y="722429"/>
                  </a:lnTo>
                  <a:lnTo>
                    <a:pt x="5030612" y="722429"/>
                  </a:lnTo>
                  <a:lnTo>
                    <a:pt x="5029951" y="722429"/>
                  </a:lnTo>
                  <a:lnTo>
                    <a:pt x="5029291" y="722429"/>
                  </a:lnTo>
                  <a:lnTo>
                    <a:pt x="5028630" y="722429"/>
                  </a:lnTo>
                  <a:lnTo>
                    <a:pt x="5027970" y="722429"/>
                  </a:lnTo>
                  <a:lnTo>
                    <a:pt x="5027309" y="722429"/>
                  </a:lnTo>
                  <a:lnTo>
                    <a:pt x="5026649" y="722429"/>
                  </a:lnTo>
                  <a:lnTo>
                    <a:pt x="5025988" y="722429"/>
                  </a:lnTo>
                  <a:lnTo>
                    <a:pt x="5025328" y="722429"/>
                  </a:lnTo>
                  <a:lnTo>
                    <a:pt x="5024667" y="722429"/>
                  </a:lnTo>
                  <a:lnTo>
                    <a:pt x="5024007" y="722429"/>
                  </a:lnTo>
                  <a:lnTo>
                    <a:pt x="5023346" y="722429"/>
                  </a:lnTo>
                  <a:lnTo>
                    <a:pt x="5022686" y="722429"/>
                  </a:lnTo>
                  <a:lnTo>
                    <a:pt x="5022025" y="722429"/>
                  </a:lnTo>
                  <a:lnTo>
                    <a:pt x="5021365" y="722429"/>
                  </a:lnTo>
                  <a:lnTo>
                    <a:pt x="5020704" y="722429"/>
                  </a:lnTo>
                  <a:lnTo>
                    <a:pt x="5020044" y="722429"/>
                  </a:lnTo>
                  <a:lnTo>
                    <a:pt x="5019383" y="722429"/>
                  </a:lnTo>
                  <a:lnTo>
                    <a:pt x="5018722" y="722429"/>
                  </a:lnTo>
                  <a:lnTo>
                    <a:pt x="5018062" y="722429"/>
                  </a:lnTo>
                  <a:lnTo>
                    <a:pt x="5017401" y="722429"/>
                  </a:lnTo>
                  <a:lnTo>
                    <a:pt x="5016741" y="722429"/>
                  </a:lnTo>
                  <a:lnTo>
                    <a:pt x="5016080" y="722429"/>
                  </a:lnTo>
                  <a:lnTo>
                    <a:pt x="5015420" y="722429"/>
                  </a:lnTo>
                  <a:lnTo>
                    <a:pt x="5014759" y="722429"/>
                  </a:lnTo>
                  <a:lnTo>
                    <a:pt x="5014099" y="722429"/>
                  </a:lnTo>
                  <a:lnTo>
                    <a:pt x="5013438" y="722429"/>
                  </a:lnTo>
                  <a:lnTo>
                    <a:pt x="5012778" y="722429"/>
                  </a:lnTo>
                  <a:lnTo>
                    <a:pt x="5012117" y="722429"/>
                  </a:lnTo>
                  <a:lnTo>
                    <a:pt x="5011457" y="722429"/>
                  </a:lnTo>
                  <a:lnTo>
                    <a:pt x="5010796" y="722429"/>
                  </a:lnTo>
                  <a:lnTo>
                    <a:pt x="5010136" y="722429"/>
                  </a:lnTo>
                  <a:lnTo>
                    <a:pt x="5009475" y="722429"/>
                  </a:lnTo>
                  <a:lnTo>
                    <a:pt x="5008814" y="722429"/>
                  </a:lnTo>
                  <a:lnTo>
                    <a:pt x="5008154" y="722429"/>
                  </a:lnTo>
                  <a:lnTo>
                    <a:pt x="5007493" y="722429"/>
                  </a:lnTo>
                  <a:lnTo>
                    <a:pt x="5006833" y="722429"/>
                  </a:lnTo>
                  <a:lnTo>
                    <a:pt x="5006172" y="722429"/>
                  </a:lnTo>
                  <a:lnTo>
                    <a:pt x="5005512" y="722429"/>
                  </a:lnTo>
                  <a:lnTo>
                    <a:pt x="5004851" y="722429"/>
                  </a:lnTo>
                  <a:lnTo>
                    <a:pt x="5004191" y="722429"/>
                  </a:lnTo>
                  <a:lnTo>
                    <a:pt x="5003530" y="722429"/>
                  </a:lnTo>
                  <a:lnTo>
                    <a:pt x="5002870" y="722429"/>
                  </a:lnTo>
                  <a:lnTo>
                    <a:pt x="5002209" y="722429"/>
                  </a:lnTo>
                  <a:lnTo>
                    <a:pt x="5001549" y="722429"/>
                  </a:lnTo>
                  <a:lnTo>
                    <a:pt x="5000888" y="722429"/>
                  </a:lnTo>
                  <a:lnTo>
                    <a:pt x="5000228" y="722429"/>
                  </a:lnTo>
                  <a:lnTo>
                    <a:pt x="4999567" y="722429"/>
                  </a:lnTo>
                  <a:lnTo>
                    <a:pt x="4998906" y="722429"/>
                  </a:lnTo>
                  <a:lnTo>
                    <a:pt x="4998246" y="722429"/>
                  </a:lnTo>
                  <a:lnTo>
                    <a:pt x="4997585" y="722429"/>
                  </a:lnTo>
                  <a:lnTo>
                    <a:pt x="4996925" y="722429"/>
                  </a:lnTo>
                  <a:lnTo>
                    <a:pt x="4996264" y="722429"/>
                  </a:lnTo>
                  <a:lnTo>
                    <a:pt x="4995604" y="722429"/>
                  </a:lnTo>
                  <a:lnTo>
                    <a:pt x="4994943" y="722429"/>
                  </a:lnTo>
                  <a:lnTo>
                    <a:pt x="4994283" y="722429"/>
                  </a:lnTo>
                  <a:lnTo>
                    <a:pt x="4993622" y="722429"/>
                  </a:lnTo>
                  <a:lnTo>
                    <a:pt x="4992962" y="722429"/>
                  </a:lnTo>
                  <a:lnTo>
                    <a:pt x="4992301" y="722429"/>
                  </a:lnTo>
                  <a:lnTo>
                    <a:pt x="4991641" y="722429"/>
                  </a:lnTo>
                  <a:lnTo>
                    <a:pt x="4990980" y="722429"/>
                  </a:lnTo>
                  <a:lnTo>
                    <a:pt x="4990320" y="722429"/>
                  </a:lnTo>
                  <a:lnTo>
                    <a:pt x="4989659" y="722429"/>
                  </a:lnTo>
                  <a:lnTo>
                    <a:pt x="4988998" y="722429"/>
                  </a:lnTo>
                  <a:lnTo>
                    <a:pt x="4988338" y="722429"/>
                  </a:lnTo>
                  <a:lnTo>
                    <a:pt x="4987677" y="722429"/>
                  </a:lnTo>
                  <a:lnTo>
                    <a:pt x="4987017" y="722429"/>
                  </a:lnTo>
                  <a:lnTo>
                    <a:pt x="4986356" y="722429"/>
                  </a:lnTo>
                  <a:lnTo>
                    <a:pt x="4985696" y="722429"/>
                  </a:lnTo>
                  <a:lnTo>
                    <a:pt x="4985035" y="722429"/>
                  </a:lnTo>
                  <a:lnTo>
                    <a:pt x="4984375" y="722429"/>
                  </a:lnTo>
                  <a:lnTo>
                    <a:pt x="4983714" y="722429"/>
                  </a:lnTo>
                  <a:lnTo>
                    <a:pt x="4983054" y="722429"/>
                  </a:lnTo>
                  <a:lnTo>
                    <a:pt x="4982393" y="722429"/>
                  </a:lnTo>
                  <a:lnTo>
                    <a:pt x="4981733" y="722429"/>
                  </a:lnTo>
                  <a:lnTo>
                    <a:pt x="4981072" y="722429"/>
                  </a:lnTo>
                  <a:lnTo>
                    <a:pt x="4980412" y="722429"/>
                  </a:lnTo>
                  <a:lnTo>
                    <a:pt x="4979751" y="722429"/>
                  </a:lnTo>
                  <a:lnTo>
                    <a:pt x="4979091" y="722429"/>
                  </a:lnTo>
                  <a:lnTo>
                    <a:pt x="4978430" y="722429"/>
                  </a:lnTo>
                  <a:lnTo>
                    <a:pt x="4977769" y="722429"/>
                  </a:lnTo>
                  <a:lnTo>
                    <a:pt x="4977109" y="722429"/>
                  </a:lnTo>
                  <a:lnTo>
                    <a:pt x="4976448" y="722429"/>
                  </a:lnTo>
                  <a:lnTo>
                    <a:pt x="4975788" y="722429"/>
                  </a:lnTo>
                  <a:lnTo>
                    <a:pt x="4975127" y="722429"/>
                  </a:lnTo>
                  <a:lnTo>
                    <a:pt x="4974467" y="722429"/>
                  </a:lnTo>
                  <a:lnTo>
                    <a:pt x="4973806" y="722429"/>
                  </a:lnTo>
                  <a:lnTo>
                    <a:pt x="4973146" y="722429"/>
                  </a:lnTo>
                  <a:lnTo>
                    <a:pt x="4972485" y="722429"/>
                  </a:lnTo>
                  <a:lnTo>
                    <a:pt x="4971825" y="722429"/>
                  </a:lnTo>
                  <a:lnTo>
                    <a:pt x="4971164" y="722429"/>
                  </a:lnTo>
                  <a:lnTo>
                    <a:pt x="4970504" y="722429"/>
                  </a:lnTo>
                  <a:lnTo>
                    <a:pt x="4969843" y="722429"/>
                  </a:lnTo>
                  <a:lnTo>
                    <a:pt x="4969183" y="722429"/>
                  </a:lnTo>
                  <a:lnTo>
                    <a:pt x="4968522" y="722429"/>
                  </a:lnTo>
                  <a:lnTo>
                    <a:pt x="4967861" y="722429"/>
                  </a:lnTo>
                  <a:lnTo>
                    <a:pt x="4967201" y="722429"/>
                  </a:lnTo>
                  <a:lnTo>
                    <a:pt x="4966540" y="722429"/>
                  </a:lnTo>
                  <a:lnTo>
                    <a:pt x="4965880" y="722429"/>
                  </a:lnTo>
                  <a:lnTo>
                    <a:pt x="4965219" y="722429"/>
                  </a:lnTo>
                  <a:lnTo>
                    <a:pt x="4964559" y="722429"/>
                  </a:lnTo>
                  <a:lnTo>
                    <a:pt x="4963898" y="722429"/>
                  </a:lnTo>
                  <a:lnTo>
                    <a:pt x="4963238" y="722429"/>
                  </a:lnTo>
                  <a:lnTo>
                    <a:pt x="4962577" y="722429"/>
                  </a:lnTo>
                  <a:lnTo>
                    <a:pt x="4961917" y="722429"/>
                  </a:lnTo>
                  <a:lnTo>
                    <a:pt x="4961256" y="722429"/>
                  </a:lnTo>
                  <a:lnTo>
                    <a:pt x="4960596" y="722429"/>
                  </a:lnTo>
                  <a:lnTo>
                    <a:pt x="4959935" y="722429"/>
                  </a:lnTo>
                  <a:lnTo>
                    <a:pt x="4959275" y="722429"/>
                  </a:lnTo>
                  <a:lnTo>
                    <a:pt x="4958614" y="722429"/>
                  </a:lnTo>
                  <a:lnTo>
                    <a:pt x="4957953" y="722429"/>
                  </a:lnTo>
                  <a:lnTo>
                    <a:pt x="4957293" y="722429"/>
                  </a:lnTo>
                  <a:lnTo>
                    <a:pt x="4956632" y="722429"/>
                  </a:lnTo>
                  <a:lnTo>
                    <a:pt x="4955972" y="722429"/>
                  </a:lnTo>
                  <a:lnTo>
                    <a:pt x="4955311" y="722429"/>
                  </a:lnTo>
                  <a:lnTo>
                    <a:pt x="4954651" y="722429"/>
                  </a:lnTo>
                  <a:lnTo>
                    <a:pt x="4953990" y="722429"/>
                  </a:lnTo>
                  <a:lnTo>
                    <a:pt x="4953330" y="722429"/>
                  </a:lnTo>
                  <a:lnTo>
                    <a:pt x="4952669" y="722429"/>
                  </a:lnTo>
                  <a:lnTo>
                    <a:pt x="4952009" y="722429"/>
                  </a:lnTo>
                  <a:lnTo>
                    <a:pt x="4951348" y="722429"/>
                  </a:lnTo>
                  <a:lnTo>
                    <a:pt x="4950688" y="722429"/>
                  </a:lnTo>
                  <a:lnTo>
                    <a:pt x="4950027" y="722429"/>
                  </a:lnTo>
                  <a:lnTo>
                    <a:pt x="4949367" y="722429"/>
                  </a:lnTo>
                  <a:lnTo>
                    <a:pt x="4948706" y="722429"/>
                  </a:lnTo>
                  <a:lnTo>
                    <a:pt x="4948046" y="722429"/>
                  </a:lnTo>
                  <a:lnTo>
                    <a:pt x="4947385" y="722429"/>
                  </a:lnTo>
                  <a:lnTo>
                    <a:pt x="4946724" y="722429"/>
                  </a:lnTo>
                  <a:lnTo>
                    <a:pt x="4946064" y="722429"/>
                  </a:lnTo>
                  <a:lnTo>
                    <a:pt x="4945403" y="722429"/>
                  </a:lnTo>
                  <a:lnTo>
                    <a:pt x="4944743" y="722429"/>
                  </a:lnTo>
                  <a:lnTo>
                    <a:pt x="4944082" y="722429"/>
                  </a:lnTo>
                  <a:lnTo>
                    <a:pt x="4943422" y="722429"/>
                  </a:lnTo>
                  <a:lnTo>
                    <a:pt x="4942761" y="722429"/>
                  </a:lnTo>
                  <a:lnTo>
                    <a:pt x="4942101" y="722429"/>
                  </a:lnTo>
                  <a:lnTo>
                    <a:pt x="4941440" y="722429"/>
                  </a:lnTo>
                  <a:lnTo>
                    <a:pt x="4940780" y="722429"/>
                  </a:lnTo>
                  <a:lnTo>
                    <a:pt x="4940119" y="722429"/>
                  </a:lnTo>
                  <a:lnTo>
                    <a:pt x="4939459" y="722429"/>
                  </a:lnTo>
                  <a:lnTo>
                    <a:pt x="4938798" y="722429"/>
                  </a:lnTo>
                  <a:lnTo>
                    <a:pt x="4938138" y="722429"/>
                  </a:lnTo>
                  <a:lnTo>
                    <a:pt x="4937477" y="722429"/>
                  </a:lnTo>
                  <a:lnTo>
                    <a:pt x="4936816" y="722429"/>
                  </a:lnTo>
                  <a:lnTo>
                    <a:pt x="4936156" y="722429"/>
                  </a:lnTo>
                  <a:lnTo>
                    <a:pt x="4935495" y="722429"/>
                  </a:lnTo>
                  <a:lnTo>
                    <a:pt x="4934835" y="722429"/>
                  </a:lnTo>
                  <a:lnTo>
                    <a:pt x="4934174" y="722429"/>
                  </a:lnTo>
                  <a:lnTo>
                    <a:pt x="4933514" y="722429"/>
                  </a:lnTo>
                  <a:lnTo>
                    <a:pt x="4932853" y="722429"/>
                  </a:lnTo>
                  <a:lnTo>
                    <a:pt x="4932193" y="722429"/>
                  </a:lnTo>
                  <a:lnTo>
                    <a:pt x="4931532" y="722429"/>
                  </a:lnTo>
                  <a:lnTo>
                    <a:pt x="4930872" y="722429"/>
                  </a:lnTo>
                  <a:lnTo>
                    <a:pt x="4930211" y="722429"/>
                  </a:lnTo>
                  <a:lnTo>
                    <a:pt x="4929551" y="722429"/>
                  </a:lnTo>
                  <a:lnTo>
                    <a:pt x="4928890" y="722429"/>
                  </a:lnTo>
                  <a:lnTo>
                    <a:pt x="4928230" y="722429"/>
                  </a:lnTo>
                  <a:lnTo>
                    <a:pt x="4927569" y="722429"/>
                  </a:lnTo>
                  <a:lnTo>
                    <a:pt x="4926908" y="722429"/>
                  </a:lnTo>
                  <a:lnTo>
                    <a:pt x="4926248" y="722429"/>
                  </a:lnTo>
                  <a:lnTo>
                    <a:pt x="4925587" y="722429"/>
                  </a:lnTo>
                  <a:lnTo>
                    <a:pt x="4924927" y="722429"/>
                  </a:lnTo>
                  <a:lnTo>
                    <a:pt x="4924266" y="722429"/>
                  </a:lnTo>
                  <a:lnTo>
                    <a:pt x="4923606" y="722429"/>
                  </a:lnTo>
                  <a:lnTo>
                    <a:pt x="4922945" y="722429"/>
                  </a:lnTo>
                  <a:lnTo>
                    <a:pt x="4922285" y="722429"/>
                  </a:lnTo>
                  <a:lnTo>
                    <a:pt x="4921624" y="722429"/>
                  </a:lnTo>
                  <a:lnTo>
                    <a:pt x="4920964" y="722429"/>
                  </a:lnTo>
                  <a:lnTo>
                    <a:pt x="4920303" y="722429"/>
                  </a:lnTo>
                  <a:lnTo>
                    <a:pt x="4919643" y="722429"/>
                  </a:lnTo>
                  <a:lnTo>
                    <a:pt x="4918982" y="722429"/>
                  </a:lnTo>
                  <a:lnTo>
                    <a:pt x="4918322" y="722429"/>
                  </a:lnTo>
                  <a:lnTo>
                    <a:pt x="4917661" y="722429"/>
                  </a:lnTo>
                  <a:lnTo>
                    <a:pt x="4917001" y="722429"/>
                  </a:lnTo>
                  <a:lnTo>
                    <a:pt x="4916340" y="722429"/>
                  </a:lnTo>
                  <a:lnTo>
                    <a:pt x="4915679" y="722429"/>
                  </a:lnTo>
                  <a:lnTo>
                    <a:pt x="4915019" y="722429"/>
                  </a:lnTo>
                  <a:lnTo>
                    <a:pt x="4914358" y="722429"/>
                  </a:lnTo>
                  <a:lnTo>
                    <a:pt x="4913698" y="722429"/>
                  </a:lnTo>
                  <a:lnTo>
                    <a:pt x="4913037" y="722429"/>
                  </a:lnTo>
                  <a:lnTo>
                    <a:pt x="4912377" y="722429"/>
                  </a:lnTo>
                  <a:lnTo>
                    <a:pt x="4911716" y="722429"/>
                  </a:lnTo>
                  <a:lnTo>
                    <a:pt x="4911056" y="722429"/>
                  </a:lnTo>
                  <a:lnTo>
                    <a:pt x="4910395" y="722429"/>
                  </a:lnTo>
                  <a:lnTo>
                    <a:pt x="4909735" y="722429"/>
                  </a:lnTo>
                  <a:lnTo>
                    <a:pt x="4909074" y="722429"/>
                  </a:lnTo>
                  <a:lnTo>
                    <a:pt x="4908414" y="722429"/>
                  </a:lnTo>
                  <a:lnTo>
                    <a:pt x="4907753" y="722429"/>
                  </a:lnTo>
                  <a:lnTo>
                    <a:pt x="4907093" y="722429"/>
                  </a:lnTo>
                  <a:lnTo>
                    <a:pt x="4906432" y="722429"/>
                  </a:lnTo>
                  <a:lnTo>
                    <a:pt x="4905771" y="722429"/>
                  </a:lnTo>
                  <a:lnTo>
                    <a:pt x="4905111" y="722429"/>
                  </a:lnTo>
                  <a:lnTo>
                    <a:pt x="4904450" y="722429"/>
                  </a:lnTo>
                  <a:lnTo>
                    <a:pt x="4903790" y="722429"/>
                  </a:lnTo>
                  <a:lnTo>
                    <a:pt x="4903129" y="722429"/>
                  </a:lnTo>
                  <a:lnTo>
                    <a:pt x="4902469" y="722429"/>
                  </a:lnTo>
                  <a:lnTo>
                    <a:pt x="4901808" y="722429"/>
                  </a:lnTo>
                  <a:lnTo>
                    <a:pt x="4901148" y="722429"/>
                  </a:lnTo>
                  <a:lnTo>
                    <a:pt x="4900487" y="722429"/>
                  </a:lnTo>
                  <a:lnTo>
                    <a:pt x="4899827" y="722429"/>
                  </a:lnTo>
                  <a:lnTo>
                    <a:pt x="4899166" y="722429"/>
                  </a:lnTo>
                  <a:lnTo>
                    <a:pt x="4898506" y="722429"/>
                  </a:lnTo>
                  <a:lnTo>
                    <a:pt x="4897845" y="722429"/>
                  </a:lnTo>
                  <a:lnTo>
                    <a:pt x="4897185" y="722429"/>
                  </a:lnTo>
                  <a:lnTo>
                    <a:pt x="4896524" y="722429"/>
                  </a:lnTo>
                  <a:lnTo>
                    <a:pt x="4895863" y="722429"/>
                  </a:lnTo>
                  <a:lnTo>
                    <a:pt x="4895203" y="722429"/>
                  </a:lnTo>
                  <a:lnTo>
                    <a:pt x="4894542" y="722429"/>
                  </a:lnTo>
                  <a:lnTo>
                    <a:pt x="4893882" y="722429"/>
                  </a:lnTo>
                  <a:lnTo>
                    <a:pt x="4893221" y="722429"/>
                  </a:lnTo>
                  <a:lnTo>
                    <a:pt x="4892561" y="722429"/>
                  </a:lnTo>
                  <a:lnTo>
                    <a:pt x="4891900" y="722429"/>
                  </a:lnTo>
                  <a:lnTo>
                    <a:pt x="4891240" y="722429"/>
                  </a:lnTo>
                  <a:lnTo>
                    <a:pt x="4890579" y="722429"/>
                  </a:lnTo>
                  <a:lnTo>
                    <a:pt x="4889919" y="722429"/>
                  </a:lnTo>
                  <a:lnTo>
                    <a:pt x="4889258" y="722429"/>
                  </a:lnTo>
                  <a:lnTo>
                    <a:pt x="4888598" y="722429"/>
                  </a:lnTo>
                  <a:lnTo>
                    <a:pt x="4887937" y="722429"/>
                  </a:lnTo>
                  <a:lnTo>
                    <a:pt x="4887277" y="722429"/>
                  </a:lnTo>
                  <a:lnTo>
                    <a:pt x="4886616" y="722429"/>
                  </a:lnTo>
                  <a:lnTo>
                    <a:pt x="4885955" y="722429"/>
                  </a:lnTo>
                  <a:lnTo>
                    <a:pt x="4885295" y="722429"/>
                  </a:lnTo>
                  <a:lnTo>
                    <a:pt x="4884634" y="722429"/>
                  </a:lnTo>
                  <a:lnTo>
                    <a:pt x="4883974" y="722429"/>
                  </a:lnTo>
                  <a:lnTo>
                    <a:pt x="4883313" y="722429"/>
                  </a:lnTo>
                  <a:lnTo>
                    <a:pt x="4882653" y="722429"/>
                  </a:lnTo>
                  <a:lnTo>
                    <a:pt x="4881992" y="722429"/>
                  </a:lnTo>
                  <a:lnTo>
                    <a:pt x="4881332" y="722429"/>
                  </a:lnTo>
                  <a:lnTo>
                    <a:pt x="4880671" y="722429"/>
                  </a:lnTo>
                  <a:lnTo>
                    <a:pt x="4880011" y="722429"/>
                  </a:lnTo>
                  <a:lnTo>
                    <a:pt x="4879350" y="722429"/>
                  </a:lnTo>
                  <a:lnTo>
                    <a:pt x="4878690" y="722429"/>
                  </a:lnTo>
                  <a:lnTo>
                    <a:pt x="4878029" y="722429"/>
                  </a:lnTo>
                  <a:lnTo>
                    <a:pt x="4877369" y="722429"/>
                  </a:lnTo>
                  <a:lnTo>
                    <a:pt x="4876708" y="722429"/>
                  </a:lnTo>
                  <a:lnTo>
                    <a:pt x="4876048" y="722429"/>
                  </a:lnTo>
                  <a:lnTo>
                    <a:pt x="4875387" y="722429"/>
                  </a:lnTo>
                  <a:lnTo>
                    <a:pt x="4874726" y="722429"/>
                  </a:lnTo>
                  <a:lnTo>
                    <a:pt x="4874066" y="722429"/>
                  </a:lnTo>
                  <a:lnTo>
                    <a:pt x="4873405" y="722429"/>
                  </a:lnTo>
                  <a:lnTo>
                    <a:pt x="4872745" y="722429"/>
                  </a:lnTo>
                  <a:lnTo>
                    <a:pt x="4872084" y="722429"/>
                  </a:lnTo>
                  <a:lnTo>
                    <a:pt x="4871424" y="722429"/>
                  </a:lnTo>
                  <a:lnTo>
                    <a:pt x="4870763" y="722429"/>
                  </a:lnTo>
                  <a:lnTo>
                    <a:pt x="4870103" y="722429"/>
                  </a:lnTo>
                  <a:lnTo>
                    <a:pt x="4869442" y="722429"/>
                  </a:lnTo>
                  <a:lnTo>
                    <a:pt x="4868782" y="722429"/>
                  </a:lnTo>
                  <a:lnTo>
                    <a:pt x="4868121" y="722429"/>
                  </a:lnTo>
                  <a:lnTo>
                    <a:pt x="4867461" y="722429"/>
                  </a:lnTo>
                  <a:lnTo>
                    <a:pt x="4866800" y="722429"/>
                  </a:lnTo>
                  <a:lnTo>
                    <a:pt x="4866140" y="722429"/>
                  </a:lnTo>
                  <a:lnTo>
                    <a:pt x="4865479" y="722429"/>
                  </a:lnTo>
                  <a:lnTo>
                    <a:pt x="4864818" y="722429"/>
                  </a:lnTo>
                  <a:lnTo>
                    <a:pt x="4864158" y="722429"/>
                  </a:lnTo>
                  <a:lnTo>
                    <a:pt x="4863497" y="722429"/>
                  </a:lnTo>
                  <a:lnTo>
                    <a:pt x="4862837" y="722429"/>
                  </a:lnTo>
                  <a:lnTo>
                    <a:pt x="4862176" y="722429"/>
                  </a:lnTo>
                  <a:lnTo>
                    <a:pt x="4861516" y="722429"/>
                  </a:lnTo>
                  <a:lnTo>
                    <a:pt x="4860855" y="722429"/>
                  </a:lnTo>
                  <a:lnTo>
                    <a:pt x="4860195" y="722429"/>
                  </a:lnTo>
                  <a:lnTo>
                    <a:pt x="4859534" y="722429"/>
                  </a:lnTo>
                  <a:lnTo>
                    <a:pt x="4858874" y="722429"/>
                  </a:lnTo>
                  <a:lnTo>
                    <a:pt x="4858213" y="722429"/>
                  </a:lnTo>
                  <a:lnTo>
                    <a:pt x="4857553" y="722429"/>
                  </a:lnTo>
                  <a:lnTo>
                    <a:pt x="4856892" y="722429"/>
                  </a:lnTo>
                  <a:lnTo>
                    <a:pt x="4856232" y="722429"/>
                  </a:lnTo>
                  <a:lnTo>
                    <a:pt x="4855571" y="722429"/>
                  </a:lnTo>
                  <a:lnTo>
                    <a:pt x="4854910" y="722429"/>
                  </a:lnTo>
                  <a:lnTo>
                    <a:pt x="4854250" y="722429"/>
                  </a:lnTo>
                  <a:lnTo>
                    <a:pt x="4853589" y="722429"/>
                  </a:lnTo>
                  <a:lnTo>
                    <a:pt x="4852929" y="722429"/>
                  </a:lnTo>
                  <a:lnTo>
                    <a:pt x="4852268" y="722429"/>
                  </a:lnTo>
                  <a:lnTo>
                    <a:pt x="4851608" y="722429"/>
                  </a:lnTo>
                  <a:lnTo>
                    <a:pt x="4850947" y="722429"/>
                  </a:lnTo>
                  <a:lnTo>
                    <a:pt x="4850287" y="722429"/>
                  </a:lnTo>
                  <a:lnTo>
                    <a:pt x="4849626" y="722429"/>
                  </a:lnTo>
                  <a:lnTo>
                    <a:pt x="4848966" y="722429"/>
                  </a:lnTo>
                  <a:lnTo>
                    <a:pt x="4848305" y="722429"/>
                  </a:lnTo>
                  <a:lnTo>
                    <a:pt x="4847645" y="722429"/>
                  </a:lnTo>
                  <a:lnTo>
                    <a:pt x="4846984" y="722429"/>
                  </a:lnTo>
                  <a:lnTo>
                    <a:pt x="4846324" y="722429"/>
                  </a:lnTo>
                  <a:lnTo>
                    <a:pt x="4845663" y="722429"/>
                  </a:lnTo>
                  <a:lnTo>
                    <a:pt x="4845003" y="722429"/>
                  </a:lnTo>
                  <a:lnTo>
                    <a:pt x="4844342" y="722429"/>
                  </a:lnTo>
                  <a:lnTo>
                    <a:pt x="4843681" y="722429"/>
                  </a:lnTo>
                  <a:lnTo>
                    <a:pt x="4843021" y="722429"/>
                  </a:lnTo>
                  <a:lnTo>
                    <a:pt x="4842360" y="722429"/>
                  </a:lnTo>
                  <a:lnTo>
                    <a:pt x="4841700" y="722429"/>
                  </a:lnTo>
                  <a:lnTo>
                    <a:pt x="4841039" y="722429"/>
                  </a:lnTo>
                  <a:lnTo>
                    <a:pt x="4840379" y="722429"/>
                  </a:lnTo>
                  <a:lnTo>
                    <a:pt x="4839718" y="722429"/>
                  </a:lnTo>
                  <a:lnTo>
                    <a:pt x="4839058" y="722429"/>
                  </a:lnTo>
                  <a:lnTo>
                    <a:pt x="4838397" y="722429"/>
                  </a:lnTo>
                  <a:lnTo>
                    <a:pt x="4837737" y="722429"/>
                  </a:lnTo>
                  <a:lnTo>
                    <a:pt x="4837076" y="722429"/>
                  </a:lnTo>
                  <a:lnTo>
                    <a:pt x="4836416" y="722429"/>
                  </a:lnTo>
                  <a:lnTo>
                    <a:pt x="4835755" y="722429"/>
                  </a:lnTo>
                  <a:lnTo>
                    <a:pt x="4835095" y="722429"/>
                  </a:lnTo>
                  <a:lnTo>
                    <a:pt x="4834434" y="722429"/>
                  </a:lnTo>
                  <a:lnTo>
                    <a:pt x="4833773" y="722429"/>
                  </a:lnTo>
                  <a:lnTo>
                    <a:pt x="4833113" y="722429"/>
                  </a:lnTo>
                  <a:lnTo>
                    <a:pt x="4832452" y="722429"/>
                  </a:lnTo>
                  <a:lnTo>
                    <a:pt x="4831792" y="722429"/>
                  </a:lnTo>
                  <a:lnTo>
                    <a:pt x="4831131" y="722429"/>
                  </a:lnTo>
                  <a:lnTo>
                    <a:pt x="4830471" y="722429"/>
                  </a:lnTo>
                  <a:lnTo>
                    <a:pt x="4829810" y="722429"/>
                  </a:lnTo>
                  <a:lnTo>
                    <a:pt x="4829150" y="722429"/>
                  </a:lnTo>
                  <a:lnTo>
                    <a:pt x="4828489" y="722429"/>
                  </a:lnTo>
                  <a:lnTo>
                    <a:pt x="4827829" y="722429"/>
                  </a:lnTo>
                  <a:lnTo>
                    <a:pt x="4827168" y="722429"/>
                  </a:lnTo>
                  <a:lnTo>
                    <a:pt x="4826508" y="722429"/>
                  </a:lnTo>
                  <a:lnTo>
                    <a:pt x="4825847" y="722429"/>
                  </a:lnTo>
                  <a:lnTo>
                    <a:pt x="4825187" y="722429"/>
                  </a:lnTo>
                  <a:lnTo>
                    <a:pt x="4824526" y="722429"/>
                  </a:lnTo>
                  <a:lnTo>
                    <a:pt x="4823865" y="722429"/>
                  </a:lnTo>
                  <a:lnTo>
                    <a:pt x="4823205" y="722429"/>
                  </a:lnTo>
                  <a:lnTo>
                    <a:pt x="4822544" y="722429"/>
                  </a:lnTo>
                  <a:lnTo>
                    <a:pt x="4821884" y="722429"/>
                  </a:lnTo>
                  <a:lnTo>
                    <a:pt x="4821223" y="722429"/>
                  </a:lnTo>
                  <a:lnTo>
                    <a:pt x="4820563" y="722429"/>
                  </a:lnTo>
                  <a:lnTo>
                    <a:pt x="4819902" y="722429"/>
                  </a:lnTo>
                  <a:lnTo>
                    <a:pt x="4819242" y="722429"/>
                  </a:lnTo>
                  <a:lnTo>
                    <a:pt x="4818581" y="722429"/>
                  </a:lnTo>
                  <a:lnTo>
                    <a:pt x="4817921" y="722429"/>
                  </a:lnTo>
                  <a:lnTo>
                    <a:pt x="4817260" y="722429"/>
                  </a:lnTo>
                  <a:lnTo>
                    <a:pt x="4816600" y="722429"/>
                  </a:lnTo>
                  <a:lnTo>
                    <a:pt x="4815939" y="722429"/>
                  </a:lnTo>
                  <a:lnTo>
                    <a:pt x="4815279" y="722429"/>
                  </a:lnTo>
                  <a:lnTo>
                    <a:pt x="4814618" y="722429"/>
                  </a:lnTo>
                  <a:lnTo>
                    <a:pt x="4813957" y="722429"/>
                  </a:lnTo>
                  <a:lnTo>
                    <a:pt x="4813297" y="722429"/>
                  </a:lnTo>
                  <a:lnTo>
                    <a:pt x="4812636" y="722429"/>
                  </a:lnTo>
                  <a:lnTo>
                    <a:pt x="4811976" y="722429"/>
                  </a:lnTo>
                  <a:lnTo>
                    <a:pt x="4811315" y="722429"/>
                  </a:lnTo>
                  <a:lnTo>
                    <a:pt x="4810655" y="722429"/>
                  </a:lnTo>
                  <a:lnTo>
                    <a:pt x="4809994" y="722429"/>
                  </a:lnTo>
                  <a:lnTo>
                    <a:pt x="4809334" y="722429"/>
                  </a:lnTo>
                  <a:lnTo>
                    <a:pt x="4808673" y="722429"/>
                  </a:lnTo>
                  <a:lnTo>
                    <a:pt x="4808013" y="722429"/>
                  </a:lnTo>
                  <a:lnTo>
                    <a:pt x="4807352" y="722429"/>
                  </a:lnTo>
                  <a:lnTo>
                    <a:pt x="4806692" y="722429"/>
                  </a:lnTo>
                  <a:lnTo>
                    <a:pt x="4806031" y="722429"/>
                  </a:lnTo>
                  <a:lnTo>
                    <a:pt x="4805371" y="722429"/>
                  </a:lnTo>
                  <a:lnTo>
                    <a:pt x="4804710" y="722429"/>
                  </a:lnTo>
                  <a:lnTo>
                    <a:pt x="4804050" y="722429"/>
                  </a:lnTo>
                  <a:lnTo>
                    <a:pt x="4803389" y="722429"/>
                  </a:lnTo>
                  <a:lnTo>
                    <a:pt x="4802728" y="722429"/>
                  </a:lnTo>
                  <a:lnTo>
                    <a:pt x="4802068" y="722429"/>
                  </a:lnTo>
                  <a:lnTo>
                    <a:pt x="4801407" y="722429"/>
                  </a:lnTo>
                  <a:lnTo>
                    <a:pt x="4800747" y="722429"/>
                  </a:lnTo>
                  <a:lnTo>
                    <a:pt x="4800086" y="722429"/>
                  </a:lnTo>
                  <a:lnTo>
                    <a:pt x="4799426" y="722429"/>
                  </a:lnTo>
                  <a:lnTo>
                    <a:pt x="4798765" y="722429"/>
                  </a:lnTo>
                  <a:lnTo>
                    <a:pt x="4798105" y="722429"/>
                  </a:lnTo>
                  <a:lnTo>
                    <a:pt x="4797444" y="722429"/>
                  </a:lnTo>
                  <a:lnTo>
                    <a:pt x="4796784" y="722429"/>
                  </a:lnTo>
                  <a:lnTo>
                    <a:pt x="4796123" y="722429"/>
                  </a:lnTo>
                  <a:lnTo>
                    <a:pt x="4795463" y="722429"/>
                  </a:lnTo>
                  <a:lnTo>
                    <a:pt x="4794802" y="722429"/>
                  </a:lnTo>
                  <a:lnTo>
                    <a:pt x="4794142" y="722429"/>
                  </a:lnTo>
                  <a:lnTo>
                    <a:pt x="4793481" y="722429"/>
                  </a:lnTo>
                  <a:lnTo>
                    <a:pt x="4792820" y="722429"/>
                  </a:lnTo>
                  <a:lnTo>
                    <a:pt x="4792160" y="722429"/>
                  </a:lnTo>
                  <a:lnTo>
                    <a:pt x="4791499" y="722429"/>
                  </a:lnTo>
                  <a:lnTo>
                    <a:pt x="4790839" y="722429"/>
                  </a:lnTo>
                  <a:lnTo>
                    <a:pt x="4790178" y="722429"/>
                  </a:lnTo>
                  <a:lnTo>
                    <a:pt x="4789518" y="722429"/>
                  </a:lnTo>
                  <a:lnTo>
                    <a:pt x="4788857" y="722429"/>
                  </a:lnTo>
                  <a:lnTo>
                    <a:pt x="4788197" y="722429"/>
                  </a:lnTo>
                  <a:lnTo>
                    <a:pt x="4787536" y="722429"/>
                  </a:lnTo>
                  <a:lnTo>
                    <a:pt x="4786876" y="722429"/>
                  </a:lnTo>
                  <a:lnTo>
                    <a:pt x="4786215" y="722429"/>
                  </a:lnTo>
                  <a:lnTo>
                    <a:pt x="4785555" y="722429"/>
                  </a:lnTo>
                  <a:lnTo>
                    <a:pt x="4784894" y="722429"/>
                  </a:lnTo>
                  <a:lnTo>
                    <a:pt x="4784234" y="722429"/>
                  </a:lnTo>
                  <a:lnTo>
                    <a:pt x="4783573" y="722429"/>
                  </a:lnTo>
                  <a:lnTo>
                    <a:pt x="4782912" y="722429"/>
                  </a:lnTo>
                  <a:lnTo>
                    <a:pt x="4782252" y="722429"/>
                  </a:lnTo>
                  <a:lnTo>
                    <a:pt x="4781591" y="722429"/>
                  </a:lnTo>
                  <a:lnTo>
                    <a:pt x="4780931" y="722429"/>
                  </a:lnTo>
                  <a:lnTo>
                    <a:pt x="4780270" y="722429"/>
                  </a:lnTo>
                  <a:lnTo>
                    <a:pt x="4779610" y="722429"/>
                  </a:lnTo>
                  <a:lnTo>
                    <a:pt x="4778949" y="722429"/>
                  </a:lnTo>
                  <a:lnTo>
                    <a:pt x="4778289" y="722429"/>
                  </a:lnTo>
                  <a:lnTo>
                    <a:pt x="4777628" y="722429"/>
                  </a:lnTo>
                  <a:lnTo>
                    <a:pt x="4776968" y="722429"/>
                  </a:lnTo>
                  <a:lnTo>
                    <a:pt x="4776307" y="722429"/>
                  </a:lnTo>
                  <a:lnTo>
                    <a:pt x="4775647" y="722429"/>
                  </a:lnTo>
                  <a:lnTo>
                    <a:pt x="4774986" y="722429"/>
                  </a:lnTo>
                  <a:lnTo>
                    <a:pt x="4774326" y="722429"/>
                  </a:lnTo>
                  <a:lnTo>
                    <a:pt x="4773665" y="722429"/>
                  </a:lnTo>
                  <a:lnTo>
                    <a:pt x="4773005" y="722429"/>
                  </a:lnTo>
                  <a:lnTo>
                    <a:pt x="4772344" y="722429"/>
                  </a:lnTo>
                  <a:lnTo>
                    <a:pt x="4771683" y="722429"/>
                  </a:lnTo>
                  <a:lnTo>
                    <a:pt x="4771023" y="722429"/>
                  </a:lnTo>
                  <a:lnTo>
                    <a:pt x="4770362" y="722429"/>
                  </a:lnTo>
                  <a:lnTo>
                    <a:pt x="4769702" y="722429"/>
                  </a:lnTo>
                  <a:lnTo>
                    <a:pt x="4769041" y="722429"/>
                  </a:lnTo>
                  <a:lnTo>
                    <a:pt x="4768381" y="722429"/>
                  </a:lnTo>
                  <a:lnTo>
                    <a:pt x="4767720" y="722429"/>
                  </a:lnTo>
                  <a:lnTo>
                    <a:pt x="4767060" y="722429"/>
                  </a:lnTo>
                  <a:lnTo>
                    <a:pt x="4766399" y="722429"/>
                  </a:lnTo>
                  <a:lnTo>
                    <a:pt x="4765739" y="722429"/>
                  </a:lnTo>
                  <a:lnTo>
                    <a:pt x="4765078" y="722429"/>
                  </a:lnTo>
                  <a:lnTo>
                    <a:pt x="4764418" y="722429"/>
                  </a:lnTo>
                  <a:lnTo>
                    <a:pt x="4763757" y="722429"/>
                  </a:lnTo>
                  <a:lnTo>
                    <a:pt x="4763097" y="722429"/>
                  </a:lnTo>
                  <a:lnTo>
                    <a:pt x="4762436" y="722429"/>
                  </a:lnTo>
                  <a:lnTo>
                    <a:pt x="4761775" y="722429"/>
                  </a:lnTo>
                  <a:lnTo>
                    <a:pt x="4761115" y="722429"/>
                  </a:lnTo>
                  <a:lnTo>
                    <a:pt x="4760454" y="722429"/>
                  </a:lnTo>
                  <a:lnTo>
                    <a:pt x="4759794" y="722429"/>
                  </a:lnTo>
                  <a:lnTo>
                    <a:pt x="4759133" y="722429"/>
                  </a:lnTo>
                  <a:lnTo>
                    <a:pt x="4758473" y="722429"/>
                  </a:lnTo>
                  <a:lnTo>
                    <a:pt x="4757812" y="722429"/>
                  </a:lnTo>
                  <a:lnTo>
                    <a:pt x="4757152" y="722429"/>
                  </a:lnTo>
                  <a:lnTo>
                    <a:pt x="4756491" y="722429"/>
                  </a:lnTo>
                  <a:lnTo>
                    <a:pt x="4755831" y="722429"/>
                  </a:lnTo>
                  <a:lnTo>
                    <a:pt x="4755170" y="722429"/>
                  </a:lnTo>
                  <a:lnTo>
                    <a:pt x="4754510" y="722429"/>
                  </a:lnTo>
                  <a:lnTo>
                    <a:pt x="4753849" y="722429"/>
                  </a:lnTo>
                  <a:lnTo>
                    <a:pt x="4753189" y="722429"/>
                  </a:lnTo>
                  <a:lnTo>
                    <a:pt x="4752528" y="722429"/>
                  </a:lnTo>
                  <a:lnTo>
                    <a:pt x="4751867" y="722429"/>
                  </a:lnTo>
                  <a:lnTo>
                    <a:pt x="4751207" y="722429"/>
                  </a:lnTo>
                  <a:lnTo>
                    <a:pt x="4750546" y="722429"/>
                  </a:lnTo>
                  <a:lnTo>
                    <a:pt x="4749886" y="722429"/>
                  </a:lnTo>
                  <a:lnTo>
                    <a:pt x="4749225" y="722429"/>
                  </a:lnTo>
                  <a:lnTo>
                    <a:pt x="4748565" y="722429"/>
                  </a:lnTo>
                  <a:lnTo>
                    <a:pt x="4747904" y="722429"/>
                  </a:lnTo>
                  <a:lnTo>
                    <a:pt x="4747244" y="722429"/>
                  </a:lnTo>
                  <a:lnTo>
                    <a:pt x="4746583" y="722429"/>
                  </a:lnTo>
                  <a:lnTo>
                    <a:pt x="4745923" y="722429"/>
                  </a:lnTo>
                  <a:lnTo>
                    <a:pt x="4745262" y="722429"/>
                  </a:lnTo>
                  <a:lnTo>
                    <a:pt x="4744602" y="722429"/>
                  </a:lnTo>
                  <a:lnTo>
                    <a:pt x="4743941" y="722429"/>
                  </a:lnTo>
                  <a:lnTo>
                    <a:pt x="4743281" y="722429"/>
                  </a:lnTo>
                  <a:lnTo>
                    <a:pt x="4742620" y="722429"/>
                  </a:lnTo>
                  <a:lnTo>
                    <a:pt x="4741959" y="722429"/>
                  </a:lnTo>
                  <a:lnTo>
                    <a:pt x="4741299" y="722429"/>
                  </a:lnTo>
                  <a:lnTo>
                    <a:pt x="4740638" y="722429"/>
                  </a:lnTo>
                  <a:lnTo>
                    <a:pt x="4739978" y="722429"/>
                  </a:lnTo>
                  <a:lnTo>
                    <a:pt x="4739317" y="722429"/>
                  </a:lnTo>
                  <a:lnTo>
                    <a:pt x="4738657" y="722429"/>
                  </a:lnTo>
                  <a:lnTo>
                    <a:pt x="4737996" y="722429"/>
                  </a:lnTo>
                  <a:lnTo>
                    <a:pt x="4737336" y="722429"/>
                  </a:lnTo>
                  <a:lnTo>
                    <a:pt x="4736675" y="722429"/>
                  </a:lnTo>
                  <a:lnTo>
                    <a:pt x="4736015" y="722429"/>
                  </a:lnTo>
                  <a:lnTo>
                    <a:pt x="4735354" y="722429"/>
                  </a:lnTo>
                  <a:lnTo>
                    <a:pt x="4734694" y="722429"/>
                  </a:lnTo>
                  <a:lnTo>
                    <a:pt x="4734033" y="722429"/>
                  </a:lnTo>
                  <a:lnTo>
                    <a:pt x="4733373" y="722429"/>
                  </a:lnTo>
                  <a:lnTo>
                    <a:pt x="4732712" y="722429"/>
                  </a:lnTo>
                  <a:lnTo>
                    <a:pt x="4732052" y="722429"/>
                  </a:lnTo>
                  <a:lnTo>
                    <a:pt x="4731391" y="722429"/>
                  </a:lnTo>
                  <a:lnTo>
                    <a:pt x="4730730" y="722429"/>
                  </a:lnTo>
                  <a:lnTo>
                    <a:pt x="4730070" y="722429"/>
                  </a:lnTo>
                  <a:lnTo>
                    <a:pt x="4729409" y="722429"/>
                  </a:lnTo>
                  <a:lnTo>
                    <a:pt x="4728749" y="722429"/>
                  </a:lnTo>
                  <a:lnTo>
                    <a:pt x="4728088" y="722429"/>
                  </a:lnTo>
                  <a:lnTo>
                    <a:pt x="4727428" y="722429"/>
                  </a:lnTo>
                  <a:lnTo>
                    <a:pt x="4726767" y="722429"/>
                  </a:lnTo>
                  <a:lnTo>
                    <a:pt x="4726107" y="722429"/>
                  </a:lnTo>
                  <a:lnTo>
                    <a:pt x="4725446" y="722429"/>
                  </a:lnTo>
                  <a:lnTo>
                    <a:pt x="4724786" y="722429"/>
                  </a:lnTo>
                  <a:lnTo>
                    <a:pt x="4724125" y="722429"/>
                  </a:lnTo>
                  <a:lnTo>
                    <a:pt x="4723465" y="722429"/>
                  </a:lnTo>
                  <a:lnTo>
                    <a:pt x="4722804" y="722429"/>
                  </a:lnTo>
                  <a:lnTo>
                    <a:pt x="4722144" y="722429"/>
                  </a:lnTo>
                  <a:lnTo>
                    <a:pt x="4721483" y="722429"/>
                  </a:lnTo>
                  <a:lnTo>
                    <a:pt x="4720822" y="722429"/>
                  </a:lnTo>
                  <a:lnTo>
                    <a:pt x="4720162" y="722429"/>
                  </a:lnTo>
                  <a:lnTo>
                    <a:pt x="4719501" y="722429"/>
                  </a:lnTo>
                  <a:lnTo>
                    <a:pt x="4718841" y="722429"/>
                  </a:lnTo>
                  <a:lnTo>
                    <a:pt x="4718180" y="722429"/>
                  </a:lnTo>
                  <a:lnTo>
                    <a:pt x="4717520" y="722429"/>
                  </a:lnTo>
                  <a:lnTo>
                    <a:pt x="4716859" y="722429"/>
                  </a:lnTo>
                  <a:lnTo>
                    <a:pt x="4716199" y="722429"/>
                  </a:lnTo>
                  <a:lnTo>
                    <a:pt x="4715538" y="722429"/>
                  </a:lnTo>
                  <a:lnTo>
                    <a:pt x="4714878" y="722429"/>
                  </a:lnTo>
                  <a:lnTo>
                    <a:pt x="4714217" y="722429"/>
                  </a:lnTo>
                  <a:lnTo>
                    <a:pt x="4713557" y="722429"/>
                  </a:lnTo>
                  <a:lnTo>
                    <a:pt x="4712896" y="722429"/>
                  </a:lnTo>
                  <a:lnTo>
                    <a:pt x="4712236" y="722429"/>
                  </a:lnTo>
                  <a:lnTo>
                    <a:pt x="4711575" y="722429"/>
                  </a:lnTo>
                  <a:lnTo>
                    <a:pt x="4710914" y="722429"/>
                  </a:lnTo>
                  <a:lnTo>
                    <a:pt x="4710254" y="722429"/>
                  </a:lnTo>
                  <a:lnTo>
                    <a:pt x="4709593" y="722429"/>
                  </a:lnTo>
                  <a:lnTo>
                    <a:pt x="4708933" y="722429"/>
                  </a:lnTo>
                  <a:lnTo>
                    <a:pt x="4708272" y="722429"/>
                  </a:lnTo>
                  <a:lnTo>
                    <a:pt x="4707612" y="722429"/>
                  </a:lnTo>
                  <a:lnTo>
                    <a:pt x="4706951" y="722429"/>
                  </a:lnTo>
                  <a:lnTo>
                    <a:pt x="4706291" y="722429"/>
                  </a:lnTo>
                  <a:lnTo>
                    <a:pt x="4705630" y="722429"/>
                  </a:lnTo>
                  <a:lnTo>
                    <a:pt x="4704970" y="722429"/>
                  </a:lnTo>
                  <a:lnTo>
                    <a:pt x="4704309" y="722429"/>
                  </a:lnTo>
                  <a:lnTo>
                    <a:pt x="4703649" y="722429"/>
                  </a:lnTo>
                  <a:lnTo>
                    <a:pt x="4702988" y="722429"/>
                  </a:lnTo>
                  <a:lnTo>
                    <a:pt x="4702328" y="722429"/>
                  </a:lnTo>
                  <a:lnTo>
                    <a:pt x="4701667" y="722429"/>
                  </a:lnTo>
                  <a:lnTo>
                    <a:pt x="4701007" y="722429"/>
                  </a:lnTo>
                  <a:lnTo>
                    <a:pt x="4700346" y="722429"/>
                  </a:lnTo>
                  <a:lnTo>
                    <a:pt x="4699685" y="722429"/>
                  </a:lnTo>
                  <a:lnTo>
                    <a:pt x="4699025" y="722429"/>
                  </a:lnTo>
                  <a:lnTo>
                    <a:pt x="4698364" y="722429"/>
                  </a:lnTo>
                  <a:lnTo>
                    <a:pt x="4697704" y="722429"/>
                  </a:lnTo>
                  <a:lnTo>
                    <a:pt x="4697043" y="722429"/>
                  </a:lnTo>
                  <a:lnTo>
                    <a:pt x="4696383" y="722429"/>
                  </a:lnTo>
                  <a:lnTo>
                    <a:pt x="4695722" y="722429"/>
                  </a:lnTo>
                  <a:lnTo>
                    <a:pt x="4695062" y="722429"/>
                  </a:lnTo>
                  <a:lnTo>
                    <a:pt x="4694401" y="722429"/>
                  </a:lnTo>
                  <a:lnTo>
                    <a:pt x="4693741" y="722429"/>
                  </a:lnTo>
                  <a:lnTo>
                    <a:pt x="4693080" y="722429"/>
                  </a:lnTo>
                  <a:lnTo>
                    <a:pt x="4692420" y="722429"/>
                  </a:lnTo>
                  <a:lnTo>
                    <a:pt x="4691759" y="722429"/>
                  </a:lnTo>
                  <a:lnTo>
                    <a:pt x="4691099" y="722429"/>
                  </a:lnTo>
                  <a:lnTo>
                    <a:pt x="4690438" y="722429"/>
                  </a:lnTo>
                  <a:lnTo>
                    <a:pt x="4689777" y="722429"/>
                  </a:lnTo>
                  <a:lnTo>
                    <a:pt x="4689117" y="722429"/>
                  </a:lnTo>
                  <a:lnTo>
                    <a:pt x="4688456" y="722429"/>
                  </a:lnTo>
                  <a:lnTo>
                    <a:pt x="4687796" y="722429"/>
                  </a:lnTo>
                  <a:lnTo>
                    <a:pt x="4687135" y="722429"/>
                  </a:lnTo>
                  <a:lnTo>
                    <a:pt x="4686475" y="722429"/>
                  </a:lnTo>
                  <a:lnTo>
                    <a:pt x="4685814" y="722429"/>
                  </a:lnTo>
                  <a:lnTo>
                    <a:pt x="4685154" y="722429"/>
                  </a:lnTo>
                  <a:lnTo>
                    <a:pt x="4684493" y="722429"/>
                  </a:lnTo>
                  <a:lnTo>
                    <a:pt x="4683833" y="722429"/>
                  </a:lnTo>
                  <a:lnTo>
                    <a:pt x="4683172" y="722429"/>
                  </a:lnTo>
                  <a:lnTo>
                    <a:pt x="4682512" y="722429"/>
                  </a:lnTo>
                  <a:lnTo>
                    <a:pt x="4681851" y="722429"/>
                  </a:lnTo>
                  <a:lnTo>
                    <a:pt x="4681191" y="722429"/>
                  </a:lnTo>
                  <a:lnTo>
                    <a:pt x="4680530" y="722429"/>
                  </a:lnTo>
                  <a:lnTo>
                    <a:pt x="4679869" y="722429"/>
                  </a:lnTo>
                  <a:lnTo>
                    <a:pt x="4679209" y="722429"/>
                  </a:lnTo>
                  <a:lnTo>
                    <a:pt x="4678548" y="722429"/>
                  </a:lnTo>
                  <a:lnTo>
                    <a:pt x="4677888" y="722429"/>
                  </a:lnTo>
                  <a:lnTo>
                    <a:pt x="4677227" y="722429"/>
                  </a:lnTo>
                  <a:lnTo>
                    <a:pt x="4676567" y="722429"/>
                  </a:lnTo>
                  <a:lnTo>
                    <a:pt x="4675906" y="722429"/>
                  </a:lnTo>
                  <a:lnTo>
                    <a:pt x="4675246" y="722429"/>
                  </a:lnTo>
                  <a:lnTo>
                    <a:pt x="4674585" y="722429"/>
                  </a:lnTo>
                  <a:lnTo>
                    <a:pt x="4673925" y="722429"/>
                  </a:lnTo>
                  <a:lnTo>
                    <a:pt x="4673264" y="722429"/>
                  </a:lnTo>
                  <a:lnTo>
                    <a:pt x="4672604" y="722429"/>
                  </a:lnTo>
                  <a:lnTo>
                    <a:pt x="4671943" y="722429"/>
                  </a:lnTo>
                  <a:lnTo>
                    <a:pt x="4671283" y="722429"/>
                  </a:lnTo>
                  <a:lnTo>
                    <a:pt x="4670622" y="722429"/>
                  </a:lnTo>
                  <a:lnTo>
                    <a:pt x="4669961" y="722429"/>
                  </a:lnTo>
                  <a:lnTo>
                    <a:pt x="4669301" y="722429"/>
                  </a:lnTo>
                  <a:lnTo>
                    <a:pt x="4668640" y="722429"/>
                  </a:lnTo>
                  <a:lnTo>
                    <a:pt x="4667980" y="722429"/>
                  </a:lnTo>
                  <a:lnTo>
                    <a:pt x="4667319" y="722429"/>
                  </a:lnTo>
                  <a:lnTo>
                    <a:pt x="4666659" y="722429"/>
                  </a:lnTo>
                  <a:lnTo>
                    <a:pt x="4665998" y="722429"/>
                  </a:lnTo>
                  <a:lnTo>
                    <a:pt x="4665338" y="722429"/>
                  </a:lnTo>
                  <a:lnTo>
                    <a:pt x="4664677" y="722429"/>
                  </a:lnTo>
                  <a:lnTo>
                    <a:pt x="4664017" y="722429"/>
                  </a:lnTo>
                  <a:lnTo>
                    <a:pt x="4663356" y="722429"/>
                  </a:lnTo>
                  <a:lnTo>
                    <a:pt x="4662696" y="722429"/>
                  </a:lnTo>
                  <a:lnTo>
                    <a:pt x="4662035" y="722429"/>
                  </a:lnTo>
                  <a:lnTo>
                    <a:pt x="4661375" y="722429"/>
                  </a:lnTo>
                  <a:lnTo>
                    <a:pt x="4660714" y="722429"/>
                  </a:lnTo>
                  <a:lnTo>
                    <a:pt x="4660054" y="722429"/>
                  </a:lnTo>
                  <a:lnTo>
                    <a:pt x="4659393" y="722429"/>
                  </a:lnTo>
                  <a:lnTo>
                    <a:pt x="4658732" y="722429"/>
                  </a:lnTo>
                  <a:lnTo>
                    <a:pt x="4658072" y="722429"/>
                  </a:lnTo>
                  <a:lnTo>
                    <a:pt x="4657411" y="722429"/>
                  </a:lnTo>
                  <a:lnTo>
                    <a:pt x="4656751" y="722429"/>
                  </a:lnTo>
                  <a:lnTo>
                    <a:pt x="4656090" y="722429"/>
                  </a:lnTo>
                  <a:lnTo>
                    <a:pt x="4655430" y="722429"/>
                  </a:lnTo>
                  <a:lnTo>
                    <a:pt x="4654769" y="722429"/>
                  </a:lnTo>
                  <a:lnTo>
                    <a:pt x="4654109" y="722429"/>
                  </a:lnTo>
                  <a:lnTo>
                    <a:pt x="4653448" y="722429"/>
                  </a:lnTo>
                  <a:lnTo>
                    <a:pt x="4652788" y="722429"/>
                  </a:lnTo>
                  <a:lnTo>
                    <a:pt x="4652127" y="722429"/>
                  </a:lnTo>
                  <a:lnTo>
                    <a:pt x="4651467" y="722429"/>
                  </a:lnTo>
                  <a:lnTo>
                    <a:pt x="4650806" y="722429"/>
                  </a:lnTo>
                  <a:lnTo>
                    <a:pt x="4650146" y="722429"/>
                  </a:lnTo>
                  <a:lnTo>
                    <a:pt x="4649485" y="722429"/>
                  </a:lnTo>
                  <a:lnTo>
                    <a:pt x="4648824" y="722429"/>
                  </a:lnTo>
                  <a:lnTo>
                    <a:pt x="4648164" y="722429"/>
                  </a:lnTo>
                  <a:lnTo>
                    <a:pt x="4647503" y="722429"/>
                  </a:lnTo>
                  <a:lnTo>
                    <a:pt x="4646843" y="722429"/>
                  </a:lnTo>
                  <a:lnTo>
                    <a:pt x="4646182" y="722429"/>
                  </a:lnTo>
                  <a:lnTo>
                    <a:pt x="4645522" y="722429"/>
                  </a:lnTo>
                  <a:lnTo>
                    <a:pt x="4644861" y="722429"/>
                  </a:lnTo>
                  <a:lnTo>
                    <a:pt x="4644201" y="722429"/>
                  </a:lnTo>
                  <a:lnTo>
                    <a:pt x="4643540" y="722429"/>
                  </a:lnTo>
                  <a:lnTo>
                    <a:pt x="4642880" y="722429"/>
                  </a:lnTo>
                  <a:lnTo>
                    <a:pt x="4642219" y="722429"/>
                  </a:lnTo>
                  <a:lnTo>
                    <a:pt x="4641559" y="722429"/>
                  </a:lnTo>
                  <a:lnTo>
                    <a:pt x="4640898" y="722429"/>
                  </a:lnTo>
                  <a:lnTo>
                    <a:pt x="4640238" y="722429"/>
                  </a:lnTo>
                  <a:lnTo>
                    <a:pt x="4639577" y="722429"/>
                  </a:lnTo>
                  <a:lnTo>
                    <a:pt x="4638916" y="722429"/>
                  </a:lnTo>
                  <a:lnTo>
                    <a:pt x="4638256" y="722429"/>
                  </a:lnTo>
                  <a:lnTo>
                    <a:pt x="4637595" y="722429"/>
                  </a:lnTo>
                  <a:lnTo>
                    <a:pt x="4636935" y="722429"/>
                  </a:lnTo>
                  <a:lnTo>
                    <a:pt x="4636274" y="722429"/>
                  </a:lnTo>
                  <a:lnTo>
                    <a:pt x="4635614" y="722429"/>
                  </a:lnTo>
                  <a:lnTo>
                    <a:pt x="4634953" y="722429"/>
                  </a:lnTo>
                  <a:lnTo>
                    <a:pt x="4634293" y="722429"/>
                  </a:lnTo>
                  <a:lnTo>
                    <a:pt x="4633632" y="722429"/>
                  </a:lnTo>
                  <a:lnTo>
                    <a:pt x="4632972" y="722429"/>
                  </a:lnTo>
                  <a:lnTo>
                    <a:pt x="4632311" y="722429"/>
                  </a:lnTo>
                  <a:lnTo>
                    <a:pt x="4631651" y="722429"/>
                  </a:lnTo>
                  <a:lnTo>
                    <a:pt x="4630990" y="722429"/>
                  </a:lnTo>
                  <a:lnTo>
                    <a:pt x="4630330" y="722429"/>
                  </a:lnTo>
                  <a:lnTo>
                    <a:pt x="4629669" y="722429"/>
                  </a:lnTo>
                  <a:lnTo>
                    <a:pt x="4629009" y="722429"/>
                  </a:lnTo>
                  <a:lnTo>
                    <a:pt x="4628348" y="722429"/>
                  </a:lnTo>
                  <a:lnTo>
                    <a:pt x="4627687" y="722429"/>
                  </a:lnTo>
                  <a:lnTo>
                    <a:pt x="4627027" y="722429"/>
                  </a:lnTo>
                  <a:lnTo>
                    <a:pt x="4626366" y="722429"/>
                  </a:lnTo>
                  <a:lnTo>
                    <a:pt x="4625706" y="722429"/>
                  </a:lnTo>
                  <a:lnTo>
                    <a:pt x="4625045" y="722429"/>
                  </a:lnTo>
                  <a:lnTo>
                    <a:pt x="4624385" y="722429"/>
                  </a:lnTo>
                  <a:lnTo>
                    <a:pt x="4623724" y="722429"/>
                  </a:lnTo>
                  <a:lnTo>
                    <a:pt x="4623064" y="722429"/>
                  </a:lnTo>
                  <a:lnTo>
                    <a:pt x="4622403" y="722429"/>
                  </a:lnTo>
                  <a:lnTo>
                    <a:pt x="4621743" y="722429"/>
                  </a:lnTo>
                  <a:lnTo>
                    <a:pt x="4621082" y="722429"/>
                  </a:lnTo>
                  <a:lnTo>
                    <a:pt x="4620422" y="722429"/>
                  </a:lnTo>
                  <a:lnTo>
                    <a:pt x="4619761" y="722429"/>
                  </a:lnTo>
                  <a:lnTo>
                    <a:pt x="4619101" y="722429"/>
                  </a:lnTo>
                  <a:lnTo>
                    <a:pt x="4618440" y="722429"/>
                  </a:lnTo>
                  <a:lnTo>
                    <a:pt x="4617779" y="722429"/>
                  </a:lnTo>
                  <a:lnTo>
                    <a:pt x="4617119" y="722429"/>
                  </a:lnTo>
                  <a:lnTo>
                    <a:pt x="4616458" y="722429"/>
                  </a:lnTo>
                  <a:lnTo>
                    <a:pt x="4615798" y="722429"/>
                  </a:lnTo>
                  <a:lnTo>
                    <a:pt x="4615137" y="722429"/>
                  </a:lnTo>
                  <a:lnTo>
                    <a:pt x="4614477" y="722429"/>
                  </a:lnTo>
                  <a:lnTo>
                    <a:pt x="4613816" y="722429"/>
                  </a:lnTo>
                  <a:lnTo>
                    <a:pt x="4613156" y="722429"/>
                  </a:lnTo>
                  <a:lnTo>
                    <a:pt x="4612495" y="722429"/>
                  </a:lnTo>
                  <a:lnTo>
                    <a:pt x="4611835" y="722429"/>
                  </a:lnTo>
                  <a:lnTo>
                    <a:pt x="4611174" y="722429"/>
                  </a:lnTo>
                  <a:lnTo>
                    <a:pt x="4610514" y="722429"/>
                  </a:lnTo>
                  <a:lnTo>
                    <a:pt x="4609853" y="722429"/>
                  </a:lnTo>
                  <a:lnTo>
                    <a:pt x="4609193" y="722429"/>
                  </a:lnTo>
                  <a:lnTo>
                    <a:pt x="4608532" y="722429"/>
                  </a:lnTo>
                  <a:lnTo>
                    <a:pt x="4607871" y="722429"/>
                  </a:lnTo>
                  <a:lnTo>
                    <a:pt x="4607211" y="722429"/>
                  </a:lnTo>
                  <a:lnTo>
                    <a:pt x="4606550" y="722429"/>
                  </a:lnTo>
                  <a:lnTo>
                    <a:pt x="4605890" y="722429"/>
                  </a:lnTo>
                  <a:lnTo>
                    <a:pt x="4605229" y="722429"/>
                  </a:lnTo>
                  <a:lnTo>
                    <a:pt x="4604569" y="722429"/>
                  </a:lnTo>
                  <a:lnTo>
                    <a:pt x="4603908" y="722429"/>
                  </a:lnTo>
                  <a:lnTo>
                    <a:pt x="4603248" y="722429"/>
                  </a:lnTo>
                  <a:lnTo>
                    <a:pt x="4602587" y="722429"/>
                  </a:lnTo>
                  <a:lnTo>
                    <a:pt x="4601927" y="722429"/>
                  </a:lnTo>
                  <a:lnTo>
                    <a:pt x="4601266" y="722429"/>
                  </a:lnTo>
                  <a:lnTo>
                    <a:pt x="4600606" y="722429"/>
                  </a:lnTo>
                  <a:lnTo>
                    <a:pt x="4599945" y="722429"/>
                  </a:lnTo>
                  <a:lnTo>
                    <a:pt x="4599285" y="722429"/>
                  </a:lnTo>
                  <a:lnTo>
                    <a:pt x="4598624" y="722429"/>
                  </a:lnTo>
                  <a:lnTo>
                    <a:pt x="4597963" y="722429"/>
                  </a:lnTo>
                  <a:lnTo>
                    <a:pt x="4597303" y="722429"/>
                  </a:lnTo>
                  <a:lnTo>
                    <a:pt x="4596642" y="722429"/>
                  </a:lnTo>
                  <a:lnTo>
                    <a:pt x="4595982" y="722429"/>
                  </a:lnTo>
                  <a:lnTo>
                    <a:pt x="4595321" y="722429"/>
                  </a:lnTo>
                  <a:lnTo>
                    <a:pt x="4594661" y="722429"/>
                  </a:lnTo>
                  <a:lnTo>
                    <a:pt x="4594000" y="722429"/>
                  </a:lnTo>
                  <a:lnTo>
                    <a:pt x="4593340" y="722429"/>
                  </a:lnTo>
                  <a:lnTo>
                    <a:pt x="4592679" y="722429"/>
                  </a:lnTo>
                  <a:lnTo>
                    <a:pt x="4592019" y="722429"/>
                  </a:lnTo>
                  <a:lnTo>
                    <a:pt x="4591358" y="722429"/>
                  </a:lnTo>
                  <a:lnTo>
                    <a:pt x="4590698" y="722429"/>
                  </a:lnTo>
                  <a:lnTo>
                    <a:pt x="4590037" y="722429"/>
                  </a:lnTo>
                  <a:lnTo>
                    <a:pt x="4589377" y="722429"/>
                  </a:lnTo>
                  <a:lnTo>
                    <a:pt x="4588716" y="722429"/>
                  </a:lnTo>
                  <a:lnTo>
                    <a:pt x="4588056" y="722429"/>
                  </a:lnTo>
                  <a:lnTo>
                    <a:pt x="4587395" y="722429"/>
                  </a:lnTo>
                  <a:lnTo>
                    <a:pt x="4586734" y="722429"/>
                  </a:lnTo>
                  <a:lnTo>
                    <a:pt x="4586074" y="722429"/>
                  </a:lnTo>
                  <a:lnTo>
                    <a:pt x="4585413" y="722429"/>
                  </a:lnTo>
                  <a:lnTo>
                    <a:pt x="4584753" y="722429"/>
                  </a:lnTo>
                  <a:lnTo>
                    <a:pt x="4584092" y="722429"/>
                  </a:lnTo>
                  <a:lnTo>
                    <a:pt x="4583432" y="722429"/>
                  </a:lnTo>
                  <a:lnTo>
                    <a:pt x="4582771" y="722429"/>
                  </a:lnTo>
                  <a:lnTo>
                    <a:pt x="4582111" y="722429"/>
                  </a:lnTo>
                  <a:lnTo>
                    <a:pt x="4581450" y="722429"/>
                  </a:lnTo>
                  <a:lnTo>
                    <a:pt x="4580790" y="722429"/>
                  </a:lnTo>
                  <a:lnTo>
                    <a:pt x="4580129" y="722429"/>
                  </a:lnTo>
                  <a:lnTo>
                    <a:pt x="4579469" y="722429"/>
                  </a:lnTo>
                  <a:lnTo>
                    <a:pt x="4578808" y="722429"/>
                  </a:lnTo>
                  <a:lnTo>
                    <a:pt x="4578148" y="722429"/>
                  </a:lnTo>
                  <a:lnTo>
                    <a:pt x="4577487" y="722429"/>
                  </a:lnTo>
                  <a:lnTo>
                    <a:pt x="4576826" y="722429"/>
                  </a:lnTo>
                  <a:lnTo>
                    <a:pt x="4576166" y="722429"/>
                  </a:lnTo>
                  <a:lnTo>
                    <a:pt x="4575505" y="722429"/>
                  </a:lnTo>
                  <a:lnTo>
                    <a:pt x="4574845" y="722429"/>
                  </a:lnTo>
                  <a:lnTo>
                    <a:pt x="4574184" y="722429"/>
                  </a:lnTo>
                  <a:lnTo>
                    <a:pt x="4573524" y="722429"/>
                  </a:lnTo>
                  <a:lnTo>
                    <a:pt x="4572863" y="722429"/>
                  </a:lnTo>
                  <a:lnTo>
                    <a:pt x="4572203" y="722429"/>
                  </a:lnTo>
                  <a:lnTo>
                    <a:pt x="4571542" y="722429"/>
                  </a:lnTo>
                  <a:lnTo>
                    <a:pt x="4570882" y="722429"/>
                  </a:lnTo>
                  <a:lnTo>
                    <a:pt x="4570221" y="722429"/>
                  </a:lnTo>
                  <a:lnTo>
                    <a:pt x="4569561" y="722429"/>
                  </a:lnTo>
                  <a:lnTo>
                    <a:pt x="4568900" y="722429"/>
                  </a:lnTo>
                  <a:lnTo>
                    <a:pt x="4568240" y="722429"/>
                  </a:lnTo>
                  <a:lnTo>
                    <a:pt x="4567579" y="722429"/>
                  </a:lnTo>
                  <a:lnTo>
                    <a:pt x="4566918" y="722429"/>
                  </a:lnTo>
                  <a:lnTo>
                    <a:pt x="4566258" y="722429"/>
                  </a:lnTo>
                  <a:lnTo>
                    <a:pt x="4565597" y="722429"/>
                  </a:lnTo>
                  <a:lnTo>
                    <a:pt x="4564937" y="722429"/>
                  </a:lnTo>
                  <a:lnTo>
                    <a:pt x="4564276" y="722429"/>
                  </a:lnTo>
                  <a:lnTo>
                    <a:pt x="4563616" y="722429"/>
                  </a:lnTo>
                  <a:lnTo>
                    <a:pt x="4562955" y="722429"/>
                  </a:lnTo>
                  <a:lnTo>
                    <a:pt x="4562295" y="722429"/>
                  </a:lnTo>
                  <a:lnTo>
                    <a:pt x="4561634" y="722429"/>
                  </a:lnTo>
                  <a:lnTo>
                    <a:pt x="4560974" y="722429"/>
                  </a:lnTo>
                  <a:lnTo>
                    <a:pt x="4560313" y="722429"/>
                  </a:lnTo>
                  <a:lnTo>
                    <a:pt x="4559653" y="722429"/>
                  </a:lnTo>
                  <a:lnTo>
                    <a:pt x="4558992" y="722429"/>
                  </a:lnTo>
                  <a:lnTo>
                    <a:pt x="4558332" y="722429"/>
                  </a:lnTo>
                  <a:lnTo>
                    <a:pt x="4557671" y="722429"/>
                  </a:lnTo>
                  <a:lnTo>
                    <a:pt x="4557011" y="722429"/>
                  </a:lnTo>
                  <a:lnTo>
                    <a:pt x="4556350" y="722429"/>
                  </a:lnTo>
                  <a:lnTo>
                    <a:pt x="4555689" y="722429"/>
                  </a:lnTo>
                  <a:lnTo>
                    <a:pt x="4555029" y="722429"/>
                  </a:lnTo>
                  <a:lnTo>
                    <a:pt x="4554368" y="722429"/>
                  </a:lnTo>
                  <a:lnTo>
                    <a:pt x="4553708" y="722429"/>
                  </a:lnTo>
                  <a:lnTo>
                    <a:pt x="4553047" y="722429"/>
                  </a:lnTo>
                  <a:lnTo>
                    <a:pt x="4552387" y="722429"/>
                  </a:lnTo>
                  <a:lnTo>
                    <a:pt x="4551726" y="722429"/>
                  </a:lnTo>
                  <a:lnTo>
                    <a:pt x="4551066" y="722429"/>
                  </a:lnTo>
                  <a:lnTo>
                    <a:pt x="4550405" y="722429"/>
                  </a:lnTo>
                  <a:lnTo>
                    <a:pt x="4549745" y="722429"/>
                  </a:lnTo>
                  <a:lnTo>
                    <a:pt x="4549084" y="722429"/>
                  </a:lnTo>
                  <a:lnTo>
                    <a:pt x="4548424" y="722429"/>
                  </a:lnTo>
                  <a:lnTo>
                    <a:pt x="4547763" y="722429"/>
                  </a:lnTo>
                  <a:lnTo>
                    <a:pt x="4547103" y="722429"/>
                  </a:lnTo>
                  <a:lnTo>
                    <a:pt x="4546442" y="722429"/>
                  </a:lnTo>
                  <a:lnTo>
                    <a:pt x="4545781" y="722429"/>
                  </a:lnTo>
                  <a:lnTo>
                    <a:pt x="4545121" y="722429"/>
                  </a:lnTo>
                  <a:lnTo>
                    <a:pt x="4544460" y="722429"/>
                  </a:lnTo>
                  <a:lnTo>
                    <a:pt x="4543800" y="722429"/>
                  </a:lnTo>
                  <a:lnTo>
                    <a:pt x="4543139" y="722429"/>
                  </a:lnTo>
                  <a:lnTo>
                    <a:pt x="4542479" y="722429"/>
                  </a:lnTo>
                  <a:lnTo>
                    <a:pt x="4541818" y="722429"/>
                  </a:lnTo>
                  <a:lnTo>
                    <a:pt x="4541158" y="722429"/>
                  </a:lnTo>
                  <a:lnTo>
                    <a:pt x="4540497" y="722429"/>
                  </a:lnTo>
                  <a:lnTo>
                    <a:pt x="4539837" y="722429"/>
                  </a:lnTo>
                  <a:lnTo>
                    <a:pt x="4539176" y="722429"/>
                  </a:lnTo>
                  <a:lnTo>
                    <a:pt x="4538516" y="722429"/>
                  </a:lnTo>
                  <a:lnTo>
                    <a:pt x="4537855" y="722429"/>
                  </a:lnTo>
                  <a:lnTo>
                    <a:pt x="4537195" y="722429"/>
                  </a:lnTo>
                  <a:lnTo>
                    <a:pt x="4536534" y="722429"/>
                  </a:lnTo>
                  <a:lnTo>
                    <a:pt x="4535873" y="722429"/>
                  </a:lnTo>
                  <a:lnTo>
                    <a:pt x="4535213" y="722429"/>
                  </a:lnTo>
                  <a:lnTo>
                    <a:pt x="4534552" y="722429"/>
                  </a:lnTo>
                  <a:lnTo>
                    <a:pt x="4533892" y="722429"/>
                  </a:lnTo>
                  <a:lnTo>
                    <a:pt x="4533231" y="722429"/>
                  </a:lnTo>
                  <a:lnTo>
                    <a:pt x="4532571" y="722429"/>
                  </a:lnTo>
                  <a:lnTo>
                    <a:pt x="4531910" y="722429"/>
                  </a:lnTo>
                  <a:lnTo>
                    <a:pt x="4531250" y="722429"/>
                  </a:lnTo>
                  <a:lnTo>
                    <a:pt x="4530589" y="722429"/>
                  </a:lnTo>
                  <a:lnTo>
                    <a:pt x="4529929" y="722429"/>
                  </a:lnTo>
                  <a:lnTo>
                    <a:pt x="4529268" y="722429"/>
                  </a:lnTo>
                  <a:lnTo>
                    <a:pt x="4528608" y="722429"/>
                  </a:lnTo>
                  <a:lnTo>
                    <a:pt x="4527947" y="722429"/>
                  </a:lnTo>
                  <a:lnTo>
                    <a:pt x="4527287" y="722429"/>
                  </a:lnTo>
                  <a:lnTo>
                    <a:pt x="4526626" y="722429"/>
                  </a:lnTo>
                  <a:lnTo>
                    <a:pt x="4525965" y="722429"/>
                  </a:lnTo>
                  <a:lnTo>
                    <a:pt x="4525305" y="722429"/>
                  </a:lnTo>
                  <a:lnTo>
                    <a:pt x="4524644" y="722429"/>
                  </a:lnTo>
                  <a:lnTo>
                    <a:pt x="4523984" y="722429"/>
                  </a:lnTo>
                  <a:lnTo>
                    <a:pt x="4523323" y="722429"/>
                  </a:lnTo>
                  <a:lnTo>
                    <a:pt x="4522663" y="722429"/>
                  </a:lnTo>
                  <a:lnTo>
                    <a:pt x="4522002" y="722429"/>
                  </a:lnTo>
                  <a:lnTo>
                    <a:pt x="4521342" y="722429"/>
                  </a:lnTo>
                  <a:lnTo>
                    <a:pt x="4520681" y="722429"/>
                  </a:lnTo>
                  <a:lnTo>
                    <a:pt x="4520021" y="722429"/>
                  </a:lnTo>
                  <a:lnTo>
                    <a:pt x="4519360" y="722429"/>
                  </a:lnTo>
                  <a:lnTo>
                    <a:pt x="4518700" y="722429"/>
                  </a:lnTo>
                  <a:lnTo>
                    <a:pt x="4518039" y="722429"/>
                  </a:lnTo>
                  <a:lnTo>
                    <a:pt x="4517379" y="722429"/>
                  </a:lnTo>
                  <a:lnTo>
                    <a:pt x="4516718" y="722429"/>
                  </a:lnTo>
                  <a:lnTo>
                    <a:pt x="4516058" y="722429"/>
                  </a:lnTo>
                  <a:lnTo>
                    <a:pt x="4515397" y="722429"/>
                  </a:lnTo>
                  <a:lnTo>
                    <a:pt x="4514736" y="722429"/>
                  </a:lnTo>
                  <a:lnTo>
                    <a:pt x="4514076" y="722429"/>
                  </a:lnTo>
                  <a:lnTo>
                    <a:pt x="4513415" y="722429"/>
                  </a:lnTo>
                  <a:lnTo>
                    <a:pt x="4512755" y="722429"/>
                  </a:lnTo>
                  <a:lnTo>
                    <a:pt x="4512094" y="722429"/>
                  </a:lnTo>
                  <a:lnTo>
                    <a:pt x="4511434" y="722429"/>
                  </a:lnTo>
                  <a:lnTo>
                    <a:pt x="4510773" y="722429"/>
                  </a:lnTo>
                  <a:lnTo>
                    <a:pt x="4510113" y="722429"/>
                  </a:lnTo>
                  <a:lnTo>
                    <a:pt x="4509452" y="722429"/>
                  </a:lnTo>
                  <a:lnTo>
                    <a:pt x="4508792" y="722429"/>
                  </a:lnTo>
                  <a:lnTo>
                    <a:pt x="4508131" y="722429"/>
                  </a:lnTo>
                  <a:lnTo>
                    <a:pt x="4507471" y="722429"/>
                  </a:lnTo>
                  <a:lnTo>
                    <a:pt x="4506810" y="722429"/>
                  </a:lnTo>
                  <a:lnTo>
                    <a:pt x="4506150" y="722429"/>
                  </a:lnTo>
                  <a:lnTo>
                    <a:pt x="4505489" y="722429"/>
                  </a:lnTo>
                  <a:lnTo>
                    <a:pt x="4504828" y="722429"/>
                  </a:lnTo>
                  <a:lnTo>
                    <a:pt x="4504168" y="722429"/>
                  </a:lnTo>
                  <a:lnTo>
                    <a:pt x="4503507" y="722429"/>
                  </a:lnTo>
                  <a:lnTo>
                    <a:pt x="4502847" y="722429"/>
                  </a:lnTo>
                  <a:lnTo>
                    <a:pt x="4502186" y="722429"/>
                  </a:lnTo>
                  <a:lnTo>
                    <a:pt x="4501526" y="722429"/>
                  </a:lnTo>
                  <a:lnTo>
                    <a:pt x="4500865" y="722429"/>
                  </a:lnTo>
                  <a:lnTo>
                    <a:pt x="4500205" y="722429"/>
                  </a:lnTo>
                  <a:lnTo>
                    <a:pt x="4499544" y="722429"/>
                  </a:lnTo>
                  <a:lnTo>
                    <a:pt x="4498884" y="722429"/>
                  </a:lnTo>
                  <a:lnTo>
                    <a:pt x="4498223" y="722429"/>
                  </a:lnTo>
                  <a:lnTo>
                    <a:pt x="4497563" y="722429"/>
                  </a:lnTo>
                  <a:lnTo>
                    <a:pt x="4496902" y="722429"/>
                  </a:lnTo>
                  <a:lnTo>
                    <a:pt x="4496242" y="722429"/>
                  </a:lnTo>
                  <a:lnTo>
                    <a:pt x="4495581" y="722429"/>
                  </a:lnTo>
                  <a:lnTo>
                    <a:pt x="4494920" y="722429"/>
                  </a:lnTo>
                  <a:lnTo>
                    <a:pt x="4494260" y="722429"/>
                  </a:lnTo>
                  <a:lnTo>
                    <a:pt x="4493599" y="722429"/>
                  </a:lnTo>
                  <a:lnTo>
                    <a:pt x="4492939" y="722429"/>
                  </a:lnTo>
                  <a:lnTo>
                    <a:pt x="4492278" y="722429"/>
                  </a:lnTo>
                  <a:lnTo>
                    <a:pt x="4491618" y="722429"/>
                  </a:lnTo>
                  <a:lnTo>
                    <a:pt x="4490957" y="722429"/>
                  </a:lnTo>
                  <a:lnTo>
                    <a:pt x="4490297" y="722429"/>
                  </a:lnTo>
                  <a:lnTo>
                    <a:pt x="4489636" y="722429"/>
                  </a:lnTo>
                  <a:lnTo>
                    <a:pt x="4488976" y="722429"/>
                  </a:lnTo>
                  <a:lnTo>
                    <a:pt x="4488315" y="722429"/>
                  </a:lnTo>
                  <a:lnTo>
                    <a:pt x="4487655" y="722429"/>
                  </a:lnTo>
                  <a:lnTo>
                    <a:pt x="4486994" y="722429"/>
                  </a:lnTo>
                  <a:lnTo>
                    <a:pt x="4486334" y="722429"/>
                  </a:lnTo>
                  <a:lnTo>
                    <a:pt x="4485673" y="722429"/>
                  </a:lnTo>
                  <a:lnTo>
                    <a:pt x="4485013" y="722429"/>
                  </a:lnTo>
                  <a:lnTo>
                    <a:pt x="4484352" y="722429"/>
                  </a:lnTo>
                  <a:lnTo>
                    <a:pt x="4483691" y="722429"/>
                  </a:lnTo>
                  <a:lnTo>
                    <a:pt x="4483031" y="722429"/>
                  </a:lnTo>
                  <a:lnTo>
                    <a:pt x="4482370" y="722429"/>
                  </a:lnTo>
                  <a:lnTo>
                    <a:pt x="4481710" y="722429"/>
                  </a:lnTo>
                  <a:lnTo>
                    <a:pt x="4481049" y="722429"/>
                  </a:lnTo>
                  <a:lnTo>
                    <a:pt x="4480389" y="722429"/>
                  </a:lnTo>
                  <a:lnTo>
                    <a:pt x="4479728" y="722429"/>
                  </a:lnTo>
                  <a:lnTo>
                    <a:pt x="4479068" y="722429"/>
                  </a:lnTo>
                  <a:lnTo>
                    <a:pt x="4478407" y="722429"/>
                  </a:lnTo>
                  <a:lnTo>
                    <a:pt x="4477747" y="722429"/>
                  </a:lnTo>
                  <a:lnTo>
                    <a:pt x="4477086" y="722429"/>
                  </a:lnTo>
                  <a:lnTo>
                    <a:pt x="4476426" y="722429"/>
                  </a:lnTo>
                  <a:lnTo>
                    <a:pt x="4475765" y="722429"/>
                  </a:lnTo>
                  <a:lnTo>
                    <a:pt x="4475105" y="722429"/>
                  </a:lnTo>
                  <a:lnTo>
                    <a:pt x="4474444" y="722429"/>
                  </a:lnTo>
                  <a:lnTo>
                    <a:pt x="4473783" y="722429"/>
                  </a:lnTo>
                  <a:lnTo>
                    <a:pt x="4473123" y="722429"/>
                  </a:lnTo>
                  <a:lnTo>
                    <a:pt x="4472462" y="722429"/>
                  </a:lnTo>
                  <a:lnTo>
                    <a:pt x="4471802" y="722429"/>
                  </a:lnTo>
                  <a:lnTo>
                    <a:pt x="4471141" y="722429"/>
                  </a:lnTo>
                  <a:lnTo>
                    <a:pt x="4470481" y="722429"/>
                  </a:lnTo>
                  <a:lnTo>
                    <a:pt x="4469820" y="722429"/>
                  </a:lnTo>
                  <a:lnTo>
                    <a:pt x="4469160" y="722429"/>
                  </a:lnTo>
                  <a:lnTo>
                    <a:pt x="4468499" y="722429"/>
                  </a:lnTo>
                  <a:lnTo>
                    <a:pt x="4467839" y="722429"/>
                  </a:lnTo>
                  <a:lnTo>
                    <a:pt x="4467178" y="722429"/>
                  </a:lnTo>
                  <a:lnTo>
                    <a:pt x="4466518" y="722429"/>
                  </a:lnTo>
                  <a:lnTo>
                    <a:pt x="4465857" y="722429"/>
                  </a:lnTo>
                  <a:lnTo>
                    <a:pt x="4465197" y="722429"/>
                  </a:lnTo>
                  <a:lnTo>
                    <a:pt x="4464536" y="722429"/>
                  </a:lnTo>
                  <a:lnTo>
                    <a:pt x="4463875" y="722429"/>
                  </a:lnTo>
                  <a:lnTo>
                    <a:pt x="4463215" y="722429"/>
                  </a:lnTo>
                  <a:lnTo>
                    <a:pt x="4462554" y="722429"/>
                  </a:lnTo>
                  <a:lnTo>
                    <a:pt x="4461894" y="722429"/>
                  </a:lnTo>
                  <a:lnTo>
                    <a:pt x="4461233" y="722429"/>
                  </a:lnTo>
                  <a:lnTo>
                    <a:pt x="4460573" y="722429"/>
                  </a:lnTo>
                  <a:lnTo>
                    <a:pt x="4459912" y="722429"/>
                  </a:lnTo>
                  <a:lnTo>
                    <a:pt x="4459252" y="722429"/>
                  </a:lnTo>
                  <a:lnTo>
                    <a:pt x="4458591" y="722429"/>
                  </a:lnTo>
                  <a:lnTo>
                    <a:pt x="4457931" y="722429"/>
                  </a:lnTo>
                  <a:lnTo>
                    <a:pt x="4457270" y="722429"/>
                  </a:lnTo>
                  <a:lnTo>
                    <a:pt x="4456610" y="722429"/>
                  </a:lnTo>
                  <a:lnTo>
                    <a:pt x="4455949" y="722429"/>
                  </a:lnTo>
                  <a:lnTo>
                    <a:pt x="4455289" y="722429"/>
                  </a:lnTo>
                  <a:lnTo>
                    <a:pt x="4454628" y="722429"/>
                  </a:lnTo>
                  <a:lnTo>
                    <a:pt x="4453967" y="722429"/>
                  </a:lnTo>
                  <a:lnTo>
                    <a:pt x="4453307" y="722429"/>
                  </a:lnTo>
                  <a:lnTo>
                    <a:pt x="4452646" y="722429"/>
                  </a:lnTo>
                  <a:lnTo>
                    <a:pt x="4451986" y="722429"/>
                  </a:lnTo>
                  <a:lnTo>
                    <a:pt x="4451325" y="722429"/>
                  </a:lnTo>
                  <a:lnTo>
                    <a:pt x="4450665" y="722429"/>
                  </a:lnTo>
                  <a:lnTo>
                    <a:pt x="4450004" y="722429"/>
                  </a:lnTo>
                  <a:lnTo>
                    <a:pt x="4449344" y="722429"/>
                  </a:lnTo>
                  <a:lnTo>
                    <a:pt x="4448683" y="722429"/>
                  </a:lnTo>
                  <a:lnTo>
                    <a:pt x="4448023" y="722429"/>
                  </a:lnTo>
                  <a:lnTo>
                    <a:pt x="4447362" y="722429"/>
                  </a:lnTo>
                  <a:lnTo>
                    <a:pt x="4446702" y="722429"/>
                  </a:lnTo>
                  <a:lnTo>
                    <a:pt x="4446041" y="722429"/>
                  </a:lnTo>
                  <a:lnTo>
                    <a:pt x="4445381" y="722429"/>
                  </a:lnTo>
                  <a:lnTo>
                    <a:pt x="4444720" y="722429"/>
                  </a:lnTo>
                  <a:lnTo>
                    <a:pt x="4444060" y="722429"/>
                  </a:lnTo>
                  <a:lnTo>
                    <a:pt x="4443399" y="722429"/>
                  </a:lnTo>
                  <a:lnTo>
                    <a:pt x="4442738" y="722429"/>
                  </a:lnTo>
                  <a:lnTo>
                    <a:pt x="4442078" y="722429"/>
                  </a:lnTo>
                  <a:lnTo>
                    <a:pt x="4441417" y="722429"/>
                  </a:lnTo>
                  <a:lnTo>
                    <a:pt x="4440757" y="722429"/>
                  </a:lnTo>
                  <a:lnTo>
                    <a:pt x="4440096" y="722429"/>
                  </a:lnTo>
                  <a:lnTo>
                    <a:pt x="4439436" y="722429"/>
                  </a:lnTo>
                  <a:lnTo>
                    <a:pt x="4438775" y="722429"/>
                  </a:lnTo>
                  <a:lnTo>
                    <a:pt x="4438115" y="722429"/>
                  </a:lnTo>
                  <a:lnTo>
                    <a:pt x="4437454" y="722429"/>
                  </a:lnTo>
                  <a:lnTo>
                    <a:pt x="4436794" y="722429"/>
                  </a:lnTo>
                  <a:lnTo>
                    <a:pt x="4436133" y="722429"/>
                  </a:lnTo>
                  <a:lnTo>
                    <a:pt x="4435473" y="722429"/>
                  </a:lnTo>
                  <a:lnTo>
                    <a:pt x="4434812" y="722429"/>
                  </a:lnTo>
                  <a:lnTo>
                    <a:pt x="4434152" y="722429"/>
                  </a:lnTo>
                  <a:lnTo>
                    <a:pt x="4433491" y="722429"/>
                  </a:lnTo>
                  <a:lnTo>
                    <a:pt x="4432830" y="722429"/>
                  </a:lnTo>
                  <a:lnTo>
                    <a:pt x="4432170" y="722429"/>
                  </a:lnTo>
                  <a:lnTo>
                    <a:pt x="4431509" y="722429"/>
                  </a:lnTo>
                  <a:lnTo>
                    <a:pt x="4430849" y="722429"/>
                  </a:lnTo>
                  <a:lnTo>
                    <a:pt x="4430188" y="722429"/>
                  </a:lnTo>
                  <a:lnTo>
                    <a:pt x="4429528" y="722429"/>
                  </a:lnTo>
                  <a:lnTo>
                    <a:pt x="4428867" y="722429"/>
                  </a:lnTo>
                  <a:lnTo>
                    <a:pt x="4428207" y="722429"/>
                  </a:lnTo>
                  <a:lnTo>
                    <a:pt x="4427546" y="722429"/>
                  </a:lnTo>
                  <a:lnTo>
                    <a:pt x="4426886" y="722429"/>
                  </a:lnTo>
                  <a:lnTo>
                    <a:pt x="4426225" y="722429"/>
                  </a:lnTo>
                  <a:lnTo>
                    <a:pt x="4425565" y="722429"/>
                  </a:lnTo>
                  <a:lnTo>
                    <a:pt x="4424904" y="722429"/>
                  </a:lnTo>
                  <a:lnTo>
                    <a:pt x="4424244" y="722429"/>
                  </a:lnTo>
                  <a:lnTo>
                    <a:pt x="4423583" y="722429"/>
                  </a:lnTo>
                  <a:lnTo>
                    <a:pt x="4422922" y="722429"/>
                  </a:lnTo>
                  <a:lnTo>
                    <a:pt x="4422262" y="722429"/>
                  </a:lnTo>
                  <a:lnTo>
                    <a:pt x="4421601" y="722429"/>
                  </a:lnTo>
                  <a:lnTo>
                    <a:pt x="4420941" y="722429"/>
                  </a:lnTo>
                  <a:lnTo>
                    <a:pt x="4420280" y="722429"/>
                  </a:lnTo>
                  <a:lnTo>
                    <a:pt x="4419620" y="722429"/>
                  </a:lnTo>
                  <a:lnTo>
                    <a:pt x="4418959" y="722429"/>
                  </a:lnTo>
                  <a:lnTo>
                    <a:pt x="4418299" y="722429"/>
                  </a:lnTo>
                  <a:lnTo>
                    <a:pt x="4417638" y="722429"/>
                  </a:lnTo>
                  <a:lnTo>
                    <a:pt x="4416978" y="722429"/>
                  </a:lnTo>
                  <a:lnTo>
                    <a:pt x="4416317" y="722429"/>
                  </a:lnTo>
                  <a:lnTo>
                    <a:pt x="4415657" y="722429"/>
                  </a:lnTo>
                  <a:lnTo>
                    <a:pt x="4414996" y="722429"/>
                  </a:lnTo>
                  <a:lnTo>
                    <a:pt x="4414336" y="722429"/>
                  </a:lnTo>
                  <a:lnTo>
                    <a:pt x="4413675" y="722429"/>
                  </a:lnTo>
                  <a:lnTo>
                    <a:pt x="4413015" y="722429"/>
                  </a:lnTo>
                  <a:lnTo>
                    <a:pt x="4412354" y="722429"/>
                  </a:lnTo>
                  <a:lnTo>
                    <a:pt x="4411693" y="722429"/>
                  </a:lnTo>
                  <a:lnTo>
                    <a:pt x="4411033" y="722429"/>
                  </a:lnTo>
                  <a:lnTo>
                    <a:pt x="4410372" y="722429"/>
                  </a:lnTo>
                  <a:lnTo>
                    <a:pt x="4409712" y="722429"/>
                  </a:lnTo>
                  <a:lnTo>
                    <a:pt x="4409051" y="722429"/>
                  </a:lnTo>
                  <a:lnTo>
                    <a:pt x="4408391" y="722429"/>
                  </a:lnTo>
                  <a:lnTo>
                    <a:pt x="4407730" y="722429"/>
                  </a:lnTo>
                  <a:lnTo>
                    <a:pt x="4407070" y="722429"/>
                  </a:lnTo>
                  <a:lnTo>
                    <a:pt x="4406409" y="722429"/>
                  </a:lnTo>
                  <a:lnTo>
                    <a:pt x="4405749" y="722429"/>
                  </a:lnTo>
                  <a:lnTo>
                    <a:pt x="4405088" y="722429"/>
                  </a:lnTo>
                  <a:lnTo>
                    <a:pt x="4404428" y="722429"/>
                  </a:lnTo>
                  <a:lnTo>
                    <a:pt x="4403767" y="722429"/>
                  </a:lnTo>
                  <a:lnTo>
                    <a:pt x="4403107" y="722429"/>
                  </a:lnTo>
                  <a:lnTo>
                    <a:pt x="4402446" y="722429"/>
                  </a:lnTo>
                  <a:lnTo>
                    <a:pt x="4401785" y="722429"/>
                  </a:lnTo>
                  <a:lnTo>
                    <a:pt x="4401125" y="722429"/>
                  </a:lnTo>
                  <a:lnTo>
                    <a:pt x="4400464" y="722429"/>
                  </a:lnTo>
                  <a:lnTo>
                    <a:pt x="4399804" y="722429"/>
                  </a:lnTo>
                  <a:lnTo>
                    <a:pt x="4399143" y="722429"/>
                  </a:lnTo>
                  <a:lnTo>
                    <a:pt x="4398483" y="722429"/>
                  </a:lnTo>
                  <a:lnTo>
                    <a:pt x="4397822" y="722429"/>
                  </a:lnTo>
                  <a:lnTo>
                    <a:pt x="4397162" y="722429"/>
                  </a:lnTo>
                  <a:lnTo>
                    <a:pt x="4396501" y="722429"/>
                  </a:lnTo>
                  <a:lnTo>
                    <a:pt x="4395841" y="722429"/>
                  </a:lnTo>
                  <a:lnTo>
                    <a:pt x="4395180" y="722429"/>
                  </a:lnTo>
                  <a:lnTo>
                    <a:pt x="4394520" y="722429"/>
                  </a:lnTo>
                  <a:lnTo>
                    <a:pt x="4393859" y="722429"/>
                  </a:lnTo>
                  <a:lnTo>
                    <a:pt x="4393199" y="722429"/>
                  </a:lnTo>
                  <a:lnTo>
                    <a:pt x="4392538" y="722429"/>
                  </a:lnTo>
                  <a:lnTo>
                    <a:pt x="4391877" y="722429"/>
                  </a:lnTo>
                  <a:lnTo>
                    <a:pt x="4391217" y="722429"/>
                  </a:lnTo>
                  <a:lnTo>
                    <a:pt x="4390556" y="722429"/>
                  </a:lnTo>
                  <a:lnTo>
                    <a:pt x="4389896" y="722429"/>
                  </a:lnTo>
                  <a:lnTo>
                    <a:pt x="4389235" y="722429"/>
                  </a:lnTo>
                  <a:lnTo>
                    <a:pt x="4388575" y="722429"/>
                  </a:lnTo>
                  <a:lnTo>
                    <a:pt x="4387914" y="722429"/>
                  </a:lnTo>
                  <a:lnTo>
                    <a:pt x="4387254" y="722429"/>
                  </a:lnTo>
                  <a:lnTo>
                    <a:pt x="4386593" y="722429"/>
                  </a:lnTo>
                  <a:lnTo>
                    <a:pt x="4385933" y="722429"/>
                  </a:lnTo>
                  <a:lnTo>
                    <a:pt x="4385272" y="722429"/>
                  </a:lnTo>
                  <a:lnTo>
                    <a:pt x="4384612" y="722429"/>
                  </a:lnTo>
                  <a:lnTo>
                    <a:pt x="4383951" y="722429"/>
                  </a:lnTo>
                  <a:lnTo>
                    <a:pt x="4383291" y="722429"/>
                  </a:lnTo>
                  <a:lnTo>
                    <a:pt x="4382630" y="722429"/>
                  </a:lnTo>
                  <a:lnTo>
                    <a:pt x="4381969" y="722429"/>
                  </a:lnTo>
                  <a:lnTo>
                    <a:pt x="4381309" y="722429"/>
                  </a:lnTo>
                  <a:lnTo>
                    <a:pt x="4380648" y="722429"/>
                  </a:lnTo>
                  <a:lnTo>
                    <a:pt x="4379988" y="722429"/>
                  </a:lnTo>
                  <a:lnTo>
                    <a:pt x="4379327" y="722429"/>
                  </a:lnTo>
                  <a:lnTo>
                    <a:pt x="4378667" y="722429"/>
                  </a:lnTo>
                  <a:lnTo>
                    <a:pt x="4378006" y="722429"/>
                  </a:lnTo>
                  <a:lnTo>
                    <a:pt x="4377346" y="722429"/>
                  </a:lnTo>
                  <a:lnTo>
                    <a:pt x="4376685" y="722429"/>
                  </a:lnTo>
                  <a:lnTo>
                    <a:pt x="4376025" y="722429"/>
                  </a:lnTo>
                  <a:lnTo>
                    <a:pt x="4375364" y="722429"/>
                  </a:lnTo>
                  <a:lnTo>
                    <a:pt x="4374704" y="722429"/>
                  </a:lnTo>
                  <a:lnTo>
                    <a:pt x="4374043" y="722429"/>
                  </a:lnTo>
                  <a:lnTo>
                    <a:pt x="4373383" y="722429"/>
                  </a:lnTo>
                  <a:lnTo>
                    <a:pt x="4372722" y="722429"/>
                  </a:lnTo>
                  <a:lnTo>
                    <a:pt x="4372062" y="722429"/>
                  </a:lnTo>
                  <a:lnTo>
                    <a:pt x="4371401" y="722429"/>
                  </a:lnTo>
                  <a:lnTo>
                    <a:pt x="4370740" y="722429"/>
                  </a:lnTo>
                  <a:lnTo>
                    <a:pt x="4370080" y="722429"/>
                  </a:lnTo>
                  <a:lnTo>
                    <a:pt x="4369419" y="722429"/>
                  </a:lnTo>
                  <a:lnTo>
                    <a:pt x="4368759" y="722429"/>
                  </a:lnTo>
                  <a:lnTo>
                    <a:pt x="4368098" y="722429"/>
                  </a:lnTo>
                  <a:lnTo>
                    <a:pt x="4367438" y="722429"/>
                  </a:lnTo>
                  <a:lnTo>
                    <a:pt x="4366777" y="722429"/>
                  </a:lnTo>
                  <a:lnTo>
                    <a:pt x="4366117" y="722429"/>
                  </a:lnTo>
                  <a:lnTo>
                    <a:pt x="4365456" y="722429"/>
                  </a:lnTo>
                  <a:lnTo>
                    <a:pt x="4364796" y="722429"/>
                  </a:lnTo>
                  <a:lnTo>
                    <a:pt x="4364135" y="722429"/>
                  </a:lnTo>
                  <a:lnTo>
                    <a:pt x="4363475" y="722429"/>
                  </a:lnTo>
                  <a:lnTo>
                    <a:pt x="4362814" y="722429"/>
                  </a:lnTo>
                  <a:lnTo>
                    <a:pt x="4362154" y="722429"/>
                  </a:lnTo>
                  <a:lnTo>
                    <a:pt x="4361493" y="722429"/>
                  </a:lnTo>
                  <a:lnTo>
                    <a:pt x="4360832" y="722429"/>
                  </a:lnTo>
                  <a:lnTo>
                    <a:pt x="4360172" y="722429"/>
                  </a:lnTo>
                  <a:lnTo>
                    <a:pt x="4359511" y="722429"/>
                  </a:lnTo>
                  <a:lnTo>
                    <a:pt x="4358851" y="722429"/>
                  </a:lnTo>
                  <a:lnTo>
                    <a:pt x="4358190" y="722429"/>
                  </a:lnTo>
                  <a:lnTo>
                    <a:pt x="4357530" y="722429"/>
                  </a:lnTo>
                  <a:lnTo>
                    <a:pt x="4356869" y="722429"/>
                  </a:lnTo>
                  <a:lnTo>
                    <a:pt x="4356209" y="722429"/>
                  </a:lnTo>
                  <a:lnTo>
                    <a:pt x="4355548" y="722429"/>
                  </a:lnTo>
                  <a:lnTo>
                    <a:pt x="4354888" y="722429"/>
                  </a:lnTo>
                  <a:lnTo>
                    <a:pt x="4354227" y="722429"/>
                  </a:lnTo>
                  <a:lnTo>
                    <a:pt x="4353567" y="722429"/>
                  </a:lnTo>
                  <a:lnTo>
                    <a:pt x="4352906" y="722429"/>
                  </a:lnTo>
                  <a:lnTo>
                    <a:pt x="4352246" y="722429"/>
                  </a:lnTo>
                  <a:lnTo>
                    <a:pt x="4351585" y="722429"/>
                  </a:lnTo>
                  <a:lnTo>
                    <a:pt x="4350924" y="722429"/>
                  </a:lnTo>
                  <a:lnTo>
                    <a:pt x="4350264" y="722429"/>
                  </a:lnTo>
                  <a:lnTo>
                    <a:pt x="4349603" y="722429"/>
                  </a:lnTo>
                  <a:lnTo>
                    <a:pt x="4348943" y="722429"/>
                  </a:lnTo>
                  <a:lnTo>
                    <a:pt x="4348282" y="722429"/>
                  </a:lnTo>
                  <a:lnTo>
                    <a:pt x="4347622" y="722429"/>
                  </a:lnTo>
                  <a:lnTo>
                    <a:pt x="4346961" y="722429"/>
                  </a:lnTo>
                  <a:lnTo>
                    <a:pt x="4346301" y="722429"/>
                  </a:lnTo>
                  <a:lnTo>
                    <a:pt x="4345640" y="722429"/>
                  </a:lnTo>
                  <a:lnTo>
                    <a:pt x="4344980" y="722429"/>
                  </a:lnTo>
                  <a:lnTo>
                    <a:pt x="4344319" y="722429"/>
                  </a:lnTo>
                  <a:lnTo>
                    <a:pt x="4343659" y="722429"/>
                  </a:lnTo>
                  <a:lnTo>
                    <a:pt x="4342998" y="722429"/>
                  </a:lnTo>
                  <a:lnTo>
                    <a:pt x="4342338" y="722429"/>
                  </a:lnTo>
                  <a:lnTo>
                    <a:pt x="4341677" y="722429"/>
                  </a:lnTo>
                  <a:lnTo>
                    <a:pt x="4341017" y="722429"/>
                  </a:lnTo>
                  <a:lnTo>
                    <a:pt x="4340356" y="722429"/>
                  </a:lnTo>
                  <a:lnTo>
                    <a:pt x="4339695" y="722429"/>
                  </a:lnTo>
                  <a:lnTo>
                    <a:pt x="4339035" y="722429"/>
                  </a:lnTo>
                  <a:lnTo>
                    <a:pt x="4338374" y="722429"/>
                  </a:lnTo>
                  <a:lnTo>
                    <a:pt x="4337714" y="722429"/>
                  </a:lnTo>
                  <a:lnTo>
                    <a:pt x="4337053" y="722429"/>
                  </a:lnTo>
                  <a:lnTo>
                    <a:pt x="4336393" y="722429"/>
                  </a:lnTo>
                  <a:lnTo>
                    <a:pt x="4335732" y="722429"/>
                  </a:lnTo>
                  <a:lnTo>
                    <a:pt x="4335072" y="722429"/>
                  </a:lnTo>
                  <a:lnTo>
                    <a:pt x="4334411" y="722429"/>
                  </a:lnTo>
                  <a:lnTo>
                    <a:pt x="4333751" y="722429"/>
                  </a:lnTo>
                  <a:lnTo>
                    <a:pt x="4333090" y="722429"/>
                  </a:lnTo>
                  <a:lnTo>
                    <a:pt x="4332430" y="722429"/>
                  </a:lnTo>
                  <a:lnTo>
                    <a:pt x="4331769" y="722429"/>
                  </a:lnTo>
                  <a:lnTo>
                    <a:pt x="4331109" y="722429"/>
                  </a:lnTo>
                  <a:lnTo>
                    <a:pt x="4330448" y="722429"/>
                  </a:lnTo>
                  <a:lnTo>
                    <a:pt x="4329787" y="722429"/>
                  </a:lnTo>
                  <a:lnTo>
                    <a:pt x="4329127" y="722429"/>
                  </a:lnTo>
                  <a:lnTo>
                    <a:pt x="4328466" y="722429"/>
                  </a:lnTo>
                  <a:lnTo>
                    <a:pt x="4327806" y="722429"/>
                  </a:lnTo>
                  <a:lnTo>
                    <a:pt x="4327145" y="722429"/>
                  </a:lnTo>
                  <a:lnTo>
                    <a:pt x="4326485" y="722429"/>
                  </a:lnTo>
                  <a:lnTo>
                    <a:pt x="4325824" y="722429"/>
                  </a:lnTo>
                  <a:lnTo>
                    <a:pt x="4325164" y="722429"/>
                  </a:lnTo>
                  <a:lnTo>
                    <a:pt x="4324503" y="722429"/>
                  </a:lnTo>
                  <a:lnTo>
                    <a:pt x="4323843" y="722429"/>
                  </a:lnTo>
                  <a:lnTo>
                    <a:pt x="4323182" y="722429"/>
                  </a:lnTo>
                  <a:lnTo>
                    <a:pt x="4322522" y="722429"/>
                  </a:lnTo>
                  <a:lnTo>
                    <a:pt x="4321861" y="722429"/>
                  </a:lnTo>
                  <a:lnTo>
                    <a:pt x="4321201" y="722429"/>
                  </a:lnTo>
                  <a:lnTo>
                    <a:pt x="4320540" y="722429"/>
                  </a:lnTo>
                  <a:lnTo>
                    <a:pt x="4319879" y="722429"/>
                  </a:lnTo>
                  <a:lnTo>
                    <a:pt x="4319219" y="722429"/>
                  </a:lnTo>
                  <a:lnTo>
                    <a:pt x="4318558" y="722429"/>
                  </a:lnTo>
                  <a:lnTo>
                    <a:pt x="4317898" y="722429"/>
                  </a:lnTo>
                  <a:lnTo>
                    <a:pt x="4317237" y="722429"/>
                  </a:lnTo>
                  <a:lnTo>
                    <a:pt x="4316577" y="722429"/>
                  </a:lnTo>
                  <a:lnTo>
                    <a:pt x="4315916" y="722429"/>
                  </a:lnTo>
                  <a:lnTo>
                    <a:pt x="4315256" y="722429"/>
                  </a:lnTo>
                  <a:lnTo>
                    <a:pt x="4314595" y="722429"/>
                  </a:lnTo>
                  <a:lnTo>
                    <a:pt x="4313935" y="722429"/>
                  </a:lnTo>
                  <a:lnTo>
                    <a:pt x="4313274" y="722429"/>
                  </a:lnTo>
                  <a:lnTo>
                    <a:pt x="4312614" y="722429"/>
                  </a:lnTo>
                  <a:lnTo>
                    <a:pt x="4311953" y="722429"/>
                  </a:lnTo>
                  <a:lnTo>
                    <a:pt x="4311293" y="722429"/>
                  </a:lnTo>
                  <a:lnTo>
                    <a:pt x="4310632" y="722429"/>
                  </a:lnTo>
                  <a:lnTo>
                    <a:pt x="4309971" y="722429"/>
                  </a:lnTo>
                  <a:lnTo>
                    <a:pt x="4309311" y="722429"/>
                  </a:lnTo>
                  <a:lnTo>
                    <a:pt x="4308650" y="722429"/>
                  </a:lnTo>
                  <a:lnTo>
                    <a:pt x="4307990" y="722429"/>
                  </a:lnTo>
                  <a:lnTo>
                    <a:pt x="4307329" y="722429"/>
                  </a:lnTo>
                  <a:lnTo>
                    <a:pt x="4306669" y="722429"/>
                  </a:lnTo>
                  <a:lnTo>
                    <a:pt x="4306008" y="722429"/>
                  </a:lnTo>
                  <a:lnTo>
                    <a:pt x="4305348" y="722429"/>
                  </a:lnTo>
                  <a:lnTo>
                    <a:pt x="4304687" y="722429"/>
                  </a:lnTo>
                  <a:lnTo>
                    <a:pt x="4304027" y="722429"/>
                  </a:lnTo>
                  <a:lnTo>
                    <a:pt x="4303366" y="722429"/>
                  </a:lnTo>
                  <a:lnTo>
                    <a:pt x="4302706" y="722429"/>
                  </a:lnTo>
                  <a:lnTo>
                    <a:pt x="4302045" y="722429"/>
                  </a:lnTo>
                  <a:lnTo>
                    <a:pt x="4301385" y="722429"/>
                  </a:lnTo>
                  <a:lnTo>
                    <a:pt x="4300724" y="722429"/>
                  </a:lnTo>
                  <a:lnTo>
                    <a:pt x="4300064" y="722429"/>
                  </a:lnTo>
                  <a:lnTo>
                    <a:pt x="4299403" y="722429"/>
                  </a:lnTo>
                  <a:lnTo>
                    <a:pt x="4298742" y="722429"/>
                  </a:lnTo>
                  <a:lnTo>
                    <a:pt x="4298082" y="722429"/>
                  </a:lnTo>
                  <a:lnTo>
                    <a:pt x="4297421" y="722429"/>
                  </a:lnTo>
                  <a:lnTo>
                    <a:pt x="4296761" y="722429"/>
                  </a:lnTo>
                  <a:lnTo>
                    <a:pt x="4296100" y="722429"/>
                  </a:lnTo>
                  <a:lnTo>
                    <a:pt x="4295440" y="722429"/>
                  </a:lnTo>
                  <a:lnTo>
                    <a:pt x="4294779" y="722429"/>
                  </a:lnTo>
                  <a:lnTo>
                    <a:pt x="4294119" y="722429"/>
                  </a:lnTo>
                  <a:lnTo>
                    <a:pt x="4293458" y="722429"/>
                  </a:lnTo>
                  <a:lnTo>
                    <a:pt x="4292798" y="722429"/>
                  </a:lnTo>
                  <a:lnTo>
                    <a:pt x="4292137" y="722429"/>
                  </a:lnTo>
                  <a:lnTo>
                    <a:pt x="4291477" y="722429"/>
                  </a:lnTo>
                  <a:lnTo>
                    <a:pt x="4290816" y="722429"/>
                  </a:lnTo>
                  <a:lnTo>
                    <a:pt x="4290156" y="722429"/>
                  </a:lnTo>
                  <a:lnTo>
                    <a:pt x="4289495" y="722429"/>
                  </a:lnTo>
                  <a:lnTo>
                    <a:pt x="4288834" y="722429"/>
                  </a:lnTo>
                  <a:lnTo>
                    <a:pt x="4288174" y="722429"/>
                  </a:lnTo>
                  <a:lnTo>
                    <a:pt x="4287513" y="722429"/>
                  </a:lnTo>
                  <a:lnTo>
                    <a:pt x="4286853" y="722429"/>
                  </a:lnTo>
                  <a:lnTo>
                    <a:pt x="4286192" y="722429"/>
                  </a:lnTo>
                  <a:lnTo>
                    <a:pt x="4285532" y="722429"/>
                  </a:lnTo>
                  <a:lnTo>
                    <a:pt x="4284871" y="722429"/>
                  </a:lnTo>
                  <a:lnTo>
                    <a:pt x="4284211" y="722429"/>
                  </a:lnTo>
                  <a:lnTo>
                    <a:pt x="4283550" y="722429"/>
                  </a:lnTo>
                  <a:lnTo>
                    <a:pt x="4282890" y="722429"/>
                  </a:lnTo>
                  <a:lnTo>
                    <a:pt x="4282229" y="722429"/>
                  </a:lnTo>
                  <a:lnTo>
                    <a:pt x="4281569" y="722429"/>
                  </a:lnTo>
                  <a:lnTo>
                    <a:pt x="4280908" y="722429"/>
                  </a:lnTo>
                  <a:lnTo>
                    <a:pt x="4280248" y="722429"/>
                  </a:lnTo>
                  <a:lnTo>
                    <a:pt x="4279587" y="722429"/>
                  </a:lnTo>
                  <a:lnTo>
                    <a:pt x="4278926" y="722429"/>
                  </a:lnTo>
                  <a:lnTo>
                    <a:pt x="4278266" y="722429"/>
                  </a:lnTo>
                  <a:lnTo>
                    <a:pt x="4277605" y="722429"/>
                  </a:lnTo>
                  <a:lnTo>
                    <a:pt x="4276945" y="722429"/>
                  </a:lnTo>
                  <a:lnTo>
                    <a:pt x="4276284" y="722429"/>
                  </a:lnTo>
                  <a:lnTo>
                    <a:pt x="4275624" y="722429"/>
                  </a:lnTo>
                  <a:lnTo>
                    <a:pt x="4274963" y="722429"/>
                  </a:lnTo>
                  <a:lnTo>
                    <a:pt x="4274303" y="722429"/>
                  </a:lnTo>
                  <a:lnTo>
                    <a:pt x="4273642" y="722429"/>
                  </a:lnTo>
                  <a:lnTo>
                    <a:pt x="4272982" y="722429"/>
                  </a:lnTo>
                  <a:lnTo>
                    <a:pt x="4272321" y="722429"/>
                  </a:lnTo>
                  <a:lnTo>
                    <a:pt x="4271661" y="722429"/>
                  </a:lnTo>
                  <a:lnTo>
                    <a:pt x="4271000" y="722429"/>
                  </a:lnTo>
                  <a:lnTo>
                    <a:pt x="4270340" y="722429"/>
                  </a:lnTo>
                  <a:lnTo>
                    <a:pt x="4269679" y="722429"/>
                  </a:lnTo>
                  <a:lnTo>
                    <a:pt x="4269019" y="722429"/>
                  </a:lnTo>
                  <a:lnTo>
                    <a:pt x="4268358" y="722429"/>
                  </a:lnTo>
                  <a:lnTo>
                    <a:pt x="4267697" y="722429"/>
                  </a:lnTo>
                  <a:lnTo>
                    <a:pt x="4267037" y="722429"/>
                  </a:lnTo>
                  <a:lnTo>
                    <a:pt x="4266376" y="722429"/>
                  </a:lnTo>
                  <a:lnTo>
                    <a:pt x="4265716" y="722429"/>
                  </a:lnTo>
                  <a:lnTo>
                    <a:pt x="4265055" y="722429"/>
                  </a:lnTo>
                  <a:lnTo>
                    <a:pt x="4264395" y="722429"/>
                  </a:lnTo>
                  <a:lnTo>
                    <a:pt x="4263734" y="722429"/>
                  </a:lnTo>
                  <a:lnTo>
                    <a:pt x="4263074" y="722429"/>
                  </a:lnTo>
                  <a:lnTo>
                    <a:pt x="4262413" y="722429"/>
                  </a:lnTo>
                  <a:lnTo>
                    <a:pt x="4261753" y="722429"/>
                  </a:lnTo>
                  <a:lnTo>
                    <a:pt x="4261092" y="722429"/>
                  </a:lnTo>
                  <a:lnTo>
                    <a:pt x="4260432" y="722429"/>
                  </a:lnTo>
                  <a:lnTo>
                    <a:pt x="4259771" y="722429"/>
                  </a:lnTo>
                  <a:lnTo>
                    <a:pt x="4259111" y="722429"/>
                  </a:lnTo>
                  <a:lnTo>
                    <a:pt x="4258450" y="722429"/>
                  </a:lnTo>
                  <a:lnTo>
                    <a:pt x="4257789" y="722429"/>
                  </a:lnTo>
                  <a:lnTo>
                    <a:pt x="4257129" y="722429"/>
                  </a:lnTo>
                  <a:lnTo>
                    <a:pt x="4256468" y="722429"/>
                  </a:lnTo>
                  <a:lnTo>
                    <a:pt x="4255808" y="722429"/>
                  </a:lnTo>
                  <a:lnTo>
                    <a:pt x="4255147" y="722429"/>
                  </a:lnTo>
                  <a:lnTo>
                    <a:pt x="4254487" y="722429"/>
                  </a:lnTo>
                  <a:lnTo>
                    <a:pt x="4253826" y="722429"/>
                  </a:lnTo>
                  <a:lnTo>
                    <a:pt x="4253166" y="722429"/>
                  </a:lnTo>
                  <a:lnTo>
                    <a:pt x="4252505" y="722429"/>
                  </a:lnTo>
                  <a:lnTo>
                    <a:pt x="4251845" y="722429"/>
                  </a:lnTo>
                  <a:lnTo>
                    <a:pt x="4251184" y="722429"/>
                  </a:lnTo>
                  <a:lnTo>
                    <a:pt x="4250524" y="722429"/>
                  </a:lnTo>
                  <a:lnTo>
                    <a:pt x="4249863" y="722429"/>
                  </a:lnTo>
                  <a:lnTo>
                    <a:pt x="4249203" y="722429"/>
                  </a:lnTo>
                  <a:lnTo>
                    <a:pt x="4248542" y="722429"/>
                  </a:lnTo>
                  <a:lnTo>
                    <a:pt x="4247881" y="722429"/>
                  </a:lnTo>
                  <a:lnTo>
                    <a:pt x="4247221" y="722429"/>
                  </a:lnTo>
                  <a:lnTo>
                    <a:pt x="4246560" y="722429"/>
                  </a:lnTo>
                  <a:lnTo>
                    <a:pt x="4245900" y="722429"/>
                  </a:lnTo>
                  <a:lnTo>
                    <a:pt x="4245239" y="722429"/>
                  </a:lnTo>
                  <a:lnTo>
                    <a:pt x="4244579" y="722429"/>
                  </a:lnTo>
                  <a:lnTo>
                    <a:pt x="4243918" y="722429"/>
                  </a:lnTo>
                  <a:lnTo>
                    <a:pt x="4243258" y="722429"/>
                  </a:lnTo>
                  <a:lnTo>
                    <a:pt x="4242597" y="722429"/>
                  </a:lnTo>
                  <a:lnTo>
                    <a:pt x="4241937" y="722429"/>
                  </a:lnTo>
                  <a:lnTo>
                    <a:pt x="4241276" y="722429"/>
                  </a:lnTo>
                  <a:lnTo>
                    <a:pt x="4240616" y="722429"/>
                  </a:lnTo>
                  <a:lnTo>
                    <a:pt x="4239955" y="722429"/>
                  </a:lnTo>
                  <a:lnTo>
                    <a:pt x="4239295" y="722429"/>
                  </a:lnTo>
                  <a:lnTo>
                    <a:pt x="4238634" y="722429"/>
                  </a:lnTo>
                  <a:lnTo>
                    <a:pt x="4237973" y="722429"/>
                  </a:lnTo>
                  <a:lnTo>
                    <a:pt x="4237313" y="722429"/>
                  </a:lnTo>
                  <a:lnTo>
                    <a:pt x="4236652" y="722429"/>
                  </a:lnTo>
                  <a:lnTo>
                    <a:pt x="4235992" y="722429"/>
                  </a:lnTo>
                  <a:lnTo>
                    <a:pt x="4235331" y="722429"/>
                  </a:lnTo>
                  <a:lnTo>
                    <a:pt x="4234671" y="722429"/>
                  </a:lnTo>
                  <a:lnTo>
                    <a:pt x="4234010" y="722429"/>
                  </a:lnTo>
                  <a:lnTo>
                    <a:pt x="4233350" y="722429"/>
                  </a:lnTo>
                  <a:lnTo>
                    <a:pt x="4232689" y="722429"/>
                  </a:lnTo>
                  <a:lnTo>
                    <a:pt x="4232029" y="722429"/>
                  </a:lnTo>
                  <a:lnTo>
                    <a:pt x="4231368" y="722429"/>
                  </a:lnTo>
                  <a:lnTo>
                    <a:pt x="4230708" y="722429"/>
                  </a:lnTo>
                  <a:lnTo>
                    <a:pt x="4230047" y="722429"/>
                  </a:lnTo>
                  <a:lnTo>
                    <a:pt x="4229387" y="722429"/>
                  </a:lnTo>
                  <a:lnTo>
                    <a:pt x="4228726" y="722429"/>
                  </a:lnTo>
                  <a:lnTo>
                    <a:pt x="4228066" y="722429"/>
                  </a:lnTo>
                  <a:lnTo>
                    <a:pt x="4227405" y="722429"/>
                  </a:lnTo>
                  <a:lnTo>
                    <a:pt x="4226744" y="722429"/>
                  </a:lnTo>
                  <a:lnTo>
                    <a:pt x="4226084" y="722429"/>
                  </a:lnTo>
                  <a:lnTo>
                    <a:pt x="4225423" y="722429"/>
                  </a:lnTo>
                  <a:lnTo>
                    <a:pt x="4224763" y="722429"/>
                  </a:lnTo>
                  <a:lnTo>
                    <a:pt x="4224102" y="722429"/>
                  </a:lnTo>
                  <a:lnTo>
                    <a:pt x="4223442" y="722429"/>
                  </a:lnTo>
                  <a:lnTo>
                    <a:pt x="4222781" y="722429"/>
                  </a:lnTo>
                  <a:lnTo>
                    <a:pt x="4222121" y="722429"/>
                  </a:lnTo>
                  <a:lnTo>
                    <a:pt x="4221460" y="722429"/>
                  </a:lnTo>
                  <a:lnTo>
                    <a:pt x="4220800" y="722429"/>
                  </a:lnTo>
                  <a:lnTo>
                    <a:pt x="4220139" y="722429"/>
                  </a:lnTo>
                  <a:lnTo>
                    <a:pt x="4219479" y="722429"/>
                  </a:lnTo>
                  <a:lnTo>
                    <a:pt x="4218818" y="722429"/>
                  </a:lnTo>
                  <a:lnTo>
                    <a:pt x="4218158" y="722429"/>
                  </a:lnTo>
                  <a:lnTo>
                    <a:pt x="4217497" y="722429"/>
                  </a:lnTo>
                  <a:lnTo>
                    <a:pt x="4216836" y="722429"/>
                  </a:lnTo>
                  <a:lnTo>
                    <a:pt x="4216176" y="722429"/>
                  </a:lnTo>
                  <a:lnTo>
                    <a:pt x="4215515" y="722429"/>
                  </a:lnTo>
                  <a:lnTo>
                    <a:pt x="4214855" y="722429"/>
                  </a:lnTo>
                  <a:lnTo>
                    <a:pt x="4214194" y="722429"/>
                  </a:lnTo>
                  <a:lnTo>
                    <a:pt x="4213534" y="722429"/>
                  </a:lnTo>
                  <a:lnTo>
                    <a:pt x="4212873" y="722429"/>
                  </a:lnTo>
                  <a:lnTo>
                    <a:pt x="4212213" y="722429"/>
                  </a:lnTo>
                  <a:lnTo>
                    <a:pt x="4211552" y="722429"/>
                  </a:lnTo>
                  <a:lnTo>
                    <a:pt x="4210892" y="722429"/>
                  </a:lnTo>
                  <a:lnTo>
                    <a:pt x="4210231" y="722429"/>
                  </a:lnTo>
                  <a:lnTo>
                    <a:pt x="4209571" y="722429"/>
                  </a:lnTo>
                  <a:lnTo>
                    <a:pt x="4208910" y="722429"/>
                  </a:lnTo>
                  <a:lnTo>
                    <a:pt x="4208250" y="722429"/>
                  </a:lnTo>
                  <a:lnTo>
                    <a:pt x="4207589" y="722429"/>
                  </a:lnTo>
                  <a:lnTo>
                    <a:pt x="4206928" y="722429"/>
                  </a:lnTo>
                  <a:lnTo>
                    <a:pt x="4206268" y="722429"/>
                  </a:lnTo>
                  <a:lnTo>
                    <a:pt x="4205607" y="722429"/>
                  </a:lnTo>
                  <a:lnTo>
                    <a:pt x="4204947" y="722429"/>
                  </a:lnTo>
                  <a:lnTo>
                    <a:pt x="4204286" y="722429"/>
                  </a:lnTo>
                  <a:lnTo>
                    <a:pt x="4203626" y="722429"/>
                  </a:lnTo>
                  <a:lnTo>
                    <a:pt x="4202965" y="722429"/>
                  </a:lnTo>
                  <a:lnTo>
                    <a:pt x="4202305" y="722429"/>
                  </a:lnTo>
                  <a:lnTo>
                    <a:pt x="4201644" y="722429"/>
                  </a:lnTo>
                  <a:lnTo>
                    <a:pt x="4200984" y="722429"/>
                  </a:lnTo>
                  <a:lnTo>
                    <a:pt x="4200323" y="722429"/>
                  </a:lnTo>
                  <a:lnTo>
                    <a:pt x="4199663" y="722429"/>
                  </a:lnTo>
                  <a:lnTo>
                    <a:pt x="4199002" y="722429"/>
                  </a:lnTo>
                  <a:lnTo>
                    <a:pt x="4198342" y="722429"/>
                  </a:lnTo>
                  <a:lnTo>
                    <a:pt x="4197681" y="722429"/>
                  </a:lnTo>
                  <a:lnTo>
                    <a:pt x="4197021" y="722429"/>
                  </a:lnTo>
                  <a:lnTo>
                    <a:pt x="4196360" y="722429"/>
                  </a:lnTo>
                  <a:lnTo>
                    <a:pt x="4195699" y="722429"/>
                  </a:lnTo>
                  <a:lnTo>
                    <a:pt x="4195039" y="722429"/>
                  </a:lnTo>
                  <a:lnTo>
                    <a:pt x="4194378" y="722429"/>
                  </a:lnTo>
                  <a:lnTo>
                    <a:pt x="4193718" y="722429"/>
                  </a:lnTo>
                  <a:lnTo>
                    <a:pt x="4193057" y="722429"/>
                  </a:lnTo>
                  <a:lnTo>
                    <a:pt x="4192397" y="722429"/>
                  </a:lnTo>
                  <a:lnTo>
                    <a:pt x="4191736" y="722429"/>
                  </a:lnTo>
                  <a:lnTo>
                    <a:pt x="4191076" y="722429"/>
                  </a:lnTo>
                  <a:lnTo>
                    <a:pt x="4190415" y="722429"/>
                  </a:lnTo>
                  <a:lnTo>
                    <a:pt x="4189755" y="722429"/>
                  </a:lnTo>
                  <a:lnTo>
                    <a:pt x="4189094" y="722429"/>
                  </a:lnTo>
                  <a:lnTo>
                    <a:pt x="4188434" y="722429"/>
                  </a:lnTo>
                  <a:lnTo>
                    <a:pt x="4187773" y="722429"/>
                  </a:lnTo>
                  <a:lnTo>
                    <a:pt x="4187113" y="722429"/>
                  </a:lnTo>
                  <a:lnTo>
                    <a:pt x="4186452" y="722429"/>
                  </a:lnTo>
                  <a:lnTo>
                    <a:pt x="4185791" y="722429"/>
                  </a:lnTo>
                  <a:lnTo>
                    <a:pt x="4185131" y="722429"/>
                  </a:lnTo>
                  <a:lnTo>
                    <a:pt x="4184470" y="722429"/>
                  </a:lnTo>
                  <a:lnTo>
                    <a:pt x="4183810" y="722429"/>
                  </a:lnTo>
                  <a:lnTo>
                    <a:pt x="4183149" y="722429"/>
                  </a:lnTo>
                  <a:lnTo>
                    <a:pt x="4182489" y="722429"/>
                  </a:lnTo>
                  <a:lnTo>
                    <a:pt x="4181828" y="722429"/>
                  </a:lnTo>
                  <a:lnTo>
                    <a:pt x="4181168" y="722429"/>
                  </a:lnTo>
                  <a:lnTo>
                    <a:pt x="4180507" y="722429"/>
                  </a:lnTo>
                  <a:lnTo>
                    <a:pt x="4179847" y="722429"/>
                  </a:lnTo>
                  <a:lnTo>
                    <a:pt x="4179186" y="722429"/>
                  </a:lnTo>
                  <a:lnTo>
                    <a:pt x="4178526" y="722429"/>
                  </a:lnTo>
                  <a:lnTo>
                    <a:pt x="4177865" y="722429"/>
                  </a:lnTo>
                  <a:lnTo>
                    <a:pt x="4177205" y="722429"/>
                  </a:lnTo>
                  <a:lnTo>
                    <a:pt x="4176544" y="722429"/>
                  </a:lnTo>
                  <a:lnTo>
                    <a:pt x="4175883" y="722429"/>
                  </a:lnTo>
                  <a:lnTo>
                    <a:pt x="4175223" y="722429"/>
                  </a:lnTo>
                  <a:lnTo>
                    <a:pt x="4174562" y="722429"/>
                  </a:lnTo>
                  <a:lnTo>
                    <a:pt x="4173902" y="722429"/>
                  </a:lnTo>
                  <a:lnTo>
                    <a:pt x="4173241" y="722429"/>
                  </a:lnTo>
                  <a:lnTo>
                    <a:pt x="4172581" y="722429"/>
                  </a:lnTo>
                  <a:lnTo>
                    <a:pt x="4171920" y="722429"/>
                  </a:lnTo>
                  <a:lnTo>
                    <a:pt x="4171260" y="722429"/>
                  </a:lnTo>
                  <a:lnTo>
                    <a:pt x="4170599" y="722429"/>
                  </a:lnTo>
                  <a:lnTo>
                    <a:pt x="4169939" y="722429"/>
                  </a:lnTo>
                  <a:lnTo>
                    <a:pt x="4169278" y="722429"/>
                  </a:lnTo>
                  <a:lnTo>
                    <a:pt x="4168618" y="722429"/>
                  </a:lnTo>
                  <a:lnTo>
                    <a:pt x="4167957" y="722429"/>
                  </a:lnTo>
                  <a:lnTo>
                    <a:pt x="4167297" y="722429"/>
                  </a:lnTo>
                  <a:lnTo>
                    <a:pt x="4166636" y="722429"/>
                  </a:lnTo>
                  <a:lnTo>
                    <a:pt x="4165975" y="722429"/>
                  </a:lnTo>
                  <a:lnTo>
                    <a:pt x="4165315" y="722429"/>
                  </a:lnTo>
                  <a:lnTo>
                    <a:pt x="4164654" y="722429"/>
                  </a:lnTo>
                  <a:lnTo>
                    <a:pt x="4163994" y="722429"/>
                  </a:lnTo>
                  <a:lnTo>
                    <a:pt x="4163333" y="722429"/>
                  </a:lnTo>
                  <a:lnTo>
                    <a:pt x="4162673" y="722429"/>
                  </a:lnTo>
                  <a:lnTo>
                    <a:pt x="4162012" y="722429"/>
                  </a:lnTo>
                  <a:lnTo>
                    <a:pt x="4161352" y="722429"/>
                  </a:lnTo>
                  <a:lnTo>
                    <a:pt x="4160691" y="722429"/>
                  </a:lnTo>
                  <a:lnTo>
                    <a:pt x="4160031" y="722429"/>
                  </a:lnTo>
                  <a:lnTo>
                    <a:pt x="4159370" y="722429"/>
                  </a:lnTo>
                  <a:lnTo>
                    <a:pt x="4158710" y="722429"/>
                  </a:lnTo>
                  <a:lnTo>
                    <a:pt x="4158049" y="722429"/>
                  </a:lnTo>
                  <a:lnTo>
                    <a:pt x="4157389" y="722429"/>
                  </a:lnTo>
                  <a:lnTo>
                    <a:pt x="4156728" y="722429"/>
                  </a:lnTo>
                  <a:lnTo>
                    <a:pt x="4156068" y="722429"/>
                  </a:lnTo>
                  <a:lnTo>
                    <a:pt x="4155407" y="722429"/>
                  </a:lnTo>
                  <a:lnTo>
                    <a:pt x="4154746" y="722429"/>
                  </a:lnTo>
                  <a:lnTo>
                    <a:pt x="4154086" y="722429"/>
                  </a:lnTo>
                  <a:lnTo>
                    <a:pt x="4153425" y="722429"/>
                  </a:lnTo>
                  <a:lnTo>
                    <a:pt x="4152765" y="722429"/>
                  </a:lnTo>
                  <a:lnTo>
                    <a:pt x="4152104" y="722429"/>
                  </a:lnTo>
                  <a:lnTo>
                    <a:pt x="4151444" y="722429"/>
                  </a:lnTo>
                  <a:lnTo>
                    <a:pt x="4150783" y="722429"/>
                  </a:lnTo>
                  <a:lnTo>
                    <a:pt x="4150123" y="722429"/>
                  </a:lnTo>
                  <a:lnTo>
                    <a:pt x="4149462" y="722429"/>
                  </a:lnTo>
                  <a:lnTo>
                    <a:pt x="4148802" y="722429"/>
                  </a:lnTo>
                  <a:lnTo>
                    <a:pt x="4148141" y="722429"/>
                  </a:lnTo>
                  <a:lnTo>
                    <a:pt x="4147481" y="722429"/>
                  </a:lnTo>
                  <a:lnTo>
                    <a:pt x="4146820" y="722429"/>
                  </a:lnTo>
                  <a:lnTo>
                    <a:pt x="4146160" y="722429"/>
                  </a:lnTo>
                  <a:lnTo>
                    <a:pt x="4145499" y="722429"/>
                  </a:lnTo>
                  <a:lnTo>
                    <a:pt x="4144838" y="722429"/>
                  </a:lnTo>
                  <a:lnTo>
                    <a:pt x="4144178" y="722429"/>
                  </a:lnTo>
                  <a:lnTo>
                    <a:pt x="4143517" y="722429"/>
                  </a:lnTo>
                  <a:lnTo>
                    <a:pt x="4142857" y="722429"/>
                  </a:lnTo>
                  <a:lnTo>
                    <a:pt x="4142196" y="722429"/>
                  </a:lnTo>
                  <a:lnTo>
                    <a:pt x="4141536" y="722429"/>
                  </a:lnTo>
                  <a:lnTo>
                    <a:pt x="4140875" y="722429"/>
                  </a:lnTo>
                  <a:lnTo>
                    <a:pt x="4140215" y="722429"/>
                  </a:lnTo>
                  <a:lnTo>
                    <a:pt x="4139554" y="722429"/>
                  </a:lnTo>
                  <a:lnTo>
                    <a:pt x="4138894" y="722429"/>
                  </a:lnTo>
                  <a:lnTo>
                    <a:pt x="4138233" y="722429"/>
                  </a:lnTo>
                  <a:lnTo>
                    <a:pt x="4137573" y="722429"/>
                  </a:lnTo>
                  <a:lnTo>
                    <a:pt x="4136912" y="722429"/>
                  </a:lnTo>
                  <a:lnTo>
                    <a:pt x="4136252" y="722429"/>
                  </a:lnTo>
                  <a:lnTo>
                    <a:pt x="4135591" y="722429"/>
                  </a:lnTo>
                  <a:lnTo>
                    <a:pt x="4134930" y="722429"/>
                  </a:lnTo>
                  <a:lnTo>
                    <a:pt x="4134270" y="722429"/>
                  </a:lnTo>
                  <a:lnTo>
                    <a:pt x="4133609" y="722429"/>
                  </a:lnTo>
                  <a:lnTo>
                    <a:pt x="4132949" y="722429"/>
                  </a:lnTo>
                  <a:lnTo>
                    <a:pt x="4132288" y="722429"/>
                  </a:lnTo>
                  <a:lnTo>
                    <a:pt x="4131628" y="722429"/>
                  </a:lnTo>
                  <a:lnTo>
                    <a:pt x="4130967" y="722429"/>
                  </a:lnTo>
                  <a:lnTo>
                    <a:pt x="4130307" y="722429"/>
                  </a:lnTo>
                  <a:lnTo>
                    <a:pt x="4129646" y="722429"/>
                  </a:lnTo>
                  <a:lnTo>
                    <a:pt x="4128986" y="722429"/>
                  </a:lnTo>
                  <a:lnTo>
                    <a:pt x="4128325" y="722429"/>
                  </a:lnTo>
                  <a:lnTo>
                    <a:pt x="4127665" y="722429"/>
                  </a:lnTo>
                  <a:lnTo>
                    <a:pt x="4127004" y="722429"/>
                  </a:lnTo>
                  <a:lnTo>
                    <a:pt x="4126344" y="722429"/>
                  </a:lnTo>
                  <a:lnTo>
                    <a:pt x="4125683" y="722429"/>
                  </a:lnTo>
                  <a:lnTo>
                    <a:pt x="4125023" y="722429"/>
                  </a:lnTo>
                  <a:lnTo>
                    <a:pt x="4124362" y="722429"/>
                  </a:lnTo>
                  <a:lnTo>
                    <a:pt x="4123701" y="722429"/>
                  </a:lnTo>
                  <a:lnTo>
                    <a:pt x="4123041" y="722429"/>
                  </a:lnTo>
                  <a:lnTo>
                    <a:pt x="4122380" y="722429"/>
                  </a:lnTo>
                  <a:lnTo>
                    <a:pt x="4121720" y="722429"/>
                  </a:lnTo>
                  <a:lnTo>
                    <a:pt x="4121059" y="722429"/>
                  </a:lnTo>
                  <a:lnTo>
                    <a:pt x="4120399" y="722429"/>
                  </a:lnTo>
                  <a:lnTo>
                    <a:pt x="4119738" y="722429"/>
                  </a:lnTo>
                  <a:lnTo>
                    <a:pt x="4119078" y="722429"/>
                  </a:lnTo>
                  <a:lnTo>
                    <a:pt x="4118417" y="722429"/>
                  </a:lnTo>
                  <a:lnTo>
                    <a:pt x="4117757" y="722429"/>
                  </a:lnTo>
                  <a:lnTo>
                    <a:pt x="4117096" y="722429"/>
                  </a:lnTo>
                  <a:lnTo>
                    <a:pt x="4116436" y="722429"/>
                  </a:lnTo>
                  <a:lnTo>
                    <a:pt x="4115775" y="722429"/>
                  </a:lnTo>
                  <a:lnTo>
                    <a:pt x="4115115" y="722429"/>
                  </a:lnTo>
                  <a:lnTo>
                    <a:pt x="4114454" y="722429"/>
                  </a:lnTo>
                  <a:lnTo>
                    <a:pt x="4113793" y="722429"/>
                  </a:lnTo>
                  <a:lnTo>
                    <a:pt x="4113133" y="722429"/>
                  </a:lnTo>
                  <a:lnTo>
                    <a:pt x="4112472" y="722429"/>
                  </a:lnTo>
                  <a:lnTo>
                    <a:pt x="4111812" y="722429"/>
                  </a:lnTo>
                  <a:lnTo>
                    <a:pt x="4111151" y="722429"/>
                  </a:lnTo>
                  <a:lnTo>
                    <a:pt x="4110491" y="722429"/>
                  </a:lnTo>
                  <a:lnTo>
                    <a:pt x="4109830" y="722429"/>
                  </a:lnTo>
                  <a:lnTo>
                    <a:pt x="4109170" y="722429"/>
                  </a:lnTo>
                  <a:lnTo>
                    <a:pt x="4108509" y="722429"/>
                  </a:lnTo>
                  <a:lnTo>
                    <a:pt x="4107849" y="722429"/>
                  </a:lnTo>
                  <a:lnTo>
                    <a:pt x="4107188" y="722429"/>
                  </a:lnTo>
                  <a:lnTo>
                    <a:pt x="4106528" y="722429"/>
                  </a:lnTo>
                  <a:lnTo>
                    <a:pt x="4105867" y="722429"/>
                  </a:lnTo>
                  <a:lnTo>
                    <a:pt x="4105207" y="722429"/>
                  </a:lnTo>
                  <a:lnTo>
                    <a:pt x="4104546" y="722429"/>
                  </a:lnTo>
                  <a:lnTo>
                    <a:pt x="4103885" y="722429"/>
                  </a:lnTo>
                  <a:lnTo>
                    <a:pt x="4103225" y="722429"/>
                  </a:lnTo>
                  <a:lnTo>
                    <a:pt x="4102564" y="722429"/>
                  </a:lnTo>
                  <a:lnTo>
                    <a:pt x="4101904" y="722429"/>
                  </a:lnTo>
                  <a:lnTo>
                    <a:pt x="4101243" y="722429"/>
                  </a:lnTo>
                  <a:lnTo>
                    <a:pt x="4100583" y="722429"/>
                  </a:lnTo>
                  <a:lnTo>
                    <a:pt x="4099922" y="722429"/>
                  </a:lnTo>
                  <a:lnTo>
                    <a:pt x="4099262" y="722429"/>
                  </a:lnTo>
                  <a:lnTo>
                    <a:pt x="4098601" y="722429"/>
                  </a:lnTo>
                  <a:lnTo>
                    <a:pt x="4097941" y="722429"/>
                  </a:lnTo>
                  <a:lnTo>
                    <a:pt x="4097280" y="722429"/>
                  </a:lnTo>
                  <a:lnTo>
                    <a:pt x="4096620" y="722429"/>
                  </a:lnTo>
                  <a:lnTo>
                    <a:pt x="4095959" y="722429"/>
                  </a:lnTo>
                  <a:lnTo>
                    <a:pt x="4095299" y="722429"/>
                  </a:lnTo>
                  <a:lnTo>
                    <a:pt x="4094638" y="722429"/>
                  </a:lnTo>
                  <a:lnTo>
                    <a:pt x="4093977" y="722429"/>
                  </a:lnTo>
                  <a:lnTo>
                    <a:pt x="4093317" y="722429"/>
                  </a:lnTo>
                  <a:lnTo>
                    <a:pt x="4092656" y="722429"/>
                  </a:lnTo>
                  <a:lnTo>
                    <a:pt x="4091996" y="722429"/>
                  </a:lnTo>
                  <a:lnTo>
                    <a:pt x="4091335" y="722429"/>
                  </a:lnTo>
                  <a:lnTo>
                    <a:pt x="4090675" y="722429"/>
                  </a:lnTo>
                  <a:lnTo>
                    <a:pt x="4090014" y="722429"/>
                  </a:lnTo>
                  <a:lnTo>
                    <a:pt x="4089354" y="722429"/>
                  </a:lnTo>
                  <a:lnTo>
                    <a:pt x="4088693" y="722429"/>
                  </a:lnTo>
                  <a:lnTo>
                    <a:pt x="4088033" y="722429"/>
                  </a:lnTo>
                  <a:lnTo>
                    <a:pt x="4087372" y="722429"/>
                  </a:lnTo>
                  <a:lnTo>
                    <a:pt x="4086712" y="722429"/>
                  </a:lnTo>
                  <a:lnTo>
                    <a:pt x="4086051" y="722429"/>
                  </a:lnTo>
                  <a:lnTo>
                    <a:pt x="4085391" y="722429"/>
                  </a:lnTo>
                  <a:lnTo>
                    <a:pt x="4084730" y="722429"/>
                  </a:lnTo>
                  <a:lnTo>
                    <a:pt x="4084070" y="722429"/>
                  </a:lnTo>
                  <a:lnTo>
                    <a:pt x="4083409" y="722429"/>
                  </a:lnTo>
                  <a:lnTo>
                    <a:pt x="4082748" y="722429"/>
                  </a:lnTo>
                  <a:lnTo>
                    <a:pt x="4082088" y="722429"/>
                  </a:lnTo>
                  <a:lnTo>
                    <a:pt x="4081427" y="722429"/>
                  </a:lnTo>
                  <a:lnTo>
                    <a:pt x="4080767" y="722429"/>
                  </a:lnTo>
                  <a:lnTo>
                    <a:pt x="4080106" y="722429"/>
                  </a:lnTo>
                  <a:lnTo>
                    <a:pt x="4079446" y="722429"/>
                  </a:lnTo>
                  <a:lnTo>
                    <a:pt x="4078785" y="722429"/>
                  </a:lnTo>
                  <a:lnTo>
                    <a:pt x="4078125" y="722429"/>
                  </a:lnTo>
                  <a:lnTo>
                    <a:pt x="4077464" y="722429"/>
                  </a:lnTo>
                  <a:lnTo>
                    <a:pt x="4076804" y="722429"/>
                  </a:lnTo>
                  <a:lnTo>
                    <a:pt x="4076143" y="722429"/>
                  </a:lnTo>
                  <a:lnTo>
                    <a:pt x="4075483" y="722429"/>
                  </a:lnTo>
                  <a:lnTo>
                    <a:pt x="4074822" y="722429"/>
                  </a:lnTo>
                  <a:lnTo>
                    <a:pt x="4074162" y="722429"/>
                  </a:lnTo>
                  <a:lnTo>
                    <a:pt x="4073501" y="722429"/>
                  </a:lnTo>
                  <a:lnTo>
                    <a:pt x="4072840" y="722429"/>
                  </a:lnTo>
                  <a:lnTo>
                    <a:pt x="4072180" y="722429"/>
                  </a:lnTo>
                  <a:lnTo>
                    <a:pt x="4071519" y="722429"/>
                  </a:lnTo>
                  <a:lnTo>
                    <a:pt x="4070859" y="722429"/>
                  </a:lnTo>
                  <a:lnTo>
                    <a:pt x="4070198" y="722429"/>
                  </a:lnTo>
                  <a:lnTo>
                    <a:pt x="4069538" y="722429"/>
                  </a:lnTo>
                  <a:lnTo>
                    <a:pt x="4068877" y="722429"/>
                  </a:lnTo>
                  <a:lnTo>
                    <a:pt x="4068217" y="722429"/>
                  </a:lnTo>
                  <a:lnTo>
                    <a:pt x="4067556" y="722429"/>
                  </a:lnTo>
                  <a:lnTo>
                    <a:pt x="4066896" y="722429"/>
                  </a:lnTo>
                  <a:lnTo>
                    <a:pt x="4066235" y="722429"/>
                  </a:lnTo>
                  <a:lnTo>
                    <a:pt x="4065575" y="722429"/>
                  </a:lnTo>
                  <a:lnTo>
                    <a:pt x="4064914" y="722429"/>
                  </a:lnTo>
                  <a:lnTo>
                    <a:pt x="4064254" y="722429"/>
                  </a:lnTo>
                  <a:lnTo>
                    <a:pt x="4063593" y="722429"/>
                  </a:lnTo>
                  <a:lnTo>
                    <a:pt x="4062932" y="722429"/>
                  </a:lnTo>
                  <a:lnTo>
                    <a:pt x="4062272" y="722429"/>
                  </a:lnTo>
                  <a:lnTo>
                    <a:pt x="4061611" y="722429"/>
                  </a:lnTo>
                  <a:lnTo>
                    <a:pt x="4060951" y="722429"/>
                  </a:lnTo>
                  <a:lnTo>
                    <a:pt x="4060290" y="722429"/>
                  </a:lnTo>
                  <a:lnTo>
                    <a:pt x="4059630" y="722429"/>
                  </a:lnTo>
                  <a:lnTo>
                    <a:pt x="4058969" y="722429"/>
                  </a:lnTo>
                  <a:lnTo>
                    <a:pt x="4058309" y="722429"/>
                  </a:lnTo>
                  <a:lnTo>
                    <a:pt x="4057648" y="722429"/>
                  </a:lnTo>
                  <a:lnTo>
                    <a:pt x="4056988" y="722429"/>
                  </a:lnTo>
                  <a:lnTo>
                    <a:pt x="4056327" y="722429"/>
                  </a:lnTo>
                  <a:lnTo>
                    <a:pt x="4055667" y="722429"/>
                  </a:lnTo>
                  <a:lnTo>
                    <a:pt x="4055006" y="722429"/>
                  </a:lnTo>
                  <a:lnTo>
                    <a:pt x="4054346" y="722429"/>
                  </a:lnTo>
                  <a:lnTo>
                    <a:pt x="4053685" y="722429"/>
                  </a:lnTo>
                  <a:lnTo>
                    <a:pt x="4053025" y="722429"/>
                  </a:lnTo>
                  <a:lnTo>
                    <a:pt x="4052364" y="722429"/>
                  </a:lnTo>
                  <a:lnTo>
                    <a:pt x="4051703" y="722429"/>
                  </a:lnTo>
                  <a:lnTo>
                    <a:pt x="4051043" y="722429"/>
                  </a:lnTo>
                  <a:lnTo>
                    <a:pt x="4050382" y="722429"/>
                  </a:lnTo>
                  <a:lnTo>
                    <a:pt x="4049722" y="722429"/>
                  </a:lnTo>
                  <a:lnTo>
                    <a:pt x="4049061" y="722429"/>
                  </a:lnTo>
                  <a:lnTo>
                    <a:pt x="4048401" y="722429"/>
                  </a:lnTo>
                  <a:lnTo>
                    <a:pt x="4047740" y="722429"/>
                  </a:lnTo>
                  <a:lnTo>
                    <a:pt x="4047080" y="722429"/>
                  </a:lnTo>
                  <a:lnTo>
                    <a:pt x="4046419" y="722429"/>
                  </a:lnTo>
                  <a:lnTo>
                    <a:pt x="4045759" y="722429"/>
                  </a:lnTo>
                  <a:lnTo>
                    <a:pt x="4045098" y="722429"/>
                  </a:lnTo>
                  <a:lnTo>
                    <a:pt x="4044438" y="722429"/>
                  </a:lnTo>
                  <a:lnTo>
                    <a:pt x="4043777" y="722429"/>
                  </a:lnTo>
                  <a:lnTo>
                    <a:pt x="4043117" y="722429"/>
                  </a:lnTo>
                  <a:lnTo>
                    <a:pt x="4042456" y="722429"/>
                  </a:lnTo>
                  <a:lnTo>
                    <a:pt x="4041795" y="722429"/>
                  </a:lnTo>
                  <a:lnTo>
                    <a:pt x="4041135" y="722429"/>
                  </a:lnTo>
                  <a:lnTo>
                    <a:pt x="4040474" y="722429"/>
                  </a:lnTo>
                  <a:lnTo>
                    <a:pt x="4039814" y="722429"/>
                  </a:lnTo>
                  <a:lnTo>
                    <a:pt x="4039153" y="722429"/>
                  </a:lnTo>
                  <a:lnTo>
                    <a:pt x="4038493" y="722429"/>
                  </a:lnTo>
                  <a:lnTo>
                    <a:pt x="4037832" y="722429"/>
                  </a:lnTo>
                  <a:lnTo>
                    <a:pt x="4037172" y="722429"/>
                  </a:lnTo>
                  <a:lnTo>
                    <a:pt x="4036511" y="722429"/>
                  </a:lnTo>
                  <a:lnTo>
                    <a:pt x="4035851" y="722429"/>
                  </a:lnTo>
                  <a:lnTo>
                    <a:pt x="4035190" y="722429"/>
                  </a:lnTo>
                  <a:lnTo>
                    <a:pt x="4034530" y="722429"/>
                  </a:lnTo>
                  <a:lnTo>
                    <a:pt x="4033869" y="722429"/>
                  </a:lnTo>
                  <a:lnTo>
                    <a:pt x="4033209" y="722429"/>
                  </a:lnTo>
                  <a:lnTo>
                    <a:pt x="4032548" y="722429"/>
                  </a:lnTo>
                  <a:lnTo>
                    <a:pt x="4031887" y="722429"/>
                  </a:lnTo>
                  <a:lnTo>
                    <a:pt x="4031227" y="722429"/>
                  </a:lnTo>
                  <a:lnTo>
                    <a:pt x="4030566" y="722429"/>
                  </a:lnTo>
                  <a:lnTo>
                    <a:pt x="4029906" y="722429"/>
                  </a:lnTo>
                  <a:lnTo>
                    <a:pt x="4029245" y="722429"/>
                  </a:lnTo>
                  <a:lnTo>
                    <a:pt x="4028585" y="722429"/>
                  </a:lnTo>
                  <a:lnTo>
                    <a:pt x="4027924" y="722429"/>
                  </a:lnTo>
                  <a:lnTo>
                    <a:pt x="4027264" y="722429"/>
                  </a:lnTo>
                  <a:lnTo>
                    <a:pt x="4026603" y="722429"/>
                  </a:lnTo>
                  <a:lnTo>
                    <a:pt x="4025943" y="722429"/>
                  </a:lnTo>
                  <a:lnTo>
                    <a:pt x="4025282" y="722429"/>
                  </a:lnTo>
                  <a:lnTo>
                    <a:pt x="4024622" y="722429"/>
                  </a:lnTo>
                  <a:lnTo>
                    <a:pt x="4023961" y="722429"/>
                  </a:lnTo>
                  <a:lnTo>
                    <a:pt x="4023301" y="722429"/>
                  </a:lnTo>
                  <a:lnTo>
                    <a:pt x="4022640" y="722429"/>
                  </a:lnTo>
                  <a:lnTo>
                    <a:pt x="4021979" y="722429"/>
                  </a:lnTo>
                  <a:lnTo>
                    <a:pt x="4021319" y="722429"/>
                  </a:lnTo>
                  <a:lnTo>
                    <a:pt x="4020658" y="722429"/>
                  </a:lnTo>
                  <a:lnTo>
                    <a:pt x="4019998" y="722429"/>
                  </a:lnTo>
                  <a:lnTo>
                    <a:pt x="4019337" y="722429"/>
                  </a:lnTo>
                  <a:lnTo>
                    <a:pt x="4018677" y="722429"/>
                  </a:lnTo>
                  <a:lnTo>
                    <a:pt x="4018016" y="722429"/>
                  </a:lnTo>
                  <a:lnTo>
                    <a:pt x="4017356" y="722429"/>
                  </a:lnTo>
                  <a:lnTo>
                    <a:pt x="4016695" y="722429"/>
                  </a:lnTo>
                  <a:lnTo>
                    <a:pt x="4016035" y="722429"/>
                  </a:lnTo>
                  <a:lnTo>
                    <a:pt x="4015374" y="722429"/>
                  </a:lnTo>
                  <a:lnTo>
                    <a:pt x="4014714" y="722429"/>
                  </a:lnTo>
                  <a:lnTo>
                    <a:pt x="4014053" y="722429"/>
                  </a:lnTo>
                  <a:lnTo>
                    <a:pt x="4013393" y="722429"/>
                  </a:lnTo>
                  <a:lnTo>
                    <a:pt x="4012732" y="722429"/>
                  </a:lnTo>
                  <a:lnTo>
                    <a:pt x="4012072" y="722429"/>
                  </a:lnTo>
                  <a:lnTo>
                    <a:pt x="4011411" y="722429"/>
                  </a:lnTo>
                  <a:lnTo>
                    <a:pt x="4010750" y="722429"/>
                  </a:lnTo>
                  <a:lnTo>
                    <a:pt x="4010090" y="722429"/>
                  </a:lnTo>
                  <a:lnTo>
                    <a:pt x="4009429" y="722429"/>
                  </a:lnTo>
                  <a:lnTo>
                    <a:pt x="4008769" y="722429"/>
                  </a:lnTo>
                  <a:lnTo>
                    <a:pt x="4008108" y="722429"/>
                  </a:lnTo>
                  <a:lnTo>
                    <a:pt x="4007448" y="722429"/>
                  </a:lnTo>
                  <a:lnTo>
                    <a:pt x="4006787" y="722429"/>
                  </a:lnTo>
                  <a:lnTo>
                    <a:pt x="4006127" y="722429"/>
                  </a:lnTo>
                  <a:lnTo>
                    <a:pt x="4005466" y="722429"/>
                  </a:lnTo>
                  <a:lnTo>
                    <a:pt x="4004806" y="722429"/>
                  </a:lnTo>
                  <a:lnTo>
                    <a:pt x="4004145" y="722429"/>
                  </a:lnTo>
                  <a:lnTo>
                    <a:pt x="4003485" y="722429"/>
                  </a:lnTo>
                  <a:lnTo>
                    <a:pt x="4002824" y="722429"/>
                  </a:lnTo>
                  <a:lnTo>
                    <a:pt x="4002164" y="722429"/>
                  </a:lnTo>
                  <a:lnTo>
                    <a:pt x="4001503" y="722429"/>
                  </a:lnTo>
                  <a:lnTo>
                    <a:pt x="4000842" y="722429"/>
                  </a:lnTo>
                  <a:lnTo>
                    <a:pt x="4000182" y="722429"/>
                  </a:lnTo>
                  <a:lnTo>
                    <a:pt x="3999521" y="722429"/>
                  </a:lnTo>
                  <a:lnTo>
                    <a:pt x="3998861" y="722429"/>
                  </a:lnTo>
                  <a:lnTo>
                    <a:pt x="3998200" y="722429"/>
                  </a:lnTo>
                  <a:lnTo>
                    <a:pt x="3997540" y="722429"/>
                  </a:lnTo>
                  <a:lnTo>
                    <a:pt x="3996879" y="722429"/>
                  </a:lnTo>
                  <a:lnTo>
                    <a:pt x="3996219" y="722429"/>
                  </a:lnTo>
                  <a:lnTo>
                    <a:pt x="3995558" y="722429"/>
                  </a:lnTo>
                  <a:lnTo>
                    <a:pt x="3994898" y="722429"/>
                  </a:lnTo>
                  <a:lnTo>
                    <a:pt x="3994237" y="722429"/>
                  </a:lnTo>
                  <a:lnTo>
                    <a:pt x="3993577" y="722429"/>
                  </a:lnTo>
                  <a:lnTo>
                    <a:pt x="3992916" y="722429"/>
                  </a:lnTo>
                  <a:lnTo>
                    <a:pt x="3992256" y="722429"/>
                  </a:lnTo>
                  <a:lnTo>
                    <a:pt x="3991595" y="722429"/>
                  </a:lnTo>
                  <a:lnTo>
                    <a:pt x="3990934" y="722429"/>
                  </a:lnTo>
                  <a:lnTo>
                    <a:pt x="3990274" y="722429"/>
                  </a:lnTo>
                  <a:lnTo>
                    <a:pt x="3989613" y="722429"/>
                  </a:lnTo>
                  <a:lnTo>
                    <a:pt x="3988953" y="722429"/>
                  </a:lnTo>
                  <a:lnTo>
                    <a:pt x="3988292" y="722429"/>
                  </a:lnTo>
                  <a:lnTo>
                    <a:pt x="3987632" y="722429"/>
                  </a:lnTo>
                  <a:lnTo>
                    <a:pt x="3986971" y="722429"/>
                  </a:lnTo>
                  <a:lnTo>
                    <a:pt x="3986311" y="722429"/>
                  </a:lnTo>
                  <a:lnTo>
                    <a:pt x="3985650" y="722429"/>
                  </a:lnTo>
                  <a:lnTo>
                    <a:pt x="3984990" y="722429"/>
                  </a:lnTo>
                  <a:lnTo>
                    <a:pt x="3984329" y="722429"/>
                  </a:lnTo>
                  <a:lnTo>
                    <a:pt x="3983669" y="722429"/>
                  </a:lnTo>
                  <a:lnTo>
                    <a:pt x="3983008" y="722429"/>
                  </a:lnTo>
                  <a:lnTo>
                    <a:pt x="3982348" y="722429"/>
                  </a:lnTo>
                  <a:lnTo>
                    <a:pt x="3981687" y="722429"/>
                  </a:lnTo>
                  <a:lnTo>
                    <a:pt x="3981027" y="722429"/>
                  </a:lnTo>
                  <a:lnTo>
                    <a:pt x="3980366" y="722429"/>
                  </a:lnTo>
                  <a:lnTo>
                    <a:pt x="3979705" y="722429"/>
                  </a:lnTo>
                  <a:lnTo>
                    <a:pt x="3979045" y="722429"/>
                  </a:lnTo>
                  <a:lnTo>
                    <a:pt x="3978384" y="722429"/>
                  </a:lnTo>
                  <a:lnTo>
                    <a:pt x="3977724" y="722429"/>
                  </a:lnTo>
                  <a:lnTo>
                    <a:pt x="3977063" y="722429"/>
                  </a:lnTo>
                  <a:lnTo>
                    <a:pt x="3976403" y="722429"/>
                  </a:lnTo>
                  <a:lnTo>
                    <a:pt x="3975742" y="722429"/>
                  </a:lnTo>
                  <a:lnTo>
                    <a:pt x="3975082" y="722429"/>
                  </a:lnTo>
                  <a:lnTo>
                    <a:pt x="3974421" y="722429"/>
                  </a:lnTo>
                  <a:lnTo>
                    <a:pt x="3973761" y="722429"/>
                  </a:lnTo>
                  <a:lnTo>
                    <a:pt x="3973100" y="722429"/>
                  </a:lnTo>
                  <a:lnTo>
                    <a:pt x="3972440" y="722429"/>
                  </a:lnTo>
                  <a:lnTo>
                    <a:pt x="3971779" y="722429"/>
                  </a:lnTo>
                  <a:lnTo>
                    <a:pt x="3971119" y="722429"/>
                  </a:lnTo>
                  <a:lnTo>
                    <a:pt x="3970458" y="722429"/>
                  </a:lnTo>
                  <a:lnTo>
                    <a:pt x="3969797" y="722429"/>
                  </a:lnTo>
                  <a:lnTo>
                    <a:pt x="3969137" y="722429"/>
                  </a:lnTo>
                  <a:lnTo>
                    <a:pt x="3968476" y="722429"/>
                  </a:lnTo>
                  <a:lnTo>
                    <a:pt x="3967816" y="722429"/>
                  </a:lnTo>
                  <a:lnTo>
                    <a:pt x="3967155" y="722429"/>
                  </a:lnTo>
                  <a:lnTo>
                    <a:pt x="3966495" y="722429"/>
                  </a:lnTo>
                  <a:lnTo>
                    <a:pt x="3965834" y="722429"/>
                  </a:lnTo>
                  <a:lnTo>
                    <a:pt x="3965174" y="722429"/>
                  </a:lnTo>
                  <a:lnTo>
                    <a:pt x="3964513" y="722429"/>
                  </a:lnTo>
                  <a:lnTo>
                    <a:pt x="3963853" y="722429"/>
                  </a:lnTo>
                  <a:lnTo>
                    <a:pt x="3963192" y="722429"/>
                  </a:lnTo>
                  <a:lnTo>
                    <a:pt x="3962532" y="722429"/>
                  </a:lnTo>
                  <a:lnTo>
                    <a:pt x="3961871" y="722429"/>
                  </a:lnTo>
                  <a:lnTo>
                    <a:pt x="3961211" y="722429"/>
                  </a:lnTo>
                  <a:lnTo>
                    <a:pt x="3960550" y="722429"/>
                  </a:lnTo>
                  <a:lnTo>
                    <a:pt x="3959889" y="722429"/>
                  </a:lnTo>
                  <a:lnTo>
                    <a:pt x="3959229" y="722429"/>
                  </a:lnTo>
                  <a:lnTo>
                    <a:pt x="3958568" y="722429"/>
                  </a:lnTo>
                  <a:lnTo>
                    <a:pt x="3957908" y="722429"/>
                  </a:lnTo>
                  <a:lnTo>
                    <a:pt x="3957247" y="722429"/>
                  </a:lnTo>
                  <a:lnTo>
                    <a:pt x="3956587" y="722429"/>
                  </a:lnTo>
                  <a:lnTo>
                    <a:pt x="3955926" y="722429"/>
                  </a:lnTo>
                  <a:lnTo>
                    <a:pt x="3955266" y="722429"/>
                  </a:lnTo>
                  <a:lnTo>
                    <a:pt x="3954605" y="722429"/>
                  </a:lnTo>
                  <a:lnTo>
                    <a:pt x="3953945" y="722429"/>
                  </a:lnTo>
                  <a:lnTo>
                    <a:pt x="3953284" y="722429"/>
                  </a:lnTo>
                  <a:lnTo>
                    <a:pt x="3952624" y="722429"/>
                  </a:lnTo>
                  <a:lnTo>
                    <a:pt x="3951963" y="722429"/>
                  </a:lnTo>
                  <a:lnTo>
                    <a:pt x="3951303" y="722429"/>
                  </a:lnTo>
                  <a:lnTo>
                    <a:pt x="3950642" y="722429"/>
                  </a:lnTo>
                  <a:lnTo>
                    <a:pt x="3949981" y="722429"/>
                  </a:lnTo>
                  <a:lnTo>
                    <a:pt x="3949321" y="722429"/>
                  </a:lnTo>
                  <a:lnTo>
                    <a:pt x="3948660" y="722429"/>
                  </a:lnTo>
                  <a:lnTo>
                    <a:pt x="3948000" y="722429"/>
                  </a:lnTo>
                  <a:lnTo>
                    <a:pt x="3947339" y="722429"/>
                  </a:lnTo>
                  <a:lnTo>
                    <a:pt x="3946679" y="722429"/>
                  </a:lnTo>
                  <a:lnTo>
                    <a:pt x="3946018" y="722429"/>
                  </a:lnTo>
                  <a:lnTo>
                    <a:pt x="3945358" y="722429"/>
                  </a:lnTo>
                  <a:lnTo>
                    <a:pt x="3944697" y="722429"/>
                  </a:lnTo>
                  <a:lnTo>
                    <a:pt x="3944037" y="722429"/>
                  </a:lnTo>
                  <a:lnTo>
                    <a:pt x="3943376" y="722429"/>
                  </a:lnTo>
                  <a:lnTo>
                    <a:pt x="3942716" y="722429"/>
                  </a:lnTo>
                  <a:lnTo>
                    <a:pt x="3942055" y="722429"/>
                  </a:lnTo>
                  <a:lnTo>
                    <a:pt x="3941395" y="722429"/>
                  </a:lnTo>
                  <a:lnTo>
                    <a:pt x="3940734" y="722429"/>
                  </a:lnTo>
                  <a:lnTo>
                    <a:pt x="3940074" y="722429"/>
                  </a:lnTo>
                  <a:lnTo>
                    <a:pt x="3939413" y="722429"/>
                  </a:lnTo>
                  <a:lnTo>
                    <a:pt x="3938752" y="722429"/>
                  </a:lnTo>
                  <a:lnTo>
                    <a:pt x="3938092" y="722429"/>
                  </a:lnTo>
                  <a:lnTo>
                    <a:pt x="3937431" y="722429"/>
                  </a:lnTo>
                  <a:lnTo>
                    <a:pt x="3936771" y="722429"/>
                  </a:lnTo>
                  <a:lnTo>
                    <a:pt x="3936110" y="722429"/>
                  </a:lnTo>
                  <a:lnTo>
                    <a:pt x="3935450" y="722429"/>
                  </a:lnTo>
                  <a:lnTo>
                    <a:pt x="3934789" y="722429"/>
                  </a:lnTo>
                  <a:lnTo>
                    <a:pt x="3934129" y="722429"/>
                  </a:lnTo>
                  <a:lnTo>
                    <a:pt x="3933468" y="722429"/>
                  </a:lnTo>
                  <a:lnTo>
                    <a:pt x="3932808" y="722429"/>
                  </a:lnTo>
                  <a:lnTo>
                    <a:pt x="3932147" y="722429"/>
                  </a:lnTo>
                  <a:lnTo>
                    <a:pt x="3931487" y="722429"/>
                  </a:lnTo>
                  <a:lnTo>
                    <a:pt x="3930826" y="722429"/>
                  </a:lnTo>
                  <a:lnTo>
                    <a:pt x="3930166" y="722429"/>
                  </a:lnTo>
                  <a:lnTo>
                    <a:pt x="3929505" y="722429"/>
                  </a:lnTo>
                  <a:lnTo>
                    <a:pt x="3928844" y="722429"/>
                  </a:lnTo>
                  <a:lnTo>
                    <a:pt x="3928184" y="722429"/>
                  </a:lnTo>
                  <a:lnTo>
                    <a:pt x="3927523" y="722429"/>
                  </a:lnTo>
                  <a:lnTo>
                    <a:pt x="3926863" y="722429"/>
                  </a:lnTo>
                  <a:lnTo>
                    <a:pt x="3926202" y="722429"/>
                  </a:lnTo>
                  <a:lnTo>
                    <a:pt x="3925542" y="722429"/>
                  </a:lnTo>
                  <a:lnTo>
                    <a:pt x="3924881" y="722429"/>
                  </a:lnTo>
                  <a:lnTo>
                    <a:pt x="3924221" y="722429"/>
                  </a:lnTo>
                  <a:lnTo>
                    <a:pt x="3923560" y="722429"/>
                  </a:lnTo>
                  <a:lnTo>
                    <a:pt x="3922900" y="722429"/>
                  </a:lnTo>
                  <a:lnTo>
                    <a:pt x="3922239" y="722429"/>
                  </a:lnTo>
                  <a:lnTo>
                    <a:pt x="3921579" y="722429"/>
                  </a:lnTo>
                  <a:lnTo>
                    <a:pt x="3920918" y="722429"/>
                  </a:lnTo>
                  <a:lnTo>
                    <a:pt x="3920258" y="722429"/>
                  </a:lnTo>
                  <a:lnTo>
                    <a:pt x="3919597" y="722429"/>
                  </a:lnTo>
                  <a:lnTo>
                    <a:pt x="3918936" y="722429"/>
                  </a:lnTo>
                  <a:lnTo>
                    <a:pt x="3918276" y="722429"/>
                  </a:lnTo>
                  <a:lnTo>
                    <a:pt x="3917615" y="722429"/>
                  </a:lnTo>
                  <a:lnTo>
                    <a:pt x="3916955" y="722429"/>
                  </a:lnTo>
                  <a:lnTo>
                    <a:pt x="3916294" y="722429"/>
                  </a:lnTo>
                  <a:lnTo>
                    <a:pt x="3915634" y="722429"/>
                  </a:lnTo>
                  <a:lnTo>
                    <a:pt x="3914973" y="722429"/>
                  </a:lnTo>
                  <a:lnTo>
                    <a:pt x="3914313" y="722429"/>
                  </a:lnTo>
                  <a:lnTo>
                    <a:pt x="3913652" y="722429"/>
                  </a:lnTo>
                  <a:lnTo>
                    <a:pt x="3912992" y="722429"/>
                  </a:lnTo>
                  <a:lnTo>
                    <a:pt x="3912331" y="722429"/>
                  </a:lnTo>
                  <a:lnTo>
                    <a:pt x="3911671" y="722429"/>
                  </a:lnTo>
                  <a:lnTo>
                    <a:pt x="3911010" y="722429"/>
                  </a:lnTo>
                  <a:lnTo>
                    <a:pt x="3910350" y="722429"/>
                  </a:lnTo>
                  <a:lnTo>
                    <a:pt x="3909689" y="722429"/>
                  </a:lnTo>
                  <a:lnTo>
                    <a:pt x="3909029" y="722429"/>
                  </a:lnTo>
                  <a:lnTo>
                    <a:pt x="3908368" y="722429"/>
                  </a:lnTo>
                  <a:lnTo>
                    <a:pt x="3907707" y="722429"/>
                  </a:lnTo>
                  <a:lnTo>
                    <a:pt x="3907047" y="722429"/>
                  </a:lnTo>
                  <a:lnTo>
                    <a:pt x="3906386" y="722429"/>
                  </a:lnTo>
                  <a:lnTo>
                    <a:pt x="3905726" y="722429"/>
                  </a:lnTo>
                  <a:lnTo>
                    <a:pt x="3905065" y="722429"/>
                  </a:lnTo>
                  <a:lnTo>
                    <a:pt x="3904405" y="722429"/>
                  </a:lnTo>
                  <a:lnTo>
                    <a:pt x="3903744" y="722429"/>
                  </a:lnTo>
                  <a:lnTo>
                    <a:pt x="3903084" y="722429"/>
                  </a:lnTo>
                  <a:lnTo>
                    <a:pt x="3902423" y="722429"/>
                  </a:lnTo>
                  <a:lnTo>
                    <a:pt x="3901763" y="722429"/>
                  </a:lnTo>
                  <a:lnTo>
                    <a:pt x="3901102" y="722429"/>
                  </a:lnTo>
                  <a:lnTo>
                    <a:pt x="3900442" y="722429"/>
                  </a:lnTo>
                  <a:lnTo>
                    <a:pt x="3899781" y="722429"/>
                  </a:lnTo>
                  <a:lnTo>
                    <a:pt x="3899121" y="722429"/>
                  </a:lnTo>
                  <a:lnTo>
                    <a:pt x="3898460" y="722429"/>
                  </a:lnTo>
                  <a:lnTo>
                    <a:pt x="3897799" y="722429"/>
                  </a:lnTo>
                  <a:lnTo>
                    <a:pt x="3897139" y="722429"/>
                  </a:lnTo>
                  <a:lnTo>
                    <a:pt x="3896478" y="722429"/>
                  </a:lnTo>
                  <a:lnTo>
                    <a:pt x="3895818" y="722429"/>
                  </a:lnTo>
                  <a:lnTo>
                    <a:pt x="3895157" y="722429"/>
                  </a:lnTo>
                  <a:lnTo>
                    <a:pt x="3894497" y="722429"/>
                  </a:lnTo>
                  <a:lnTo>
                    <a:pt x="3893836" y="722429"/>
                  </a:lnTo>
                  <a:lnTo>
                    <a:pt x="3893176" y="722429"/>
                  </a:lnTo>
                  <a:lnTo>
                    <a:pt x="3892515" y="722429"/>
                  </a:lnTo>
                  <a:lnTo>
                    <a:pt x="3891855" y="722429"/>
                  </a:lnTo>
                  <a:lnTo>
                    <a:pt x="3891194" y="722429"/>
                  </a:lnTo>
                  <a:lnTo>
                    <a:pt x="3890534" y="722429"/>
                  </a:lnTo>
                  <a:lnTo>
                    <a:pt x="3889873" y="722429"/>
                  </a:lnTo>
                  <a:lnTo>
                    <a:pt x="3889213" y="722429"/>
                  </a:lnTo>
                  <a:lnTo>
                    <a:pt x="3888552" y="722429"/>
                  </a:lnTo>
                  <a:lnTo>
                    <a:pt x="3887891" y="722429"/>
                  </a:lnTo>
                  <a:lnTo>
                    <a:pt x="3887231" y="722429"/>
                  </a:lnTo>
                  <a:lnTo>
                    <a:pt x="3886570" y="722429"/>
                  </a:lnTo>
                  <a:lnTo>
                    <a:pt x="3885910" y="722429"/>
                  </a:lnTo>
                  <a:lnTo>
                    <a:pt x="3885249" y="722429"/>
                  </a:lnTo>
                  <a:lnTo>
                    <a:pt x="3884589" y="722429"/>
                  </a:lnTo>
                  <a:lnTo>
                    <a:pt x="3883928" y="722429"/>
                  </a:lnTo>
                  <a:lnTo>
                    <a:pt x="3883268" y="722429"/>
                  </a:lnTo>
                  <a:lnTo>
                    <a:pt x="3882607" y="722429"/>
                  </a:lnTo>
                  <a:lnTo>
                    <a:pt x="3881947" y="722429"/>
                  </a:lnTo>
                  <a:lnTo>
                    <a:pt x="3881286" y="722429"/>
                  </a:lnTo>
                  <a:lnTo>
                    <a:pt x="3880626" y="722429"/>
                  </a:lnTo>
                  <a:lnTo>
                    <a:pt x="3879965" y="722429"/>
                  </a:lnTo>
                  <a:lnTo>
                    <a:pt x="3879305" y="722429"/>
                  </a:lnTo>
                  <a:lnTo>
                    <a:pt x="3878644" y="722429"/>
                  </a:lnTo>
                  <a:lnTo>
                    <a:pt x="3877983" y="722429"/>
                  </a:lnTo>
                  <a:lnTo>
                    <a:pt x="3877323" y="722429"/>
                  </a:lnTo>
                  <a:lnTo>
                    <a:pt x="3876662" y="722429"/>
                  </a:lnTo>
                  <a:lnTo>
                    <a:pt x="3876002" y="722429"/>
                  </a:lnTo>
                  <a:lnTo>
                    <a:pt x="3875341" y="722429"/>
                  </a:lnTo>
                  <a:lnTo>
                    <a:pt x="3874681" y="722429"/>
                  </a:lnTo>
                  <a:lnTo>
                    <a:pt x="3874020" y="722429"/>
                  </a:lnTo>
                  <a:lnTo>
                    <a:pt x="3873360" y="722429"/>
                  </a:lnTo>
                  <a:lnTo>
                    <a:pt x="3872699" y="722429"/>
                  </a:lnTo>
                  <a:lnTo>
                    <a:pt x="3872039" y="722429"/>
                  </a:lnTo>
                  <a:lnTo>
                    <a:pt x="3871378" y="722429"/>
                  </a:lnTo>
                  <a:lnTo>
                    <a:pt x="3870718" y="722429"/>
                  </a:lnTo>
                  <a:lnTo>
                    <a:pt x="3870057" y="722429"/>
                  </a:lnTo>
                  <a:lnTo>
                    <a:pt x="3869397" y="722429"/>
                  </a:lnTo>
                  <a:lnTo>
                    <a:pt x="3868736" y="722429"/>
                  </a:lnTo>
                  <a:lnTo>
                    <a:pt x="3868076" y="722429"/>
                  </a:lnTo>
                  <a:lnTo>
                    <a:pt x="3867415" y="722429"/>
                  </a:lnTo>
                  <a:lnTo>
                    <a:pt x="3866754" y="722429"/>
                  </a:lnTo>
                  <a:lnTo>
                    <a:pt x="3866094" y="722429"/>
                  </a:lnTo>
                  <a:lnTo>
                    <a:pt x="3865433" y="722429"/>
                  </a:lnTo>
                  <a:lnTo>
                    <a:pt x="3864773" y="722429"/>
                  </a:lnTo>
                  <a:lnTo>
                    <a:pt x="3864112" y="722429"/>
                  </a:lnTo>
                  <a:lnTo>
                    <a:pt x="3863452" y="722429"/>
                  </a:lnTo>
                  <a:lnTo>
                    <a:pt x="3862791" y="722429"/>
                  </a:lnTo>
                  <a:lnTo>
                    <a:pt x="3862131" y="722429"/>
                  </a:lnTo>
                  <a:lnTo>
                    <a:pt x="3861470" y="722429"/>
                  </a:lnTo>
                  <a:lnTo>
                    <a:pt x="3860810" y="722429"/>
                  </a:lnTo>
                  <a:lnTo>
                    <a:pt x="3860149" y="722429"/>
                  </a:lnTo>
                  <a:lnTo>
                    <a:pt x="3859489" y="722429"/>
                  </a:lnTo>
                  <a:lnTo>
                    <a:pt x="3858828" y="722429"/>
                  </a:lnTo>
                  <a:lnTo>
                    <a:pt x="3858168" y="722429"/>
                  </a:lnTo>
                  <a:lnTo>
                    <a:pt x="3857507" y="722429"/>
                  </a:lnTo>
                  <a:lnTo>
                    <a:pt x="3856846" y="722429"/>
                  </a:lnTo>
                  <a:lnTo>
                    <a:pt x="3856186" y="722429"/>
                  </a:lnTo>
                  <a:lnTo>
                    <a:pt x="3855525" y="722429"/>
                  </a:lnTo>
                  <a:lnTo>
                    <a:pt x="3854865" y="722429"/>
                  </a:lnTo>
                  <a:lnTo>
                    <a:pt x="3854204" y="722429"/>
                  </a:lnTo>
                  <a:lnTo>
                    <a:pt x="3853544" y="722429"/>
                  </a:lnTo>
                  <a:lnTo>
                    <a:pt x="3852883" y="722429"/>
                  </a:lnTo>
                  <a:lnTo>
                    <a:pt x="3852223" y="722429"/>
                  </a:lnTo>
                  <a:lnTo>
                    <a:pt x="3851562" y="722429"/>
                  </a:lnTo>
                  <a:lnTo>
                    <a:pt x="3850902" y="722429"/>
                  </a:lnTo>
                  <a:lnTo>
                    <a:pt x="3850241" y="722429"/>
                  </a:lnTo>
                  <a:lnTo>
                    <a:pt x="3849581" y="722429"/>
                  </a:lnTo>
                  <a:lnTo>
                    <a:pt x="3848920" y="722429"/>
                  </a:lnTo>
                  <a:lnTo>
                    <a:pt x="3848260" y="722429"/>
                  </a:lnTo>
                  <a:lnTo>
                    <a:pt x="3847599" y="722429"/>
                  </a:lnTo>
                  <a:lnTo>
                    <a:pt x="3846938" y="722429"/>
                  </a:lnTo>
                  <a:lnTo>
                    <a:pt x="3846278" y="722429"/>
                  </a:lnTo>
                  <a:lnTo>
                    <a:pt x="3845617" y="722429"/>
                  </a:lnTo>
                  <a:lnTo>
                    <a:pt x="3844957" y="722429"/>
                  </a:lnTo>
                  <a:lnTo>
                    <a:pt x="3844296" y="722429"/>
                  </a:lnTo>
                  <a:lnTo>
                    <a:pt x="3843636" y="722429"/>
                  </a:lnTo>
                  <a:lnTo>
                    <a:pt x="3842975" y="722429"/>
                  </a:lnTo>
                  <a:lnTo>
                    <a:pt x="3842315" y="722429"/>
                  </a:lnTo>
                  <a:lnTo>
                    <a:pt x="3841654" y="722429"/>
                  </a:lnTo>
                  <a:lnTo>
                    <a:pt x="3840994" y="722429"/>
                  </a:lnTo>
                  <a:lnTo>
                    <a:pt x="3840333" y="722429"/>
                  </a:lnTo>
                  <a:lnTo>
                    <a:pt x="3839673" y="722429"/>
                  </a:lnTo>
                  <a:lnTo>
                    <a:pt x="3839012" y="722429"/>
                  </a:lnTo>
                  <a:lnTo>
                    <a:pt x="3838352" y="722429"/>
                  </a:lnTo>
                  <a:lnTo>
                    <a:pt x="3837691" y="722429"/>
                  </a:lnTo>
                  <a:lnTo>
                    <a:pt x="3837031" y="722429"/>
                  </a:lnTo>
                  <a:lnTo>
                    <a:pt x="3836370" y="722429"/>
                  </a:lnTo>
                  <a:lnTo>
                    <a:pt x="3835709" y="722429"/>
                  </a:lnTo>
                  <a:lnTo>
                    <a:pt x="3835049" y="722429"/>
                  </a:lnTo>
                  <a:lnTo>
                    <a:pt x="3834388" y="722429"/>
                  </a:lnTo>
                  <a:lnTo>
                    <a:pt x="3833728" y="722429"/>
                  </a:lnTo>
                  <a:lnTo>
                    <a:pt x="3833067" y="722429"/>
                  </a:lnTo>
                  <a:lnTo>
                    <a:pt x="3832407" y="722429"/>
                  </a:lnTo>
                  <a:lnTo>
                    <a:pt x="3831746" y="722429"/>
                  </a:lnTo>
                  <a:lnTo>
                    <a:pt x="3831086" y="722429"/>
                  </a:lnTo>
                  <a:lnTo>
                    <a:pt x="3830425" y="722429"/>
                  </a:lnTo>
                  <a:lnTo>
                    <a:pt x="3829765" y="722429"/>
                  </a:lnTo>
                  <a:lnTo>
                    <a:pt x="3829104" y="722429"/>
                  </a:lnTo>
                  <a:lnTo>
                    <a:pt x="3828444" y="722429"/>
                  </a:lnTo>
                  <a:lnTo>
                    <a:pt x="3827783" y="722429"/>
                  </a:lnTo>
                  <a:lnTo>
                    <a:pt x="3827123" y="722429"/>
                  </a:lnTo>
                  <a:lnTo>
                    <a:pt x="3826462" y="722429"/>
                  </a:lnTo>
                  <a:lnTo>
                    <a:pt x="3825801" y="722429"/>
                  </a:lnTo>
                  <a:lnTo>
                    <a:pt x="3825141" y="722429"/>
                  </a:lnTo>
                  <a:lnTo>
                    <a:pt x="3824480" y="722429"/>
                  </a:lnTo>
                  <a:lnTo>
                    <a:pt x="3823820" y="722429"/>
                  </a:lnTo>
                  <a:lnTo>
                    <a:pt x="3823159" y="722429"/>
                  </a:lnTo>
                  <a:lnTo>
                    <a:pt x="3822499" y="722429"/>
                  </a:lnTo>
                  <a:lnTo>
                    <a:pt x="3821838" y="722429"/>
                  </a:lnTo>
                  <a:lnTo>
                    <a:pt x="3821178" y="722429"/>
                  </a:lnTo>
                  <a:lnTo>
                    <a:pt x="3820517" y="722429"/>
                  </a:lnTo>
                  <a:lnTo>
                    <a:pt x="3819857" y="722429"/>
                  </a:lnTo>
                  <a:lnTo>
                    <a:pt x="3819196" y="722429"/>
                  </a:lnTo>
                  <a:lnTo>
                    <a:pt x="3818536" y="722429"/>
                  </a:lnTo>
                  <a:lnTo>
                    <a:pt x="3817875" y="722429"/>
                  </a:lnTo>
                  <a:lnTo>
                    <a:pt x="3817215" y="722429"/>
                  </a:lnTo>
                  <a:lnTo>
                    <a:pt x="3816554" y="722429"/>
                  </a:lnTo>
                  <a:lnTo>
                    <a:pt x="3815893" y="722429"/>
                  </a:lnTo>
                  <a:lnTo>
                    <a:pt x="3815233" y="722429"/>
                  </a:lnTo>
                  <a:lnTo>
                    <a:pt x="3814572" y="722429"/>
                  </a:lnTo>
                  <a:lnTo>
                    <a:pt x="3813912" y="722429"/>
                  </a:lnTo>
                  <a:lnTo>
                    <a:pt x="3813251" y="722429"/>
                  </a:lnTo>
                  <a:lnTo>
                    <a:pt x="3812591" y="722429"/>
                  </a:lnTo>
                  <a:lnTo>
                    <a:pt x="3811930" y="722429"/>
                  </a:lnTo>
                  <a:lnTo>
                    <a:pt x="3811270" y="722429"/>
                  </a:lnTo>
                  <a:lnTo>
                    <a:pt x="3810609" y="722429"/>
                  </a:lnTo>
                  <a:lnTo>
                    <a:pt x="3809949" y="722429"/>
                  </a:lnTo>
                  <a:lnTo>
                    <a:pt x="3809288" y="722429"/>
                  </a:lnTo>
                  <a:lnTo>
                    <a:pt x="3808628" y="722429"/>
                  </a:lnTo>
                  <a:lnTo>
                    <a:pt x="3807967" y="722429"/>
                  </a:lnTo>
                  <a:lnTo>
                    <a:pt x="3807307" y="722429"/>
                  </a:lnTo>
                  <a:lnTo>
                    <a:pt x="3806646" y="722429"/>
                  </a:lnTo>
                  <a:lnTo>
                    <a:pt x="3805985" y="722429"/>
                  </a:lnTo>
                  <a:lnTo>
                    <a:pt x="3805325" y="722429"/>
                  </a:lnTo>
                  <a:lnTo>
                    <a:pt x="3804664" y="722429"/>
                  </a:lnTo>
                  <a:lnTo>
                    <a:pt x="3804004" y="722429"/>
                  </a:lnTo>
                  <a:lnTo>
                    <a:pt x="3803343" y="722429"/>
                  </a:lnTo>
                  <a:lnTo>
                    <a:pt x="3802683" y="722429"/>
                  </a:lnTo>
                  <a:lnTo>
                    <a:pt x="3802022" y="722429"/>
                  </a:lnTo>
                  <a:lnTo>
                    <a:pt x="3801362" y="722429"/>
                  </a:lnTo>
                  <a:lnTo>
                    <a:pt x="3800701" y="722429"/>
                  </a:lnTo>
                  <a:lnTo>
                    <a:pt x="3800041" y="722429"/>
                  </a:lnTo>
                  <a:lnTo>
                    <a:pt x="3799380" y="722429"/>
                  </a:lnTo>
                  <a:lnTo>
                    <a:pt x="3798720" y="722429"/>
                  </a:lnTo>
                  <a:lnTo>
                    <a:pt x="3798059" y="722429"/>
                  </a:lnTo>
                  <a:lnTo>
                    <a:pt x="3797399" y="722429"/>
                  </a:lnTo>
                  <a:lnTo>
                    <a:pt x="3796738" y="722429"/>
                  </a:lnTo>
                  <a:lnTo>
                    <a:pt x="3796078" y="722429"/>
                  </a:lnTo>
                  <a:lnTo>
                    <a:pt x="3795417" y="722429"/>
                  </a:lnTo>
                  <a:lnTo>
                    <a:pt x="3794756" y="722429"/>
                  </a:lnTo>
                  <a:lnTo>
                    <a:pt x="3794096" y="722429"/>
                  </a:lnTo>
                  <a:lnTo>
                    <a:pt x="3793435" y="722429"/>
                  </a:lnTo>
                  <a:lnTo>
                    <a:pt x="3792775" y="722429"/>
                  </a:lnTo>
                  <a:lnTo>
                    <a:pt x="3792114" y="722429"/>
                  </a:lnTo>
                  <a:lnTo>
                    <a:pt x="3791454" y="722429"/>
                  </a:lnTo>
                  <a:lnTo>
                    <a:pt x="3790793" y="722429"/>
                  </a:lnTo>
                  <a:lnTo>
                    <a:pt x="3790133" y="722429"/>
                  </a:lnTo>
                  <a:lnTo>
                    <a:pt x="3789472" y="722429"/>
                  </a:lnTo>
                  <a:lnTo>
                    <a:pt x="3788812" y="722429"/>
                  </a:lnTo>
                  <a:lnTo>
                    <a:pt x="3788151" y="722429"/>
                  </a:lnTo>
                  <a:lnTo>
                    <a:pt x="3787491" y="722429"/>
                  </a:lnTo>
                  <a:lnTo>
                    <a:pt x="3786830" y="722429"/>
                  </a:lnTo>
                  <a:lnTo>
                    <a:pt x="3786170" y="722429"/>
                  </a:lnTo>
                  <a:lnTo>
                    <a:pt x="3785509" y="722429"/>
                  </a:lnTo>
                  <a:lnTo>
                    <a:pt x="3784848" y="722429"/>
                  </a:lnTo>
                  <a:lnTo>
                    <a:pt x="3784188" y="722429"/>
                  </a:lnTo>
                  <a:lnTo>
                    <a:pt x="3783527" y="722429"/>
                  </a:lnTo>
                  <a:lnTo>
                    <a:pt x="3782867" y="722429"/>
                  </a:lnTo>
                  <a:lnTo>
                    <a:pt x="3782206" y="722429"/>
                  </a:lnTo>
                  <a:lnTo>
                    <a:pt x="3781546" y="722429"/>
                  </a:lnTo>
                  <a:lnTo>
                    <a:pt x="3780885" y="722429"/>
                  </a:lnTo>
                  <a:lnTo>
                    <a:pt x="3780225" y="722429"/>
                  </a:lnTo>
                  <a:lnTo>
                    <a:pt x="3779564" y="722429"/>
                  </a:lnTo>
                  <a:lnTo>
                    <a:pt x="3778904" y="722429"/>
                  </a:lnTo>
                  <a:lnTo>
                    <a:pt x="3778243" y="722429"/>
                  </a:lnTo>
                  <a:lnTo>
                    <a:pt x="3777583" y="722429"/>
                  </a:lnTo>
                  <a:lnTo>
                    <a:pt x="3776922" y="722429"/>
                  </a:lnTo>
                  <a:lnTo>
                    <a:pt x="3776262" y="722429"/>
                  </a:lnTo>
                  <a:lnTo>
                    <a:pt x="3775601" y="722429"/>
                  </a:lnTo>
                  <a:lnTo>
                    <a:pt x="3774940" y="722429"/>
                  </a:lnTo>
                  <a:lnTo>
                    <a:pt x="3774280" y="722429"/>
                  </a:lnTo>
                  <a:lnTo>
                    <a:pt x="3773619" y="722429"/>
                  </a:lnTo>
                  <a:lnTo>
                    <a:pt x="3772959" y="722429"/>
                  </a:lnTo>
                  <a:lnTo>
                    <a:pt x="3772298" y="722429"/>
                  </a:lnTo>
                  <a:lnTo>
                    <a:pt x="3771638" y="722429"/>
                  </a:lnTo>
                  <a:lnTo>
                    <a:pt x="3770977" y="722429"/>
                  </a:lnTo>
                  <a:lnTo>
                    <a:pt x="3770317" y="722429"/>
                  </a:lnTo>
                  <a:lnTo>
                    <a:pt x="3769656" y="722429"/>
                  </a:lnTo>
                  <a:lnTo>
                    <a:pt x="3768996" y="722429"/>
                  </a:lnTo>
                  <a:lnTo>
                    <a:pt x="3768335" y="722429"/>
                  </a:lnTo>
                  <a:lnTo>
                    <a:pt x="3767675" y="722429"/>
                  </a:lnTo>
                  <a:lnTo>
                    <a:pt x="3767014" y="722429"/>
                  </a:lnTo>
                  <a:lnTo>
                    <a:pt x="3766354" y="722429"/>
                  </a:lnTo>
                  <a:lnTo>
                    <a:pt x="3765693" y="722429"/>
                  </a:lnTo>
                  <a:lnTo>
                    <a:pt x="3765033" y="722429"/>
                  </a:lnTo>
                  <a:lnTo>
                    <a:pt x="3764372" y="722429"/>
                  </a:lnTo>
                  <a:lnTo>
                    <a:pt x="3763711" y="722429"/>
                  </a:lnTo>
                  <a:lnTo>
                    <a:pt x="3763051" y="722429"/>
                  </a:lnTo>
                  <a:lnTo>
                    <a:pt x="3762390" y="722429"/>
                  </a:lnTo>
                  <a:lnTo>
                    <a:pt x="3761730" y="722429"/>
                  </a:lnTo>
                  <a:lnTo>
                    <a:pt x="3761069" y="722429"/>
                  </a:lnTo>
                  <a:lnTo>
                    <a:pt x="3760409" y="722429"/>
                  </a:lnTo>
                  <a:lnTo>
                    <a:pt x="3759748" y="722429"/>
                  </a:lnTo>
                  <a:lnTo>
                    <a:pt x="3759088" y="722429"/>
                  </a:lnTo>
                  <a:lnTo>
                    <a:pt x="3758427" y="722429"/>
                  </a:lnTo>
                  <a:lnTo>
                    <a:pt x="3757767" y="722429"/>
                  </a:lnTo>
                  <a:lnTo>
                    <a:pt x="3757106" y="722429"/>
                  </a:lnTo>
                  <a:lnTo>
                    <a:pt x="3756446" y="722429"/>
                  </a:lnTo>
                  <a:lnTo>
                    <a:pt x="3755785" y="722429"/>
                  </a:lnTo>
                  <a:lnTo>
                    <a:pt x="3755125" y="722429"/>
                  </a:lnTo>
                  <a:lnTo>
                    <a:pt x="3754464" y="722429"/>
                  </a:lnTo>
                  <a:lnTo>
                    <a:pt x="3753803" y="722429"/>
                  </a:lnTo>
                  <a:lnTo>
                    <a:pt x="3753143" y="722429"/>
                  </a:lnTo>
                  <a:lnTo>
                    <a:pt x="3752482" y="722429"/>
                  </a:lnTo>
                  <a:lnTo>
                    <a:pt x="3751822" y="722429"/>
                  </a:lnTo>
                  <a:lnTo>
                    <a:pt x="3751161" y="722429"/>
                  </a:lnTo>
                  <a:lnTo>
                    <a:pt x="3750501" y="722429"/>
                  </a:lnTo>
                  <a:lnTo>
                    <a:pt x="3749840" y="722429"/>
                  </a:lnTo>
                  <a:lnTo>
                    <a:pt x="3749180" y="722429"/>
                  </a:lnTo>
                  <a:lnTo>
                    <a:pt x="3748519" y="722429"/>
                  </a:lnTo>
                  <a:lnTo>
                    <a:pt x="3747859" y="722429"/>
                  </a:lnTo>
                  <a:lnTo>
                    <a:pt x="3747198" y="722429"/>
                  </a:lnTo>
                  <a:lnTo>
                    <a:pt x="3746538" y="722429"/>
                  </a:lnTo>
                  <a:lnTo>
                    <a:pt x="3745877" y="722429"/>
                  </a:lnTo>
                  <a:lnTo>
                    <a:pt x="3745217" y="722429"/>
                  </a:lnTo>
                  <a:lnTo>
                    <a:pt x="3744556" y="722429"/>
                  </a:lnTo>
                  <a:lnTo>
                    <a:pt x="3743895" y="722429"/>
                  </a:lnTo>
                  <a:lnTo>
                    <a:pt x="3743235" y="722429"/>
                  </a:lnTo>
                  <a:lnTo>
                    <a:pt x="3742574" y="722429"/>
                  </a:lnTo>
                  <a:lnTo>
                    <a:pt x="3741914" y="722429"/>
                  </a:lnTo>
                  <a:lnTo>
                    <a:pt x="3741253" y="722429"/>
                  </a:lnTo>
                  <a:lnTo>
                    <a:pt x="3740593" y="722429"/>
                  </a:lnTo>
                  <a:lnTo>
                    <a:pt x="3739932" y="722429"/>
                  </a:lnTo>
                  <a:lnTo>
                    <a:pt x="3739272" y="722429"/>
                  </a:lnTo>
                  <a:lnTo>
                    <a:pt x="3738611" y="722429"/>
                  </a:lnTo>
                  <a:lnTo>
                    <a:pt x="3737951" y="722429"/>
                  </a:lnTo>
                  <a:lnTo>
                    <a:pt x="3737290" y="722429"/>
                  </a:lnTo>
                  <a:lnTo>
                    <a:pt x="3736630" y="722429"/>
                  </a:lnTo>
                  <a:lnTo>
                    <a:pt x="3735969" y="722429"/>
                  </a:lnTo>
                  <a:lnTo>
                    <a:pt x="3735309" y="722429"/>
                  </a:lnTo>
                  <a:lnTo>
                    <a:pt x="3734648" y="722429"/>
                  </a:lnTo>
                  <a:lnTo>
                    <a:pt x="3733987" y="722429"/>
                  </a:lnTo>
                  <a:lnTo>
                    <a:pt x="3733327" y="722429"/>
                  </a:lnTo>
                  <a:lnTo>
                    <a:pt x="3732666" y="722429"/>
                  </a:lnTo>
                  <a:lnTo>
                    <a:pt x="3732006" y="722429"/>
                  </a:lnTo>
                  <a:lnTo>
                    <a:pt x="3731345" y="722429"/>
                  </a:lnTo>
                  <a:lnTo>
                    <a:pt x="3730685" y="722429"/>
                  </a:lnTo>
                  <a:lnTo>
                    <a:pt x="3730024" y="722429"/>
                  </a:lnTo>
                  <a:lnTo>
                    <a:pt x="3729364" y="722429"/>
                  </a:lnTo>
                  <a:lnTo>
                    <a:pt x="3728703" y="722429"/>
                  </a:lnTo>
                  <a:lnTo>
                    <a:pt x="3728043" y="722429"/>
                  </a:lnTo>
                  <a:lnTo>
                    <a:pt x="3727382" y="722429"/>
                  </a:lnTo>
                  <a:lnTo>
                    <a:pt x="3726722" y="722429"/>
                  </a:lnTo>
                  <a:lnTo>
                    <a:pt x="3726061" y="722429"/>
                  </a:lnTo>
                  <a:lnTo>
                    <a:pt x="3725401" y="722429"/>
                  </a:lnTo>
                  <a:lnTo>
                    <a:pt x="3724740" y="722429"/>
                  </a:lnTo>
                  <a:lnTo>
                    <a:pt x="3724080" y="722429"/>
                  </a:lnTo>
                  <a:lnTo>
                    <a:pt x="3723419" y="722429"/>
                  </a:lnTo>
                  <a:lnTo>
                    <a:pt x="3722758" y="722429"/>
                  </a:lnTo>
                  <a:lnTo>
                    <a:pt x="3722098" y="722429"/>
                  </a:lnTo>
                  <a:lnTo>
                    <a:pt x="3721437" y="722429"/>
                  </a:lnTo>
                  <a:lnTo>
                    <a:pt x="3720777" y="722429"/>
                  </a:lnTo>
                  <a:lnTo>
                    <a:pt x="3720116" y="722429"/>
                  </a:lnTo>
                  <a:lnTo>
                    <a:pt x="3719456" y="722429"/>
                  </a:lnTo>
                  <a:lnTo>
                    <a:pt x="3718795" y="722429"/>
                  </a:lnTo>
                  <a:lnTo>
                    <a:pt x="3718135" y="722429"/>
                  </a:lnTo>
                  <a:lnTo>
                    <a:pt x="3717474" y="722429"/>
                  </a:lnTo>
                  <a:lnTo>
                    <a:pt x="3716814" y="722429"/>
                  </a:lnTo>
                  <a:lnTo>
                    <a:pt x="3716153" y="722429"/>
                  </a:lnTo>
                  <a:lnTo>
                    <a:pt x="3715493" y="722429"/>
                  </a:lnTo>
                  <a:lnTo>
                    <a:pt x="3714832" y="722429"/>
                  </a:lnTo>
                  <a:lnTo>
                    <a:pt x="3714172" y="722429"/>
                  </a:lnTo>
                  <a:lnTo>
                    <a:pt x="3713511" y="722429"/>
                  </a:lnTo>
                  <a:lnTo>
                    <a:pt x="3712850" y="722429"/>
                  </a:lnTo>
                  <a:lnTo>
                    <a:pt x="3712190" y="722429"/>
                  </a:lnTo>
                  <a:lnTo>
                    <a:pt x="3711529" y="722429"/>
                  </a:lnTo>
                  <a:lnTo>
                    <a:pt x="3710869" y="722429"/>
                  </a:lnTo>
                  <a:lnTo>
                    <a:pt x="3710208" y="722429"/>
                  </a:lnTo>
                  <a:lnTo>
                    <a:pt x="3709548" y="722429"/>
                  </a:lnTo>
                  <a:lnTo>
                    <a:pt x="3708887" y="722429"/>
                  </a:lnTo>
                  <a:lnTo>
                    <a:pt x="3708227" y="722429"/>
                  </a:lnTo>
                  <a:lnTo>
                    <a:pt x="3707566" y="722429"/>
                  </a:lnTo>
                  <a:lnTo>
                    <a:pt x="3706906" y="722429"/>
                  </a:lnTo>
                  <a:lnTo>
                    <a:pt x="3706245" y="722429"/>
                  </a:lnTo>
                  <a:lnTo>
                    <a:pt x="3705585" y="722429"/>
                  </a:lnTo>
                  <a:lnTo>
                    <a:pt x="3704924" y="722429"/>
                  </a:lnTo>
                  <a:lnTo>
                    <a:pt x="3704264" y="722429"/>
                  </a:lnTo>
                  <a:lnTo>
                    <a:pt x="3703603" y="722429"/>
                  </a:lnTo>
                  <a:lnTo>
                    <a:pt x="3702942" y="722429"/>
                  </a:lnTo>
                  <a:lnTo>
                    <a:pt x="3702282" y="722429"/>
                  </a:lnTo>
                  <a:lnTo>
                    <a:pt x="3701621" y="722429"/>
                  </a:lnTo>
                  <a:lnTo>
                    <a:pt x="3700961" y="722429"/>
                  </a:lnTo>
                  <a:lnTo>
                    <a:pt x="3700300" y="722429"/>
                  </a:lnTo>
                  <a:lnTo>
                    <a:pt x="3699640" y="722429"/>
                  </a:lnTo>
                  <a:lnTo>
                    <a:pt x="3698979" y="722429"/>
                  </a:lnTo>
                  <a:lnTo>
                    <a:pt x="3698319" y="722429"/>
                  </a:lnTo>
                  <a:lnTo>
                    <a:pt x="3697658" y="722429"/>
                  </a:lnTo>
                  <a:lnTo>
                    <a:pt x="3696998" y="722429"/>
                  </a:lnTo>
                  <a:lnTo>
                    <a:pt x="3696337" y="722429"/>
                  </a:lnTo>
                  <a:lnTo>
                    <a:pt x="3695677" y="722429"/>
                  </a:lnTo>
                  <a:lnTo>
                    <a:pt x="3695016" y="722429"/>
                  </a:lnTo>
                  <a:lnTo>
                    <a:pt x="3694356" y="722429"/>
                  </a:lnTo>
                  <a:lnTo>
                    <a:pt x="3693695" y="722429"/>
                  </a:lnTo>
                  <a:lnTo>
                    <a:pt x="3693035" y="722429"/>
                  </a:lnTo>
                  <a:lnTo>
                    <a:pt x="3692374" y="722429"/>
                  </a:lnTo>
                  <a:lnTo>
                    <a:pt x="3691713" y="722429"/>
                  </a:lnTo>
                  <a:lnTo>
                    <a:pt x="3691053" y="722429"/>
                  </a:lnTo>
                  <a:lnTo>
                    <a:pt x="3690392" y="722429"/>
                  </a:lnTo>
                  <a:lnTo>
                    <a:pt x="3689732" y="722429"/>
                  </a:lnTo>
                  <a:lnTo>
                    <a:pt x="3689071" y="722429"/>
                  </a:lnTo>
                  <a:lnTo>
                    <a:pt x="3688411" y="722429"/>
                  </a:lnTo>
                  <a:lnTo>
                    <a:pt x="3687750" y="722429"/>
                  </a:lnTo>
                  <a:lnTo>
                    <a:pt x="3687090" y="722429"/>
                  </a:lnTo>
                  <a:lnTo>
                    <a:pt x="3686429" y="722429"/>
                  </a:lnTo>
                  <a:lnTo>
                    <a:pt x="3685769" y="722429"/>
                  </a:lnTo>
                  <a:lnTo>
                    <a:pt x="3685108" y="722429"/>
                  </a:lnTo>
                  <a:lnTo>
                    <a:pt x="3684448" y="722429"/>
                  </a:lnTo>
                  <a:lnTo>
                    <a:pt x="3683787" y="722429"/>
                  </a:lnTo>
                  <a:lnTo>
                    <a:pt x="3683127" y="722429"/>
                  </a:lnTo>
                  <a:lnTo>
                    <a:pt x="3682466" y="722429"/>
                  </a:lnTo>
                  <a:lnTo>
                    <a:pt x="3681805" y="722429"/>
                  </a:lnTo>
                  <a:lnTo>
                    <a:pt x="3681145" y="722429"/>
                  </a:lnTo>
                  <a:lnTo>
                    <a:pt x="3680484" y="722429"/>
                  </a:lnTo>
                  <a:lnTo>
                    <a:pt x="3679824" y="722429"/>
                  </a:lnTo>
                  <a:lnTo>
                    <a:pt x="3679163" y="722429"/>
                  </a:lnTo>
                  <a:lnTo>
                    <a:pt x="3678503" y="722429"/>
                  </a:lnTo>
                  <a:lnTo>
                    <a:pt x="3677842" y="722429"/>
                  </a:lnTo>
                  <a:lnTo>
                    <a:pt x="3677182" y="722429"/>
                  </a:lnTo>
                  <a:lnTo>
                    <a:pt x="3676521" y="722429"/>
                  </a:lnTo>
                  <a:lnTo>
                    <a:pt x="3675861" y="722429"/>
                  </a:lnTo>
                  <a:lnTo>
                    <a:pt x="3675200" y="722429"/>
                  </a:lnTo>
                  <a:lnTo>
                    <a:pt x="3674540" y="722429"/>
                  </a:lnTo>
                  <a:lnTo>
                    <a:pt x="3673879" y="722429"/>
                  </a:lnTo>
                  <a:lnTo>
                    <a:pt x="3673219" y="722429"/>
                  </a:lnTo>
                  <a:lnTo>
                    <a:pt x="3672558" y="722429"/>
                  </a:lnTo>
                  <a:lnTo>
                    <a:pt x="3671897" y="722429"/>
                  </a:lnTo>
                  <a:lnTo>
                    <a:pt x="3671237" y="722429"/>
                  </a:lnTo>
                  <a:lnTo>
                    <a:pt x="3670576" y="722429"/>
                  </a:lnTo>
                  <a:lnTo>
                    <a:pt x="3669916" y="722429"/>
                  </a:lnTo>
                  <a:lnTo>
                    <a:pt x="3669255" y="722429"/>
                  </a:lnTo>
                  <a:lnTo>
                    <a:pt x="3668595" y="722429"/>
                  </a:lnTo>
                  <a:lnTo>
                    <a:pt x="3667934" y="722429"/>
                  </a:lnTo>
                  <a:lnTo>
                    <a:pt x="3667274" y="722429"/>
                  </a:lnTo>
                  <a:lnTo>
                    <a:pt x="3666613" y="722429"/>
                  </a:lnTo>
                  <a:lnTo>
                    <a:pt x="3665953" y="722429"/>
                  </a:lnTo>
                  <a:lnTo>
                    <a:pt x="3665292" y="722429"/>
                  </a:lnTo>
                  <a:lnTo>
                    <a:pt x="3664632" y="722429"/>
                  </a:lnTo>
                  <a:lnTo>
                    <a:pt x="3663971" y="722429"/>
                  </a:lnTo>
                  <a:lnTo>
                    <a:pt x="3663311" y="722429"/>
                  </a:lnTo>
                  <a:lnTo>
                    <a:pt x="3662650" y="722429"/>
                  </a:lnTo>
                  <a:lnTo>
                    <a:pt x="3661989" y="722429"/>
                  </a:lnTo>
                  <a:lnTo>
                    <a:pt x="3661329" y="722429"/>
                  </a:lnTo>
                  <a:lnTo>
                    <a:pt x="3660668" y="722429"/>
                  </a:lnTo>
                  <a:lnTo>
                    <a:pt x="3660008" y="722429"/>
                  </a:lnTo>
                  <a:lnTo>
                    <a:pt x="3659347" y="722429"/>
                  </a:lnTo>
                  <a:lnTo>
                    <a:pt x="3658687" y="722429"/>
                  </a:lnTo>
                  <a:lnTo>
                    <a:pt x="3658026" y="722429"/>
                  </a:lnTo>
                  <a:lnTo>
                    <a:pt x="3657366" y="722429"/>
                  </a:lnTo>
                  <a:lnTo>
                    <a:pt x="3656705" y="722429"/>
                  </a:lnTo>
                  <a:lnTo>
                    <a:pt x="3656045" y="722429"/>
                  </a:lnTo>
                  <a:lnTo>
                    <a:pt x="3655384" y="722429"/>
                  </a:lnTo>
                  <a:lnTo>
                    <a:pt x="3654724" y="722429"/>
                  </a:lnTo>
                  <a:lnTo>
                    <a:pt x="3654063" y="722429"/>
                  </a:lnTo>
                  <a:lnTo>
                    <a:pt x="3653403" y="722429"/>
                  </a:lnTo>
                  <a:lnTo>
                    <a:pt x="3652742" y="722429"/>
                  </a:lnTo>
                  <a:lnTo>
                    <a:pt x="3652082" y="722429"/>
                  </a:lnTo>
                  <a:lnTo>
                    <a:pt x="3651421" y="722429"/>
                  </a:lnTo>
                  <a:lnTo>
                    <a:pt x="3650760" y="722429"/>
                  </a:lnTo>
                  <a:lnTo>
                    <a:pt x="3650100" y="722429"/>
                  </a:lnTo>
                  <a:lnTo>
                    <a:pt x="3649439" y="722429"/>
                  </a:lnTo>
                  <a:lnTo>
                    <a:pt x="3648779" y="722429"/>
                  </a:lnTo>
                  <a:lnTo>
                    <a:pt x="3648118" y="722429"/>
                  </a:lnTo>
                  <a:lnTo>
                    <a:pt x="3647458" y="722429"/>
                  </a:lnTo>
                  <a:lnTo>
                    <a:pt x="3646797" y="722429"/>
                  </a:lnTo>
                  <a:lnTo>
                    <a:pt x="3646137" y="722429"/>
                  </a:lnTo>
                  <a:lnTo>
                    <a:pt x="3645476" y="722429"/>
                  </a:lnTo>
                  <a:lnTo>
                    <a:pt x="3644816" y="722429"/>
                  </a:lnTo>
                  <a:lnTo>
                    <a:pt x="3644155" y="722429"/>
                  </a:lnTo>
                  <a:lnTo>
                    <a:pt x="3643495" y="722429"/>
                  </a:lnTo>
                  <a:lnTo>
                    <a:pt x="3642834" y="722429"/>
                  </a:lnTo>
                  <a:lnTo>
                    <a:pt x="3642174" y="722429"/>
                  </a:lnTo>
                  <a:lnTo>
                    <a:pt x="3641513" y="722429"/>
                  </a:lnTo>
                  <a:lnTo>
                    <a:pt x="3640852" y="722429"/>
                  </a:lnTo>
                  <a:lnTo>
                    <a:pt x="3640192" y="722429"/>
                  </a:lnTo>
                  <a:lnTo>
                    <a:pt x="3639531" y="722429"/>
                  </a:lnTo>
                  <a:lnTo>
                    <a:pt x="3638871" y="722429"/>
                  </a:lnTo>
                  <a:lnTo>
                    <a:pt x="3638210" y="722429"/>
                  </a:lnTo>
                  <a:lnTo>
                    <a:pt x="3637550" y="722429"/>
                  </a:lnTo>
                  <a:lnTo>
                    <a:pt x="3636889" y="722429"/>
                  </a:lnTo>
                  <a:lnTo>
                    <a:pt x="3636229" y="722429"/>
                  </a:lnTo>
                  <a:lnTo>
                    <a:pt x="3635568" y="722429"/>
                  </a:lnTo>
                  <a:lnTo>
                    <a:pt x="3634908" y="722429"/>
                  </a:lnTo>
                  <a:lnTo>
                    <a:pt x="3634247" y="722429"/>
                  </a:lnTo>
                  <a:lnTo>
                    <a:pt x="3633587" y="722429"/>
                  </a:lnTo>
                  <a:lnTo>
                    <a:pt x="3632926" y="722429"/>
                  </a:lnTo>
                  <a:lnTo>
                    <a:pt x="3632266" y="722429"/>
                  </a:lnTo>
                  <a:lnTo>
                    <a:pt x="3631605" y="722429"/>
                  </a:lnTo>
                  <a:lnTo>
                    <a:pt x="3630944" y="722429"/>
                  </a:lnTo>
                  <a:lnTo>
                    <a:pt x="3630284" y="722429"/>
                  </a:lnTo>
                  <a:lnTo>
                    <a:pt x="3629623" y="722429"/>
                  </a:lnTo>
                  <a:lnTo>
                    <a:pt x="3628963" y="722429"/>
                  </a:lnTo>
                  <a:lnTo>
                    <a:pt x="3628302" y="722429"/>
                  </a:lnTo>
                  <a:lnTo>
                    <a:pt x="3627642" y="722429"/>
                  </a:lnTo>
                  <a:lnTo>
                    <a:pt x="3626981" y="722429"/>
                  </a:lnTo>
                  <a:lnTo>
                    <a:pt x="3626321" y="722429"/>
                  </a:lnTo>
                  <a:lnTo>
                    <a:pt x="3625660" y="722429"/>
                  </a:lnTo>
                  <a:lnTo>
                    <a:pt x="3625000" y="722429"/>
                  </a:lnTo>
                  <a:lnTo>
                    <a:pt x="3624339" y="722429"/>
                  </a:lnTo>
                  <a:lnTo>
                    <a:pt x="3623679" y="722429"/>
                  </a:lnTo>
                  <a:lnTo>
                    <a:pt x="3623018" y="722429"/>
                  </a:lnTo>
                  <a:lnTo>
                    <a:pt x="3622358" y="722429"/>
                  </a:lnTo>
                  <a:lnTo>
                    <a:pt x="3621697" y="722429"/>
                  </a:lnTo>
                  <a:lnTo>
                    <a:pt x="3621037" y="722429"/>
                  </a:lnTo>
                  <a:lnTo>
                    <a:pt x="3620376" y="722429"/>
                  </a:lnTo>
                  <a:lnTo>
                    <a:pt x="3619715" y="722429"/>
                  </a:lnTo>
                  <a:lnTo>
                    <a:pt x="3619055" y="722429"/>
                  </a:lnTo>
                  <a:lnTo>
                    <a:pt x="3618394" y="722429"/>
                  </a:lnTo>
                  <a:lnTo>
                    <a:pt x="3617734" y="722429"/>
                  </a:lnTo>
                  <a:lnTo>
                    <a:pt x="3617073" y="722429"/>
                  </a:lnTo>
                  <a:lnTo>
                    <a:pt x="3616413" y="722429"/>
                  </a:lnTo>
                  <a:lnTo>
                    <a:pt x="3615752" y="722429"/>
                  </a:lnTo>
                  <a:lnTo>
                    <a:pt x="3615092" y="722429"/>
                  </a:lnTo>
                  <a:lnTo>
                    <a:pt x="3614431" y="722429"/>
                  </a:lnTo>
                  <a:lnTo>
                    <a:pt x="3613771" y="722429"/>
                  </a:lnTo>
                  <a:lnTo>
                    <a:pt x="3613110" y="722429"/>
                  </a:lnTo>
                  <a:lnTo>
                    <a:pt x="3612450" y="722429"/>
                  </a:lnTo>
                  <a:lnTo>
                    <a:pt x="3611789" y="722429"/>
                  </a:lnTo>
                  <a:lnTo>
                    <a:pt x="3611129" y="722429"/>
                  </a:lnTo>
                  <a:lnTo>
                    <a:pt x="3610468" y="722429"/>
                  </a:lnTo>
                  <a:lnTo>
                    <a:pt x="3609807" y="722429"/>
                  </a:lnTo>
                  <a:lnTo>
                    <a:pt x="3609147" y="722429"/>
                  </a:lnTo>
                  <a:lnTo>
                    <a:pt x="3608486" y="722429"/>
                  </a:lnTo>
                  <a:lnTo>
                    <a:pt x="3607826" y="722429"/>
                  </a:lnTo>
                  <a:lnTo>
                    <a:pt x="3607165" y="722429"/>
                  </a:lnTo>
                  <a:lnTo>
                    <a:pt x="3606505" y="722429"/>
                  </a:lnTo>
                  <a:lnTo>
                    <a:pt x="3605844" y="722429"/>
                  </a:lnTo>
                  <a:lnTo>
                    <a:pt x="3605184" y="722429"/>
                  </a:lnTo>
                  <a:lnTo>
                    <a:pt x="3604523" y="722429"/>
                  </a:lnTo>
                  <a:lnTo>
                    <a:pt x="3603863" y="722429"/>
                  </a:lnTo>
                  <a:lnTo>
                    <a:pt x="3603202" y="722429"/>
                  </a:lnTo>
                  <a:lnTo>
                    <a:pt x="3602542" y="722429"/>
                  </a:lnTo>
                  <a:lnTo>
                    <a:pt x="3601881" y="722429"/>
                  </a:lnTo>
                  <a:lnTo>
                    <a:pt x="3601221" y="722429"/>
                  </a:lnTo>
                  <a:lnTo>
                    <a:pt x="3600560" y="722429"/>
                  </a:lnTo>
                  <a:lnTo>
                    <a:pt x="3599899" y="722429"/>
                  </a:lnTo>
                  <a:lnTo>
                    <a:pt x="3599239" y="722429"/>
                  </a:lnTo>
                  <a:lnTo>
                    <a:pt x="3598578" y="722429"/>
                  </a:lnTo>
                  <a:lnTo>
                    <a:pt x="3597918" y="722429"/>
                  </a:lnTo>
                  <a:lnTo>
                    <a:pt x="3597257" y="722429"/>
                  </a:lnTo>
                  <a:lnTo>
                    <a:pt x="3596597" y="722429"/>
                  </a:lnTo>
                  <a:lnTo>
                    <a:pt x="3595936" y="722429"/>
                  </a:lnTo>
                  <a:lnTo>
                    <a:pt x="3595276" y="722429"/>
                  </a:lnTo>
                  <a:lnTo>
                    <a:pt x="3594615" y="722429"/>
                  </a:lnTo>
                  <a:lnTo>
                    <a:pt x="3593955" y="722429"/>
                  </a:lnTo>
                  <a:lnTo>
                    <a:pt x="3593294" y="722429"/>
                  </a:lnTo>
                  <a:lnTo>
                    <a:pt x="3592634" y="722429"/>
                  </a:lnTo>
                  <a:lnTo>
                    <a:pt x="3591973" y="722429"/>
                  </a:lnTo>
                  <a:lnTo>
                    <a:pt x="3591313" y="722429"/>
                  </a:lnTo>
                  <a:lnTo>
                    <a:pt x="3590652" y="722429"/>
                  </a:lnTo>
                  <a:lnTo>
                    <a:pt x="3589991" y="722429"/>
                  </a:lnTo>
                  <a:lnTo>
                    <a:pt x="3589331" y="722429"/>
                  </a:lnTo>
                  <a:lnTo>
                    <a:pt x="3588670" y="722429"/>
                  </a:lnTo>
                  <a:lnTo>
                    <a:pt x="3588010" y="722429"/>
                  </a:lnTo>
                  <a:lnTo>
                    <a:pt x="3587349" y="722429"/>
                  </a:lnTo>
                  <a:lnTo>
                    <a:pt x="3586689" y="722429"/>
                  </a:lnTo>
                  <a:lnTo>
                    <a:pt x="3586028" y="722429"/>
                  </a:lnTo>
                  <a:lnTo>
                    <a:pt x="3585368" y="722429"/>
                  </a:lnTo>
                  <a:lnTo>
                    <a:pt x="3584707" y="722429"/>
                  </a:lnTo>
                  <a:lnTo>
                    <a:pt x="3584047" y="722429"/>
                  </a:lnTo>
                  <a:lnTo>
                    <a:pt x="3583386" y="722429"/>
                  </a:lnTo>
                  <a:lnTo>
                    <a:pt x="3582726" y="722429"/>
                  </a:lnTo>
                  <a:lnTo>
                    <a:pt x="3582065" y="722429"/>
                  </a:lnTo>
                  <a:lnTo>
                    <a:pt x="3581405" y="722429"/>
                  </a:lnTo>
                  <a:lnTo>
                    <a:pt x="3580744" y="722429"/>
                  </a:lnTo>
                  <a:lnTo>
                    <a:pt x="3580084" y="722429"/>
                  </a:lnTo>
                  <a:lnTo>
                    <a:pt x="3579423" y="722429"/>
                  </a:lnTo>
                  <a:lnTo>
                    <a:pt x="3578762" y="722429"/>
                  </a:lnTo>
                  <a:lnTo>
                    <a:pt x="3578102" y="722429"/>
                  </a:lnTo>
                  <a:lnTo>
                    <a:pt x="3577441" y="722429"/>
                  </a:lnTo>
                  <a:lnTo>
                    <a:pt x="3576781" y="722429"/>
                  </a:lnTo>
                  <a:lnTo>
                    <a:pt x="3576120" y="722429"/>
                  </a:lnTo>
                  <a:lnTo>
                    <a:pt x="3575460" y="722429"/>
                  </a:lnTo>
                  <a:lnTo>
                    <a:pt x="3574799" y="722429"/>
                  </a:lnTo>
                  <a:lnTo>
                    <a:pt x="3574139" y="722429"/>
                  </a:lnTo>
                  <a:lnTo>
                    <a:pt x="3573478" y="722429"/>
                  </a:lnTo>
                  <a:lnTo>
                    <a:pt x="3572818" y="722429"/>
                  </a:lnTo>
                  <a:lnTo>
                    <a:pt x="3572157" y="722429"/>
                  </a:lnTo>
                  <a:lnTo>
                    <a:pt x="3571497" y="722429"/>
                  </a:lnTo>
                  <a:lnTo>
                    <a:pt x="3570836" y="722429"/>
                  </a:lnTo>
                  <a:lnTo>
                    <a:pt x="3570176" y="722429"/>
                  </a:lnTo>
                  <a:lnTo>
                    <a:pt x="3569515" y="722429"/>
                  </a:lnTo>
                  <a:lnTo>
                    <a:pt x="3568854" y="722429"/>
                  </a:lnTo>
                  <a:lnTo>
                    <a:pt x="3568194" y="722429"/>
                  </a:lnTo>
                  <a:lnTo>
                    <a:pt x="3567533" y="722429"/>
                  </a:lnTo>
                  <a:lnTo>
                    <a:pt x="3566873" y="722429"/>
                  </a:lnTo>
                  <a:lnTo>
                    <a:pt x="3566212" y="722429"/>
                  </a:lnTo>
                  <a:lnTo>
                    <a:pt x="3565552" y="722429"/>
                  </a:lnTo>
                  <a:lnTo>
                    <a:pt x="3564891" y="722429"/>
                  </a:lnTo>
                  <a:lnTo>
                    <a:pt x="3564231" y="722429"/>
                  </a:lnTo>
                  <a:lnTo>
                    <a:pt x="3563570" y="722429"/>
                  </a:lnTo>
                  <a:lnTo>
                    <a:pt x="3562910" y="722429"/>
                  </a:lnTo>
                  <a:lnTo>
                    <a:pt x="3562249" y="722429"/>
                  </a:lnTo>
                  <a:lnTo>
                    <a:pt x="3561589" y="722429"/>
                  </a:lnTo>
                  <a:lnTo>
                    <a:pt x="3560928" y="722429"/>
                  </a:lnTo>
                  <a:lnTo>
                    <a:pt x="3560268" y="722429"/>
                  </a:lnTo>
                  <a:lnTo>
                    <a:pt x="3559607" y="722429"/>
                  </a:lnTo>
                  <a:lnTo>
                    <a:pt x="3558946" y="722429"/>
                  </a:lnTo>
                  <a:lnTo>
                    <a:pt x="3558286" y="722429"/>
                  </a:lnTo>
                  <a:lnTo>
                    <a:pt x="3557625" y="722429"/>
                  </a:lnTo>
                  <a:lnTo>
                    <a:pt x="3556965" y="722429"/>
                  </a:lnTo>
                  <a:lnTo>
                    <a:pt x="3556304" y="722429"/>
                  </a:lnTo>
                  <a:lnTo>
                    <a:pt x="3555644" y="722429"/>
                  </a:lnTo>
                  <a:lnTo>
                    <a:pt x="3554983" y="722429"/>
                  </a:lnTo>
                  <a:lnTo>
                    <a:pt x="3554323" y="722429"/>
                  </a:lnTo>
                  <a:lnTo>
                    <a:pt x="3553662" y="722429"/>
                  </a:lnTo>
                  <a:lnTo>
                    <a:pt x="3553002" y="722429"/>
                  </a:lnTo>
                  <a:lnTo>
                    <a:pt x="3552341" y="722429"/>
                  </a:lnTo>
                  <a:lnTo>
                    <a:pt x="3551681" y="722429"/>
                  </a:lnTo>
                  <a:lnTo>
                    <a:pt x="3551020" y="722429"/>
                  </a:lnTo>
                  <a:lnTo>
                    <a:pt x="3550360" y="722429"/>
                  </a:lnTo>
                  <a:lnTo>
                    <a:pt x="3549699" y="722429"/>
                  </a:lnTo>
                  <a:lnTo>
                    <a:pt x="3549039" y="722429"/>
                  </a:lnTo>
                  <a:lnTo>
                    <a:pt x="3548378" y="722429"/>
                  </a:lnTo>
                  <a:lnTo>
                    <a:pt x="3547717" y="722429"/>
                  </a:lnTo>
                  <a:lnTo>
                    <a:pt x="3547057" y="722429"/>
                  </a:lnTo>
                  <a:lnTo>
                    <a:pt x="3546396" y="722429"/>
                  </a:lnTo>
                  <a:lnTo>
                    <a:pt x="3545736" y="722429"/>
                  </a:lnTo>
                  <a:lnTo>
                    <a:pt x="3545075" y="722429"/>
                  </a:lnTo>
                  <a:lnTo>
                    <a:pt x="3544415" y="722429"/>
                  </a:lnTo>
                  <a:lnTo>
                    <a:pt x="3543754" y="722429"/>
                  </a:lnTo>
                  <a:lnTo>
                    <a:pt x="3543094" y="722429"/>
                  </a:lnTo>
                  <a:lnTo>
                    <a:pt x="3542433" y="722429"/>
                  </a:lnTo>
                  <a:lnTo>
                    <a:pt x="3541773" y="722429"/>
                  </a:lnTo>
                  <a:lnTo>
                    <a:pt x="3541112" y="722429"/>
                  </a:lnTo>
                  <a:lnTo>
                    <a:pt x="3540452" y="722429"/>
                  </a:lnTo>
                  <a:lnTo>
                    <a:pt x="3539791" y="722429"/>
                  </a:lnTo>
                  <a:lnTo>
                    <a:pt x="3539131" y="722429"/>
                  </a:lnTo>
                  <a:lnTo>
                    <a:pt x="3538470" y="722429"/>
                  </a:lnTo>
                  <a:lnTo>
                    <a:pt x="3537809" y="722429"/>
                  </a:lnTo>
                  <a:lnTo>
                    <a:pt x="3537149" y="722429"/>
                  </a:lnTo>
                  <a:lnTo>
                    <a:pt x="3536488" y="722429"/>
                  </a:lnTo>
                  <a:lnTo>
                    <a:pt x="3535828" y="722429"/>
                  </a:lnTo>
                  <a:lnTo>
                    <a:pt x="3535167" y="722429"/>
                  </a:lnTo>
                  <a:lnTo>
                    <a:pt x="3534507" y="722429"/>
                  </a:lnTo>
                  <a:lnTo>
                    <a:pt x="3533846" y="722429"/>
                  </a:lnTo>
                  <a:lnTo>
                    <a:pt x="3533186" y="722429"/>
                  </a:lnTo>
                  <a:lnTo>
                    <a:pt x="3532525" y="722429"/>
                  </a:lnTo>
                  <a:lnTo>
                    <a:pt x="3531865" y="722429"/>
                  </a:lnTo>
                  <a:lnTo>
                    <a:pt x="3531204" y="722429"/>
                  </a:lnTo>
                  <a:lnTo>
                    <a:pt x="3530544" y="722429"/>
                  </a:lnTo>
                  <a:lnTo>
                    <a:pt x="3529883" y="722429"/>
                  </a:lnTo>
                  <a:lnTo>
                    <a:pt x="3529223" y="722429"/>
                  </a:lnTo>
                  <a:lnTo>
                    <a:pt x="3528562" y="722429"/>
                  </a:lnTo>
                  <a:lnTo>
                    <a:pt x="3527901" y="722429"/>
                  </a:lnTo>
                  <a:lnTo>
                    <a:pt x="3527241" y="722429"/>
                  </a:lnTo>
                  <a:lnTo>
                    <a:pt x="3526580" y="722429"/>
                  </a:lnTo>
                  <a:lnTo>
                    <a:pt x="3525920" y="722429"/>
                  </a:lnTo>
                  <a:lnTo>
                    <a:pt x="3525259" y="722429"/>
                  </a:lnTo>
                  <a:lnTo>
                    <a:pt x="3524599" y="722429"/>
                  </a:lnTo>
                  <a:lnTo>
                    <a:pt x="3523938" y="722429"/>
                  </a:lnTo>
                  <a:lnTo>
                    <a:pt x="3523278" y="722429"/>
                  </a:lnTo>
                  <a:lnTo>
                    <a:pt x="3522617" y="722429"/>
                  </a:lnTo>
                  <a:lnTo>
                    <a:pt x="3521957" y="722429"/>
                  </a:lnTo>
                  <a:lnTo>
                    <a:pt x="3521296" y="722429"/>
                  </a:lnTo>
                  <a:lnTo>
                    <a:pt x="3520636" y="722429"/>
                  </a:lnTo>
                  <a:lnTo>
                    <a:pt x="3519975" y="722429"/>
                  </a:lnTo>
                  <a:lnTo>
                    <a:pt x="3519315" y="722429"/>
                  </a:lnTo>
                  <a:lnTo>
                    <a:pt x="3518654" y="722429"/>
                  </a:lnTo>
                  <a:lnTo>
                    <a:pt x="3517993" y="722429"/>
                  </a:lnTo>
                  <a:lnTo>
                    <a:pt x="3517333" y="722429"/>
                  </a:lnTo>
                  <a:lnTo>
                    <a:pt x="3516672" y="722429"/>
                  </a:lnTo>
                  <a:lnTo>
                    <a:pt x="3516012" y="722429"/>
                  </a:lnTo>
                  <a:lnTo>
                    <a:pt x="3515351" y="722429"/>
                  </a:lnTo>
                  <a:lnTo>
                    <a:pt x="3514691" y="722429"/>
                  </a:lnTo>
                  <a:lnTo>
                    <a:pt x="3514030" y="722429"/>
                  </a:lnTo>
                  <a:lnTo>
                    <a:pt x="3513370" y="722429"/>
                  </a:lnTo>
                  <a:lnTo>
                    <a:pt x="3512709" y="722429"/>
                  </a:lnTo>
                  <a:lnTo>
                    <a:pt x="3512049" y="722429"/>
                  </a:lnTo>
                  <a:lnTo>
                    <a:pt x="3511388" y="722429"/>
                  </a:lnTo>
                  <a:lnTo>
                    <a:pt x="3510728" y="722429"/>
                  </a:lnTo>
                  <a:lnTo>
                    <a:pt x="3510067" y="722429"/>
                  </a:lnTo>
                  <a:lnTo>
                    <a:pt x="3509407" y="722429"/>
                  </a:lnTo>
                  <a:lnTo>
                    <a:pt x="3508746" y="722429"/>
                  </a:lnTo>
                  <a:lnTo>
                    <a:pt x="3508086" y="722429"/>
                  </a:lnTo>
                  <a:lnTo>
                    <a:pt x="3507425" y="722429"/>
                  </a:lnTo>
                  <a:lnTo>
                    <a:pt x="3506764" y="722429"/>
                  </a:lnTo>
                  <a:lnTo>
                    <a:pt x="3506104" y="722429"/>
                  </a:lnTo>
                  <a:lnTo>
                    <a:pt x="3505443" y="722429"/>
                  </a:lnTo>
                  <a:lnTo>
                    <a:pt x="3504783" y="722429"/>
                  </a:lnTo>
                  <a:lnTo>
                    <a:pt x="3504122" y="722429"/>
                  </a:lnTo>
                  <a:lnTo>
                    <a:pt x="3503462" y="722429"/>
                  </a:lnTo>
                  <a:lnTo>
                    <a:pt x="3502801" y="722429"/>
                  </a:lnTo>
                  <a:lnTo>
                    <a:pt x="3502141" y="722429"/>
                  </a:lnTo>
                  <a:lnTo>
                    <a:pt x="3501480" y="722429"/>
                  </a:lnTo>
                  <a:lnTo>
                    <a:pt x="3500820" y="722429"/>
                  </a:lnTo>
                  <a:lnTo>
                    <a:pt x="3500159" y="722429"/>
                  </a:lnTo>
                  <a:lnTo>
                    <a:pt x="3499499" y="722429"/>
                  </a:lnTo>
                  <a:lnTo>
                    <a:pt x="3498838" y="722429"/>
                  </a:lnTo>
                  <a:lnTo>
                    <a:pt x="3498178" y="722429"/>
                  </a:lnTo>
                  <a:lnTo>
                    <a:pt x="3497517" y="722429"/>
                  </a:lnTo>
                  <a:lnTo>
                    <a:pt x="3496856" y="722429"/>
                  </a:lnTo>
                  <a:lnTo>
                    <a:pt x="3496196" y="722429"/>
                  </a:lnTo>
                  <a:lnTo>
                    <a:pt x="3495535" y="722429"/>
                  </a:lnTo>
                  <a:lnTo>
                    <a:pt x="3494875" y="722429"/>
                  </a:lnTo>
                  <a:lnTo>
                    <a:pt x="3494214" y="722429"/>
                  </a:lnTo>
                  <a:lnTo>
                    <a:pt x="3493554" y="722429"/>
                  </a:lnTo>
                  <a:lnTo>
                    <a:pt x="3492893" y="722429"/>
                  </a:lnTo>
                  <a:lnTo>
                    <a:pt x="3492233" y="722429"/>
                  </a:lnTo>
                  <a:lnTo>
                    <a:pt x="3491572" y="722429"/>
                  </a:lnTo>
                  <a:lnTo>
                    <a:pt x="3490912" y="722429"/>
                  </a:lnTo>
                  <a:lnTo>
                    <a:pt x="3490251" y="722429"/>
                  </a:lnTo>
                  <a:lnTo>
                    <a:pt x="3489591" y="722429"/>
                  </a:lnTo>
                  <a:lnTo>
                    <a:pt x="3488930" y="722429"/>
                  </a:lnTo>
                  <a:lnTo>
                    <a:pt x="3488270" y="722429"/>
                  </a:lnTo>
                  <a:lnTo>
                    <a:pt x="3487609" y="722429"/>
                  </a:lnTo>
                  <a:lnTo>
                    <a:pt x="3486948" y="722429"/>
                  </a:lnTo>
                  <a:lnTo>
                    <a:pt x="3486288" y="722429"/>
                  </a:lnTo>
                  <a:lnTo>
                    <a:pt x="3485627" y="722429"/>
                  </a:lnTo>
                  <a:lnTo>
                    <a:pt x="3484967" y="722429"/>
                  </a:lnTo>
                  <a:lnTo>
                    <a:pt x="3484306" y="722429"/>
                  </a:lnTo>
                  <a:lnTo>
                    <a:pt x="3483646" y="722429"/>
                  </a:lnTo>
                  <a:lnTo>
                    <a:pt x="3482985" y="722429"/>
                  </a:lnTo>
                  <a:lnTo>
                    <a:pt x="3482325" y="722429"/>
                  </a:lnTo>
                  <a:lnTo>
                    <a:pt x="3481664" y="722429"/>
                  </a:lnTo>
                  <a:lnTo>
                    <a:pt x="3481004" y="722429"/>
                  </a:lnTo>
                  <a:lnTo>
                    <a:pt x="3480343" y="722429"/>
                  </a:lnTo>
                  <a:lnTo>
                    <a:pt x="3479683" y="722429"/>
                  </a:lnTo>
                  <a:lnTo>
                    <a:pt x="3479022" y="722429"/>
                  </a:lnTo>
                  <a:lnTo>
                    <a:pt x="3478362" y="722429"/>
                  </a:lnTo>
                  <a:lnTo>
                    <a:pt x="3477701" y="722429"/>
                  </a:lnTo>
                  <a:lnTo>
                    <a:pt x="3477041" y="722429"/>
                  </a:lnTo>
                  <a:lnTo>
                    <a:pt x="3476380" y="722429"/>
                  </a:lnTo>
                  <a:lnTo>
                    <a:pt x="3475719" y="722429"/>
                  </a:lnTo>
                  <a:lnTo>
                    <a:pt x="3475059" y="722429"/>
                  </a:lnTo>
                  <a:lnTo>
                    <a:pt x="3474398" y="722429"/>
                  </a:lnTo>
                  <a:lnTo>
                    <a:pt x="3473738" y="722429"/>
                  </a:lnTo>
                  <a:lnTo>
                    <a:pt x="3473077" y="722429"/>
                  </a:lnTo>
                  <a:lnTo>
                    <a:pt x="3472417" y="722429"/>
                  </a:lnTo>
                  <a:lnTo>
                    <a:pt x="3471756" y="722429"/>
                  </a:lnTo>
                  <a:lnTo>
                    <a:pt x="3471096" y="722429"/>
                  </a:lnTo>
                  <a:lnTo>
                    <a:pt x="3470435" y="722429"/>
                  </a:lnTo>
                  <a:lnTo>
                    <a:pt x="3469775" y="722429"/>
                  </a:lnTo>
                  <a:lnTo>
                    <a:pt x="3469114" y="722429"/>
                  </a:lnTo>
                  <a:lnTo>
                    <a:pt x="3468454" y="722429"/>
                  </a:lnTo>
                  <a:lnTo>
                    <a:pt x="3467793" y="722429"/>
                  </a:lnTo>
                  <a:lnTo>
                    <a:pt x="3467133" y="722429"/>
                  </a:lnTo>
                  <a:lnTo>
                    <a:pt x="3466472" y="722429"/>
                  </a:lnTo>
                  <a:lnTo>
                    <a:pt x="3465811" y="722429"/>
                  </a:lnTo>
                  <a:lnTo>
                    <a:pt x="3465151" y="722429"/>
                  </a:lnTo>
                  <a:lnTo>
                    <a:pt x="3464490" y="722429"/>
                  </a:lnTo>
                  <a:lnTo>
                    <a:pt x="3463830" y="722429"/>
                  </a:lnTo>
                  <a:lnTo>
                    <a:pt x="3463169" y="722429"/>
                  </a:lnTo>
                  <a:lnTo>
                    <a:pt x="3462509" y="722429"/>
                  </a:lnTo>
                  <a:lnTo>
                    <a:pt x="3461848" y="722429"/>
                  </a:lnTo>
                  <a:lnTo>
                    <a:pt x="3461188" y="722429"/>
                  </a:lnTo>
                  <a:lnTo>
                    <a:pt x="3460527" y="722429"/>
                  </a:lnTo>
                  <a:lnTo>
                    <a:pt x="3459867" y="722429"/>
                  </a:lnTo>
                  <a:lnTo>
                    <a:pt x="3459206" y="722429"/>
                  </a:lnTo>
                  <a:lnTo>
                    <a:pt x="3458546" y="722429"/>
                  </a:lnTo>
                  <a:lnTo>
                    <a:pt x="3457885" y="722429"/>
                  </a:lnTo>
                  <a:lnTo>
                    <a:pt x="3457225" y="722429"/>
                  </a:lnTo>
                  <a:lnTo>
                    <a:pt x="3456564" y="722429"/>
                  </a:lnTo>
                  <a:lnTo>
                    <a:pt x="3455903" y="722429"/>
                  </a:lnTo>
                  <a:lnTo>
                    <a:pt x="3455243" y="722429"/>
                  </a:lnTo>
                  <a:lnTo>
                    <a:pt x="3454582" y="722429"/>
                  </a:lnTo>
                  <a:lnTo>
                    <a:pt x="3453922" y="722429"/>
                  </a:lnTo>
                  <a:lnTo>
                    <a:pt x="3453261" y="722429"/>
                  </a:lnTo>
                  <a:lnTo>
                    <a:pt x="3452601" y="722429"/>
                  </a:lnTo>
                  <a:lnTo>
                    <a:pt x="3451940" y="722429"/>
                  </a:lnTo>
                  <a:lnTo>
                    <a:pt x="3451280" y="722429"/>
                  </a:lnTo>
                  <a:lnTo>
                    <a:pt x="3450619" y="722429"/>
                  </a:lnTo>
                  <a:lnTo>
                    <a:pt x="3449959" y="722429"/>
                  </a:lnTo>
                  <a:lnTo>
                    <a:pt x="3449298" y="722429"/>
                  </a:lnTo>
                  <a:lnTo>
                    <a:pt x="3448638" y="722429"/>
                  </a:lnTo>
                  <a:lnTo>
                    <a:pt x="3447977" y="722429"/>
                  </a:lnTo>
                  <a:lnTo>
                    <a:pt x="3447317" y="722429"/>
                  </a:lnTo>
                  <a:lnTo>
                    <a:pt x="3446656" y="722429"/>
                  </a:lnTo>
                  <a:lnTo>
                    <a:pt x="3445995" y="722429"/>
                  </a:lnTo>
                  <a:lnTo>
                    <a:pt x="3445335" y="722429"/>
                  </a:lnTo>
                  <a:lnTo>
                    <a:pt x="3444674" y="722429"/>
                  </a:lnTo>
                  <a:lnTo>
                    <a:pt x="3444014" y="722429"/>
                  </a:lnTo>
                  <a:lnTo>
                    <a:pt x="3443353" y="722429"/>
                  </a:lnTo>
                  <a:lnTo>
                    <a:pt x="3442693" y="722429"/>
                  </a:lnTo>
                  <a:lnTo>
                    <a:pt x="3442032" y="722429"/>
                  </a:lnTo>
                  <a:lnTo>
                    <a:pt x="3441372" y="722429"/>
                  </a:lnTo>
                  <a:lnTo>
                    <a:pt x="3440711" y="722429"/>
                  </a:lnTo>
                  <a:lnTo>
                    <a:pt x="3440051" y="722429"/>
                  </a:lnTo>
                  <a:lnTo>
                    <a:pt x="3439390" y="722429"/>
                  </a:lnTo>
                  <a:lnTo>
                    <a:pt x="3438730" y="722429"/>
                  </a:lnTo>
                  <a:lnTo>
                    <a:pt x="3438069" y="722429"/>
                  </a:lnTo>
                  <a:lnTo>
                    <a:pt x="3437409" y="722429"/>
                  </a:lnTo>
                  <a:lnTo>
                    <a:pt x="3436748" y="722429"/>
                  </a:lnTo>
                  <a:lnTo>
                    <a:pt x="3436088" y="722429"/>
                  </a:lnTo>
                  <a:lnTo>
                    <a:pt x="3435427" y="722429"/>
                  </a:lnTo>
                  <a:lnTo>
                    <a:pt x="3434766" y="722429"/>
                  </a:lnTo>
                  <a:lnTo>
                    <a:pt x="3434106" y="722429"/>
                  </a:lnTo>
                  <a:lnTo>
                    <a:pt x="3433445" y="722429"/>
                  </a:lnTo>
                  <a:lnTo>
                    <a:pt x="3432785" y="722429"/>
                  </a:lnTo>
                  <a:lnTo>
                    <a:pt x="3432124" y="722429"/>
                  </a:lnTo>
                  <a:lnTo>
                    <a:pt x="3431464" y="722429"/>
                  </a:lnTo>
                  <a:lnTo>
                    <a:pt x="3430803" y="722429"/>
                  </a:lnTo>
                  <a:lnTo>
                    <a:pt x="3430143" y="722429"/>
                  </a:lnTo>
                  <a:lnTo>
                    <a:pt x="3429482" y="722429"/>
                  </a:lnTo>
                  <a:lnTo>
                    <a:pt x="3428822" y="722429"/>
                  </a:lnTo>
                  <a:lnTo>
                    <a:pt x="3428161" y="722429"/>
                  </a:lnTo>
                  <a:lnTo>
                    <a:pt x="3427501" y="722429"/>
                  </a:lnTo>
                  <a:lnTo>
                    <a:pt x="3426840" y="722429"/>
                  </a:lnTo>
                  <a:lnTo>
                    <a:pt x="3426180" y="722429"/>
                  </a:lnTo>
                  <a:lnTo>
                    <a:pt x="3425519" y="722429"/>
                  </a:lnTo>
                  <a:lnTo>
                    <a:pt x="3424858" y="722429"/>
                  </a:lnTo>
                  <a:lnTo>
                    <a:pt x="3424198" y="722429"/>
                  </a:lnTo>
                  <a:lnTo>
                    <a:pt x="3423537" y="722429"/>
                  </a:lnTo>
                  <a:lnTo>
                    <a:pt x="3422877" y="722429"/>
                  </a:lnTo>
                  <a:lnTo>
                    <a:pt x="3422216" y="722429"/>
                  </a:lnTo>
                  <a:lnTo>
                    <a:pt x="3421556" y="722429"/>
                  </a:lnTo>
                  <a:lnTo>
                    <a:pt x="3420895" y="722429"/>
                  </a:lnTo>
                  <a:lnTo>
                    <a:pt x="3420235" y="722429"/>
                  </a:lnTo>
                  <a:lnTo>
                    <a:pt x="3419574" y="722429"/>
                  </a:lnTo>
                  <a:lnTo>
                    <a:pt x="3418914" y="722429"/>
                  </a:lnTo>
                  <a:lnTo>
                    <a:pt x="3418253" y="722429"/>
                  </a:lnTo>
                  <a:lnTo>
                    <a:pt x="3417593" y="722429"/>
                  </a:lnTo>
                  <a:lnTo>
                    <a:pt x="3416932" y="722429"/>
                  </a:lnTo>
                  <a:lnTo>
                    <a:pt x="3416272" y="722429"/>
                  </a:lnTo>
                  <a:lnTo>
                    <a:pt x="3415611" y="722429"/>
                  </a:lnTo>
                  <a:lnTo>
                    <a:pt x="3414950" y="722429"/>
                  </a:lnTo>
                  <a:lnTo>
                    <a:pt x="3414290" y="722429"/>
                  </a:lnTo>
                  <a:lnTo>
                    <a:pt x="3413629" y="722429"/>
                  </a:lnTo>
                  <a:lnTo>
                    <a:pt x="3412969" y="722429"/>
                  </a:lnTo>
                  <a:lnTo>
                    <a:pt x="3412308" y="722429"/>
                  </a:lnTo>
                  <a:lnTo>
                    <a:pt x="3411648" y="722429"/>
                  </a:lnTo>
                  <a:lnTo>
                    <a:pt x="3410987" y="722429"/>
                  </a:lnTo>
                  <a:lnTo>
                    <a:pt x="3410327" y="722429"/>
                  </a:lnTo>
                  <a:lnTo>
                    <a:pt x="3409666" y="722429"/>
                  </a:lnTo>
                  <a:lnTo>
                    <a:pt x="3409006" y="722429"/>
                  </a:lnTo>
                  <a:lnTo>
                    <a:pt x="3408345" y="722429"/>
                  </a:lnTo>
                  <a:lnTo>
                    <a:pt x="3407685" y="722429"/>
                  </a:lnTo>
                  <a:lnTo>
                    <a:pt x="3407024" y="722429"/>
                  </a:lnTo>
                  <a:lnTo>
                    <a:pt x="3406364" y="722429"/>
                  </a:lnTo>
                  <a:lnTo>
                    <a:pt x="3405703" y="722429"/>
                  </a:lnTo>
                  <a:lnTo>
                    <a:pt x="3405043" y="722429"/>
                  </a:lnTo>
                  <a:lnTo>
                    <a:pt x="3404382" y="722429"/>
                  </a:lnTo>
                  <a:lnTo>
                    <a:pt x="3403721" y="722429"/>
                  </a:lnTo>
                  <a:lnTo>
                    <a:pt x="3403061" y="722429"/>
                  </a:lnTo>
                  <a:lnTo>
                    <a:pt x="3402400" y="722429"/>
                  </a:lnTo>
                  <a:lnTo>
                    <a:pt x="3401740" y="722429"/>
                  </a:lnTo>
                  <a:lnTo>
                    <a:pt x="3401079" y="722429"/>
                  </a:lnTo>
                  <a:lnTo>
                    <a:pt x="3400419" y="722429"/>
                  </a:lnTo>
                  <a:lnTo>
                    <a:pt x="3399758" y="722429"/>
                  </a:lnTo>
                  <a:lnTo>
                    <a:pt x="3399098" y="722429"/>
                  </a:lnTo>
                  <a:lnTo>
                    <a:pt x="3398437" y="722429"/>
                  </a:lnTo>
                  <a:lnTo>
                    <a:pt x="3397777" y="722429"/>
                  </a:lnTo>
                  <a:lnTo>
                    <a:pt x="3397116" y="722429"/>
                  </a:lnTo>
                  <a:lnTo>
                    <a:pt x="3396456" y="722429"/>
                  </a:lnTo>
                  <a:lnTo>
                    <a:pt x="3395795" y="722429"/>
                  </a:lnTo>
                  <a:lnTo>
                    <a:pt x="3395135" y="722429"/>
                  </a:lnTo>
                  <a:lnTo>
                    <a:pt x="3394474" y="722429"/>
                  </a:lnTo>
                  <a:lnTo>
                    <a:pt x="3393813" y="722429"/>
                  </a:lnTo>
                  <a:lnTo>
                    <a:pt x="3393153" y="722429"/>
                  </a:lnTo>
                  <a:lnTo>
                    <a:pt x="3392492" y="722429"/>
                  </a:lnTo>
                  <a:lnTo>
                    <a:pt x="3391832" y="722429"/>
                  </a:lnTo>
                  <a:lnTo>
                    <a:pt x="3391171" y="722429"/>
                  </a:lnTo>
                  <a:lnTo>
                    <a:pt x="3390511" y="722429"/>
                  </a:lnTo>
                  <a:lnTo>
                    <a:pt x="3389850" y="722429"/>
                  </a:lnTo>
                  <a:lnTo>
                    <a:pt x="3389190" y="722429"/>
                  </a:lnTo>
                  <a:lnTo>
                    <a:pt x="3388529" y="722429"/>
                  </a:lnTo>
                  <a:lnTo>
                    <a:pt x="3387869" y="722429"/>
                  </a:lnTo>
                  <a:lnTo>
                    <a:pt x="3387208" y="722429"/>
                  </a:lnTo>
                  <a:lnTo>
                    <a:pt x="3386548" y="722429"/>
                  </a:lnTo>
                  <a:lnTo>
                    <a:pt x="3385887" y="722429"/>
                  </a:lnTo>
                  <a:lnTo>
                    <a:pt x="3385227" y="722429"/>
                  </a:lnTo>
                  <a:lnTo>
                    <a:pt x="3384566" y="722429"/>
                  </a:lnTo>
                  <a:lnTo>
                    <a:pt x="3383905" y="722429"/>
                  </a:lnTo>
                  <a:lnTo>
                    <a:pt x="3383245" y="722429"/>
                  </a:lnTo>
                  <a:lnTo>
                    <a:pt x="3382584" y="722429"/>
                  </a:lnTo>
                  <a:lnTo>
                    <a:pt x="3381924" y="722429"/>
                  </a:lnTo>
                  <a:lnTo>
                    <a:pt x="3381263" y="722429"/>
                  </a:lnTo>
                  <a:lnTo>
                    <a:pt x="3380603" y="722429"/>
                  </a:lnTo>
                  <a:lnTo>
                    <a:pt x="3379942" y="722429"/>
                  </a:lnTo>
                  <a:lnTo>
                    <a:pt x="3379282" y="722429"/>
                  </a:lnTo>
                  <a:lnTo>
                    <a:pt x="3378621" y="722429"/>
                  </a:lnTo>
                  <a:lnTo>
                    <a:pt x="3377961" y="722429"/>
                  </a:lnTo>
                  <a:lnTo>
                    <a:pt x="3377300" y="722429"/>
                  </a:lnTo>
                  <a:lnTo>
                    <a:pt x="3376640" y="722429"/>
                  </a:lnTo>
                  <a:lnTo>
                    <a:pt x="3375979" y="722429"/>
                  </a:lnTo>
                  <a:lnTo>
                    <a:pt x="3375319" y="722429"/>
                  </a:lnTo>
                  <a:lnTo>
                    <a:pt x="3374658" y="722429"/>
                  </a:lnTo>
                  <a:lnTo>
                    <a:pt x="3373997" y="722429"/>
                  </a:lnTo>
                  <a:lnTo>
                    <a:pt x="3373337" y="722429"/>
                  </a:lnTo>
                  <a:lnTo>
                    <a:pt x="3372676" y="722429"/>
                  </a:lnTo>
                  <a:lnTo>
                    <a:pt x="3372016" y="722429"/>
                  </a:lnTo>
                  <a:lnTo>
                    <a:pt x="3371355" y="722429"/>
                  </a:lnTo>
                  <a:lnTo>
                    <a:pt x="3370695" y="722429"/>
                  </a:lnTo>
                  <a:lnTo>
                    <a:pt x="3370034" y="722429"/>
                  </a:lnTo>
                  <a:lnTo>
                    <a:pt x="3369374" y="722429"/>
                  </a:lnTo>
                  <a:lnTo>
                    <a:pt x="3368713" y="722429"/>
                  </a:lnTo>
                  <a:lnTo>
                    <a:pt x="3368053" y="722429"/>
                  </a:lnTo>
                  <a:lnTo>
                    <a:pt x="3367392" y="722429"/>
                  </a:lnTo>
                  <a:lnTo>
                    <a:pt x="3366732" y="722429"/>
                  </a:lnTo>
                  <a:lnTo>
                    <a:pt x="3366071" y="722429"/>
                  </a:lnTo>
                  <a:lnTo>
                    <a:pt x="3365411" y="722429"/>
                  </a:lnTo>
                  <a:lnTo>
                    <a:pt x="3364750" y="722429"/>
                  </a:lnTo>
                  <a:lnTo>
                    <a:pt x="3364090" y="722429"/>
                  </a:lnTo>
                  <a:lnTo>
                    <a:pt x="3363429" y="722429"/>
                  </a:lnTo>
                  <a:lnTo>
                    <a:pt x="3362768" y="722429"/>
                  </a:lnTo>
                  <a:lnTo>
                    <a:pt x="3362108" y="722429"/>
                  </a:lnTo>
                  <a:lnTo>
                    <a:pt x="3361447" y="722429"/>
                  </a:lnTo>
                  <a:lnTo>
                    <a:pt x="3360787" y="722429"/>
                  </a:lnTo>
                  <a:lnTo>
                    <a:pt x="3360126" y="722429"/>
                  </a:lnTo>
                  <a:lnTo>
                    <a:pt x="3359466" y="722429"/>
                  </a:lnTo>
                  <a:lnTo>
                    <a:pt x="3358805" y="722429"/>
                  </a:lnTo>
                  <a:lnTo>
                    <a:pt x="3358145" y="722429"/>
                  </a:lnTo>
                  <a:lnTo>
                    <a:pt x="3357484" y="722429"/>
                  </a:lnTo>
                  <a:lnTo>
                    <a:pt x="3356824" y="722429"/>
                  </a:lnTo>
                  <a:lnTo>
                    <a:pt x="3356163" y="722429"/>
                  </a:lnTo>
                  <a:lnTo>
                    <a:pt x="3355503" y="722429"/>
                  </a:lnTo>
                  <a:lnTo>
                    <a:pt x="3354842" y="722429"/>
                  </a:lnTo>
                  <a:lnTo>
                    <a:pt x="3354182" y="722429"/>
                  </a:lnTo>
                  <a:lnTo>
                    <a:pt x="3353521" y="722429"/>
                  </a:lnTo>
                  <a:lnTo>
                    <a:pt x="3352860" y="722429"/>
                  </a:lnTo>
                  <a:lnTo>
                    <a:pt x="3352200" y="722429"/>
                  </a:lnTo>
                  <a:lnTo>
                    <a:pt x="3351539" y="722429"/>
                  </a:lnTo>
                  <a:lnTo>
                    <a:pt x="3350879" y="722429"/>
                  </a:lnTo>
                  <a:lnTo>
                    <a:pt x="3350218" y="722429"/>
                  </a:lnTo>
                  <a:lnTo>
                    <a:pt x="3349558" y="722429"/>
                  </a:lnTo>
                  <a:lnTo>
                    <a:pt x="3348897" y="722429"/>
                  </a:lnTo>
                  <a:lnTo>
                    <a:pt x="3348237" y="722429"/>
                  </a:lnTo>
                  <a:lnTo>
                    <a:pt x="3347576" y="722429"/>
                  </a:lnTo>
                  <a:lnTo>
                    <a:pt x="3346916" y="722429"/>
                  </a:lnTo>
                  <a:lnTo>
                    <a:pt x="3346255" y="722429"/>
                  </a:lnTo>
                  <a:lnTo>
                    <a:pt x="3345595" y="722429"/>
                  </a:lnTo>
                  <a:lnTo>
                    <a:pt x="3344934" y="722429"/>
                  </a:lnTo>
                  <a:lnTo>
                    <a:pt x="3344274" y="722429"/>
                  </a:lnTo>
                  <a:lnTo>
                    <a:pt x="3343613" y="722429"/>
                  </a:lnTo>
                  <a:lnTo>
                    <a:pt x="3342952" y="722429"/>
                  </a:lnTo>
                  <a:lnTo>
                    <a:pt x="3342292" y="722429"/>
                  </a:lnTo>
                  <a:lnTo>
                    <a:pt x="3341631" y="722429"/>
                  </a:lnTo>
                  <a:lnTo>
                    <a:pt x="3340971" y="722429"/>
                  </a:lnTo>
                  <a:lnTo>
                    <a:pt x="3340310" y="722429"/>
                  </a:lnTo>
                  <a:lnTo>
                    <a:pt x="3339650" y="722429"/>
                  </a:lnTo>
                  <a:lnTo>
                    <a:pt x="3338989" y="722429"/>
                  </a:lnTo>
                  <a:lnTo>
                    <a:pt x="3338329" y="722429"/>
                  </a:lnTo>
                  <a:lnTo>
                    <a:pt x="3337668" y="722429"/>
                  </a:lnTo>
                  <a:lnTo>
                    <a:pt x="3337008" y="722429"/>
                  </a:lnTo>
                  <a:lnTo>
                    <a:pt x="3336347" y="722429"/>
                  </a:lnTo>
                  <a:lnTo>
                    <a:pt x="3335687" y="722429"/>
                  </a:lnTo>
                  <a:lnTo>
                    <a:pt x="3335026" y="722429"/>
                  </a:lnTo>
                  <a:lnTo>
                    <a:pt x="3334366" y="722429"/>
                  </a:lnTo>
                  <a:lnTo>
                    <a:pt x="3333705" y="722429"/>
                  </a:lnTo>
                  <a:lnTo>
                    <a:pt x="3333045" y="722429"/>
                  </a:lnTo>
                  <a:lnTo>
                    <a:pt x="3332384" y="722429"/>
                  </a:lnTo>
                  <a:lnTo>
                    <a:pt x="3331723" y="722429"/>
                  </a:lnTo>
                  <a:lnTo>
                    <a:pt x="3331063" y="722429"/>
                  </a:lnTo>
                  <a:lnTo>
                    <a:pt x="3330402" y="722429"/>
                  </a:lnTo>
                  <a:lnTo>
                    <a:pt x="3329742" y="722429"/>
                  </a:lnTo>
                  <a:lnTo>
                    <a:pt x="3329081" y="722429"/>
                  </a:lnTo>
                  <a:lnTo>
                    <a:pt x="3328421" y="722429"/>
                  </a:lnTo>
                  <a:lnTo>
                    <a:pt x="3327760" y="722429"/>
                  </a:lnTo>
                  <a:lnTo>
                    <a:pt x="3327100" y="722429"/>
                  </a:lnTo>
                  <a:lnTo>
                    <a:pt x="3326439" y="722429"/>
                  </a:lnTo>
                  <a:lnTo>
                    <a:pt x="3325779" y="722429"/>
                  </a:lnTo>
                  <a:lnTo>
                    <a:pt x="3325118" y="722429"/>
                  </a:lnTo>
                  <a:lnTo>
                    <a:pt x="3324458" y="722429"/>
                  </a:lnTo>
                  <a:lnTo>
                    <a:pt x="3323797" y="722429"/>
                  </a:lnTo>
                  <a:lnTo>
                    <a:pt x="3323137" y="722429"/>
                  </a:lnTo>
                  <a:lnTo>
                    <a:pt x="3322476" y="722429"/>
                  </a:lnTo>
                  <a:lnTo>
                    <a:pt x="3321815" y="722429"/>
                  </a:lnTo>
                  <a:lnTo>
                    <a:pt x="3321155" y="722429"/>
                  </a:lnTo>
                  <a:lnTo>
                    <a:pt x="3320494" y="722429"/>
                  </a:lnTo>
                  <a:lnTo>
                    <a:pt x="3319834" y="722429"/>
                  </a:lnTo>
                  <a:lnTo>
                    <a:pt x="3319173" y="722429"/>
                  </a:lnTo>
                  <a:lnTo>
                    <a:pt x="3318513" y="722429"/>
                  </a:lnTo>
                  <a:lnTo>
                    <a:pt x="3317852" y="722429"/>
                  </a:lnTo>
                  <a:lnTo>
                    <a:pt x="3317192" y="722429"/>
                  </a:lnTo>
                  <a:lnTo>
                    <a:pt x="3316531" y="722429"/>
                  </a:lnTo>
                  <a:lnTo>
                    <a:pt x="3315871" y="722429"/>
                  </a:lnTo>
                  <a:lnTo>
                    <a:pt x="3315210" y="722429"/>
                  </a:lnTo>
                  <a:lnTo>
                    <a:pt x="3314550" y="722429"/>
                  </a:lnTo>
                  <a:lnTo>
                    <a:pt x="3313889" y="722429"/>
                  </a:lnTo>
                  <a:lnTo>
                    <a:pt x="3313229" y="722429"/>
                  </a:lnTo>
                  <a:lnTo>
                    <a:pt x="3312568" y="722429"/>
                  </a:lnTo>
                  <a:lnTo>
                    <a:pt x="3311907" y="722429"/>
                  </a:lnTo>
                  <a:lnTo>
                    <a:pt x="3311247" y="722429"/>
                  </a:lnTo>
                  <a:lnTo>
                    <a:pt x="3310586" y="722429"/>
                  </a:lnTo>
                  <a:lnTo>
                    <a:pt x="3309926" y="722429"/>
                  </a:lnTo>
                  <a:lnTo>
                    <a:pt x="3309265" y="722429"/>
                  </a:lnTo>
                  <a:lnTo>
                    <a:pt x="3308605" y="722429"/>
                  </a:lnTo>
                  <a:lnTo>
                    <a:pt x="3307944" y="722429"/>
                  </a:lnTo>
                  <a:lnTo>
                    <a:pt x="3307284" y="722429"/>
                  </a:lnTo>
                  <a:lnTo>
                    <a:pt x="3306623" y="722429"/>
                  </a:lnTo>
                  <a:lnTo>
                    <a:pt x="3305963" y="722429"/>
                  </a:lnTo>
                  <a:lnTo>
                    <a:pt x="3305302" y="722429"/>
                  </a:lnTo>
                  <a:lnTo>
                    <a:pt x="3304642" y="722429"/>
                  </a:lnTo>
                  <a:lnTo>
                    <a:pt x="3303981" y="722429"/>
                  </a:lnTo>
                  <a:lnTo>
                    <a:pt x="3303321" y="722429"/>
                  </a:lnTo>
                  <a:lnTo>
                    <a:pt x="3302660" y="722429"/>
                  </a:lnTo>
                  <a:lnTo>
                    <a:pt x="3302000" y="722429"/>
                  </a:lnTo>
                  <a:lnTo>
                    <a:pt x="3301339" y="722429"/>
                  </a:lnTo>
                  <a:lnTo>
                    <a:pt x="3300678" y="722429"/>
                  </a:lnTo>
                  <a:lnTo>
                    <a:pt x="3300018" y="722429"/>
                  </a:lnTo>
                  <a:lnTo>
                    <a:pt x="3299357" y="722429"/>
                  </a:lnTo>
                  <a:lnTo>
                    <a:pt x="3298697" y="722429"/>
                  </a:lnTo>
                  <a:lnTo>
                    <a:pt x="3298036" y="722429"/>
                  </a:lnTo>
                  <a:lnTo>
                    <a:pt x="3297376" y="722429"/>
                  </a:lnTo>
                  <a:lnTo>
                    <a:pt x="3296715" y="722429"/>
                  </a:lnTo>
                  <a:lnTo>
                    <a:pt x="3296055" y="722429"/>
                  </a:lnTo>
                  <a:lnTo>
                    <a:pt x="3295394" y="722429"/>
                  </a:lnTo>
                  <a:lnTo>
                    <a:pt x="3294734" y="722429"/>
                  </a:lnTo>
                  <a:lnTo>
                    <a:pt x="3294073" y="722429"/>
                  </a:lnTo>
                  <a:lnTo>
                    <a:pt x="3293413" y="722429"/>
                  </a:lnTo>
                  <a:lnTo>
                    <a:pt x="3292752" y="722429"/>
                  </a:lnTo>
                  <a:lnTo>
                    <a:pt x="3292092" y="722429"/>
                  </a:lnTo>
                  <a:lnTo>
                    <a:pt x="3291431" y="722429"/>
                  </a:lnTo>
                  <a:lnTo>
                    <a:pt x="3290770" y="722429"/>
                  </a:lnTo>
                  <a:lnTo>
                    <a:pt x="3290110" y="722429"/>
                  </a:lnTo>
                  <a:lnTo>
                    <a:pt x="3289449" y="722429"/>
                  </a:lnTo>
                  <a:lnTo>
                    <a:pt x="3288789" y="722429"/>
                  </a:lnTo>
                  <a:lnTo>
                    <a:pt x="3288128" y="722429"/>
                  </a:lnTo>
                  <a:lnTo>
                    <a:pt x="3287468" y="722429"/>
                  </a:lnTo>
                  <a:lnTo>
                    <a:pt x="3286807" y="722429"/>
                  </a:lnTo>
                  <a:lnTo>
                    <a:pt x="3286147" y="722429"/>
                  </a:lnTo>
                  <a:lnTo>
                    <a:pt x="3285486" y="722429"/>
                  </a:lnTo>
                  <a:lnTo>
                    <a:pt x="3284826" y="722429"/>
                  </a:lnTo>
                  <a:lnTo>
                    <a:pt x="3284165" y="722429"/>
                  </a:lnTo>
                  <a:lnTo>
                    <a:pt x="3283505" y="722429"/>
                  </a:lnTo>
                  <a:lnTo>
                    <a:pt x="3282844" y="722429"/>
                  </a:lnTo>
                  <a:lnTo>
                    <a:pt x="3282184" y="722429"/>
                  </a:lnTo>
                  <a:lnTo>
                    <a:pt x="3281523" y="722429"/>
                  </a:lnTo>
                  <a:lnTo>
                    <a:pt x="3280862" y="722429"/>
                  </a:lnTo>
                  <a:lnTo>
                    <a:pt x="3280202" y="722429"/>
                  </a:lnTo>
                  <a:lnTo>
                    <a:pt x="3279541" y="722429"/>
                  </a:lnTo>
                  <a:lnTo>
                    <a:pt x="3278881" y="722429"/>
                  </a:lnTo>
                  <a:lnTo>
                    <a:pt x="3278220" y="722429"/>
                  </a:lnTo>
                  <a:lnTo>
                    <a:pt x="3277560" y="722429"/>
                  </a:lnTo>
                  <a:lnTo>
                    <a:pt x="3276899" y="722429"/>
                  </a:lnTo>
                  <a:lnTo>
                    <a:pt x="3276239" y="722429"/>
                  </a:lnTo>
                  <a:lnTo>
                    <a:pt x="3275578" y="722429"/>
                  </a:lnTo>
                  <a:lnTo>
                    <a:pt x="3274918" y="722429"/>
                  </a:lnTo>
                  <a:lnTo>
                    <a:pt x="3274257" y="722429"/>
                  </a:lnTo>
                  <a:lnTo>
                    <a:pt x="3273597" y="722429"/>
                  </a:lnTo>
                  <a:lnTo>
                    <a:pt x="3272936" y="722429"/>
                  </a:lnTo>
                  <a:lnTo>
                    <a:pt x="3272276" y="722429"/>
                  </a:lnTo>
                  <a:lnTo>
                    <a:pt x="3271615" y="722429"/>
                  </a:lnTo>
                  <a:lnTo>
                    <a:pt x="3270954" y="722429"/>
                  </a:lnTo>
                  <a:lnTo>
                    <a:pt x="3270294" y="722429"/>
                  </a:lnTo>
                  <a:lnTo>
                    <a:pt x="3269633" y="722429"/>
                  </a:lnTo>
                  <a:lnTo>
                    <a:pt x="3268973" y="722429"/>
                  </a:lnTo>
                  <a:lnTo>
                    <a:pt x="3268312" y="722429"/>
                  </a:lnTo>
                  <a:lnTo>
                    <a:pt x="3267652" y="722429"/>
                  </a:lnTo>
                  <a:lnTo>
                    <a:pt x="3266991" y="722429"/>
                  </a:lnTo>
                  <a:lnTo>
                    <a:pt x="3266331" y="722429"/>
                  </a:lnTo>
                  <a:lnTo>
                    <a:pt x="3265670" y="722429"/>
                  </a:lnTo>
                  <a:lnTo>
                    <a:pt x="3265010" y="722429"/>
                  </a:lnTo>
                  <a:lnTo>
                    <a:pt x="3264349" y="722429"/>
                  </a:lnTo>
                  <a:lnTo>
                    <a:pt x="3263689" y="722429"/>
                  </a:lnTo>
                  <a:lnTo>
                    <a:pt x="3263028" y="722429"/>
                  </a:lnTo>
                  <a:lnTo>
                    <a:pt x="3262368" y="722429"/>
                  </a:lnTo>
                  <a:lnTo>
                    <a:pt x="3261707" y="722429"/>
                  </a:lnTo>
                  <a:lnTo>
                    <a:pt x="3261047" y="722429"/>
                  </a:lnTo>
                  <a:lnTo>
                    <a:pt x="3260386" y="722429"/>
                  </a:lnTo>
                  <a:lnTo>
                    <a:pt x="3259725" y="722429"/>
                  </a:lnTo>
                  <a:lnTo>
                    <a:pt x="3259065" y="722429"/>
                  </a:lnTo>
                  <a:lnTo>
                    <a:pt x="3258404" y="722429"/>
                  </a:lnTo>
                  <a:lnTo>
                    <a:pt x="3257744" y="722429"/>
                  </a:lnTo>
                  <a:lnTo>
                    <a:pt x="3257083" y="722429"/>
                  </a:lnTo>
                  <a:lnTo>
                    <a:pt x="3256423" y="722429"/>
                  </a:lnTo>
                  <a:lnTo>
                    <a:pt x="3255762" y="722429"/>
                  </a:lnTo>
                  <a:lnTo>
                    <a:pt x="3255102" y="722429"/>
                  </a:lnTo>
                  <a:lnTo>
                    <a:pt x="3254441" y="722429"/>
                  </a:lnTo>
                  <a:lnTo>
                    <a:pt x="3253781" y="722429"/>
                  </a:lnTo>
                  <a:lnTo>
                    <a:pt x="3253120" y="722429"/>
                  </a:lnTo>
                  <a:lnTo>
                    <a:pt x="3252460" y="722429"/>
                  </a:lnTo>
                  <a:lnTo>
                    <a:pt x="3251799" y="722429"/>
                  </a:lnTo>
                  <a:lnTo>
                    <a:pt x="3251139" y="722429"/>
                  </a:lnTo>
                  <a:lnTo>
                    <a:pt x="3250478" y="722429"/>
                  </a:lnTo>
                  <a:lnTo>
                    <a:pt x="3249817" y="722429"/>
                  </a:lnTo>
                  <a:lnTo>
                    <a:pt x="3249157" y="722429"/>
                  </a:lnTo>
                  <a:lnTo>
                    <a:pt x="3248496" y="722429"/>
                  </a:lnTo>
                  <a:lnTo>
                    <a:pt x="3247836" y="722429"/>
                  </a:lnTo>
                  <a:lnTo>
                    <a:pt x="3247175" y="722429"/>
                  </a:lnTo>
                  <a:lnTo>
                    <a:pt x="3246515" y="722429"/>
                  </a:lnTo>
                  <a:lnTo>
                    <a:pt x="3245854" y="722429"/>
                  </a:lnTo>
                  <a:lnTo>
                    <a:pt x="3245194" y="722429"/>
                  </a:lnTo>
                  <a:lnTo>
                    <a:pt x="3244533" y="722429"/>
                  </a:lnTo>
                  <a:lnTo>
                    <a:pt x="3243873" y="722429"/>
                  </a:lnTo>
                  <a:lnTo>
                    <a:pt x="3243212" y="722429"/>
                  </a:lnTo>
                  <a:lnTo>
                    <a:pt x="3242552" y="722429"/>
                  </a:lnTo>
                  <a:lnTo>
                    <a:pt x="3241891" y="722429"/>
                  </a:lnTo>
                  <a:lnTo>
                    <a:pt x="3241231" y="722429"/>
                  </a:lnTo>
                  <a:lnTo>
                    <a:pt x="3240570" y="722429"/>
                  </a:lnTo>
                  <a:lnTo>
                    <a:pt x="3239909" y="722429"/>
                  </a:lnTo>
                  <a:lnTo>
                    <a:pt x="3239249" y="722429"/>
                  </a:lnTo>
                  <a:lnTo>
                    <a:pt x="3238588" y="722429"/>
                  </a:lnTo>
                  <a:lnTo>
                    <a:pt x="3237928" y="722429"/>
                  </a:lnTo>
                  <a:lnTo>
                    <a:pt x="3237267" y="722429"/>
                  </a:lnTo>
                  <a:lnTo>
                    <a:pt x="3236607" y="722429"/>
                  </a:lnTo>
                  <a:lnTo>
                    <a:pt x="3235946" y="722429"/>
                  </a:lnTo>
                  <a:lnTo>
                    <a:pt x="3235286" y="722429"/>
                  </a:lnTo>
                  <a:lnTo>
                    <a:pt x="3234625" y="722429"/>
                  </a:lnTo>
                  <a:lnTo>
                    <a:pt x="3233965" y="722429"/>
                  </a:lnTo>
                  <a:lnTo>
                    <a:pt x="3233304" y="722429"/>
                  </a:lnTo>
                  <a:lnTo>
                    <a:pt x="3232644" y="722429"/>
                  </a:lnTo>
                  <a:lnTo>
                    <a:pt x="3231983" y="722429"/>
                  </a:lnTo>
                  <a:lnTo>
                    <a:pt x="3231323" y="722429"/>
                  </a:lnTo>
                  <a:lnTo>
                    <a:pt x="3230662" y="722429"/>
                  </a:lnTo>
                  <a:lnTo>
                    <a:pt x="3230002" y="722429"/>
                  </a:lnTo>
                  <a:lnTo>
                    <a:pt x="3229341" y="722429"/>
                  </a:lnTo>
                  <a:lnTo>
                    <a:pt x="3228680" y="722429"/>
                  </a:lnTo>
                  <a:lnTo>
                    <a:pt x="3228020" y="722429"/>
                  </a:lnTo>
                  <a:lnTo>
                    <a:pt x="3227359" y="722429"/>
                  </a:lnTo>
                  <a:lnTo>
                    <a:pt x="3226699" y="722429"/>
                  </a:lnTo>
                  <a:lnTo>
                    <a:pt x="3226038" y="722429"/>
                  </a:lnTo>
                  <a:lnTo>
                    <a:pt x="3225378" y="722429"/>
                  </a:lnTo>
                  <a:lnTo>
                    <a:pt x="3224717" y="722429"/>
                  </a:lnTo>
                  <a:lnTo>
                    <a:pt x="3224057" y="722429"/>
                  </a:lnTo>
                  <a:lnTo>
                    <a:pt x="3223396" y="722429"/>
                  </a:lnTo>
                  <a:lnTo>
                    <a:pt x="3222736" y="722429"/>
                  </a:lnTo>
                  <a:lnTo>
                    <a:pt x="3222075" y="722429"/>
                  </a:lnTo>
                  <a:lnTo>
                    <a:pt x="3221415" y="722429"/>
                  </a:lnTo>
                  <a:lnTo>
                    <a:pt x="3220754" y="722429"/>
                  </a:lnTo>
                  <a:lnTo>
                    <a:pt x="3220094" y="722429"/>
                  </a:lnTo>
                  <a:lnTo>
                    <a:pt x="3219433" y="722429"/>
                  </a:lnTo>
                  <a:lnTo>
                    <a:pt x="3218772" y="722429"/>
                  </a:lnTo>
                  <a:lnTo>
                    <a:pt x="3218112" y="722429"/>
                  </a:lnTo>
                  <a:lnTo>
                    <a:pt x="3217451" y="722429"/>
                  </a:lnTo>
                  <a:lnTo>
                    <a:pt x="3216791" y="722429"/>
                  </a:lnTo>
                  <a:lnTo>
                    <a:pt x="3216130" y="722429"/>
                  </a:lnTo>
                  <a:lnTo>
                    <a:pt x="3215470" y="722429"/>
                  </a:lnTo>
                  <a:lnTo>
                    <a:pt x="3214809" y="722429"/>
                  </a:lnTo>
                  <a:lnTo>
                    <a:pt x="3214149" y="722429"/>
                  </a:lnTo>
                  <a:lnTo>
                    <a:pt x="3213488" y="722429"/>
                  </a:lnTo>
                  <a:lnTo>
                    <a:pt x="3212828" y="722429"/>
                  </a:lnTo>
                  <a:lnTo>
                    <a:pt x="3212167" y="722429"/>
                  </a:lnTo>
                  <a:lnTo>
                    <a:pt x="3211507" y="722429"/>
                  </a:lnTo>
                  <a:lnTo>
                    <a:pt x="3210846" y="722429"/>
                  </a:lnTo>
                  <a:lnTo>
                    <a:pt x="3210186" y="722429"/>
                  </a:lnTo>
                  <a:lnTo>
                    <a:pt x="3209525" y="722429"/>
                  </a:lnTo>
                  <a:lnTo>
                    <a:pt x="3208864" y="722429"/>
                  </a:lnTo>
                  <a:lnTo>
                    <a:pt x="3208204" y="722429"/>
                  </a:lnTo>
                  <a:lnTo>
                    <a:pt x="3207543" y="722429"/>
                  </a:lnTo>
                  <a:lnTo>
                    <a:pt x="3206883" y="722429"/>
                  </a:lnTo>
                  <a:lnTo>
                    <a:pt x="3206222" y="722429"/>
                  </a:lnTo>
                  <a:lnTo>
                    <a:pt x="3205562" y="722429"/>
                  </a:lnTo>
                  <a:lnTo>
                    <a:pt x="3204901" y="722429"/>
                  </a:lnTo>
                  <a:lnTo>
                    <a:pt x="3204241" y="722429"/>
                  </a:lnTo>
                  <a:lnTo>
                    <a:pt x="3203580" y="722429"/>
                  </a:lnTo>
                  <a:lnTo>
                    <a:pt x="3202920" y="722429"/>
                  </a:lnTo>
                  <a:lnTo>
                    <a:pt x="3202259" y="722429"/>
                  </a:lnTo>
                  <a:lnTo>
                    <a:pt x="3201599" y="722429"/>
                  </a:lnTo>
                  <a:lnTo>
                    <a:pt x="3200938" y="722429"/>
                  </a:lnTo>
                  <a:lnTo>
                    <a:pt x="3200278" y="722429"/>
                  </a:lnTo>
                  <a:lnTo>
                    <a:pt x="3199617" y="722429"/>
                  </a:lnTo>
                  <a:lnTo>
                    <a:pt x="3198956" y="722429"/>
                  </a:lnTo>
                  <a:lnTo>
                    <a:pt x="3198296" y="722429"/>
                  </a:lnTo>
                  <a:lnTo>
                    <a:pt x="3197635" y="722429"/>
                  </a:lnTo>
                  <a:lnTo>
                    <a:pt x="3196975" y="722429"/>
                  </a:lnTo>
                  <a:lnTo>
                    <a:pt x="3196314" y="722429"/>
                  </a:lnTo>
                  <a:lnTo>
                    <a:pt x="3195654" y="722429"/>
                  </a:lnTo>
                  <a:lnTo>
                    <a:pt x="3194993" y="722429"/>
                  </a:lnTo>
                  <a:lnTo>
                    <a:pt x="3194333" y="722429"/>
                  </a:lnTo>
                  <a:lnTo>
                    <a:pt x="3193672" y="722429"/>
                  </a:lnTo>
                  <a:lnTo>
                    <a:pt x="3193012" y="722429"/>
                  </a:lnTo>
                  <a:lnTo>
                    <a:pt x="3192351" y="722429"/>
                  </a:lnTo>
                  <a:lnTo>
                    <a:pt x="3191691" y="722429"/>
                  </a:lnTo>
                  <a:lnTo>
                    <a:pt x="3191030" y="722429"/>
                  </a:lnTo>
                  <a:lnTo>
                    <a:pt x="3190370" y="722429"/>
                  </a:lnTo>
                  <a:lnTo>
                    <a:pt x="3189709" y="722429"/>
                  </a:lnTo>
                  <a:lnTo>
                    <a:pt x="3189049" y="722429"/>
                  </a:lnTo>
                  <a:lnTo>
                    <a:pt x="3188388" y="722429"/>
                  </a:lnTo>
                  <a:lnTo>
                    <a:pt x="3187727" y="722429"/>
                  </a:lnTo>
                  <a:lnTo>
                    <a:pt x="3187067" y="722429"/>
                  </a:lnTo>
                  <a:lnTo>
                    <a:pt x="3186406" y="722429"/>
                  </a:lnTo>
                  <a:lnTo>
                    <a:pt x="3185746" y="722429"/>
                  </a:lnTo>
                  <a:lnTo>
                    <a:pt x="3185085" y="722429"/>
                  </a:lnTo>
                  <a:lnTo>
                    <a:pt x="3184425" y="722429"/>
                  </a:lnTo>
                  <a:lnTo>
                    <a:pt x="3183764" y="722429"/>
                  </a:lnTo>
                  <a:lnTo>
                    <a:pt x="3183104" y="722429"/>
                  </a:lnTo>
                  <a:lnTo>
                    <a:pt x="3182443" y="722429"/>
                  </a:lnTo>
                  <a:lnTo>
                    <a:pt x="3181783" y="722429"/>
                  </a:lnTo>
                  <a:lnTo>
                    <a:pt x="3181122" y="722429"/>
                  </a:lnTo>
                  <a:lnTo>
                    <a:pt x="3180462" y="722429"/>
                  </a:lnTo>
                  <a:lnTo>
                    <a:pt x="3179801" y="722429"/>
                  </a:lnTo>
                  <a:lnTo>
                    <a:pt x="3179141" y="722429"/>
                  </a:lnTo>
                  <a:lnTo>
                    <a:pt x="3178480" y="722429"/>
                  </a:lnTo>
                  <a:lnTo>
                    <a:pt x="3177819" y="722429"/>
                  </a:lnTo>
                  <a:lnTo>
                    <a:pt x="3177159" y="722429"/>
                  </a:lnTo>
                  <a:lnTo>
                    <a:pt x="3176498" y="722429"/>
                  </a:lnTo>
                  <a:lnTo>
                    <a:pt x="3175838" y="722429"/>
                  </a:lnTo>
                  <a:lnTo>
                    <a:pt x="3175177" y="722429"/>
                  </a:lnTo>
                  <a:lnTo>
                    <a:pt x="3174517" y="722429"/>
                  </a:lnTo>
                  <a:lnTo>
                    <a:pt x="3173856" y="722429"/>
                  </a:lnTo>
                  <a:lnTo>
                    <a:pt x="3173196" y="722429"/>
                  </a:lnTo>
                  <a:lnTo>
                    <a:pt x="3172535" y="722429"/>
                  </a:lnTo>
                  <a:lnTo>
                    <a:pt x="3171875" y="722429"/>
                  </a:lnTo>
                  <a:lnTo>
                    <a:pt x="3171214" y="722429"/>
                  </a:lnTo>
                  <a:lnTo>
                    <a:pt x="3170554" y="722429"/>
                  </a:lnTo>
                  <a:lnTo>
                    <a:pt x="3169893" y="722429"/>
                  </a:lnTo>
                  <a:lnTo>
                    <a:pt x="3169233" y="722429"/>
                  </a:lnTo>
                  <a:lnTo>
                    <a:pt x="3168572" y="722429"/>
                  </a:lnTo>
                  <a:lnTo>
                    <a:pt x="3167911" y="722429"/>
                  </a:lnTo>
                  <a:lnTo>
                    <a:pt x="3167251" y="722429"/>
                  </a:lnTo>
                  <a:lnTo>
                    <a:pt x="3166590" y="722429"/>
                  </a:lnTo>
                  <a:lnTo>
                    <a:pt x="3165930" y="722429"/>
                  </a:lnTo>
                  <a:lnTo>
                    <a:pt x="3165269" y="722429"/>
                  </a:lnTo>
                  <a:lnTo>
                    <a:pt x="3164609" y="722429"/>
                  </a:lnTo>
                  <a:lnTo>
                    <a:pt x="3163948" y="722429"/>
                  </a:lnTo>
                  <a:lnTo>
                    <a:pt x="3163288" y="722429"/>
                  </a:lnTo>
                  <a:lnTo>
                    <a:pt x="3162627" y="722429"/>
                  </a:lnTo>
                  <a:lnTo>
                    <a:pt x="3161967" y="722429"/>
                  </a:lnTo>
                  <a:lnTo>
                    <a:pt x="3161306" y="722429"/>
                  </a:lnTo>
                  <a:lnTo>
                    <a:pt x="3160646" y="722429"/>
                  </a:lnTo>
                  <a:lnTo>
                    <a:pt x="3159985" y="722429"/>
                  </a:lnTo>
                  <a:lnTo>
                    <a:pt x="3159325" y="722429"/>
                  </a:lnTo>
                  <a:lnTo>
                    <a:pt x="3158664" y="722429"/>
                  </a:lnTo>
                  <a:lnTo>
                    <a:pt x="3158004" y="722429"/>
                  </a:lnTo>
                  <a:lnTo>
                    <a:pt x="3157343" y="722429"/>
                  </a:lnTo>
                  <a:lnTo>
                    <a:pt x="3156682" y="722429"/>
                  </a:lnTo>
                  <a:lnTo>
                    <a:pt x="3156022" y="722429"/>
                  </a:lnTo>
                  <a:lnTo>
                    <a:pt x="3155361" y="722429"/>
                  </a:lnTo>
                  <a:lnTo>
                    <a:pt x="3154701" y="722429"/>
                  </a:lnTo>
                  <a:lnTo>
                    <a:pt x="3154040" y="722429"/>
                  </a:lnTo>
                  <a:lnTo>
                    <a:pt x="3153380" y="722429"/>
                  </a:lnTo>
                  <a:lnTo>
                    <a:pt x="3152719" y="722429"/>
                  </a:lnTo>
                  <a:lnTo>
                    <a:pt x="3152059" y="722429"/>
                  </a:lnTo>
                  <a:lnTo>
                    <a:pt x="3151398" y="722429"/>
                  </a:lnTo>
                  <a:lnTo>
                    <a:pt x="3150738" y="722429"/>
                  </a:lnTo>
                  <a:lnTo>
                    <a:pt x="3150077" y="722429"/>
                  </a:lnTo>
                  <a:lnTo>
                    <a:pt x="3149417" y="722429"/>
                  </a:lnTo>
                  <a:lnTo>
                    <a:pt x="3148756" y="722429"/>
                  </a:lnTo>
                  <a:lnTo>
                    <a:pt x="3148096" y="722429"/>
                  </a:lnTo>
                  <a:lnTo>
                    <a:pt x="3147435" y="722429"/>
                  </a:lnTo>
                  <a:lnTo>
                    <a:pt x="3146774" y="722429"/>
                  </a:lnTo>
                  <a:lnTo>
                    <a:pt x="3146114" y="722429"/>
                  </a:lnTo>
                  <a:lnTo>
                    <a:pt x="3145453" y="722429"/>
                  </a:lnTo>
                  <a:lnTo>
                    <a:pt x="3144793" y="722429"/>
                  </a:lnTo>
                  <a:lnTo>
                    <a:pt x="3144132" y="722429"/>
                  </a:lnTo>
                  <a:lnTo>
                    <a:pt x="3143472" y="722429"/>
                  </a:lnTo>
                  <a:lnTo>
                    <a:pt x="3142811" y="722429"/>
                  </a:lnTo>
                  <a:lnTo>
                    <a:pt x="3142151" y="722429"/>
                  </a:lnTo>
                  <a:lnTo>
                    <a:pt x="3141490" y="722429"/>
                  </a:lnTo>
                  <a:lnTo>
                    <a:pt x="3140830" y="722429"/>
                  </a:lnTo>
                  <a:lnTo>
                    <a:pt x="3140169" y="722429"/>
                  </a:lnTo>
                  <a:lnTo>
                    <a:pt x="3139509" y="722429"/>
                  </a:lnTo>
                  <a:lnTo>
                    <a:pt x="3138848" y="722429"/>
                  </a:lnTo>
                  <a:lnTo>
                    <a:pt x="3138188" y="722429"/>
                  </a:lnTo>
                  <a:lnTo>
                    <a:pt x="3137527" y="722429"/>
                  </a:lnTo>
                  <a:lnTo>
                    <a:pt x="3136866" y="722429"/>
                  </a:lnTo>
                  <a:lnTo>
                    <a:pt x="3136206" y="722429"/>
                  </a:lnTo>
                  <a:lnTo>
                    <a:pt x="3135545" y="722429"/>
                  </a:lnTo>
                  <a:lnTo>
                    <a:pt x="3134885" y="722429"/>
                  </a:lnTo>
                  <a:lnTo>
                    <a:pt x="3134224" y="722429"/>
                  </a:lnTo>
                  <a:lnTo>
                    <a:pt x="3133564" y="722429"/>
                  </a:lnTo>
                  <a:lnTo>
                    <a:pt x="3132903" y="722429"/>
                  </a:lnTo>
                  <a:lnTo>
                    <a:pt x="3132243" y="722429"/>
                  </a:lnTo>
                  <a:lnTo>
                    <a:pt x="3131582" y="722429"/>
                  </a:lnTo>
                  <a:lnTo>
                    <a:pt x="3130922" y="722429"/>
                  </a:lnTo>
                  <a:lnTo>
                    <a:pt x="3130261" y="722429"/>
                  </a:lnTo>
                  <a:lnTo>
                    <a:pt x="3129601" y="722429"/>
                  </a:lnTo>
                  <a:lnTo>
                    <a:pt x="3128940" y="722429"/>
                  </a:lnTo>
                  <a:lnTo>
                    <a:pt x="3128280" y="722429"/>
                  </a:lnTo>
                  <a:lnTo>
                    <a:pt x="3127619" y="722429"/>
                  </a:lnTo>
                  <a:lnTo>
                    <a:pt x="3126958" y="722429"/>
                  </a:lnTo>
                  <a:lnTo>
                    <a:pt x="3126298" y="722429"/>
                  </a:lnTo>
                  <a:lnTo>
                    <a:pt x="3125637" y="722429"/>
                  </a:lnTo>
                  <a:lnTo>
                    <a:pt x="3124977" y="722429"/>
                  </a:lnTo>
                  <a:lnTo>
                    <a:pt x="3124316" y="722429"/>
                  </a:lnTo>
                  <a:lnTo>
                    <a:pt x="3123656" y="722429"/>
                  </a:lnTo>
                  <a:lnTo>
                    <a:pt x="3122995" y="722429"/>
                  </a:lnTo>
                  <a:lnTo>
                    <a:pt x="3122335" y="722429"/>
                  </a:lnTo>
                  <a:lnTo>
                    <a:pt x="3121674" y="722429"/>
                  </a:lnTo>
                  <a:lnTo>
                    <a:pt x="3121014" y="722429"/>
                  </a:lnTo>
                  <a:lnTo>
                    <a:pt x="3120353" y="722429"/>
                  </a:lnTo>
                  <a:lnTo>
                    <a:pt x="3119693" y="722429"/>
                  </a:lnTo>
                  <a:lnTo>
                    <a:pt x="3119032" y="722429"/>
                  </a:lnTo>
                  <a:lnTo>
                    <a:pt x="3118372" y="722429"/>
                  </a:lnTo>
                  <a:lnTo>
                    <a:pt x="3117711" y="722429"/>
                  </a:lnTo>
                  <a:lnTo>
                    <a:pt x="3117051" y="722429"/>
                  </a:lnTo>
                  <a:lnTo>
                    <a:pt x="3116390" y="722429"/>
                  </a:lnTo>
                  <a:lnTo>
                    <a:pt x="3115729" y="722429"/>
                  </a:lnTo>
                  <a:lnTo>
                    <a:pt x="3115069" y="722429"/>
                  </a:lnTo>
                  <a:lnTo>
                    <a:pt x="3114408" y="722429"/>
                  </a:lnTo>
                  <a:lnTo>
                    <a:pt x="3113748" y="722429"/>
                  </a:lnTo>
                  <a:lnTo>
                    <a:pt x="3113087" y="722429"/>
                  </a:lnTo>
                  <a:lnTo>
                    <a:pt x="3112427" y="722429"/>
                  </a:lnTo>
                  <a:lnTo>
                    <a:pt x="3111766" y="722429"/>
                  </a:lnTo>
                  <a:lnTo>
                    <a:pt x="3111106" y="722429"/>
                  </a:lnTo>
                  <a:lnTo>
                    <a:pt x="3110445" y="722429"/>
                  </a:lnTo>
                  <a:lnTo>
                    <a:pt x="3109785" y="722429"/>
                  </a:lnTo>
                  <a:lnTo>
                    <a:pt x="3109124" y="722429"/>
                  </a:lnTo>
                  <a:lnTo>
                    <a:pt x="3108464" y="722429"/>
                  </a:lnTo>
                  <a:lnTo>
                    <a:pt x="3107803" y="722429"/>
                  </a:lnTo>
                  <a:lnTo>
                    <a:pt x="3107143" y="722429"/>
                  </a:lnTo>
                  <a:lnTo>
                    <a:pt x="3106482" y="722429"/>
                  </a:lnTo>
                  <a:lnTo>
                    <a:pt x="3105821" y="722429"/>
                  </a:lnTo>
                  <a:lnTo>
                    <a:pt x="3105161" y="722429"/>
                  </a:lnTo>
                  <a:lnTo>
                    <a:pt x="3104500" y="722429"/>
                  </a:lnTo>
                  <a:lnTo>
                    <a:pt x="3103840" y="722429"/>
                  </a:lnTo>
                  <a:lnTo>
                    <a:pt x="3103179" y="722429"/>
                  </a:lnTo>
                  <a:lnTo>
                    <a:pt x="3102519" y="722429"/>
                  </a:lnTo>
                  <a:lnTo>
                    <a:pt x="3101858" y="722429"/>
                  </a:lnTo>
                  <a:lnTo>
                    <a:pt x="3101198" y="722429"/>
                  </a:lnTo>
                  <a:lnTo>
                    <a:pt x="3100537" y="722429"/>
                  </a:lnTo>
                  <a:lnTo>
                    <a:pt x="3099877" y="722429"/>
                  </a:lnTo>
                  <a:lnTo>
                    <a:pt x="3099216" y="722429"/>
                  </a:lnTo>
                  <a:lnTo>
                    <a:pt x="3098556" y="722429"/>
                  </a:lnTo>
                  <a:lnTo>
                    <a:pt x="3097895" y="722429"/>
                  </a:lnTo>
                  <a:lnTo>
                    <a:pt x="3097235" y="722429"/>
                  </a:lnTo>
                  <a:lnTo>
                    <a:pt x="3096574" y="722429"/>
                  </a:lnTo>
                  <a:lnTo>
                    <a:pt x="3095913" y="722429"/>
                  </a:lnTo>
                  <a:lnTo>
                    <a:pt x="3095253" y="722429"/>
                  </a:lnTo>
                  <a:lnTo>
                    <a:pt x="3094592" y="722429"/>
                  </a:lnTo>
                  <a:lnTo>
                    <a:pt x="3093932" y="722429"/>
                  </a:lnTo>
                  <a:lnTo>
                    <a:pt x="3093271" y="722429"/>
                  </a:lnTo>
                  <a:lnTo>
                    <a:pt x="3092611" y="722429"/>
                  </a:lnTo>
                  <a:lnTo>
                    <a:pt x="3091950" y="722429"/>
                  </a:lnTo>
                  <a:lnTo>
                    <a:pt x="3091290" y="722429"/>
                  </a:lnTo>
                  <a:lnTo>
                    <a:pt x="3090629" y="722429"/>
                  </a:lnTo>
                  <a:lnTo>
                    <a:pt x="3089969" y="722429"/>
                  </a:lnTo>
                  <a:lnTo>
                    <a:pt x="3089308" y="722429"/>
                  </a:lnTo>
                  <a:lnTo>
                    <a:pt x="3088648" y="722429"/>
                  </a:lnTo>
                  <a:lnTo>
                    <a:pt x="3087987" y="722429"/>
                  </a:lnTo>
                  <a:lnTo>
                    <a:pt x="3087327" y="722429"/>
                  </a:lnTo>
                  <a:lnTo>
                    <a:pt x="3086666" y="722429"/>
                  </a:lnTo>
                  <a:lnTo>
                    <a:pt x="3086006" y="722429"/>
                  </a:lnTo>
                  <a:lnTo>
                    <a:pt x="3085345" y="722429"/>
                  </a:lnTo>
                  <a:lnTo>
                    <a:pt x="3084684" y="722429"/>
                  </a:lnTo>
                  <a:lnTo>
                    <a:pt x="3084024" y="722429"/>
                  </a:lnTo>
                  <a:lnTo>
                    <a:pt x="3083363" y="722429"/>
                  </a:lnTo>
                  <a:lnTo>
                    <a:pt x="3082703" y="722429"/>
                  </a:lnTo>
                  <a:lnTo>
                    <a:pt x="3082042" y="722429"/>
                  </a:lnTo>
                  <a:lnTo>
                    <a:pt x="3081382" y="722429"/>
                  </a:lnTo>
                  <a:lnTo>
                    <a:pt x="3080721" y="722429"/>
                  </a:lnTo>
                  <a:lnTo>
                    <a:pt x="3080061" y="722429"/>
                  </a:lnTo>
                  <a:lnTo>
                    <a:pt x="3079400" y="722429"/>
                  </a:lnTo>
                  <a:lnTo>
                    <a:pt x="3078740" y="722429"/>
                  </a:lnTo>
                  <a:lnTo>
                    <a:pt x="3078079" y="722429"/>
                  </a:lnTo>
                  <a:lnTo>
                    <a:pt x="3077419" y="722429"/>
                  </a:lnTo>
                  <a:lnTo>
                    <a:pt x="3076758" y="722429"/>
                  </a:lnTo>
                  <a:lnTo>
                    <a:pt x="3076098" y="722429"/>
                  </a:lnTo>
                  <a:lnTo>
                    <a:pt x="3075437" y="722429"/>
                  </a:lnTo>
                  <a:lnTo>
                    <a:pt x="3074776" y="722429"/>
                  </a:lnTo>
                  <a:lnTo>
                    <a:pt x="3074116" y="722429"/>
                  </a:lnTo>
                  <a:lnTo>
                    <a:pt x="3073455" y="722429"/>
                  </a:lnTo>
                  <a:lnTo>
                    <a:pt x="3072795" y="722429"/>
                  </a:lnTo>
                  <a:lnTo>
                    <a:pt x="3072134" y="722429"/>
                  </a:lnTo>
                  <a:lnTo>
                    <a:pt x="3071474" y="722429"/>
                  </a:lnTo>
                  <a:lnTo>
                    <a:pt x="3070813" y="722429"/>
                  </a:lnTo>
                  <a:lnTo>
                    <a:pt x="3070153" y="722429"/>
                  </a:lnTo>
                  <a:lnTo>
                    <a:pt x="3069492" y="722429"/>
                  </a:lnTo>
                  <a:lnTo>
                    <a:pt x="3068832" y="722429"/>
                  </a:lnTo>
                  <a:lnTo>
                    <a:pt x="3068171" y="722429"/>
                  </a:lnTo>
                  <a:lnTo>
                    <a:pt x="3067511" y="722429"/>
                  </a:lnTo>
                  <a:lnTo>
                    <a:pt x="3066850" y="722429"/>
                  </a:lnTo>
                  <a:lnTo>
                    <a:pt x="3066190" y="722429"/>
                  </a:lnTo>
                  <a:lnTo>
                    <a:pt x="3065529" y="722429"/>
                  </a:lnTo>
                  <a:lnTo>
                    <a:pt x="3064868" y="722429"/>
                  </a:lnTo>
                  <a:lnTo>
                    <a:pt x="3064208" y="722429"/>
                  </a:lnTo>
                  <a:lnTo>
                    <a:pt x="3063547" y="722429"/>
                  </a:lnTo>
                  <a:lnTo>
                    <a:pt x="3062887" y="722429"/>
                  </a:lnTo>
                  <a:lnTo>
                    <a:pt x="3062226" y="722429"/>
                  </a:lnTo>
                  <a:lnTo>
                    <a:pt x="3061566" y="722429"/>
                  </a:lnTo>
                  <a:lnTo>
                    <a:pt x="3060905" y="722429"/>
                  </a:lnTo>
                  <a:lnTo>
                    <a:pt x="3060245" y="722429"/>
                  </a:lnTo>
                  <a:lnTo>
                    <a:pt x="3059584" y="722429"/>
                  </a:lnTo>
                  <a:lnTo>
                    <a:pt x="3058924" y="722429"/>
                  </a:lnTo>
                  <a:lnTo>
                    <a:pt x="3058263" y="722429"/>
                  </a:lnTo>
                  <a:lnTo>
                    <a:pt x="3057603" y="722429"/>
                  </a:lnTo>
                  <a:lnTo>
                    <a:pt x="3056942" y="722429"/>
                  </a:lnTo>
                  <a:lnTo>
                    <a:pt x="3056282" y="722429"/>
                  </a:lnTo>
                  <a:lnTo>
                    <a:pt x="3055621" y="722429"/>
                  </a:lnTo>
                  <a:lnTo>
                    <a:pt x="3054960" y="722429"/>
                  </a:lnTo>
                  <a:lnTo>
                    <a:pt x="3054300" y="722429"/>
                  </a:lnTo>
                  <a:lnTo>
                    <a:pt x="3053639" y="722429"/>
                  </a:lnTo>
                  <a:lnTo>
                    <a:pt x="3052979" y="722429"/>
                  </a:lnTo>
                  <a:lnTo>
                    <a:pt x="3052318" y="722429"/>
                  </a:lnTo>
                  <a:lnTo>
                    <a:pt x="3051658" y="722429"/>
                  </a:lnTo>
                  <a:lnTo>
                    <a:pt x="3050997" y="722429"/>
                  </a:lnTo>
                  <a:lnTo>
                    <a:pt x="3050337" y="722429"/>
                  </a:lnTo>
                  <a:lnTo>
                    <a:pt x="3049676" y="722429"/>
                  </a:lnTo>
                  <a:lnTo>
                    <a:pt x="3049016" y="722429"/>
                  </a:lnTo>
                  <a:lnTo>
                    <a:pt x="3048355" y="722429"/>
                  </a:lnTo>
                  <a:lnTo>
                    <a:pt x="3047695" y="722429"/>
                  </a:lnTo>
                  <a:lnTo>
                    <a:pt x="3047034" y="722429"/>
                  </a:lnTo>
                  <a:lnTo>
                    <a:pt x="3046374" y="722429"/>
                  </a:lnTo>
                  <a:lnTo>
                    <a:pt x="3045713" y="722429"/>
                  </a:lnTo>
                  <a:lnTo>
                    <a:pt x="3045053" y="722429"/>
                  </a:lnTo>
                  <a:lnTo>
                    <a:pt x="3044392" y="722429"/>
                  </a:lnTo>
                  <a:lnTo>
                    <a:pt x="3043731" y="722429"/>
                  </a:lnTo>
                  <a:lnTo>
                    <a:pt x="3043071" y="722429"/>
                  </a:lnTo>
                  <a:lnTo>
                    <a:pt x="3042410" y="722429"/>
                  </a:lnTo>
                  <a:lnTo>
                    <a:pt x="3041750" y="722429"/>
                  </a:lnTo>
                  <a:lnTo>
                    <a:pt x="3041089" y="722429"/>
                  </a:lnTo>
                  <a:lnTo>
                    <a:pt x="3040429" y="722429"/>
                  </a:lnTo>
                  <a:lnTo>
                    <a:pt x="3039768" y="722429"/>
                  </a:lnTo>
                  <a:lnTo>
                    <a:pt x="3039108" y="722429"/>
                  </a:lnTo>
                  <a:lnTo>
                    <a:pt x="3038447" y="722429"/>
                  </a:lnTo>
                  <a:lnTo>
                    <a:pt x="3037787" y="722429"/>
                  </a:lnTo>
                  <a:lnTo>
                    <a:pt x="3037126" y="722429"/>
                  </a:lnTo>
                  <a:lnTo>
                    <a:pt x="3036466" y="722429"/>
                  </a:lnTo>
                  <a:lnTo>
                    <a:pt x="3035805" y="722429"/>
                  </a:lnTo>
                  <a:lnTo>
                    <a:pt x="3035145" y="722429"/>
                  </a:lnTo>
                  <a:lnTo>
                    <a:pt x="3034484" y="722429"/>
                  </a:lnTo>
                  <a:lnTo>
                    <a:pt x="3033823" y="722429"/>
                  </a:lnTo>
                  <a:lnTo>
                    <a:pt x="3033163" y="722429"/>
                  </a:lnTo>
                  <a:lnTo>
                    <a:pt x="3032502" y="722429"/>
                  </a:lnTo>
                  <a:lnTo>
                    <a:pt x="3031842" y="722429"/>
                  </a:lnTo>
                  <a:lnTo>
                    <a:pt x="3031181" y="722429"/>
                  </a:lnTo>
                  <a:lnTo>
                    <a:pt x="3030521" y="722429"/>
                  </a:lnTo>
                  <a:lnTo>
                    <a:pt x="3029860" y="722429"/>
                  </a:lnTo>
                  <a:lnTo>
                    <a:pt x="3029200" y="722429"/>
                  </a:lnTo>
                  <a:lnTo>
                    <a:pt x="3028539" y="722429"/>
                  </a:lnTo>
                  <a:lnTo>
                    <a:pt x="3027879" y="722429"/>
                  </a:lnTo>
                  <a:lnTo>
                    <a:pt x="3027218" y="722429"/>
                  </a:lnTo>
                  <a:lnTo>
                    <a:pt x="3026558" y="722429"/>
                  </a:lnTo>
                  <a:lnTo>
                    <a:pt x="3025897" y="722429"/>
                  </a:lnTo>
                  <a:lnTo>
                    <a:pt x="3025237" y="722429"/>
                  </a:lnTo>
                  <a:lnTo>
                    <a:pt x="3024576" y="722429"/>
                  </a:lnTo>
                  <a:lnTo>
                    <a:pt x="3023915" y="722429"/>
                  </a:lnTo>
                  <a:lnTo>
                    <a:pt x="3023255" y="722429"/>
                  </a:lnTo>
                  <a:lnTo>
                    <a:pt x="3022594" y="722429"/>
                  </a:lnTo>
                  <a:lnTo>
                    <a:pt x="3021934" y="722429"/>
                  </a:lnTo>
                  <a:lnTo>
                    <a:pt x="3021273" y="722429"/>
                  </a:lnTo>
                  <a:lnTo>
                    <a:pt x="3020613" y="722429"/>
                  </a:lnTo>
                  <a:lnTo>
                    <a:pt x="3019952" y="722429"/>
                  </a:lnTo>
                  <a:lnTo>
                    <a:pt x="3019292" y="722429"/>
                  </a:lnTo>
                  <a:lnTo>
                    <a:pt x="3018631" y="722429"/>
                  </a:lnTo>
                  <a:lnTo>
                    <a:pt x="3017971" y="722429"/>
                  </a:lnTo>
                  <a:lnTo>
                    <a:pt x="3017310" y="722429"/>
                  </a:lnTo>
                  <a:lnTo>
                    <a:pt x="3016650" y="722429"/>
                  </a:lnTo>
                  <a:lnTo>
                    <a:pt x="3015989" y="722429"/>
                  </a:lnTo>
                  <a:lnTo>
                    <a:pt x="3015329" y="722429"/>
                  </a:lnTo>
                  <a:lnTo>
                    <a:pt x="3014668" y="722429"/>
                  </a:lnTo>
                  <a:lnTo>
                    <a:pt x="3014008" y="722429"/>
                  </a:lnTo>
                  <a:lnTo>
                    <a:pt x="3013347" y="722429"/>
                  </a:lnTo>
                  <a:lnTo>
                    <a:pt x="3012686" y="722429"/>
                  </a:lnTo>
                  <a:lnTo>
                    <a:pt x="3012026" y="722429"/>
                  </a:lnTo>
                  <a:lnTo>
                    <a:pt x="3011365" y="722429"/>
                  </a:lnTo>
                  <a:lnTo>
                    <a:pt x="3010705" y="722429"/>
                  </a:lnTo>
                  <a:lnTo>
                    <a:pt x="3010044" y="722429"/>
                  </a:lnTo>
                  <a:lnTo>
                    <a:pt x="3009384" y="722429"/>
                  </a:lnTo>
                  <a:lnTo>
                    <a:pt x="3008723" y="722429"/>
                  </a:lnTo>
                  <a:lnTo>
                    <a:pt x="3008063" y="722429"/>
                  </a:lnTo>
                  <a:lnTo>
                    <a:pt x="3007402" y="722429"/>
                  </a:lnTo>
                  <a:lnTo>
                    <a:pt x="3006742" y="722429"/>
                  </a:lnTo>
                  <a:lnTo>
                    <a:pt x="3006081" y="722429"/>
                  </a:lnTo>
                  <a:lnTo>
                    <a:pt x="3005421" y="722429"/>
                  </a:lnTo>
                  <a:lnTo>
                    <a:pt x="3004760" y="722429"/>
                  </a:lnTo>
                  <a:lnTo>
                    <a:pt x="3004100" y="722429"/>
                  </a:lnTo>
                  <a:lnTo>
                    <a:pt x="3003439" y="722429"/>
                  </a:lnTo>
                  <a:lnTo>
                    <a:pt x="3002778" y="722429"/>
                  </a:lnTo>
                  <a:lnTo>
                    <a:pt x="3002118" y="722429"/>
                  </a:lnTo>
                  <a:lnTo>
                    <a:pt x="3001457" y="722429"/>
                  </a:lnTo>
                  <a:lnTo>
                    <a:pt x="3000797" y="722429"/>
                  </a:lnTo>
                  <a:lnTo>
                    <a:pt x="3000136" y="722429"/>
                  </a:lnTo>
                  <a:lnTo>
                    <a:pt x="2999476" y="722429"/>
                  </a:lnTo>
                  <a:lnTo>
                    <a:pt x="2998815" y="722429"/>
                  </a:lnTo>
                  <a:lnTo>
                    <a:pt x="2998155" y="722429"/>
                  </a:lnTo>
                  <a:lnTo>
                    <a:pt x="2997494" y="722429"/>
                  </a:lnTo>
                  <a:lnTo>
                    <a:pt x="2996834" y="722429"/>
                  </a:lnTo>
                  <a:lnTo>
                    <a:pt x="2996173" y="722429"/>
                  </a:lnTo>
                  <a:lnTo>
                    <a:pt x="2995513" y="722429"/>
                  </a:lnTo>
                  <a:lnTo>
                    <a:pt x="2994852" y="722429"/>
                  </a:lnTo>
                  <a:lnTo>
                    <a:pt x="2994192" y="722429"/>
                  </a:lnTo>
                  <a:lnTo>
                    <a:pt x="2993531" y="722429"/>
                  </a:lnTo>
                  <a:lnTo>
                    <a:pt x="2992870" y="722429"/>
                  </a:lnTo>
                  <a:lnTo>
                    <a:pt x="2992210" y="722429"/>
                  </a:lnTo>
                  <a:lnTo>
                    <a:pt x="2991549" y="722429"/>
                  </a:lnTo>
                  <a:lnTo>
                    <a:pt x="2990889" y="722429"/>
                  </a:lnTo>
                  <a:lnTo>
                    <a:pt x="2990228" y="722429"/>
                  </a:lnTo>
                  <a:lnTo>
                    <a:pt x="2989568" y="722429"/>
                  </a:lnTo>
                  <a:lnTo>
                    <a:pt x="2988907" y="722429"/>
                  </a:lnTo>
                  <a:lnTo>
                    <a:pt x="2988247" y="722429"/>
                  </a:lnTo>
                  <a:lnTo>
                    <a:pt x="2987586" y="722429"/>
                  </a:lnTo>
                  <a:lnTo>
                    <a:pt x="2986926" y="722429"/>
                  </a:lnTo>
                  <a:lnTo>
                    <a:pt x="2986265" y="722429"/>
                  </a:lnTo>
                  <a:lnTo>
                    <a:pt x="2985605" y="722429"/>
                  </a:lnTo>
                  <a:lnTo>
                    <a:pt x="2984944" y="722429"/>
                  </a:lnTo>
                  <a:lnTo>
                    <a:pt x="2984284" y="722429"/>
                  </a:lnTo>
                  <a:lnTo>
                    <a:pt x="2983623" y="722429"/>
                  </a:lnTo>
                  <a:lnTo>
                    <a:pt x="2982962" y="722429"/>
                  </a:lnTo>
                  <a:lnTo>
                    <a:pt x="2982302" y="722429"/>
                  </a:lnTo>
                  <a:lnTo>
                    <a:pt x="2981641" y="722429"/>
                  </a:lnTo>
                  <a:lnTo>
                    <a:pt x="2980981" y="722429"/>
                  </a:lnTo>
                  <a:lnTo>
                    <a:pt x="2980320" y="722429"/>
                  </a:lnTo>
                  <a:lnTo>
                    <a:pt x="2979660" y="722429"/>
                  </a:lnTo>
                  <a:lnTo>
                    <a:pt x="2978999" y="722429"/>
                  </a:lnTo>
                  <a:lnTo>
                    <a:pt x="2978339" y="722429"/>
                  </a:lnTo>
                  <a:lnTo>
                    <a:pt x="2977678" y="722429"/>
                  </a:lnTo>
                  <a:lnTo>
                    <a:pt x="2977018" y="722429"/>
                  </a:lnTo>
                  <a:lnTo>
                    <a:pt x="2976357" y="722429"/>
                  </a:lnTo>
                  <a:lnTo>
                    <a:pt x="2975697" y="722429"/>
                  </a:lnTo>
                  <a:lnTo>
                    <a:pt x="2975036" y="722429"/>
                  </a:lnTo>
                  <a:lnTo>
                    <a:pt x="2974376" y="722429"/>
                  </a:lnTo>
                  <a:lnTo>
                    <a:pt x="2973715" y="722429"/>
                  </a:lnTo>
                  <a:lnTo>
                    <a:pt x="2973055" y="722429"/>
                  </a:lnTo>
                  <a:lnTo>
                    <a:pt x="2972394" y="722429"/>
                  </a:lnTo>
                  <a:lnTo>
                    <a:pt x="2971733" y="722429"/>
                  </a:lnTo>
                  <a:lnTo>
                    <a:pt x="2971073" y="722429"/>
                  </a:lnTo>
                  <a:lnTo>
                    <a:pt x="2970412" y="722429"/>
                  </a:lnTo>
                  <a:lnTo>
                    <a:pt x="2969752" y="722429"/>
                  </a:lnTo>
                  <a:lnTo>
                    <a:pt x="2969091" y="722429"/>
                  </a:lnTo>
                  <a:lnTo>
                    <a:pt x="2968431" y="722429"/>
                  </a:lnTo>
                  <a:lnTo>
                    <a:pt x="2967770" y="722429"/>
                  </a:lnTo>
                  <a:lnTo>
                    <a:pt x="2967110" y="722429"/>
                  </a:lnTo>
                  <a:lnTo>
                    <a:pt x="2966449" y="722429"/>
                  </a:lnTo>
                  <a:lnTo>
                    <a:pt x="2965789" y="722429"/>
                  </a:lnTo>
                  <a:lnTo>
                    <a:pt x="2965128" y="722429"/>
                  </a:lnTo>
                  <a:lnTo>
                    <a:pt x="2964468" y="722429"/>
                  </a:lnTo>
                  <a:lnTo>
                    <a:pt x="2963807" y="722429"/>
                  </a:lnTo>
                  <a:lnTo>
                    <a:pt x="2963147" y="722429"/>
                  </a:lnTo>
                  <a:lnTo>
                    <a:pt x="2962486" y="722429"/>
                  </a:lnTo>
                  <a:lnTo>
                    <a:pt x="2961825" y="722429"/>
                  </a:lnTo>
                  <a:lnTo>
                    <a:pt x="2961165" y="722429"/>
                  </a:lnTo>
                  <a:lnTo>
                    <a:pt x="2960504" y="722429"/>
                  </a:lnTo>
                  <a:lnTo>
                    <a:pt x="2959844" y="722429"/>
                  </a:lnTo>
                  <a:lnTo>
                    <a:pt x="2959183" y="722429"/>
                  </a:lnTo>
                  <a:lnTo>
                    <a:pt x="2958523" y="722429"/>
                  </a:lnTo>
                  <a:lnTo>
                    <a:pt x="2957862" y="722429"/>
                  </a:lnTo>
                  <a:lnTo>
                    <a:pt x="2957202" y="722429"/>
                  </a:lnTo>
                  <a:lnTo>
                    <a:pt x="2956541" y="722429"/>
                  </a:lnTo>
                  <a:lnTo>
                    <a:pt x="2955881" y="722429"/>
                  </a:lnTo>
                  <a:lnTo>
                    <a:pt x="2955220" y="722429"/>
                  </a:lnTo>
                  <a:lnTo>
                    <a:pt x="2954560" y="722429"/>
                  </a:lnTo>
                  <a:lnTo>
                    <a:pt x="2953899" y="722429"/>
                  </a:lnTo>
                  <a:lnTo>
                    <a:pt x="2953239" y="722429"/>
                  </a:lnTo>
                  <a:lnTo>
                    <a:pt x="2952578" y="722429"/>
                  </a:lnTo>
                  <a:lnTo>
                    <a:pt x="2951917" y="722429"/>
                  </a:lnTo>
                  <a:lnTo>
                    <a:pt x="2951257" y="722429"/>
                  </a:lnTo>
                  <a:lnTo>
                    <a:pt x="2950596" y="722429"/>
                  </a:lnTo>
                  <a:lnTo>
                    <a:pt x="2949936" y="722429"/>
                  </a:lnTo>
                  <a:lnTo>
                    <a:pt x="2949275" y="722429"/>
                  </a:lnTo>
                  <a:lnTo>
                    <a:pt x="2948615" y="722429"/>
                  </a:lnTo>
                  <a:lnTo>
                    <a:pt x="2947954" y="722429"/>
                  </a:lnTo>
                  <a:lnTo>
                    <a:pt x="2947294" y="722429"/>
                  </a:lnTo>
                  <a:lnTo>
                    <a:pt x="2946633" y="722429"/>
                  </a:lnTo>
                  <a:lnTo>
                    <a:pt x="2945973" y="722429"/>
                  </a:lnTo>
                  <a:lnTo>
                    <a:pt x="2945312" y="722429"/>
                  </a:lnTo>
                  <a:lnTo>
                    <a:pt x="2944652" y="722429"/>
                  </a:lnTo>
                  <a:lnTo>
                    <a:pt x="2943991" y="722429"/>
                  </a:lnTo>
                  <a:lnTo>
                    <a:pt x="2943331" y="722429"/>
                  </a:lnTo>
                  <a:lnTo>
                    <a:pt x="2942670" y="722429"/>
                  </a:lnTo>
                  <a:lnTo>
                    <a:pt x="2942010" y="722429"/>
                  </a:lnTo>
                  <a:lnTo>
                    <a:pt x="2941349" y="722429"/>
                  </a:lnTo>
                  <a:lnTo>
                    <a:pt x="2940688" y="722429"/>
                  </a:lnTo>
                  <a:lnTo>
                    <a:pt x="2940028" y="722429"/>
                  </a:lnTo>
                  <a:lnTo>
                    <a:pt x="2939367" y="722429"/>
                  </a:lnTo>
                  <a:lnTo>
                    <a:pt x="2938707" y="722429"/>
                  </a:lnTo>
                  <a:lnTo>
                    <a:pt x="2938046" y="722429"/>
                  </a:lnTo>
                  <a:lnTo>
                    <a:pt x="2937386" y="722429"/>
                  </a:lnTo>
                  <a:lnTo>
                    <a:pt x="2936725" y="722429"/>
                  </a:lnTo>
                  <a:lnTo>
                    <a:pt x="2936065" y="722429"/>
                  </a:lnTo>
                  <a:lnTo>
                    <a:pt x="2935404" y="722429"/>
                  </a:lnTo>
                  <a:lnTo>
                    <a:pt x="2934744" y="722429"/>
                  </a:lnTo>
                  <a:lnTo>
                    <a:pt x="2934083" y="722429"/>
                  </a:lnTo>
                  <a:lnTo>
                    <a:pt x="2933423" y="722429"/>
                  </a:lnTo>
                  <a:lnTo>
                    <a:pt x="2932762" y="722429"/>
                  </a:lnTo>
                  <a:lnTo>
                    <a:pt x="2932102" y="722429"/>
                  </a:lnTo>
                  <a:lnTo>
                    <a:pt x="2931441" y="722429"/>
                  </a:lnTo>
                  <a:lnTo>
                    <a:pt x="2930780" y="722429"/>
                  </a:lnTo>
                  <a:lnTo>
                    <a:pt x="2930120" y="722429"/>
                  </a:lnTo>
                  <a:lnTo>
                    <a:pt x="2929459" y="722429"/>
                  </a:lnTo>
                  <a:lnTo>
                    <a:pt x="2928799" y="722429"/>
                  </a:lnTo>
                  <a:lnTo>
                    <a:pt x="2928138" y="722429"/>
                  </a:lnTo>
                  <a:lnTo>
                    <a:pt x="2927478" y="722429"/>
                  </a:lnTo>
                  <a:lnTo>
                    <a:pt x="2926817" y="722429"/>
                  </a:lnTo>
                  <a:lnTo>
                    <a:pt x="2926157" y="722429"/>
                  </a:lnTo>
                  <a:lnTo>
                    <a:pt x="2925496" y="722429"/>
                  </a:lnTo>
                  <a:lnTo>
                    <a:pt x="2924836" y="722429"/>
                  </a:lnTo>
                  <a:lnTo>
                    <a:pt x="2924175" y="722429"/>
                  </a:lnTo>
                  <a:lnTo>
                    <a:pt x="2923515" y="722429"/>
                  </a:lnTo>
                  <a:lnTo>
                    <a:pt x="2922854" y="722429"/>
                  </a:lnTo>
                  <a:lnTo>
                    <a:pt x="2922194" y="722429"/>
                  </a:lnTo>
                  <a:lnTo>
                    <a:pt x="2921533" y="722429"/>
                  </a:lnTo>
                  <a:lnTo>
                    <a:pt x="2920872" y="722429"/>
                  </a:lnTo>
                  <a:lnTo>
                    <a:pt x="2920212" y="722429"/>
                  </a:lnTo>
                  <a:lnTo>
                    <a:pt x="2919551" y="722429"/>
                  </a:lnTo>
                  <a:lnTo>
                    <a:pt x="2918891" y="722429"/>
                  </a:lnTo>
                  <a:lnTo>
                    <a:pt x="2918230" y="722429"/>
                  </a:lnTo>
                  <a:lnTo>
                    <a:pt x="2917570" y="722429"/>
                  </a:lnTo>
                  <a:lnTo>
                    <a:pt x="2916909" y="722429"/>
                  </a:lnTo>
                  <a:lnTo>
                    <a:pt x="2916249" y="722429"/>
                  </a:lnTo>
                  <a:lnTo>
                    <a:pt x="2915588" y="722429"/>
                  </a:lnTo>
                  <a:lnTo>
                    <a:pt x="2914928" y="722429"/>
                  </a:lnTo>
                  <a:lnTo>
                    <a:pt x="2914267" y="722429"/>
                  </a:lnTo>
                  <a:lnTo>
                    <a:pt x="2913607" y="722429"/>
                  </a:lnTo>
                  <a:lnTo>
                    <a:pt x="2912946" y="722429"/>
                  </a:lnTo>
                  <a:lnTo>
                    <a:pt x="2912286" y="722429"/>
                  </a:lnTo>
                  <a:lnTo>
                    <a:pt x="2911625" y="722429"/>
                  </a:lnTo>
                  <a:lnTo>
                    <a:pt x="2910964" y="722429"/>
                  </a:lnTo>
                  <a:lnTo>
                    <a:pt x="2910304" y="722429"/>
                  </a:lnTo>
                  <a:lnTo>
                    <a:pt x="2909643" y="722429"/>
                  </a:lnTo>
                  <a:lnTo>
                    <a:pt x="2908983" y="722429"/>
                  </a:lnTo>
                  <a:lnTo>
                    <a:pt x="2908322" y="722429"/>
                  </a:lnTo>
                  <a:lnTo>
                    <a:pt x="2907662" y="722429"/>
                  </a:lnTo>
                  <a:lnTo>
                    <a:pt x="2907001" y="722429"/>
                  </a:lnTo>
                  <a:lnTo>
                    <a:pt x="2906341" y="722429"/>
                  </a:lnTo>
                  <a:lnTo>
                    <a:pt x="2905680" y="722429"/>
                  </a:lnTo>
                  <a:lnTo>
                    <a:pt x="2905020" y="722429"/>
                  </a:lnTo>
                  <a:lnTo>
                    <a:pt x="2904359" y="722429"/>
                  </a:lnTo>
                  <a:lnTo>
                    <a:pt x="2903699" y="722429"/>
                  </a:lnTo>
                  <a:lnTo>
                    <a:pt x="2903038" y="722429"/>
                  </a:lnTo>
                  <a:lnTo>
                    <a:pt x="2902378" y="722429"/>
                  </a:lnTo>
                  <a:lnTo>
                    <a:pt x="2901717" y="722429"/>
                  </a:lnTo>
                  <a:lnTo>
                    <a:pt x="2901057" y="722429"/>
                  </a:lnTo>
                  <a:lnTo>
                    <a:pt x="2900396" y="722429"/>
                  </a:lnTo>
                  <a:lnTo>
                    <a:pt x="2899735" y="722429"/>
                  </a:lnTo>
                  <a:lnTo>
                    <a:pt x="2899075" y="722429"/>
                  </a:lnTo>
                  <a:lnTo>
                    <a:pt x="2898414" y="722429"/>
                  </a:lnTo>
                  <a:lnTo>
                    <a:pt x="2897754" y="722429"/>
                  </a:lnTo>
                  <a:lnTo>
                    <a:pt x="2897093" y="722429"/>
                  </a:lnTo>
                  <a:lnTo>
                    <a:pt x="2896433" y="722429"/>
                  </a:lnTo>
                  <a:lnTo>
                    <a:pt x="2895772" y="722429"/>
                  </a:lnTo>
                  <a:lnTo>
                    <a:pt x="2895112" y="722429"/>
                  </a:lnTo>
                  <a:lnTo>
                    <a:pt x="2894451" y="722429"/>
                  </a:lnTo>
                  <a:lnTo>
                    <a:pt x="2893791" y="722429"/>
                  </a:lnTo>
                  <a:lnTo>
                    <a:pt x="2893130" y="722429"/>
                  </a:lnTo>
                  <a:lnTo>
                    <a:pt x="2892470" y="722429"/>
                  </a:lnTo>
                  <a:lnTo>
                    <a:pt x="2891809" y="722429"/>
                  </a:lnTo>
                  <a:lnTo>
                    <a:pt x="2891149" y="722429"/>
                  </a:lnTo>
                  <a:lnTo>
                    <a:pt x="2890488" y="722429"/>
                  </a:lnTo>
                  <a:lnTo>
                    <a:pt x="2889827" y="722429"/>
                  </a:lnTo>
                  <a:lnTo>
                    <a:pt x="2889167" y="722429"/>
                  </a:lnTo>
                  <a:lnTo>
                    <a:pt x="2888506" y="722429"/>
                  </a:lnTo>
                  <a:lnTo>
                    <a:pt x="2887846" y="722429"/>
                  </a:lnTo>
                  <a:lnTo>
                    <a:pt x="2887185" y="722429"/>
                  </a:lnTo>
                  <a:lnTo>
                    <a:pt x="2886525" y="722429"/>
                  </a:lnTo>
                  <a:lnTo>
                    <a:pt x="2885864" y="722429"/>
                  </a:lnTo>
                  <a:lnTo>
                    <a:pt x="2885204" y="722429"/>
                  </a:lnTo>
                  <a:lnTo>
                    <a:pt x="2884543" y="722429"/>
                  </a:lnTo>
                  <a:lnTo>
                    <a:pt x="2883883" y="722429"/>
                  </a:lnTo>
                  <a:lnTo>
                    <a:pt x="2883222" y="722429"/>
                  </a:lnTo>
                  <a:lnTo>
                    <a:pt x="2882562" y="722429"/>
                  </a:lnTo>
                  <a:lnTo>
                    <a:pt x="2881901" y="722429"/>
                  </a:lnTo>
                  <a:lnTo>
                    <a:pt x="2881241" y="722429"/>
                  </a:lnTo>
                  <a:lnTo>
                    <a:pt x="2880580" y="722429"/>
                  </a:lnTo>
                  <a:lnTo>
                    <a:pt x="2879919" y="722429"/>
                  </a:lnTo>
                  <a:lnTo>
                    <a:pt x="2879259" y="722429"/>
                  </a:lnTo>
                  <a:lnTo>
                    <a:pt x="2878598" y="722429"/>
                  </a:lnTo>
                  <a:lnTo>
                    <a:pt x="2877938" y="722429"/>
                  </a:lnTo>
                  <a:lnTo>
                    <a:pt x="2877277" y="722429"/>
                  </a:lnTo>
                  <a:lnTo>
                    <a:pt x="2876617" y="722429"/>
                  </a:lnTo>
                  <a:lnTo>
                    <a:pt x="2875956" y="722429"/>
                  </a:lnTo>
                  <a:lnTo>
                    <a:pt x="2875296" y="722429"/>
                  </a:lnTo>
                  <a:lnTo>
                    <a:pt x="2874635" y="722429"/>
                  </a:lnTo>
                  <a:lnTo>
                    <a:pt x="2873975" y="722429"/>
                  </a:lnTo>
                  <a:lnTo>
                    <a:pt x="2873314" y="722429"/>
                  </a:lnTo>
                  <a:lnTo>
                    <a:pt x="2872654" y="722429"/>
                  </a:lnTo>
                  <a:lnTo>
                    <a:pt x="2871993" y="722429"/>
                  </a:lnTo>
                  <a:lnTo>
                    <a:pt x="2871333" y="722429"/>
                  </a:lnTo>
                  <a:lnTo>
                    <a:pt x="2870672" y="722429"/>
                  </a:lnTo>
                  <a:lnTo>
                    <a:pt x="2870012" y="722429"/>
                  </a:lnTo>
                  <a:lnTo>
                    <a:pt x="2869351" y="722429"/>
                  </a:lnTo>
                  <a:lnTo>
                    <a:pt x="2868690" y="722429"/>
                  </a:lnTo>
                  <a:lnTo>
                    <a:pt x="2868030" y="722429"/>
                  </a:lnTo>
                  <a:lnTo>
                    <a:pt x="2867369" y="722429"/>
                  </a:lnTo>
                  <a:lnTo>
                    <a:pt x="2866709" y="722429"/>
                  </a:lnTo>
                  <a:lnTo>
                    <a:pt x="2866048" y="722429"/>
                  </a:lnTo>
                  <a:lnTo>
                    <a:pt x="2865388" y="722429"/>
                  </a:lnTo>
                  <a:lnTo>
                    <a:pt x="2864727" y="722429"/>
                  </a:lnTo>
                  <a:lnTo>
                    <a:pt x="2864067" y="722429"/>
                  </a:lnTo>
                  <a:lnTo>
                    <a:pt x="2863406" y="722429"/>
                  </a:lnTo>
                  <a:lnTo>
                    <a:pt x="2862746" y="722429"/>
                  </a:lnTo>
                  <a:lnTo>
                    <a:pt x="2862085" y="722429"/>
                  </a:lnTo>
                  <a:lnTo>
                    <a:pt x="2861425" y="722429"/>
                  </a:lnTo>
                  <a:lnTo>
                    <a:pt x="2860764" y="722429"/>
                  </a:lnTo>
                  <a:lnTo>
                    <a:pt x="2860104" y="722429"/>
                  </a:lnTo>
                  <a:lnTo>
                    <a:pt x="2859443" y="722429"/>
                  </a:lnTo>
                  <a:lnTo>
                    <a:pt x="2858782" y="722429"/>
                  </a:lnTo>
                  <a:lnTo>
                    <a:pt x="2858122" y="722429"/>
                  </a:lnTo>
                  <a:lnTo>
                    <a:pt x="2857461" y="722429"/>
                  </a:lnTo>
                  <a:lnTo>
                    <a:pt x="2856801" y="722429"/>
                  </a:lnTo>
                  <a:lnTo>
                    <a:pt x="2856140" y="722429"/>
                  </a:lnTo>
                  <a:lnTo>
                    <a:pt x="2855480" y="722429"/>
                  </a:lnTo>
                  <a:lnTo>
                    <a:pt x="2854819" y="722429"/>
                  </a:lnTo>
                  <a:lnTo>
                    <a:pt x="2854159" y="722429"/>
                  </a:lnTo>
                  <a:lnTo>
                    <a:pt x="2853498" y="722429"/>
                  </a:lnTo>
                  <a:lnTo>
                    <a:pt x="2852838" y="722429"/>
                  </a:lnTo>
                  <a:lnTo>
                    <a:pt x="2852177" y="722429"/>
                  </a:lnTo>
                  <a:lnTo>
                    <a:pt x="2851517" y="722429"/>
                  </a:lnTo>
                  <a:lnTo>
                    <a:pt x="2850856" y="722429"/>
                  </a:lnTo>
                  <a:lnTo>
                    <a:pt x="2850196" y="722429"/>
                  </a:lnTo>
                  <a:lnTo>
                    <a:pt x="2849535" y="722429"/>
                  </a:lnTo>
                  <a:lnTo>
                    <a:pt x="2848874" y="722429"/>
                  </a:lnTo>
                  <a:lnTo>
                    <a:pt x="2848214" y="722429"/>
                  </a:lnTo>
                  <a:lnTo>
                    <a:pt x="2847553" y="722429"/>
                  </a:lnTo>
                  <a:lnTo>
                    <a:pt x="2846893" y="722429"/>
                  </a:lnTo>
                  <a:lnTo>
                    <a:pt x="2846232" y="722429"/>
                  </a:lnTo>
                  <a:lnTo>
                    <a:pt x="2845572" y="722429"/>
                  </a:lnTo>
                  <a:lnTo>
                    <a:pt x="2844911" y="722429"/>
                  </a:lnTo>
                  <a:lnTo>
                    <a:pt x="2844251" y="722429"/>
                  </a:lnTo>
                  <a:lnTo>
                    <a:pt x="2843590" y="722429"/>
                  </a:lnTo>
                  <a:lnTo>
                    <a:pt x="2842930" y="722429"/>
                  </a:lnTo>
                  <a:lnTo>
                    <a:pt x="2842269" y="722429"/>
                  </a:lnTo>
                  <a:lnTo>
                    <a:pt x="2841609" y="722429"/>
                  </a:lnTo>
                  <a:lnTo>
                    <a:pt x="2840948" y="722429"/>
                  </a:lnTo>
                  <a:lnTo>
                    <a:pt x="2840288" y="722429"/>
                  </a:lnTo>
                  <a:lnTo>
                    <a:pt x="2839627" y="722429"/>
                  </a:lnTo>
                  <a:lnTo>
                    <a:pt x="2838966" y="722429"/>
                  </a:lnTo>
                  <a:lnTo>
                    <a:pt x="2838306" y="722429"/>
                  </a:lnTo>
                  <a:lnTo>
                    <a:pt x="2837645" y="722429"/>
                  </a:lnTo>
                  <a:lnTo>
                    <a:pt x="2836985" y="722429"/>
                  </a:lnTo>
                  <a:lnTo>
                    <a:pt x="2836324" y="722429"/>
                  </a:lnTo>
                  <a:lnTo>
                    <a:pt x="2835664" y="722429"/>
                  </a:lnTo>
                  <a:lnTo>
                    <a:pt x="2835003" y="722429"/>
                  </a:lnTo>
                  <a:lnTo>
                    <a:pt x="2834343" y="722429"/>
                  </a:lnTo>
                  <a:lnTo>
                    <a:pt x="2833682" y="722429"/>
                  </a:lnTo>
                  <a:lnTo>
                    <a:pt x="2833022" y="722429"/>
                  </a:lnTo>
                  <a:lnTo>
                    <a:pt x="2832361" y="722429"/>
                  </a:lnTo>
                  <a:lnTo>
                    <a:pt x="2831701" y="722429"/>
                  </a:lnTo>
                  <a:lnTo>
                    <a:pt x="2831040" y="722429"/>
                  </a:lnTo>
                  <a:lnTo>
                    <a:pt x="2830380" y="722429"/>
                  </a:lnTo>
                  <a:lnTo>
                    <a:pt x="2829719" y="722429"/>
                  </a:lnTo>
                  <a:lnTo>
                    <a:pt x="2829059" y="722429"/>
                  </a:lnTo>
                  <a:lnTo>
                    <a:pt x="2828398" y="722429"/>
                  </a:lnTo>
                  <a:lnTo>
                    <a:pt x="2827737" y="722429"/>
                  </a:lnTo>
                  <a:lnTo>
                    <a:pt x="2827077" y="722429"/>
                  </a:lnTo>
                  <a:lnTo>
                    <a:pt x="2826416" y="722429"/>
                  </a:lnTo>
                  <a:lnTo>
                    <a:pt x="2825756" y="722429"/>
                  </a:lnTo>
                  <a:lnTo>
                    <a:pt x="2825095" y="722429"/>
                  </a:lnTo>
                  <a:lnTo>
                    <a:pt x="2824435" y="722429"/>
                  </a:lnTo>
                  <a:lnTo>
                    <a:pt x="2823774" y="722429"/>
                  </a:lnTo>
                  <a:lnTo>
                    <a:pt x="2823114" y="722429"/>
                  </a:lnTo>
                  <a:lnTo>
                    <a:pt x="2822453" y="722429"/>
                  </a:lnTo>
                  <a:lnTo>
                    <a:pt x="2821793" y="722429"/>
                  </a:lnTo>
                  <a:lnTo>
                    <a:pt x="2821132" y="722429"/>
                  </a:lnTo>
                  <a:lnTo>
                    <a:pt x="2820472" y="722429"/>
                  </a:lnTo>
                  <a:lnTo>
                    <a:pt x="2819811" y="722429"/>
                  </a:lnTo>
                  <a:lnTo>
                    <a:pt x="2819151" y="722429"/>
                  </a:lnTo>
                  <a:lnTo>
                    <a:pt x="2818490" y="722429"/>
                  </a:lnTo>
                  <a:lnTo>
                    <a:pt x="2817829" y="722429"/>
                  </a:lnTo>
                  <a:lnTo>
                    <a:pt x="2817169" y="722429"/>
                  </a:lnTo>
                  <a:lnTo>
                    <a:pt x="2816508" y="722429"/>
                  </a:lnTo>
                  <a:lnTo>
                    <a:pt x="2815848" y="722429"/>
                  </a:lnTo>
                  <a:lnTo>
                    <a:pt x="2815187" y="722429"/>
                  </a:lnTo>
                  <a:lnTo>
                    <a:pt x="2814527" y="722429"/>
                  </a:lnTo>
                  <a:lnTo>
                    <a:pt x="2813866" y="722429"/>
                  </a:lnTo>
                  <a:lnTo>
                    <a:pt x="2813206" y="722429"/>
                  </a:lnTo>
                  <a:lnTo>
                    <a:pt x="2812545" y="722429"/>
                  </a:lnTo>
                  <a:lnTo>
                    <a:pt x="2811885" y="722429"/>
                  </a:lnTo>
                  <a:lnTo>
                    <a:pt x="2811224" y="722429"/>
                  </a:lnTo>
                  <a:lnTo>
                    <a:pt x="2810564" y="722429"/>
                  </a:lnTo>
                  <a:lnTo>
                    <a:pt x="2809903" y="722429"/>
                  </a:lnTo>
                  <a:lnTo>
                    <a:pt x="2809243" y="722429"/>
                  </a:lnTo>
                  <a:lnTo>
                    <a:pt x="2808582" y="722429"/>
                  </a:lnTo>
                  <a:lnTo>
                    <a:pt x="2807921" y="722429"/>
                  </a:lnTo>
                  <a:lnTo>
                    <a:pt x="2807261" y="722429"/>
                  </a:lnTo>
                  <a:lnTo>
                    <a:pt x="2806600" y="722429"/>
                  </a:lnTo>
                  <a:lnTo>
                    <a:pt x="2805940" y="722429"/>
                  </a:lnTo>
                  <a:lnTo>
                    <a:pt x="2805279" y="722429"/>
                  </a:lnTo>
                  <a:lnTo>
                    <a:pt x="2804619" y="722429"/>
                  </a:lnTo>
                  <a:lnTo>
                    <a:pt x="2803958" y="722429"/>
                  </a:lnTo>
                  <a:lnTo>
                    <a:pt x="2803298" y="722429"/>
                  </a:lnTo>
                  <a:lnTo>
                    <a:pt x="2802637" y="722429"/>
                  </a:lnTo>
                  <a:lnTo>
                    <a:pt x="2801977" y="722429"/>
                  </a:lnTo>
                  <a:lnTo>
                    <a:pt x="2801316" y="722429"/>
                  </a:lnTo>
                  <a:lnTo>
                    <a:pt x="2800656" y="722429"/>
                  </a:lnTo>
                  <a:lnTo>
                    <a:pt x="2799995" y="722429"/>
                  </a:lnTo>
                  <a:lnTo>
                    <a:pt x="2799335" y="722429"/>
                  </a:lnTo>
                  <a:lnTo>
                    <a:pt x="2798674" y="722429"/>
                  </a:lnTo>
                  <a:lnTo>
                    <a:pt x="2798014" y="722429"/>
                  </a:lnTo>
                  <a:lnTo>
                    <a:pt x="2797353" y="722429"/>
                  </a:lnTo>
                  <a:lnTo>
                    <a:pt x="2796692" y="722429"/>
                  </a:lnTo>
                  <a:lnTo>
                    <a:pt x="2796032" y="722429"/>
                  </a:lnTo>
                  <a:lnTo>
                    <a:pt x="2795371" y="722429"/>
                  </a:lnTo>
                  <a:lnTo>
                    <a:pt x="2794711" y="722429"/>
                  </a:lnTo>
                  <a:lnTo>
                    <a:pt x="2794050" y="722429"/>
                  </a:lnTo>
                  <a:lnTo>
                    <a:pt x="2793390" y="722429"/>
                  </a:lnTo>
                  <a:lnTo>
                    <a:pt x="2792729" y="722429"/>
                  </a:lnTo>
                  <a:lnTo>
                    <a:pt x="2792069" y="722429"/>
                  </a:lnTo>
                  <a:lnTo>
                    <a:pt x="2791408" y="722429"/>
                  </a:lnTo>
                  <a:lnTo>
                    <a:pt x="2790748" y="722429"/>
                  </a:lnTo>
                  <a:lnTo>
                    <a:pt x="2790087" y="722429"/>
                  </a:lnTo>
                  <a:lnTo>
                    <a:pt x="2789427" y="722429"/>
                  </a:lnTo>
                  <a:lnTo>
                    <a:pt x="2788766" y="722429"/>
                  </a:lnTo>
                  <a:lnTo>
                    <a:pt x="2788106" y="722429"/>
                  </a:lnTo>
                  <a:lnTo>
                    <a:pt x="2787445" y="722429"/>
                  </a:lnTo>
                  <a:lnTo>
                    <a:pt x="2786784" y="722429"/>
                  </a:lnTo>
                  <a:lnTo>
                    <a:pt x="2786124" y="722429"/>
                  </a:lnTo>
                  <a:lnTo>
                    <a:pt x="2785463" y="722429"/>
                  </a:lnTo>
                  <a:lnTo>
                    <a:pt x="2784803" y="722429"/>
                  </a:lnTo>
                  <a:lnTo>
                    <a:pt x="2784142" y="722429"/>
                  </a:lnTo>
                  <a:lnTo>
                    <a:pt x="2783482" y="722429"/>
                  </a:lnTo>
                  <a:lnTo>
                    <a:pt x="2782821" y="722429"/>
                  </a:lnTo>
                  <a:lnTo>
                    <a:pt x="2782161" y="722429"/>
                  </a:lnTo>
                  <a:lnTo>
                    <a:pt x="2781500" y="722429"/>
                  </a:lnTo>
                  <a:lnTo>
                    <a:pt x="2780840" y="722429"/>
                  </a:lnTo>
                  <a:lnTo>
                    <a:pt x="2780179" y="722429"/>
                  </a:lnTo>
                  <a:lnTo>
                    <a:pt x="2779519" y="722429"/>
                  </a:lnTo>
                  <a:lnTo>
                    <a:pt x="2778858" y="722429"/>
                  </a:lnTo>
                  <a:lnTo>
                    <a:pt x="2778198" y="722429"/>
                  </a:lnTo>
                  <a:lnTo>
                    <a:pt x="2777537" y="722429"/>
                  </a:lnTo>
                  <a:lnTo>
                    <a:pt x="2776876" y="722429"/>
                  </a:lnTo>
                  <a:lnTo>
                    <a:pt x="2776216" y="722429"/>
                  </a:lnTo>
                  <a:lnTo>
                    <a:pt x="2775555" y="722429"/>
                  </a:lnTo>
                  <a:lnTo>
                    <a:pt x="2774895" y="722429"/>
                  </a:lnTo>
                  <a:lnTo>
                    <a:pt x="2774234" y="722429"/>
                  </a:lnTo>
                  <a:lnTo>
                    <a:pt x="2773574" y="722429"/>
                  </a:lnTo>
                  <a:lnTo>
                    <a:pt x="2772913" y="722429"/>
                  </a:lnTo>
                  <a:lnTo>
                    <a:pt x="2772253" y="722429"/>
                  </a:lnTo>
                  <a:lnTo>
                    <a:pt x="2771592" y="722429"/>
                  </a:lnTo>
                  <a:lnTo>
                    <a:pt x="2770932" y="722429"/>
                  </a:lnTo>
                  <a:lnTo>
                    <a:pt x="2770271" y="722429"/>
                  </a:lnTo>
                  <a:lnTo>
                    <a:pt x="2769611" y="722429"/>
                  </a:lnTo>
                  <a:lnTo>
                    <a:pt x="2768950" y="722429"/>
                  </a:lnTo>
                  <a:lnTo>
                    <a:pt x="2768290" y="722429"/>
                  </a:lnTo>
                  <a:lnTo>
                    <a:pt x="2767629" y="722429"/>
                  </a:lnTo>
                  <a:lnTo>
                    <a:pt x="2766968" y="722429"/>
                  </a:lnTo>
                  <a:lnTo>
                    <a:pt x="2766308" y="722429"/>
                  </a:lnTo>
                  <a:lnTo>
                    <a:pt x="2765647" y="722429"/>
                  </a:lnTo>
                  <a:lnTo>
                    <a:pt x="2764987" y="722429"/>
                  </a:lnTo>
                  <a:lnTo>
                    <a:pt x="2764326" y="722429"/>
                  </a:lnTo>
                  <a:lnTo>
                    <a:pt x="2763666" y="722429"/>
                  </a:lnTo>
                  <a:lnTo>
                    <a:pt x="2763005" y="722429"/>
                  </a:lnTo>
                  <a:lnTo>
                    <a:pt x="2762345" y="722429"/>
                  </a:lnTo>
                  <a:lnTo>
                    <a:pt x="2761684" y="722429"/>
                  </a:lnTo>
                  <a:lnTo>
                    <a:pt x="2761024" y="722429"/>
                  </a:lnTo>
                  <a:lnTo>
                    <a:pt x="2760363" y="722429"/>
                  </a:lnTo>
                  <a:lnTo>
                    <a:pt x="2759703" y="722429"/>
                  </a:lnTo>
                  <a:lnTo>
                    <a:pt x="2759042" y="722429"/>
                  </a:lnTo>
                  <a:lnTo>
                    <a:pt x="2758382" y="722429"/>
                  </a:lnTo>
                  <a:lnTo>
                    <a:pt x="2757721" y="722429"/>
                  </a:lnTo>
                  <a:lnTo>
                    <a:pt x="2757061" y="722429"/>
                  </a:lnTo>
                  <a:lnTo>
                    <a:pt x="2756400" y="722429"/>
                  </a:lnTo>
                  <a:lnTo>
                    <a:pt x="2755739" y="722429"/>
                  </a:lnTo>
                  <a:lnTo>
                    <a:pt x="2755079" y="722429"/>
                  </a:lnTo>
                  <a:lnTo>
                    <a:pt x="2754418" y="722429"/>
                  </a:lnTo>
                  <a:lnTo>
                    <a:pt x="2753758" y="722429"/>
                  </a:lnTo>
                  <a:lnTo>
                    <a:pt x="2753097" y="722429"/>
                  </a:lnTo>
                  <a:lnTo>
                    <a:pt x="2752437" y="722429"/>
                  </a:lnTo>
                  <a:lnTo>
                    <a:pt x="2751776" y="722429"/>
                  </a:lnTo>
                  <a:lnTo>
                    <a:pt x="2751116" y="722429"/>
                  </a:lnTo>
                  <a:lnTo>
                    <a:pt x="2750455" y="722429"/>
                  </a:lnTo>
                  <a:lnTo>
                    <a:pt x="2749795" y="722429"/>
                  </a:lnTo>
                  <a:lnTo>
                    <a:pt x="2749134" y="722429"/>
                  </a:lnTo>
                  <a:lnTo>
                    <a:pt x="2748474" y="722429"/>
                  </a:lnTo>
                  <a:lnTo>
                    <a:pt x="2747813" y="722429"/>
                  </a:lnTo>
                  <a:lnTo>
                    <a:pt x="2747153" y="722429"/>
                  </a:lnTo>
                  <a:lnTo>
                    <a:pt x="2746492" y="722429"/>
                  </a:lnTo>
                  <a:lnTo>
                    <a:pt x="2745831" y="722429"/>
                  </a:lnTo>
                  <a:lnTo>
                    <a:pt x="2745171" y="722429"/>
                  </a:lnTo>
                  <a:lnTo>
                    <a:pt x="2744510" y="722429"/>
                  </a:lnTo>
                  <a:lnTo>
                    <a:pt x="2743850" y="722429"/>
                  </a:lnTo>
                  <a:lnTo>
                    <a:pt x="2743189" y="722429"/>
                  </a:lnTo>
                  <a:lnTo>
                    <a:pt x="2742529" y="722429"/>
                  </a:lnTo>
                  <a:lnTo>
                    <a:pt x="2741868" y="722429"/>
                  </a:lnTo>
                  <a:lnTo>
                    <a:pt x="2741208" y="722429"/>
                  </a:lnTo>
                  <a:lnTo>
                    <a:pt x="2740547" y="722429"/>
                  </a:lnTo>
                  <a:lnTo>
                    <a:pt x="2739887" y="722429"/>
                  </a:lnTo>
                  <a:lnTo>
                    <a:pt x="2739226" y="722429"/>
                  </a:lnTo>
                  <a:lnTo>
                    <a:pt x="2738566" y="722429"/>
                  </a:lnTo>
                  <a:lnTo>
                    <a:pt x="2737905" y="722429"/>
                  </a:lnTo>
                  <a:lnTo>
                    <a:pt x="2737245" y="722429"/>
                  </a:lnTo>
                  <a:lnTo>
                    <a:pt x="2736584" y="722429"/>
                  </a:lnTo>
                  <a:lnTo>
                    <a:pt x="2735923" y="722429"/>
                  </a:lnTo>
                  <a:lnTo>
                    <a:pt x="2735263" y="722429"/>
                  </a:lnTo>
                  <a:lnTo>
                    <a:pt x="2734602" y="722429"/>
                  </a:lnTo>
                  <a:lnTo>
                    <a:pt x="2733942" y="722429"/>
                  </a:lnTo>
                  <a:lnTo>
                    <a:pt x="2733281" y="722429"/>
                  </a:lnTo>
                  <a:lnTo>
                    <a:pt x="2732621" y="722429"/>
                  </a:lnTo>
                  <a:lnTo>
                    <a:pt x="2731960" y="722429"/>
                  </a:lnTo>
                  <a:lnTo>
                    <a:pt x="2731300" y="722429"/>
                  </a:lnTo>
                  <a:lnTo>
                    <a:pt x="2730639" y="722429"/>
                  </a:lnTo>
                  <a:lnTo>
                    <a:pt x="2729979" y="722429"/>
                  </a:lnTo>
                  <a:lnTo>
                    <a:pt x="2729318" y="722429"/>
                  </a:lnTo>
                  <a:lnTo>
                    <a:pt x="2728658" y="722429"/>
                  </a:lnTo>
                  <a:lnTo>
                    <a:pt x="2727997" y="722429"/>
                  </a:lnTo>
                  <a:lnTo>
                    <a:pt x="2727337" y="722429"/>
                  </a:lnTo>
                  <a:lnTo>
                    <a:pt x="2726676" y="722429"/>
                  </a:lnTo>
                  <a:lnTo>
                    <a:pt x="2726016" y="722429"/>
                  </a:lnTo>
                  <a:lnTo>
                    <a:pt x="2725355" y="722429"/>
                  </a:lnTo>
                  <a:lnTo>
                    <a:pt x="2724694" y="722429"/>
                  </a:lnTo>
                  <a:lnTo>
                    <a:pt x="2724034" y="722429"/>
                  </a:lnTo>
                  <a:lnTo>
                    <a:pt x="2723373" y="722429"/>
                  </a:lnTo>
                  <a:lnTo>
                    <a:pt x="2722713" y="722429"/>
                  </a:lnTo>
                  <a:lnTo>
                    <a:pt x="2722052" y="722429"/>
                  </a:lnTo>
                  <a:lnTo>
                    <a:pt x="2721392" y="722429"/>
                  </a:lnTo>
                  <a:lnTo>
                    <a:pt x="2720731" y="722429"/>
                  </a:lnTo>
                  <a:lnTo>
                    <a:pt x="2720071" y="722429"/>
                  </a:lnTo>
                  <a:lnTo>
                    <a:pt x="2719410" y="722429"/>
                  </a:lnTo>
                  <a:lnTo>
                    <a:pt x="2718750" y="722429"/>
                  </a:lnTo>
                  <a:lnTo>
                    <a:pt x="2718089" y="722429"/>
                  </a:lnTo>
                  <a:lnTo>
                    <a:pt x="2717429" y="722429"/>
                  </a:lnTo>
                  <a:lnTo>
                    <a:pt x="2716768" y="722429"/>
                  </a:lnTo>
                  <a:lnTo>
                    <a:pt x="2716108" y="722429"/>
                  </a:lnTo>
                  <a:lnTo>
                    <a:pt x="2715447" y="722429"/>
                  </a:lnTo>
                  <a:lnTo>
                    <a:pt x="2714786" y="722429"/>
                  </a:lnTo>
                  <a:lnTo>
                    <a:pt x="2714126" y="722429"/>
                  </a:lnTo>
                  <a:lnTo>
                    <a:pt x="2713465" y="722429"/>
                  </a:lnTo>
                  <a:lnTo>
                    <a:pt x="2712805" y="722429"/>
                  </a:lnTo>
                  <a:lnTo>
                    <a:pt x="2712144" y="722429"/>
                  </a:lnTo>
                  <a:lnTo>
                    <a:pt x="2711484" y="722429"/>
                  </a:lnTo>
                  <a:lnTo>
                    <a:pt x="2710823" y="722429"/>
                  </a:lnTo>
                  <a:lnTo>
                    <a:pt x="2710163" y="722429"/>
                  </a:lnTo>
                  <a:lnTo>
                    <a:pt x="2709502" y="722429"/>
                  </a:lnTo>
                  <a:lnTo>
                    <a:pt x="2708842" y="722429"/>
                  </a:lnTo>
                  <a:lnTo>
                    <a:pt x="2708181" y="722429"/>
                  </a:lnTo>
                  <a:lnTo>
                    <a:pt x="2707521" y="722429"/>
                  </a:lnTo>
                  <a:lnTo>
                    <a:pt x="2706860" y="722429"/>
                  </a:lnTo>
                  <a:lnTo>
                    <a:pt x="2706200" y="722429"/>
                  </a:lnTo>
                  <a:lnTo>
                    <a:pt x="2705539" y="722429"/>
                  </a:lnTo>
                  <a:lnTo>
                    <a:pt x="2704878" y="722429"/>
                  </a:lnTo>
                  <a:lnTo>
                    <a:pt x="2704218" y="722429"/>
                  </a:lnTo>
                  <a:lnTo>
                    <a:pt x="2703557" y="722429"/>
                  </a:lnTo>
                  <a:lnTo>
                    <a:pt x="2702897" y="722429"/>
                  </a:lnTo>
                  <a:lnTo>
                    <a:pt x="2702236" y="722429"/>
                  </a:lnTo>
                  <a:lnTo>
                    <a:pt x="2701576" y="722429"/>
                  </a:lnTo>
                  <a:lnTo>
                    <a:pt x="2700915" y="722429"/>
                  </a:lnTo>
                  <a:lnTo>
                    <a:pt x="2700255" y="722429"/>
                  </a:lnTo>
                  <a:lnTo>
                    <a:pt x="2699594" y="722429"/>
                  </a:lnTo>
                  <a:lnTo>
                    <a:pt x="2698934" y="722429"/>
                  </a:lnTo>
                  <a:lnTo>
                    <a:pt x="2698273" y="722429"/>
                  </a:lnTo>
                  <a:lnTo>
                    <a:pt x="2697613" y="722429"/>
                  </a:lnTo>
                  <a:lnTo>
                    <a:pt x="2696952" y="722429"/>
                  </a:lnTo>
                  <a:lnTo>
                    <a:pt x="2696292" y="722429"/>
                  </a:lnTo>
                  <a:lnTo>
                    <a:pt x="2695631" y="722429"/>
                  </a:lnTo>
                  <a:lnTo>
                    <a:pt x="2694970" y="722429"/>
                  </a:lnTo>
                  <a:lnTo>
                    <a:pt x="2694310" y="722429"/>
                  </a:lnTo>
                  <a:lnTo>
                    <a:pt x="2693649" y="722429"/>
                  </a:lnTo>
                  <a:lnTo>
                    <a:pt x="2692989" y="722429"/>
                  </a:lnTo>
                  <a:lnTo>
                    <a:pt x="2692328" y="722429"/>
                  </a:lnTo>
                  <a:lnTo>
                    <a:pt x="2691668" y="722429"/>
                  </a:lnTo>
                  <a:lnTo>
                    <a:pt x="2691007" y="722429"/>
                  </a:lnTo>
                  <a:lnTo>
                    <a:pt x="2690347" y="722429"/>
                  </a:lnTo>
                  <a:lnTo>
                    <a:pt x="2689686" y="722429"/>
                  </a:lnTo>
                  <a:lnTo>
                    <a:pt x="2689026" y="722429"/>
                  </a:lnTo>
                  <a:lnTo>
                    <a:pt x="2688365" y="722429"/>
                  </a:lnTo>
                  <a:lnTo>
                    <a:pt x="2687705" y="722429"/>
                  </a:lnTo>
                  <a:lnTo>
                    <a:pt x="2687044" y="722429"/>
                  </a:lnTo>
                  <a:lnTo>
                    <a:pt x="2686384" y="722429"/>
                  </a:lnTo>
                  <a:lnTo>
                    <a:pt x="2685723" y="722429"/>
                  </a:lnTo>
                  <a:lnTo>
                    <a:pt x="2685063" y="722429"/>
                  </a:lnTo>
                  <a:lnTo>
                    <a:pt x="2684402" y="722429"/>
                  </a:lnTo>
                  <a:lnTo>
                    <a:pt x="2683741" y="722429"/>
                  </a:lnTo>
                  <a:lnTo>
                    <a:pt x="2683081" y="722429"/>
                  </a:lnTo>
                  <a:lnTo>
                    <a:pt x="2682420" y="722429"/>
                  </a:lnTo>
                  <a:lnTo>
                    <a:pt x="2681760" y="722429"/>
                  </a:lnTo>
                  <a:lnTo>
                    <a:pt x="2681099" y="722429"/>
                  </a:lnTo>
                  <a:lnTo>
                    <a:pt x="2680439" y="722429"/>
                  </a:lnTo>
                  <a:lnTo>
                    <a:pt x="2679778" y="722429"/>
                  </a:lnTo>
                  <a:lnTo>
                    <a:pt x="2679118" y="722429"/>
                  </a:lnTo>
                  <a:lnTo>
                    <a:pt x="2678457" y="722429"/>
                  </a:lnTo>
                  <a:lnTo>
                    <a:pt x="2677797" y="722429"/>
                  </a:lnTo>
                  <a:lnTo>
                    <a:pt x="2677136" y="722429"/>
                  </a:lnTo>
                  <a:lnTo>
                    <a:pt x="2676476" y="722429"/>
                  </a:lnTo>
                  <a:lnTo>
                    <a:pt x="2675815" y="722429"/>
                  </a:lnTo>
                  <a:lnTo>
                    <a:pt x="2675155" y="722429"/>
                  </a:lnTo>
                  <a:lnTo>
                    <a:pt x="2674494" y="722429"/>
                  </a:lnTo>
                  <a:lnTo>
                    <a:pt x="2673833" y="722429"/>
                  </a:lnTo>
                  <a:lnTo>
                    <a:pt x="2673173" y="722429"/>
                  </a:lnTo>
                  <a:lnTo>
                    <a:pt x="2672512" y="722429"/>
                  </a:lnTo>
                  <a:lnTo>
                    <a:pt x="2671852" y="722429"/>
                  </a:lnTo>
                  <a:lnTo>
                    <a:pt x="2671191" y="722429"/>
                  </a:lnTo>
                  <a:lnTo>
                    <a:pt x="2670531" y="722429"/>
                  </a:lnTo>
                  <a:lnTo>
                    <a:pt x="2669870" y="722429"/>
                  </a:lnTo>
                  <a:lnTo>
                    <a:pt x="2669210" y="722429"/>
                  </a:lnTo>
                  <a:lnTo>
                    <a:pt x="2668549" y="722429"/>
                  </a:lnTo>
                  <a:lnTo>
                    <a:pt x="2667889" y="722429"/>
                  </a:lnTo>
                  <a:lnTo>
                    <a:pt x="2667228" y="722429"/>
                  </a:lnTo>
                  <a:lnTo>
                    <a:pt x="2666568" y="722429"/>
                  </a:lnTo>
                  <a:lnTo>
                    <a:pt x="2665907" y="722429"/>
                  </a:lnTo>
                  <a:lnTo>
                    <a:pt x="2665247" y="722429"/>
                  </a:lnTo>
                  <a:lnTo>
                    <a:pt x="2664586" y="722429"/>
                  </a:lnTo>
                  <a:lnTo>
                    <a:pt x="2663925" y="722429"/>
                  </a:lnTo>
                  <a:lnTo>
                    <a:pt x="2663265" y="722429"/>
                  </a:lnTo>
                  <a:lnTo>
                    <a:pt x="2662604" y="722429"/>
                  </a:lnTo>
                  <a:lnTo>
                    <a:pt x="2661944" y="722429"/>
                  </a:lnTo>
                  <a:lnTo>
                    <a:pt x="2661283" y="722429"/>
                  </a:lnTo>
                  <a:lnTo>
                    <a:pt x="2660623" y="722429"/>
                  </a:lnTo>
                  <a:lnTo>
                    <a:pt x="2659962" y="722429"/>
                  </a:lnTo>
                  <a:lnTo>
                    <a:pt x="2659302" y="722429"/>
                  </a:lnTo>
                  <a:lnTo>
                    <a:pt x="2658641" y="722429"/>
                  </a:lnTo>
                  <a:lnTo>
                    <a:pt x="2657981" y="722429"/>
                  </a:lnTo>
                  <a:lnTo>
                    <a:pt x="2657320" y="722429"/>
                  </a:lnTo>
                  <a:lnTo>
                    <a:pt x="2656660" y="722429"/>
                  </a:lnTo>
                  <a:lnTo>
                    <a:pt x="2655999" y="722429"/>
                  </a:lnTo>
                  <a:lnTo>
                    <a:pt x="2655339" y="722429"/>
                  </a:lnTo>
                  <a:lnTo>
                    <a:pt x="2654678" y="722429"/>
                  </a:lnTo>
                  <a:lnTo>
                    <a:pt x="2654018" y="722429"/>
                  </a:lnTo>
                  <a:lnTo>
                    <a:pt x="2653357" y="722429"/>
                  </a:lnTo>
                  <a:lnTo>
                    <a:pt x="2652696" y="722429"/>
                  </a:lnTo>
                  <a:lnTo>
                    <a:pt x="2652036" y="722429"/>
                  </a:lnTo>
                  <a:lnTo>
                    <a:pt x="2651375" y="722429"/>
                  </a:lnTo>
                  <a:lnTo>
                    <a:pt x="2650715" y="722429"/>
                  </a:lnTo>
                  <a:lnTo>
                    <a:pt x="2650054" y="722429"/>
                  </a:lnTo>
                  <a:lnTo>
                    <a:pt x="2649394" y="722429"/>
                  </a:lnTo>
                  <a:lnTo>
                    <a:pt x="2648733" y="722429"/>
                  </a:lnTo>
                  <a:lnTo>
                    <a:pt x="2648073" y="722429"/>
                  </a:lnTo>
                  <a:lnTo>
                    <a:pt x="2647412" y="722429"/>
                  </a:lnTo>
                  <a:lnTo>
                    <a:pt x="2646752" y="722429"/>
                  </a:lnTo>
                  <a:lnTo>
                    <a:pt x="2646091" y="722429"/>
                  </a:lnTo>
                  <a:lnTo>
                    <a:pt x="2645431" y="722429"/>
                  </a:lnTo>
                  <a:lnTo>
                    <a:pt x="2644770" y="722429"/>
                  </a:lnTo>
                  <a:lnTo>
                    <a:pt x="2644110" y="722429"/>
                  </a:lnTo>
                  <a:lnTo>
                    <a:pt x="2643449" y="722429"/>
                  </a:lnTo>
                  <a:lnTo>
                    <a:pt x="2642788" y="722429"/>
                  </a:lnTo>
                  <a:lnTo>
                    <a:pt x="2642128" y="722429"/>
                  </a:lnTo>
                  <a:lnTo>
                    <a:pt x="2641467" y="722429"/>
                  </a:lnTo>
                  <a:lnTo>
                    <a:pt x="2640807" y="722429"/>
                  </a:lnTo>
                  <a:lnTo>
                    <a:pt x="2640146" y="722429"/>
                  </a:lnTo>
                  <a:lnTo>
                    <a:pt x="2639486" y="722429"/>
                  </a:lnTo>
                  <a:lnTo>
                    <a:pt x="2638825" y="722429"/>
                  </a:lnTo>
                  <a:lnTo>
                    <a:pt x="2638165" y="722429"/>
                  </a:lnTo>
                  <a:lnTo>
                    <a:pt x="2637504" y="722429"/>
                  </a:lnTo>
                  <a:lnTo>
                    <a:pt x="2636844" y="722429"/>
                  </a:lnTo>
                  <a:lnTo>
                    <a:pt x="2636183" y="722429"/>
                  </a:lnTo>
                  <a:lnTo>
                    <a:pt x="2635523" y="722429"/>
                  </a:lnTo>
                  <a:lnTo>
                    <a:pt x="2634862" y="722429"/>
                  </a:lnTo>
                  <a:lnTo>
                    <a:pt x="2634202" y="722429"/>
                  </a:lnTo>
                  <a:lnTo>
                    <a:pt x="2633541" y="722429"/>
                  </a:lnTo>
                  <a:lnTo>
                    <a:pt x="2632880" y="722429"/>
                  </a:lnTo>
                  <a:lnTo>
                    <a:pt x="2632220" y="722429"/>
                  </a:lnTo>
                  <a:lnTo>
                    <a:pt x="2631559" y="722429"/>
                  </a:lnTo>
                  <a:lnTo>
                    <a:pt x="2630899" y="722429"/>
                  </a:lnTo>
                  <a:lnTo>
                    <a:pt x="2630238" y="722429"/>
                  </a:lnTo>
                  <a:lnTo>
                    <a:pt x="2629578" y="722429"/>
                  </a:lnTo>
                  <a:lnTo>
                    <a:pt x="2628917" y="722429"/>
                  </a:lnTo>
                  <a:lnTo>
                    <a:pt x="2628257" y="722429"/>
                  </a:lnTo>
                  <a:lnTo>
                    <a:pt x="2627596" y="722429"/>
                  </a:lnTo>
                  <a:lnTo>
                    <a:pt x="2626936" y="722429"/>
                  </a:lnTo>
                  <a:lnTo>
                    <a:pt x="2626275" y="722429"/>
                  </a:lnTo>
                  <a:lnTo>
                    <a:pt x="2625615" y="722429"/>
                  </a:lnTo>
                  <a:lnTo>
                    <a:pt x="2624954" y="722429"/>
                  </a:lnTo>
                  <a:lnTo>
                    <a:pt x="2624294" y="722429"/>
                  </a:lnTo>
                  <a:lnTo>
                    <a:pt x="2623633" y="722429"/>
                  </a:lnTo>
                  <a:lnTo>
                    <a:pt x="2622972" y="722429"/>
                  </a:lnTo>
                  <a:lnTo>
                    <a:pt x="2622312" y="722429"/>
                  </a:lnTo>
                  <a:lnTo>
                    <a:pt x="2621651" y="722429"/>
                  </a:lnTo>
                  <a:lnTo>
                    <a:pt x="2620991" y="722429"/>
                  </a:lnTo>
                  <a:lnTo>
                    <a:pt x="2620330" y="722429"/>
                  </a:lnTo>
                  <a:lnTo>
                    <a:pt x="2619670" y="722429"/>
                  </a:lnTo>
                  <a:lnTo>
                    <a:pt x="2619009" y="722429"/>
                  </a:lnTo>
                  <a:lnTo>
                    <a:pt x="2618349" y="722429"/>
                  </a:lnTo>
                  <a:lnTo>
                    <a:pt x="2617688" y="722429"/>
                  </a:lnTo>
                  <a:lnTo>
                    <a:pt x="2617028" y="722429"/>
                  </a:lnTo>
                  <a:lnTo>
                    <a:pt x="2616367" y="722429"/>
                  </a:lnTo>
                  <a:lnTo>
                    <a:pt x="2615707" y="722429"/>
                  </a:lnTo>
                  <a:lnTo>
                    <a:pt x="2615046" y="722429"/>
                  </a:lnTo>
                  <a:lnTo>
                    <a:pt x="2614386" y="722429"/>
                  </a:lnTo>
                  <a:lnTo>
                    <a:pt x="2613725" y="722429"/>
                  </a:lnTo>
                  <a:lnTo>
                    <a:pt x="2613065" y="722429"/>
                  </a:lnTo>
                  <a:lnTo>
                    <a:pt x="2612404" y="722429"/>
                  </a:lnTo>
                  <a:lnTo>
                    <a:pt x="2611743" y="722429"/>
                  </a:lnTo>
                  <a:lnTo>
                    <a:pt x="2611083" y="722429"/>
                  </a:lnTo>
                  <a:lnTo>
                    <a:pt x="2610422" y="722429"/>
                  </a:lnTo>
                  <a:lnTo>
                    <a:pt x="2609762" y="722429"/>
                  </a:lnTo>
                  <a:lnTo>
                    <a:pt x="2609101" y="722429"/>
                  </a:lnTo>
                  <a:lnTo>
                    <a:pt x="2608441" y="722429"/>
                  </a:lnTo>
                  <a:lnTo>
                    <a:pt x="2607780" y="722429"/>
                  </a:lnTo>
                  <a:lnTo>
                    <a:pt x="2607120" y="722429"/>
                  </a:lnTo>
                  <a:lnTo>
                    <a:pt x="2606459" y="722429"/>
                  </a:lnTo>
                  <a:lnTo>
                    <a:pt x="2605799" y="722429"/>
                  </a:lnTo>
                  <a:lnTo>
                    <a:pt x="2605138" y="722429"/>
                  </a:lnTo>
                  <a:lnTo>
                    <a:pt x="2604478" y="722429"/>
                  </a:lnTo>
                  <a:lnTo>
                    <a:pt x="2603817" y="722429"/>
                  </a:lnTo>
                  <a:lnTo>
                    <a:pt x="2603157" y="722429"/>
                  </a:lnTo>
                  <a:lnTo>
                    <a:pt x="2602496" y="722429"/>
                  </a:lnTo>
                  <a:lnTo>
                    <a:pt x="2601835" y="722429"/>
                  </a:lnTo>
                  <a:lnTo>
                    <a:pt x="2601175" y="722429"/>
                  </a:lnTo>
                  <a:lnTo>
                    <a:pt x="2600514" y="722429"/>
                  </a:lnTo>
                  <a:lnTo>
                    <a:pt x="2599854" y="722429"/>
                  </a:lnTo>
                  <a:lnTo>
                    <a:pt x="2599193" y="722429"/>
                  </a:lnTo>
                  <a:lnTo>
                    <a:pt x="2598533" y="722429"/>
                  </a:lnTo>
                  <a:lnTo>
                    <a:pt x="2597872" y="722429"/>
                  </a:lnTo>
                  <a:lnTo>
                    <a:pt x="2597212" y="722429"/>
                  </a:lnTo>
                  <a:lnTo>
                    <a:pt x="2596551" y="722429"/>
                  </a:lnTo>
                  <a:lnTo>
                    <a:pt x="2595891" y="722429"/>
                  </a:lnTo>
                  <a:lnTo>
                    <a:pt x="2595230" y="722429"/>
                  </a:lnTo>
                  <a:lnTo>
                    <a:pt x="2594570" y="722429"/>
                  </a:lnTo>
                  <a:lnTo>
                    <a:pt x="2593909" y="722429"/>
                  </a:lnTo>
                  <a:lnTo>
                    <a:pt x="2593249" y="722429"/>
                  </a:lnTo>
                  <a:lnTo>
                    <a:pt x="2592588" y="722429"/>
                  </a:lnTo>
                  <a:lnTo>
                    <a:pt x="2591927" y="722429"/>
                  </a:lnTo>
                  <a:lnTo>
                    <a:pt x="2591267" y="722429"/>
                  </a:lnTo>
                  <a:lnTo>
                    <a:pt x="2590606" y="722429"/>
                  </a:lnTo>
                  <a:lnTo>
                    <a:pt x="2589946" y="722429"/>
                  </a:lnTo>
                  <a:lnTo>
                    <a:pt x="2589285" y="722429"/>
                  </a:lnTo>
                  <a:lnTo>
                    <a:pt x="2588625" y="722429"/>
                  </a:lnTo>
                  <a:lnTo>
                    <a:pt x="2587964" y="722429"/>
                  </a:lnTo>
                  <a:lnTo>
                    <a:pt x="2587304" y="722429"/>
                  </a:lnTo>
                  <a:lnTo>
                    <a:pt x="2586643" y="722429"/>
                  </a:lnTo>
                  <a:lnTo>
                    <a:pt x="2585983" y="722429"/>
                  </a:lnTo>
                  <a:lnTo>
                    <a:pt x="2585322" y="722429"/>
                  </a:lnTo>
                  <a:lnTo>
                    <a:pt x="2584662" y="722429"/>
                  </a:lnTo>
                  <a:lnTo>
                    <a:pt x="2584001" y="722429"/>
                  </a:lnTo>
                  <a:lnTo>
                    <a:pt x="2583341" y="722429"/>
                  </a:lnTo>
                  <a:lnTo>
                    <a:pt x="2582680" y="722429"/>
                  </a:lnTo>
                  <a:lnTo>
                    <a:pt x="2582020" y="722429"/>
                  </a:lnTo>
                  <a:lnTo>
                    <a:pt x="2581359" y="722429"/>
                  </a:lnTo>
                  <a:lnTo>
                    <a:pt x="2580698" y="722429"/>
                  </a:lnTo>
                  <a:lnTo>
                    <a:pt x="2580038" y="722429"/>
                  </a:lnTo>
                  <a:lnTo>
                    <a:pt x="2579377" y="722429"/>
                  </a:lnTo>
                  <a:lnTo>
                    <a:pt x="2578717" y="722429"/>
                  </a:lnTo>
                  <a:lnTo>
                    <a:pt x="2578056" y="722429"/>
                  </a:lnTo>
                  <a:lnTo>
                    <a:pt x="2577396" y="722429"/>
                  </a:lnTo>
                  <a:lnTo>
                    <a:pt x="2576735" y="722429"/>
                  </a:lnTo>
                  <a:lnTo>
                    <a:pt x="2576075" y="722429"/>
                  </a:lnTo>
                  <a:lnTo>
                    <a:pt x="2575414" y="722429"/>
                  </a:lnTo>
                  <a:lnTo>
                    <a:pt x="2574754" y="722429"/>
                  </a:lnTo>
                  <a:lnTo>
                    <a:pt x="2574093" y="722429"/>
                  </a:lnTo>
                  <a:lnTo>
                    <a:pt x="2573433" y="722429"/>
                  </a:lnTo>
                  <a:lnTo>
                    <a:pt x="2572772" y="722429"/>
                  </a:lnTo>
                  <a:lnTo>
                    <a:pt x="2572112" y="722429"/>
                  </a:lnTo>
                  <a:lnTo>
                    <a:pt x="2571451" y="722429"/>
                  </a:lnTo>
                  <a:lnTo>
                    <a:pt x="2570790" y="722429"/>
                  </a:lnTo>
                  <a:lnTo>
                    <a:pt x="2570130" y="722429"/>
                  </a:lnTo>
                  <a:lnTo>
                    <a:pt x="2569469" y="722429"/>
                  </a:lnTo>
                  <a:lnTo>
                    <a:pt x="2568809" y="722429"/>
                  </a:lnTo>
                  <a:lnTo>
                    <a:pt x="2568148" y="722429"/>
                  </a:lnTo>
                  <a:lnTo>
                    <a:pt x="2567488" y="722429"/>
                  </a:lnTo>
                  <a:lnTo>
                    <a:pt x="2566827" y="722429"/>
                  </a:lnTo>
                  <a:lnTo>
                    <a:pt x="2566167" y="722429"/>
                  </a:lnTo>
                  <a:lnTo>
                    <a:pt x="2565506" y="722429"/>
                  </a:lnTo>
                  <a:lnTo>
                    <a:pt x="2564846" y="722429"/>
                  </a:lnTo>
                  <a:lnTo>
                    <a:pt x="2564185" y="722429"/>
                  </a:lnTo>
                  <a:lnTo>
                    <a:pt x="2563525" y="722429"/>
                  </a:lnTo>
                  <a:lnTo>
                    <a:pt x="2562864" y="722429"/>
                  </a:lnTo>
                  <a:lnTo>
                    <a:pt x="2562204" y="722429"/>
                  </a:lnTo>
                  <a:lnTo>
                    <a:pt x="2561543" y="722429"/>
                  </a:lnTo>
                  <a:lnTo>
                    <a:pt x="2560882" y="722429"/>
                  </a:lnTo>
                  <a:lnTo>
                    <a:pt x="2560222" y="722429"/>
                  </a:lnTo>
                  <a:lnTo>
                    <a:pt x="2559561" y="722429"/>
                  </a:lnTo>
                  <a:lnTo>
                    <a:pt x="2558901" y="722429"/>
                  </a:lnTo>
                  <a:lnTo>
                    <a:pt x="2558240" y="722429"/>
                  </a:lnTo>
                  <a:lnTo>
                    <a:pt x="2557580" y="722429"/>
                  </a:lnTo>
                  <a:lnTo>
                    <a:pt x="2556919" y="722429"/>
                  </a:lnTo>
                  <a:lnTo>
                    <a:pt x="2556259" y="722429"/>
                  </a:lnTo>
                  <a:lnTo>
                    <a:pt x="2555598" y="722429"/>
                  </a:lnTo>
                  <a:lnTo>
                    <a:pt x="2554938" y="722429"/>
                  </a:lnTo>
                  <a:lnTo>
                    <a:pt x="2554277" y="722429"/>
                  </a:lnTo>
                  <a:lnTo>
                    <a:pt x="2553617" y="722429"/>
                  </a:lnTo>
                  <a:lnTo>
                    <a:pt x="2552956" y="722429"/>
                  </a:lnTo>
                  <a:lnTo>
                    <a:pt x="2552296" y="722429"/>
                  </a:lnTo>
                  <a:lnTo>
                    <a:pt x="2551635" y="722429"/>
                  </a:lnTo>
                  <a:lnTo>
                    <a:pt x="2550974" y="722429"/>
                  </a:lnTo>
                  <a:lnTo>
                    <a:pt x="2550314" y="722429"/>
                  </a:lnTo>
                  <a:lnTo>
                    <a:pt x="2549653" y="722429"/>
                  </a:lnTo>
                  <a:lnTo>
                    <a:pt x="2548993" y="722429"/>
                  </a:lnTo>
                  <a:lnTo>
                    <a:pt x="2548332" y="722429"/>
                  </a:lnTo>
                  <a:lnTo>
                    <a:pt x="2547672" y="722429"/>
                  </a:lnTo>
                  <a:lnTo>
                    <a:pt x="2547011" y="722429"/>
                  </a:lnTo>
                  <a:lnTo>
                    <a:pt x="2546351" y="722429"/>
                  </a:lnTo>
                  <a:lnTo>
                    <a:pt x="2545690" y="722429"/>
                  </a:lnTo>
                  <a:lnTo>
                    <a:pt x="2545030" y="722429"/>
                  </a:lnTo>
                  <a:lnTo>
                    <a:pt x="2544369" y="722429"/>
                  </a:lnTo>
                  <a:lnTo>
                    <a:pt x="2543709" y="722429"/>
                  </a:lnTo>
                  <a:lnTo>
                    <a:pt x="2543048" y="722429"/>
                  </a:lnTo>
                  <a:lnTo>
                    <a:pt x="2542388" y="722429"/>
                  </a:lnTo>
                  <a:lnTo>
                    <a:pt x="2541727" y="722429"/>
                  </a:lnTo>
                  <a:lnTo>
                    <a:pt x="2541067" y="722429"/>
                  </a:lnTo>
                  <a:lnTo>
                    <a:pt x="2540406" y="722429"/>
                  </a:lnTo>
                  <a:lnTo>
                    <a:pt x="2539745" y="722429"/>
                  </a:lnTo>
                  <a:lnTo>
                    <a:pt x="2539085" y="722429"/>
                  </a:lnTo>
                  <a:lnTo>
                    <a:pt x="2538424" y="722429"/>
                  </a:lnTo>
                  <a:lnTo>
                    <a:pt x="2537764" y="722429"/>
                  </a:lnTo>
                  <a:lnTo>
                    <a:pt x="2537103" y="722429"/>
                  </a:lnTo>
                  <a:lnTo>
                    <a:pt x="2536443" y="722429"/>
                  </a:lnTo>
                  <a:lnTo>
                    <a:pt x="2535782" y="722429"/>
                  </a:lnTo>
                  <a:lnTo>
                    <a:pt x="2535122" y="722429"/>
                  </a:lnTo>
                  <a:lnTo>
                    <a:pt x="2534461" y="722429"/>
                  </a:lnTo>
                  <a:lnTo>
                    <a:pt x="2533801" y="722429"/>
                  </a:lnTo>
                  <a:lnTo>
                    <a:pt x="2533140" y="722429"/>
                  </a:lnTo>
                  <a:lnTo>
                    <a:pt x="2532480" y="722429"/>
                  </a:lnTo>
                  <a:lnTo>
                    <a:pt x="2531819" y="722429"/>
                  </a:lnTo>
                  <a:lnTo>
                    <a:pt x="2531159" y="722429"/>
                  </a:lnTo>
                  <a:lnTo>
                    <a:pt x="2530498" y="722429"/>
                  </a:lnTo>
                  <a:lnTo>
                    <a:pt x="2529837" y="722429"/>
                  </a:lnTo>
                  <a:lnTo>
                    <a:pt x="2529177" y="722429"/>
                  </a:lnTo>
                  <a:lnTo>
                    <a:pt x="2528516" y="722429"/>
                  </a:lnTo>
                  <a:lnTo>
                    <a:pt x="2527856" y="722429"/>
                  </a:lnTo>
                  <a:lnTo>
                    <a:pt x="2527195" y="722429"/>
                  </a:lnTo>
                  <a:lnTo>
                    <a:pt x="2526535" y="722429"/>
                  </a:lnTo>
                  <a:lnTo>
                    <a:pt x="2525874" y="722429"/>
                  </a:lnTo>
                  <a:lnTo>
                    <a:pt x="2525214" y="722429"/>
                  </a:lnTo>
                  <a:lnTo>
                    <a:pt x="2524553" y="722429"/>
                  </a:lnTo>
                  <a:lnTo>
                    <a:pt x="2523893" y="722429"/>
                  </a:lnTo>
                  <a:lnTo>
                    <a:pt x="2523232" y="722429"/>
                  </a:lnTo>
                  <a:lnTo>
                    <a:pt x="2522572" y="722429"/>
                  </a:lnTo>
                  <a:lnTo>
                    <a:pt x="2521911" y="722429"/>
                  </a:lnTo>
                  <a:lnTo>
                    <a:pt x="2521251" y="722429"/>
                  </a:lnTo>
                  <a:lnTo>
                    <a:pt x="2520590" y="722429"/>
                  </a:lnTo>
                  <a:lnTo>
                    <a:pt x="2519929" y="722429"/>
                  </a:lnTo>
                  <a:lnTo>
                    <a:pt x="2519269" y="722429"/>
                  </a:lnTo>
                  <a:lnTo>
                    <a:pt x="2518608" y="722429"/>
                  </a:lnTo>
                  <a:lnTo>
                    <a:pt x="2517948" y="722429"/>
                  </a:lnTo>
                  <a:lnTo>
                    <a:pt x="2517287" y="722429"/>
                  </a:lnTo>
                  <a:lnTo>
                    <a:pt x="2516627" y="722429"/>
                  </a:lnTo>
                  <a:lnTo>
                    <a:pt x="2515966" y="722429"/>
                  </a:lnTo>
                  <a:lnTo>
                    <a:pt x="2515306" y="722429"/>
                  </a:lnTo>
                  <a:lnTo>
                    <a:pt x="2514645" y="722429"/>
                  </a:lnTo>
                  <a:lnTo>
                    <a:pt x="2513985" y="722429"/>
                  </a:lnTo>
                  <a:lnTo>
                    <a:pt x="2513324" y="722429"/>
                  </a:lnTo>
                  <a:lnTo>
                    <a:pt x="2512664" y="722429"/>
                  </a:lnTo>
                  <a:lnTo>
                    <a:pt x="2512003" y="722429"/>
                  </a:lnTo>
                  <a:lnTo>
                    <a:pt x="2511343" y="722429"/>
                  </a:lnTo>
                  <a:lnTo>
                    <a:pt x="2510682" y="722429"/>
                  </a:lnTo>
                  <a:lnTo>
                    <a:pt x="2510022" y="722429"/>
                  </a:lnTo>
                  <a:lnTo>
                    <a:pt x="2509361" y="722429"/>
                  </a:lnTo>
                  <a:lnTo>
                    <a:pt x="2508700" y="722429"/>
                  </a:lnTo>
                  <a:lnTo>
                    <a:pt x="2508040" y="722429"/>
                  </a:lnTo>
                  <a:lnTo>
                    <a:pt x="2507379" y="722429"/>
                  </a:lnTo>
                  <a:lnTo>
                    <a:pt x="2506719" y="722429"/>
                  </a:lnTo>
                  <a:lnTo>
                    <a:pt x="2506058" y="722429"/>
                  </a:lnTo>
                  <a:lnTo>
                    <a:pt x="2505398" y="722429"/>
                  </a:lnTo>
                  <a:lnTo>
                    <a:pt x="2504737" y="722429"/>
                  </a:lnTo>
                  <a:lnTo>
                    <a:pt x="2504077" y="722429"/>
                  </a:lnTo>
                  <a:lnTo>
                    <a:pt x="2503416" y="722429"/>
                  </a:lnTo>
                  <a:lnTo>
                    <a:pt x="2502756" y="722429"/>
                  </a:lnTo>
                  <a:lnTo>
                    <a:pt x="2502095" y="722429"/>
                  </a:lnTo>
                  <a:lnTo>
                    <a:pt x="2501435" y="722429"/>
                  </a:lnTo>
                  <a:lnTo>
                    <a:pt x="2500774" y="722429"/>
                  </a:lnTo>
                  <a:lnTo>
                    <a:pt x="2500114" y="722429"/>
                  </a:lnTo>
                  <a:lnTo>
                    <a:pt x="2499453" y="722429"/>
                  </a:lnTo>
                  <a:lnTo>
                    <a:pt x="2498792" y="722429"/>
                  </a:lnTo>
                  <a:lnTo>
                    <a:pt x="2498132" y="722429"/>
                  </a:lnTo>
                  <a:lnTo>
                    <a:pt x="2497471" y="722429"/>
                  </a:lnTo>
                  <a:lnTo>
                    <a:pt x="2496811" y="722429"/>
                  </a:lnTo>
                  <a:lnTo>
                    <a:pt x="2496150" y="722429"/>
                  </a:lnTo>
                  <a:lnTo>
                    <a:pt x="2495490" y="722429"/>
                  </a:lnTo>
                  <a:lnTo>
                    <a:pt x="2494829" y="722429"/>
                  </a:lnTo>
                  <a:lnTo>
                    <a:pt x="2494169" y="722429"/>
                  </a:lnTo>
                  <a:lnTo>
                    <a:pt x="2493508" y="722429"/>
                  </a:lnTo>
                  <a:lnTo>
                    <a:pt x="2492848" y="722429"/>
                  </a:lnTo>
                  <a:lnTo>
                    <a:pt x="2492187" y="722429"/>
                  </a:lnTo>
                  <a:lnTo>
                    <a:pt x="2491527" y="722429"/>
                  </a:lnTo>
                  <a:lnTo>
                    <a:pt x="2490866" y="722429"/>
                  </a:lnTo>
                  <a:lnTo>
                    <a:pt x="2490206" y="722429"/>
                  </a:lnTo>
                  <a:lnTo>
                    <a:pt x="2489545" y="722429"/>
                  </a:lnTo>
                  <a:lnTo>
                    <a:pt x="2488884" y="722429"/>
                  </a:lnTo>
                  <a:lnTo>
                    <a:pt x="2488224" y="722429"/>
                  </a:lnTo>
                  <a:lnTo>
                    <a:pt x="2487563" y="722429"/>
                  </a:lnTo>
                  <a:lnTo>
                    <a:pt x="2486903" y="722429"/>
                  </a:lnTo>
                  <a:lnTo>
                    <a:pt x="2486242" y="722429"/>
                  </a:lnTo>
                  <a:lnTo>
                    <a:pt x="2485582" y="722429"/>
                  </a:lnTo>
                  <a:lnTo>
                    <a:pt x="2484921" y="722429"/>
                  </a:lnTo>
                  <a:lnTo>
                    <a:pt x="2484261" y="722429"/>
                  </a:lnTo>
                  <a:lnTo>
                    <a:pt x="2483600" y="722429"/>
                  </a:lnTo>
                  <a:lnTo>
                    <a:pt x="2482940" y="722429"/>
                  </a:lnTo>
                  <a:lnTo>
                    <a:pt x="2482279" y="722429"/>
                  </a:lnTo>
                  <a:lnTo>
                    <a:pt x="2481619" y="722429"/>
                  </a:lnTo>
                  <a:lnTo>
                    <a:pt x="2480958" y="722429"/>
                  </a:lnTo>
                  <a:lnTo>
                    <a:pt x="2480298" y="722429"/>
                  </a:lnTo>
                  <a:lnTo>
                    <a:pt x="2479637" y="722429"/>
                  </a:lnTo>
                  <a:lnTo>
                    <a:pt x="2478976" y="722429"/>
                  </a:lnTo>
                  <a:lnTo>
                    <a:pt x="2478316" y="722429"/>
                  </a:lnTo>
                  <a:lnTo>
                    <a:pt x="2477655" y="722429"/>
                  </a:lnTo>
                  <a:lnTo>
                    <a:pt x="2476995" y="722429"/>
                  </a:lnTo>
                  <a:lnTo>
                    <a:pt x="2476334" y="722429"/>
                  </a:lnTo>
                  <a:lnTo>
                    <a:pt x="2475674" y="722429"/>
                  </a:lnTo>
                  <a:lnTo>
                    <a:pt x="2475013" y="722429"/>
                  </a:lnTo>
                  <a:lnTo>
                    <a:pt x="2474353" y="722429"/>
                  </a:lnTo>
                  <a:lnTo>
                    <a:pt x="2473692" y="722429"/>
                  </a:lnTo>
                  <a:lnTo>
                    <a:pt x="2473032" y="722429"/>
                  </a:lnTo>
                  <a:lnTo>
                    <a:pt x="2472371" y="722429"/>
                  </a:lnTo>
                  <a:lnTo>
                    <a:pt x="2471711" y="722429"/>
                  </a:lnTo>
                  <a:lnTo>
                    <a:pt x="2471050" y="722429"/>
                  </a:lnTo>
                  <a:lnTo>
                    <a:pt x="2470390" y="722429"/>
                  </a:lnTo>
                  <a:lnTo>
                    <a:pt x="2469729" y="722429"/>
                  </a:lnTo>
                  <a:lnTo>
                    <a:pt x="2469069" y="722429"/>
                  </a:lnTo>
                  <a:lnTo>
                    <a:pt x="2468408" y="722429"/>
                  </a:lnTo>
                  <a:lnTo>
                    <a:pt x="2467747" y="722429"/>
                  </a:lnTo>
                  <a:lnTo>
                    <a:pt x="2467087" y="722429"/>
                  </a:lnTo>
                  <a:lnTo>
                    <a:pt x="2466426" y="722429"/>
                  </a:lnTo>
                  <a:lnTo>
                    <a:pt x="2465766" y="722429"/>
                  </a:lnTo>
                  <a:lnTo>
                    <a:pt x="2465105" y="722429"/>
                  </a:lnTo>
                  <a:lnTo>
                    <a:pt x="2464445" y="722429"/>
                  </a:lnTo>
                  <a:lnTo>
                    <a:pt x="2463784" y="722429"/>
                  </a:lnTo>
                  <a:lnTo>
                    <a:pt x="2463124" y="722429"/>
                  </a:lnTo>
                  <a:lnTo>
                    <a:pt x="2462463" y="722429"/>
                  </a:lnTo>
                  <a:lnTo>
                    <a:pt x="2461803" y="722429"/>
                  </a:lnTo>
                  <a:lnTo>
                    <a:pt x="2461142" y="722429"/>
                  </a:lnTo>
                  <a:lnTo>
                    <a:pt x="2460482" y="722429"/>
                  </a:lnTo>
                  <a:lnTo>
                    <a:pt x="2459821" y="722429"/>
                  </a:lnTo>
                  <a:lnTo>
                    <a:pt x="2459161" y="722429"/>
                  </a:lnTo>
                  <a:lnTo>
                    <a:pt x="2458500" y="722429"/>
                  </a:lnTo>
                  <a:lnTo>
                    <a:pt x="2457839" y="722429"/>
                  </a:lnTo>
                  <a:lnTo>
                    <a:pt x="2457179" y="722429"/>
                  </a:lnTo>
                  <a:lnTo>
                    <a:pt x="2456518" y="722429"/>
                  </a:lnTo>
                  <a:lnTo>
                    <a:pt x="2455858" y="722429"/>
                  </a:lnTo>
                  <a:lnTo>
                    <a:pt x="2455197" y="722429"/>
                  </a:lnTo>
                  <a:lnTo>
                    <a:pt x="2454537" y="722429"/>
                  </a:lnTo>
                  <a:lnTo>
                    <a:pt x="2453876" y="722429"/>
                  </a:lnTo>
                  <a:lnTo>
                    <a:pt x="2453216" y="722429"/>
                  </a:lnTo>
                  <a:lnTo>
                    <a:pt x="2452555" y="722429"/>
                  </a:lnTo>
                  <a:lnTo>
                    <a:pt x="2451895" y="722429"/>
                  </a:lnTo>
                  <a:lnTo>
                    <a:pt x="2451234" y="722429"/>
                  </a:lnTo>
                  <a:lnTo>
                    <a:pt x="2450574" y="722429"/>
                  </a:lnTo>
                  <a:lnTo>
                    <a:pt x="2449913" y="722429"/>
                  </a:lnTo>
                  <a:lnTo>
                    <a:pt x="2449253" y="722429"/>
                  </a:lnTo>
                  <a:lnTo>
                    <a:pt x="2448592" y="722429"/>
                  </a:lnTo>
                  <a:lnTo>
                    <a:pt x="2447931" y="722429"/>
                  </a:lnTo>
                  <a:lnTo>
                    <a:pt x="2447271" y="722429"/>
                  </a:lnTo>
                  <a:lnTo>
                    <a:pt x="2446610" y="722429"/>
                  </a:lnTo>
                  <a:lnTo>
                    <a:pt x="2445950" y="722429"/>
                  </a:lnTo>
                  <a:lnTo>
                    <a:pt x="2445289" y="722429"/>
                  </a:lnTo>
                  <a:lnTo>
                    <a:pt x="2444629" y="722429"/>
                  </a:lnTo>
                  <a:lnTo>
                    <a:pt x="2443968" y="722429"/>
                  </a:lnTo>
                  <a:lnTo>
                    <a:pt x="2443308" y="722429"/>
                  </a:lnTo>
                  <a:lnTo>
                    <a:pt x="2442647" y="722429"/>
                  </a:lnTo>
                  <a:lnTo>
                    <a:pt x="2441987" y="722429"/>
                  </a:lnTo>
                  <a:lnTo>
                    <a:pt x="2441326" y="722429"/>
                  </a:lnTo>
                  <a:lnTo>
                    <a:pt x="2440666" y="722429"/>
                  </a:lnTo>
                  <a:lnTo>
                    <a:pt x="2440005" y="722429"/>
                  </a:lnTo>
                  <a:lnTo>
                    <a:pt x="2439345" y="722429"/>
                  </a:lnTo>
                  <a:lnTo>
                    <a:pt x="2438684" y="722429"/>
                  </a:lnTo>
                  <a:lnTo>
                    <a:pt x="2438024" y="722429"/>
                  </a:lnTo>
                  <a:lnTo>
                    <a:pt x="2437363" y="722429"/>
                  </a:lnTo>
                  <a:lnTo>
                    <a:pt x="2436702" y="722429"/>
                  </a:lnTo>
                  <a:lnTo>
                    <a:pt x="2436042" y="722429"/>
                  </a:lnTo>
                  <a:lnTo>
                    <a:pt x="2435381" y="722429"/>
                  </a:lnTo>
                  <a:lnTo>
                    <a:pt x="2434721" y="722429"/>
                  </a:lnTo>
                  <a:lnTo>
                    <a:pt x="2434060" y="722429"/>
                  </a:lnTo>
                  <a:lnTo>
                    <a:pt x="2433400" y="722429"/>
                  </a:lnTo>
                  <a:lnTo>
                    <a:pt x="2432739" y="722429"/>
                  </a:lnTo>
                  <a:lnTo>
                    <a:pt x="2432079" y="722429"/>
                  </a:lnTo>
                  <a:lnTo>
                    <a:pt x="2431418" y="722429"/>
                  </a:lnTo>
                  <a:lnTo>
                    <a:pt x="2430758" y="722429"/>
                  </a:lnTo>
                  <a:lnTo>
                    <a:pt x="2430097" y="722429"/>
                  </a:lnTo>
                  <a:lnTo>
                    <a:pt x="2429437" y="722429"/>
                  </a:lnTo>
                  <a:lnTo>
                    <a:pt x="2428776" y="722429"/>
                  </a:lnTo>
                  <a:lnTo>
                    <a:pt x="2428116" y="722429"/>
                  </a:lnTo>
                  <a:lnTo>
                    <a:pt x="2427455" y="722429"/>
                  </a:lnTo>
                  <a:lnTo>
                    <a:pt x="2426794" y="722429"/>
                  </a:lnTo>
                  <a:lnTo>
                    <a:pt x="2426134" y="722429"/>
                  </a:lnTo>
                  <a:lnTo>
                    <a:pt x="2425473" y="722429"/>
                  </a:lnTo>
                  <a:lnTo>
                    <a:pt x="2424813" y="722429"/>
                  </a:lnTo>
                  <a:lnTo>
                    <a:pt x="2424152" y="722429"/>
                  </a:lnTo>
                  <a:lnTo>
                    <a:pt x="2423492" y="722429"/>
                  </a:lnTo>
                  <a:lnTo>
                    <a:pt x="2422831" y="722429"/>
                  </a:lnTo>
                  <a:lnTo>
                    <a:pt x="2422171" y="722429"/>
                  </a:lnTo>
                  <a:lnTo>
                    <a:pt x="2421510" y="722429"/>
                  </a:lnTo>
                  <a:lnTo>
                    <a:pt x="2420850" y="722429"/>
                  </a:lnTo>
                  <a:lnTo>
                    <a:pt x="2420189" y="722429"/>
                  </a:lnTo>
                  <a:lnTo>
                    <a:pt x="2419529" y="722429"/>
                  </a:lnTo>
                  <a:lnTo>
                    <a:pt x="2418868" y="722429"/>
                  </a:lnTo>
                  <a:lnTo>
                    <a:pt x="2418208" y="722429"/>
                  </a:lnTo>
                  <a:lnTo>
                    <a:pt x="2417547" y="722429"/>
                  </a:lnTo>
                  <a:lnTo>
                    <a:pt x="2416886" y="722429"/>
                  </a:lnTo>
                  <a:lnTo>
                    <a:pt x="2416226" y="722429"/>
                  </a:lnTo>
                  <a:lnTo>
                    <a:pt x="2415565" y="722429"/>
                  </a:lnTo>
                  <a:lnTo>
                    <a:pt x="2414905" y="722429"/>
                  </a:lnTo>
                  <a:lnTo>
                    <a:pt x="2414244" y="722429"/>
                  </a:lnTo>
                  <a:lnTo>
                    <a:pt x="2413584" y="722429"/>
                  </a:lnTo>
                  <a:lnTo>
                    <a:pt x="2412923" y="722429"/>
                  </a:lnTo>
                  <a:lnTo>
                    <a:pt x="2412263" y="722429"/>
                  </a:lnTo>
                  <a:lnTo>
                    <a:pt x="2411602" y="722429"/>
                  </a:lnTo>
                  <a:lnTo>
                    <a:pt x="2410942" y="722429"/>
                  </a:lnTo>
                  <a:lnTo>
                    <a:pt x="2410281" y="722429"/>
                  </a:lnTo>
                  <a:lnTo>
                    <a:pt x="2409621" y="722429"/>
                  </a:lnTo>
                  <a:lnTo>
                    <a:pt x="2408960" y="722429"/>
                  </a:lnTo>
                  <a:lnTo>
                    <a:pt x="2408300" y="722429"/>
                  </a:lnTo>
                  <a:lnTo>
                    <a:pt x="2407639" y="722429"/>
                  </a:lnTo>
                  <a:lnTo>
                    <a:pt x="2406978" y="722429"/>
                  </a:lnTo>
                  <a:lnTo>
                    <a:pt x="2406318" y="722429"/>
                  </a:lnTo>
                  <a:lnTo>
                    <a:pt x="2405657" y="722429"/>
                  </a:lnTo>
                  <a:lnTo>
                    <a:pt x="2404997" y="722429"/>
                  </a:lnTo>
                  <a:lnTo>
                    <a:pt x="2404336" y="722429"/>
                  </a:lnTo>
                  <a:lnTo>
                    <a:pt x="2403676" y="722429"/>
                  </a:lnTo>
                  <a:lnTo>
                    <a:pt x="2403015" y="722429"/>
                  </a:lnTo>
                  <a:lnTo>
                    <a:pt x="2402355" y="722429"/>
                  </a:lnTo>
                  <a:lnTo>
                    <a:pt x="2401694" y="722429"/>
                  </a:lnTo>
                  <a:lnTo>
                    <a:pt x="2401034" y="722429"/>
                  </a:lnTo>
                  <a:lnTo>
                    <a:pt x="2400373" y="722429"/>
                  </a:lnTo>
                  <a:lnTo>
                    <a:pt x="2399713" y="722429"/>
                  </a:lnTo>
                  <a:lnTo>
                    <a:pt x="2399052" y="722429"/>
                  </a:lnTo>
                  <a:lnTo>
                    <a:pt x="2398392" y="722429"/>
                  </a:lnTo>
                  <a:lnTo>
                    <a:pt x="2397731" y="722429"/>
                  </a:lnTo>
                  <a:lnTo>
                    <a:pt x="2397071" y="722429"/>
                  </a:lnTo>
                  <a:lnTo>
                    <a:pt x="2396410" y="722429"/>
                  </a:lnTo>
                  <a:lnTo>
                    <a:pt x="2395749" y="722429"/>
                  </a:lnTo>
                  <a:lnTo>
                    <a:pt x="2395089" y="722429"/>
                  </a:lnTo>
                  <a:lnTo>
                    <a:pt x="2394428" y="722429"/>
                  </a:lnTo>
                  <a:lnTo>
                    <a:pt x="2393768" y="722429"/>
                  </a:lnTo>
                  <a:lnTo>
                    <a:pt x="2393107" y="722429"/>
                  </a:lnTo>
                  <a:lnTo>
                    <a:pt x="2392447" y="722429"/>
                  </a:lnTo>
                  <a:lnTo>
                    <a:pt x="2391786" y="722429"/>
                  </a:lnTo>
                  <a:lnTo>
                    <a:pt x="2391126" y="722429"/>
                  </a:lnTo>
                  <a:lnTo>
                    <a:pt x="2390465" y="722429"/>
                  </a:lnTo>
                  <a:lnTo>
                    <a:pt x="2389805" y="722429"/>
                  </a:lnTo>
                  <a:lnTo>
                    <a:pt x="2389144" y="722429"/>
                  </a:lnTo>
                  <a:lnTo>
                    <a:pt x="2388484" y="722429"/>
                  </a:lnTo>
                  <a:lnTo>
                    <a:pt x="2387823" y="722429"/>
                  </a:lnTo>
                  <a:lnTo>
                    <a:pt x="2387163" y="722429"/>
                  </a:lnTo>
                  <a:lnTo>
                    <a:pt x="2386502" y="722429"/>
                  </a:lnTo>
                  <a:lnTo>
                    <a:pt x="2385841" y="722429"/>
                  </a:lnTo>
                  <a:lnTo>
                    <a:pt x="2385181" y="722429"/>
                  </a:lnTo>
                  <a:lnTo>
                    <a:pt x="2384520" y="722429"/>
                  </a:lnTo>
                  <a:lnTo>
                    <a:pt x="2383860" y="722429"/>
                  </a:lnTo>
                  <a:lnTo>
                    <a:pt x="2383199" y="722429"/>
                  </a:lnTo>
                  <a:lnTo>
                    <a:pt x="2382539" y="722429"/>
                  </a:lnTo>
                  <a:lnTo>
                    <a:pt x="2381878" y="722429"/>
                  </a:lnTo>
                  <a:lnTo>
                    <a:pt x="2381218" y="722429"/>
                  </a:lnTo>
                  <a:lnTo>
                    <a:pt x="2380557" y="722429"/>
                  </a:lnTo>
                  <a:lnTo>
                    <a:pt x="2379897" y="722429"/>
                  </a:lnTo>
                  <a:lnTo>
                    <a:pt x="2379236" y="722429"/>
                  </a:lnTo>
                  <a:lnTo>
                    <a:pt x="2378576" y="722429"/>
                  </a:lnTo>
                  <a:lnTo>
                    <a:pt x="2377915" y="722429"/>
                  </a:lnTo>
                  <a:lnTo>
                    <a:pt x="2377255" y="722429"/>
                  </a:lnTo>
                  <a:lnTo>
                    <a:pt x="2376594" y="722429"/>
                  </a:lnTo>
                  <a:lnTo>
                    <a:pt x="2375933" y="722429"/>
                  </a:lnTo>
                  <a:lnTo>
                    <a:pt x="2375273" y="722429"/>
                  </a:lnTo>
                  <a:lnTo>
                    <a:pt x="2374612" y="722429"/>
                  </a:lnTo>
                  <a:lnTo>
                    <a:pt x="2373952" y="722429"/>
                  </a:lnTo>
                  <a:lnTo>
                    <a:pt x="2373291" y="722429"/>
                  </a:lnTo>
                  <a:lnTo>
                    <a:pt x="2372631" y="722429"/>
                  </a:lnTo>
                  <a:lnTo>
                    <a:pt x="2371970" y="722429"/>
                  </a:lnTo>
                  <a:lnTo>
                    <a:pt x="2371310" y="722429"/>
                  </a:lnTo>
                  <a:lnTo>
                    <a:pt x="2370649" y="722429"/>
                  </a:lnTo>
                  <a:lnTo>
                    <a:pt x="2369989" y="722429"/>
                  </a:lnTo>
                  <a:lnTo>
                    <a:pt x="2369328" y="722429"/>
                  </a:lnTo>
                  <a:lnTo>
                    <a:pt x="2368668" y="722429"/>
                  </a:lnTo>
                  <a:lnTo>
                    <a:pt x="2368007" y="722429"/>
                  </a:lnTo>
                  <a:lnTo>
                    <a:pt x="2367347" y="722429"/>
                  </a:lnTo>
                  <a:lnTo>
                    <a:pt x="2366686" y="722429"/>
                  </a:lnTo>
                  <a:lnTo>
                    <a:pt x="2366026" y="722429"/>
                  </a:lnTo>
                  <a:lnTo>
                    <a:pt x="2365365" y="722429"/>
                  </a:lnTo>
                  <a:lnTo>
                    <a:pt x="2364704" y="722429"/>
                  </a:lnTo>
                  <a:lnTo>
                    <a:pt x="2364044" y="722429"/>
                  </a:lnTo>
                  <a:lnTo>
                    <a:pt x="2363383" y="722429"/>
                  </a:lnTo>
                  <a:lnTo>
                    <a:pt x="2362723" y="722429"/>
                  </a:lnTo>
                  <a:lnTo>
                    <a:pt x="2362062" y="722429"/>
                  </a:lnTo>
                  <a:lnTo>
                    <a:pt x="2361402" y="722429"/>
                  </a:lnTo>
                  <a:lnTo>
                    <a:pt x="2360741" y="722429"/>
                  </a:lnTo>
                  <a:lnTo>
                    <a:pt x="2360081" y="722429"/>
                  </a:lnTo>
                  <a:lnTo>
                    <a:pt x="2359420" y="722429"/>
                  </a:lnTo>
                  <a:lnTo>
                    <a:pt x="2358760" y="722429"/>
                  </a:lnTo>
                  <a:lnTo>
                    <a:pt x="2358099" y="722429"/>
                  </a:lnTo>
                  <a:lnTo>
                    <a:pt x="2357439" y="722429"/>
                  </a:lnTo>
                  <a:lnTo>
                    <a:pt x="2356778" y="722429"/>
                  </a:lnTo>
                  <a:lnTo>
                    <a:pt x="2356118" y="722429"/>
                  </a:lnTo>
                  <a:lnTo>
                    <a:pt x="2355457" y="722429"/>
                  </a:lnTo>
                  <a:lnTo>
                    <a:pt x="2354796" y="722429"/>
                  </a:lnTo>
                  <a:lnTo>
                    <a:pt x="2354136" y="722429"/>
                  </a:lnTo>
                  <a:lnTo>
                    <a:pt x="2353475" y="722429"/>
                  </a:lnTo>
                  <a:lnTo>
                    <a:pt x="2352815" y="722429"/>
                  </a:lnTo>
                  <a:lnTo>
                    <a:pt x="2352154" y="722429"/>
                  </a:lnTo>
                  <a:lnTo>
                    <a:pt x="2351494" y="722429"/>
                  </a:lnTo>
                  <a:lnTo>
                    <a:pt x="2350833" y="722429"/>
                  </a:lnTo>
                  <a:lnTo>
                    <a:pt x="2350173" y="722429"/>
                  </a:lnTo>
                  <a:lnTo>
                    <a:pt x="2349512" y="722429"/>
                  </a:lnTo>
                  <a:lnTo>
                    <a:pt x="2348852" y="722429"/>
                  </a:lnTo>
                  <a:lnTo>
                    <a:pt x="2348191" y="722429"/>
                  </a:lnTo>
                  <a:lnTo>
                    <a:pt x="2347531" y="722429"/>
                  </a:lnTo>
                  <a:lnTo>
                    <a:pt x="2346870" y="722429"/>
                  </a:lnTo>
                  <a:lnTo>
                    <a:pt x="2346210" y="722429"/>
                  </a:lnTo>
                  <a:lnTo>
                    <a:pt x="2345549" y="722429"/>
                  </a:lnTo>
                  <a:lnTo>
                    <a:pt x="2344888" y="722429"/>
                  </a:lnTo>
                  <a:lnTo>
                    <a:pt x="2344228" y="722429"/>
                  </a:lnTo>
                  <a:lnTo>
                    <a:pt x="2343567" y="722429"/>
                  </a:lnTo>
                  <a:lnTo>
                    <a:pt x="2342907" y="722429"/>
                  </a:lnTo>
                  <a:lnTo>
                    <a:pt x="2342246" y="722429"/>
                  </a:lnTo>
                  <a:lnTo>
                    <a:pt x="2341586" y="722429"/>
                  </a:lnTo>
                  <a:lnTo>
                    <a:pt x="2340925" y="722429"/>
                  </a:lnTo>
                  <a:lnTo>
                    <a:pt x="2340265" y="722429"/>
                  </a:lnTo>
                  <a:lnTo>
                    <a:pt x="2339604" y="722429"/>
                  </a:lnTo>
                  <a:lnTo>
                    <a:pt x="2338944" y="722429"/>
                  </a:lnTo>
                  <a:lnTo>
                    <a:pt x="2338283" y="722429"/>
                  </a:lnTo>
                  <a:lnTo>
                    <a:pt x="2337623" y="722429"/>
                  </a:lnTo>
                  <a:lnTo>
                    <a:pt x="2336962" y="722429"/>
                  </a:lnTo>
                  <a:lnTo>
                    <a:pt x="2336302" y="722429"/>
                  </a:lnTo>
                  <a:lnTo>
                    <a:pt x="2335641" y="722429"/>
                  </a:lnTo>
                  <a:lnTo>
                    <a:pt x="2334980" y="722429"/>
                  </a:lnTo>
                  <a:lnTo>
                    <a:pt x="2334320" y="722429"/>
                  </a:lnTo>
                  <a:lnTo>
                    <a:pt x="2333659" y="722429"/>
                  </a:lnTo>
                  <a:lnTo>
                    <a:pt x="2332999" y="722429"/>
                  </a:lnTo>
                  <a:lnTo>
                    <a:pt x="2332338" y="722429"/>
                  </a:lnTo>
                  <a:lnTo>
                    <a:pt x="2331678" y="722429"/>
                  </a:lnTo>
                  <a:lnTo>
                    <a:pt x="2331017" y="722429"/>
                  </a:lnTo>
                  <a:lnTo>
                    <a:pt x="2330357" y="722429"/>
                  </a:lnTo>
                  <a:lnTo>
                    <a:pt x="2329696" y="722429"/>
                  </a:lnTo>
                  <a:lnTo>
                    <a:pt x="2329036" y="722429"/>
                  </a:lnTo>
                  <a:lnTo>
                    <a:pt x="2328375" y="722429"/>
                  </a:lnTo>
                  <a:lnTo>
                    <a:pt x="2327715" y="722429"/>
                  </a:lnTo>
                  <a:lnTo>
                    <a:pt x="2327054" y="722429"/>
                  </a:lnTo>
                  <a:lnTo>
                    <a:pt x="2326394" y="722429"/>
                  </a:lnTo>
                  <a:lnTo>
                    <a:pt x="2325733" y="722429"/>
                  </a:lnTo>
                  <a:lnTo>
                    <a:pt x="2325073" y="722429"/>
                  </a:lnTo>
                  <a:lnTo>
                    <a:pt x="2324412" y="722429"/>
                  </a:lnTo>
                  <a:lnTo>
                    <a:pt x="2323751" y="722429"/>
                  </a:lnTo>
                  <a:lnTo>
                    <a:pt x="2323091" y="722429"/>
                  </a:lnTo>
                  <a:lnTo>
                    <a:pt x="2322430" y="722429"/>
                  </a:lnTo>
                  <a:lnTo>
                    <a:pt x="2321770" y="722429"/>
                  </a:lnTo>
                  <a:lnTo>
                    <a:pt x="2321109" y="722429"/>
                  </a:lnTo>
                  <a:lnTo>
                    <a:pt x="2320449" y="722429"/>
                  </a:lnTo>
                  <a:lnTo>
                    <a:pt x="2319788" y="722429"/>
                  </a:lnTo>
                  <a:lnTo>
                    <a:pt x="2319128" y="722429"/>
                  </a:lnTo>
                  <a:lnTo>
                    <a:pt x="2318467" y="722429"/>
                  </a:lnTo>
                  <a:lnTo>
                    <a:pt x="2317807" y="722429"/>
                  </a:lnTo>
                  <a:lnTo>
                    <a:pt x="2317146" y="722429"/>
                  </a:lnTo>
                  <a:lnTo>
                    <a:pt x="2316486" y="722429"/>
                  </a:lnTo>
                  <a:lnTo>
                    <a:pt x="2315825" y="722429"/>
                  </a:lnTo>
                  <a:lnTo>
                    <a:pt x="2315165" y="722429"/>
                  </a:lnTo>
                  <a:lnTo>
                    <a:pt x="2314504" y="722429"/>
                  </a:lnTo>
                  <a:lnTo>
                    <a:pt x="2313843" y="722429"/>
                  </a:lnTo>
                  <a:lnTo>
                    <a:pt x="2313183" y="722429"/>
                  </a:lnTo>
                  <a:lnTo>
                    <a:pt x="2312522" y="722429"/>
                  </a:lnTo>
                  <a:lnTo>
                    <a:pt x="2311862" y="722429"/>
                  </a:lnTo>
                  <a:lnTo>
                    <a:pt x="2311201" y="722429"/>
                  </a:lnTo>
                  <a:lnTo>
                    <a:pt x="2310541" y="722429"/>
                  </a:lnTo>
                  <a:lnTo>
                    <a:pt x="2309880" y="722429"/>
                  </a:lnTo>
                  <a:lnTo>
                    <a:pt x="2309220" y="722429"/>
                  </a:lnTo>
                  <a:lnTo>
                    <a:pt x="2308559" y="722429"/>
                  </a:lnTo>
                  <a:lnTo>
                    <a:pt x="2307899" y="722429"/>
                  </a:lnTo>
                  <a:lnTo>
                    <a:pt x="2307238" y="722429"/>
                  </a:lnTo>
                  <a:lnTo>
                    <a:pt x="2306578" y="722429"/>
                  </a:lnTo>
                  <a:lnTo>
                    <a:pt x="2305917" y="722429"/>
                  </a:lnTo>
                  <a:lnTo>
                    <a:pt x="2305257" y="722429"/>
                  </a:lnTo>
                  <a:lnTo>
                    <a:pt x="2304596" y="722429"/>
                  </a:lnTo>
                  <a:lnTo>
                    <a:pt x="2303935" y="722429"/>
                  </a:lnTo>
                  <a:lnTo>
                    <a:pt x="2303275" y="722429"/>
                  </a:lnTo>
                  <a:lnTo>
                    <a:pt x="2302614" y="722429"/>
                  </a:lnTo>
                  <a:lnTo>
                    <a:pt x="2301954" y="722429"/>
                  </a:lnTo>
                  <a:lnTo>
                    <a:pt x="2301293" y="722429"/>
                  </a:lnTo>
                  <a:lnTo>
                    <a:pt x="2300633" y="722429"/>
                  </a:lnTo>
                  <a:lnTo>
                    <a:pt x="2299972" y="722429"/>
                  </a:lnTo>
                  <a:lnTo>
                    <a:pt x="2299312" y="722429"/>
                  </a:lnTo>
                  <a:lnTo>
                    <a:pt x="2298651" y="722429"/>
                  </a:lnTo>
                  <a:lnTo>
                    <a:pt x="2297991" y="722429"/>
                  </a:lnTo>
                  <a:lnTo>
                    <a:pt x="2297330" y="722429"/>
                  </a:lnTo>
                  <a:lnTo>
                    <a:pt x="2296670" y="722429"/>
                  </a:lnTo>
                  <a:lnTo>
                    <a:pt x="2296009" y="722429"/>
                  </a:lnTo>
                  <a:lnTo>
                    <a:pt x="2295349" y="722429"/>
                  </a:lnTo>
                  <a:lnTo>
                    <a:pt x="2294688" y="722429"/>
                  </a:lnTo>
                  <a:lnTo>
                    <a:pt x="2294028" y="722429"/>
                  </a:lnTo>
                  <a:lnTo>
                    <a:pt x="2293367" y="722429"/>
                  </a:lnTo>
                  <a:lnTo>
                    <a:pt x="2292706" y="722429"/>
                  </a:lnTo>
                  <a:lnTo>
                    <a:pt x="2292046" y="722429"/>
                  </a:lnTo>
                  <a:lnTo>
                    <a:pt x="2291385" y="722429"/>
                  </a:lnTo>
                  <a:lnTo>
                    <a:pt x="2290725" y="722429"/>
                  </a:lnTo>
                  <a:lnTo>
                    <a:pt x="2290064" y="722429"/>
                  </a:lnTo>
                  <a:lnTo>
                    <a:pt x="2289404" y="722429"/>
                  </a:lnTo>
                  <a:lnTo>
                    <a:pt x="2288743" y="722429"/>
                  </a:lnTo>
                  <a:lnTo>
                    <a:pt x="2288083" y="722429"/>
                  </a:lnTo>
                  <a:lnTo>
                    <a:pt x="2287422" y="722429"/>
                  </a:lnTo>
                  <a:lnTo>
                    <a:pt x="2286762" y="722429"/>
                  </a:lnTo>
                  <a:lnTo>
                    <a:pt x="2286101" y="722429"/>
                  </a:lnTo>
                  <a:lnTo>
                    <a:pt x="2285441" y="722429"/>
                  </a:lnTo>
                  <a:lnTo>
                    <a:pt x="2284780" y="722429"/>
                  </a:lnTo>
                  <a:lnTo>
                    <a:pt x="2284120" y="722429"/>
                  </a:lnTo>
                  <a:lnTo>
                    <a:pt x="2283459" y="722429"/>
                  </a:lnTo>
                  <a:lnTo>
                    <a:pt x="2282798" y="722429"/>
                  </a:lnTo>
                  <a:lnTo>
                    <a:pt x="2282138" y="722429"/>
                  </a:lnTo>
                  <a:lnTo>
                    <a:pt x="2281477" y="722429"/>
                  </a:lnTo>
                  <a:lnTo>
                    <a:pt x="2280817" y="722429"/>
                  </a:lnTo>
                  <a:lnTo>
                    <a:pt x="2280156" y="722429"/>
                  </a:lnTo>
                  <a:lnTo>
                    <a:pt x="2279496" y="722429"/>
                  </a:lnTo>
                  <a:lnTo>
                    <a:pt x="2278835" y="722429"/>
                  </a:lnTo>
                  <a:lnTo>
                    <a:pt x="2278175" y="722429"/>
                  </a:lnTo>
                  <a:lnTo>
                    <a:pt x="2277514" y="722429"/>
                  </a:lnTo>
                  <a:lnTo>
                    <a:pt x="2276854" y="722429"/>
                  </a:lnTo>
                  <a:lnTo>
                    <a:pt x="2276193" y="722429"/>
                  </a:lnTo>
                  <a:lnTo>
                    <a:pt x="2275533" y="722429"/>
                  </a:lnTo>
                  <a:lnTo>
                    <a:pt x="2274872" y="722429"/>
                  </a:lnTo>
                  <a:lnTo>
                    <a:pt x="2274212" y="722429"/>
                  </a:lnTo>
                  <a:lnTo>
                    <a:pt x="2273551" y="722429"/>
                  </a:lnTo>
                  <a:lnTo>
                    <a:pt x="2272890" y="722429"/>
                  </a:lnTo>
                  <a:lnTo>
                    <a:pt x="2272230" y="722429"/>
                  </a:lnTo>
                  <a:lnTo>
                    <a:pt x="2271569" y="722429"/>
                  </a:lnTo>
                  <a:lnTo>
                    <a:pt x="2270909" y="722429"/>
                  </a:lnTo>
                  <a:lnTo>
                    <a:pt x="2270248" y="722429"/>
                  </a:lnTo>
                  <a:lnTo>
                    <a:pt x="2269588" y="722429"/>
                  </a:lnTo>
                  <a:lnTo>
                    <a:pt x="2268927" y="722429"/>
                  </a:lnTo>
                  <a:lnTo>
                    <a:pt x="2268267" y="722429"/>
                  </a:lnTo>
                  <a:lnTo>
                    <a:pt x="2267606" y="722429"/>
                  </a:lnTo>
                  <a:lnTo>
                    <a:pt x="2266946" y="722429"/>
                  </a:lnTo>
                  <a:lnTo>
                    <a:pt x="2266285" y="722429"/>
                  </a:lnTo>
                  <a:lnTo>
                    <a:pt x="2265625" y="722429"/>
                  </a:lnTo>
                  <a:lnTo>
                    <a:pt x="2264964" y="722429"/>
                  </a:lnTo>
                  <a:lnTo>
                    <a:pt x="2264304" y="722429"/>
                  </a:lnTo>
                  <a:lnTo>
                    <a:pt x="2263643" y="722429"/>
                  </a:lnTo>
                  <a:lnTo>
                    <a:pt x="2262982" y="722429"/>
                  </a:lnTo>
                  <a:lnTo>
                    <a:pt x="2262322" y="722429"/>
                  </a:lnTo>
                  <a:lnTo>
                    <a:pt x="2261661" y="722429"/>
                  </a:lnTo>
                  <a:lnTo>
                    <a:pt x="2261001" y="722429"/>
                  </a:lnTo>
                  <a:lnTo>
                    <a:pt x="2260340" y="722429"/>
                  </a:lnTo>
                  <a:lnTo>
                    <a:pt x="2259680" y="722429"/>
                  </a:lnTo>
                  <a:lnTo>
                    <a:pt x="2259019" y="722429"/>
                  </a:lnTo>
                  <a:lnTo>
                    <a:pt x="2258359" y="722429"/>
                  </a:lnTo>
                  <a:lnTo>
                    <a:pt x="2257698" y="722429"/>
                  </a:lnTo>
                  <a:lnTo>
                    <a:pt x="2257038" y="722429"/>
                  </a:lnTo>
                  <a:lnTo>
                    <a:pt x="2256377" y="722429"/>
                  </a:lnTo>
                  <a:lnTo>
                    <a:pt x="2255717" y="722429"/>
                  </a:lnTo>
                  <a:lnTo>
                    <a:pt x="2255056" y="722429"/>
                  </a:lnTo>
                  <a:lnTo>
                    <a:pt x="2254396" y="722429"/>
                  </a:lnTo>
                  <a:lnTo>
                    <a:pt x="2253735" y="722429"/>
                  </a:lnTo>
                  <a:lnTo>
                    <a:pt x="2253075" y="722429"/>
                  </a:lnTo>
                  <a:lnTo>
                    <a:pt x="2252414" y="722429"/>
                  </a:lnTo>
                  <a:lnTo>
                    <a:pt x="2251753" y="722429"/>
                  </a:lnTo>
                  <a:lnTo>
                    <a:pt x="2251093" y="722429"/>
                  </a:lnTo>
                  <a:lnTo>
                    <a:pt x="2250432" y="722429"/>
                  </a:lnTo>
                  <a:lnTo>
                    <a:pt x="2249772" y="722429"/>
                  </a:lnTo>
                  <a:lnTo>
                    <a:pt x="2249111" y="722429"/>
                  </a:lnTo>
                  <a:lnTo>
                    <a:pt x="2248451" y="722429"/>
                  </a:lnTo>
                  <a:lnTo>
                    <a:pt x="2247790" y="722429"/>
                  </a:lnTo>
                  <a:lnTo>
                    <a:pt x="2247130" y="722429"/>
                  </a:lnTo>
                  <a:lnTo>
                    <a:pt x="2246469" y="722429"/>
                  </a:lnTo>
                  <a:lnTo>
                    <a:pt x="2245809" y="722429"/>
                  </a:lnTo>
                  <a:lnTo>
                    <a:pt x="2245148" y="722429"/>
                  </a:lnTo>
                  <a:lnTo>
                    <a:pt x="2244488" y="722429"/>
                  </a:lnTo>
                  <a:lnTo>
                    <a:pt x="2243827" y="722429"/>
                  </a:lnTo>
                  <a:lnTo>
                    <a:pt x="2243167" y="722429"/>
                  </a:lnTo>
                  <a:lnTo>
                    <a:pt x="2242506" y="722429"/>
                  </a:lnTo>
                  <a:lnTo>
                    <a:pt x="2241845" y="722429"/>
                  </a:lnTo>
                  <a:lnTo>
                    <a:pt x="2241185" y="722429"/>
                  </a:lnTo>
                  <a:lnTo>
                    <a:pt x="2240524" y="722429"/>
                  </a:lnTo>
                  <a:lnTo>
                    <a:pt x="2239864" y="722429"/>
                  </a:lnTo>
                  <a:lnTo>
                    <a:pt x="2239203" y="722429"/>
                  </a:lnTo>
                  <a:lnTo>
                    <a:pt x="2238543" y="722429"/>
                  </a:lnTo>
                  <a:lnTo>
                    <a:pt x="2237882" y="722429"/>
                  </a:lnTo>
                  <a:lnTo>
                    <a:pt x="2237222" y="722429"/>
                  </a:lnTo>
                  <a:lnTo>
                    <a:pt x="2236561" y="722429"/>
                  </a:lnTo>
                  <a:lnTo>
                    <a:pt x="2235901" y="722429"/>
                  </a:lnTo>
                  <a:lnTo>
                    <a:pt x="2235240" y="722429"/>
                  </a:lnTo>
                  <a:lnTo>
                    <a:pt x="2234580" y="722429"/>
                  </a:lnTo>
                  <a:lnTo>
                    <a:pt x="2233919" y="722429"/>
                  </a:lnTo>
                  <a:lnTo>
                    <a:pt x="2233259" y="722429"/>
                  </a:lnTo>
                  <a:lnTo>
                    <a:pt x="2232598" y="722429"/>
                  </a:lnTo>
                  <a:lnTo>
                    <a:pt x="2231937" y="722429"/>
                  </a:lnTo>
                  <a:lnTo>
                    <a:pt x="2231277" y="722429"/>
                  </a:lnTo>
                  <a:lnTo>
                    <a:pt x="2230616" y="722429"/>
                  </a:lnTo>
                  <a:lnTo>
                    <a:pt x="2229956" y="722429"/>
                  </a:lnTo>
                  <a:lnTo>
                    <a:pt x="2229295" y="722429"/>
                  </a:lnTo>
                  <a:lnTo>
                    <a:pt x="2228635" y="722429"/>
                  </a:lnTo>
                  <a:lnTo>
                    <a:pt x="2227974" y="722429"/>
                  </a:lnTo>
                  <a:lnTo>
                    <a:pt x="2227314" y="722429"/>
                  </a:lnTo>
                  <a:lnTo>
                    <a:pt x="2226653" y="722429"/>
                  </a:lnTo>
                  <a:lnTo>
                    <a:pt x="2225993" y="722429"/>
                  </a:lnTo>
                  <a:lnTo>
                    <a:pt x="2225332" y="722429"/>
                  </a:lnTo>
                  <a:lnTo>
                    <a:pt x="2224672" y="722429"/>
                  </a:lnTo>
                  <a:lnTo>
                    <a:pt x="2224011" y="722429"/>
                  </a:lnTo>
                  <a:lnTo>
                    <a:pt x="2223351" y="722429"/>
                  </a:lnTo>
                  <a:lnTo>
                    <a:pt x="2222690" y="722429"/>
                  </a:lnTo>
                  <a:lnTo>
                    <a:pt x="2222030" y="722429"/>
                  </a:lnTo>
                  <a:lnTo>
                    <a:pt x="2221369" y="722429"/>
                  </a:lnTo>
                  <a:lnTo>
                    <a:pt x="2220708" y="722429"/>
                  </a:lnTo>
                  <a:lnTo>
                    <a:pt x="2220048" y="722429"/>
                  </a:lnTo>
                  <a:lnTo>
                    <a:pt x="2219387" y="722429"/>
                  </a:lnTo>
                  <a:lnTo>
                    <a:pt x="2218727" y="722429"/>
                  </a:lnTo>
                  <a:lnTo>
                    <a:pt x="2218066" y="722429"/>
                  </a:lnTo>
                  <a:lnTo>
                    <a:pt x="2217406" y="722429"/>
                  </a:lnTo>
                  <a:lnTo>
                    <a:pt x="2216745" y="722429"/>
                  </a:lnTo>
                  <a:lnTo>
                    <a:pt x="2216085" y="722429"/>
                  </a:lnTo>
                  <a:lnTo>
                    <a:pt x="2215424" y="722429"/>
                  </a:lnTo>
                  <a:lnTo>
                    <a:pt x="2214764" y="722429"/>
                  </a:lnTo>
                  <a:lnTo>
                    <a:pt x="2214103" y="722429"/>
                  </a:lnTo>
                  <a:lnTo>
                    <a:pt x="2213443" y="722429"/>
                  </a:lnTo>
                  <a:lnTo>
                    <a:pt x="2212782" y="722429"/>
                  </a:lnTo>
                  <a:lnTo>
                    <a:pt x="2212122" y="722429"/>
                  </a:lnTo>
                  <a:lnTo>
                    <a:pt x="2211461" y="722429"/>
                  </a:lnTo>
                  <a:lnTo>
                    <a:pt x="2210800" y="722429"/>
                  </a:lnTo>
                  <a:lnTo>
                    <a:pt x="2210140" y="722429"/>
                  </a:lnTo>
                  <a:lnTo>
                    <a:pt x="2209479" y="722429"/>
                  </a:lnTo>
                  <a:lnTo>
                    <a:pt x="2208819" y="722429"/>
                  </a:lnTo>
                  <a:lnTo>
                    <a:pt x="2208158" y="722429"/>
                  </a:lnTo>
                  <a:lnTo>
                    <a:pt x="2207498" y="722429"/>
                  </a:lnTo>
                  <a:lnTo>
                    <a:pt x="2206837" y="722429"/>
                  </a:lnTo>
                  <a:lnTo>
                    <a:pt x="2206177" y="722429"/>
                  </a:lnTo>
                  <a:lnTo>
                    <a:pt x="2205516" y="722429"/>
                  </a:lnTo>
                  <a:lnTo>
                    <a:pt x="2204856" y="722429"/>
                  </a:lnTo>
                  <a:lnTo>
                    <a:pt x="2204195" y="722429"/>
                  </a:lnTo>
                  <a:lnTo>
                    <a:pt x="2203535" y="722429"/>
                  </a:lnTo>
                  <a:lnTo>
                    <a:pt x="2202874" y="722429"/>
                  </a:lnTo>
                  <a:lnTo>
                    <a:pt x="2202214" y="722429"/>
                  </a:lnTo>
                  <a:lnTo>
                    <a:pt x="2201553" y="722429"/>
                  </a:lnTo>
                  <a:lnTo>
                    <a:pt x="2200892" y="722429"/>
                  </a:lnTo>
                  <a:lnTo>
                    <a:pt x="2200232" y="722429"/>
                  </a:lnTo>
                  <a:lnTo>
                    <a:pt x="2199571" y="722429"/>
                  </a:lnTo>
                  <a:lnTo>
                    <a:pt x="2198911" y="722429"/>
                  </a:lnTo>
                  <a:lnTo>
                    <a:pt x="2198250" y="722429"/>
                  </a:lnTo>
                  <a:lnTo>
                    <a:pt x="2197590" y="722429"/>
                  </a:lnTo>
                  <a:lnTo>
                    <a:pt x="2196929" y="722429"/>
                  </a:lnTo>
                  <a:lnTo>
                    <a:pt x="2196269" y="722429"/>
                  </a:lnTo>
                  <a:lnTo>
                    <a:pt x="2195608" y="722429"/>
                  </a:lnTo>
                  <a:lnTo>
                    <a:pt x="2194948" y="722429"/>
                  </a:lnTo>
                  <a:lnTo>
                    <a:pt x="2194287" y="722429"/>
                  </a:lnTo>
                  <a:lnTo>
                    <a:pt x="2193627" y="722429"/>
                  </a:lnTo>
                  <a:lnTo>
                    <a:pt x="2192966" y="722429"/>
                  </a:lnTo>
                  <a:lnTo>
                    <a:pt x="2192306" y="722429"/>
                  </a:lnTo>
                  <a:lnTo>
                    <a:pt x="2191645" y="722429"/>
                  </a:lnTo>
                  <a:lnTo>
                    <a:pt x="2190984" y="722429"/>
                  </a:lnTo>
                  <a:lnTo>
                    <a:pt x="2190324" y="722429"/>
                  </a:lnTo>
                  <a:lnTo>
                    <a:pt x="2189663" y="722429"/>
                  </a:lnTo>
                  <a:lnTo>
                    <a:pt x="2189003" y="722429"/>
                  </a:lnTo>
                  <a:lnTo>
                    <a:pt x="2188342" y="722429"/>
                  </a:lnTo>
                  <a:lnTo>
                    <a:pt x="2187682" y="722429"/>
                  </a:lnTo>
                  <a:lnTo>
                    <a:pt x="2187021" y="722429"/>
                  </a:lnTo>
                  <a:lnTo>
                    <a:pt x="2186361" y="722429"/>
                  </a:lnTo>
                  <a:lnTo>
                    <a:pt x="2185700" y="722429"/>
                  </a:lnTo>
                  <a:lnTo>
                    <a:pt x="2185040" y="722429"/>
                  </a:lnTo>
                  <a:lnTo>
                    <a:pt x="2184379" y="722429"/>
                  </a:lnTo>
                  <a:lnTo>
                    <a:pt x="2183719" y="722429"/>
                  </a:lnTo>
                  <a:lnTo>
                    <a:pt x="2183058" y="722429"/>
                  </a:lnTo>
                  <a:lnTo>
                    <a:pt x="2182398" y="722429"/>
                  </a:lnTo>
                  <a:lnTo>
                    <a:pt x="2181737" y="722429"/>
                  </a:lnTo>
                  <a:lnTo>
                    <a:pt x="2181077" y="722429"/>
                  </a:lnTo>
                  <a:lnTo>
                    <a:pt x="2180416" y="722429"/>
                  </a:lnTo>
                  <a:lnTo>
                    <a:pt x="2179755" y="722429"/>
                  </a:lnTo>
                  <a:lnTo>
                    <a:pt x="2179095" y="722429"/>
                  </a:lnTo>
                  <a:lnTo>
                    <a:pt x="2178434" y="722429"/>
                  </a:lnTo>
                  <a:lnTo>
                    <a:pt x="2177774" y="722429"/>
                  </a:lnTo>
                  <a:lnTo>
                    <a:pt x="2177113" y="722429"/>
                  </a:lnTo>
                  <a:lnTo>
                    <a:pt x="2176453" y="722429"/>
                  </a:lnTo>
                  <a:lnTo>
                    <a:pt x="2175792" y="722429"/>
                  </a:lnTo>
                  <a:lnTo>
                    <a:pt x="2175132" y="722429"/>
                  </a:lnTo>
                  <a:lnTo>
                    <a:pt x="2174471" y="722429"/>
                  </a:lnTo>
                  <a:lnTo>
                    <a:pt x="2173811" y="722429"/>
                  </a:lnTo>
                  <a:lnTo>
                    <a:pt x="2173150" y="722429"/>
                  </a:lnTo>
                  <a:lnTo>
                    <a:pt x="2172490" y="722429"/>
                  </a:lnTo>
                  <a:lnTo>
                    <a:pt x="2171829" y="722429"/>
                  </a:lnTo>
                  <a:lnTo>
                    <a:pt x="2171169" y="722429"/>
                  </a:lnTo>
                  <a:lnTo>
                    <a:pt x="2170508" y="722429"/>
                  </a:lnTo>
                  <a:lnTo>
                    <a:pt x="2169847" y="722429"/>
                  </a:lnTo>
                  <a:lnTo>
                    <a:pt x="2169187" y="722429"/>
                  </a:lnTo>
                  <a:lnTo>
                    <a:pt x="2168526" y="722429"/>
                  </a:lnTo>
                  <a:lnTo>
                    <a:pt x="2167866" y="722429"/>
                  </a:lnTo>
                  <a:lnTo>
                    <a:pt x="2167205" y="722429"/>
                  </a:lnTo>
                  <a:lnTo>
                    <a:pt x="2166545" y="722429"/>
                  </a:lnTo>
                  <a:lnTo>
                    <a:pt x="2165884" y="722429"/>
                  </a:lnTo>
                  <a:lnTo>
                    <a:pt x="2165224" y="722429"/>
                  </a:lnTo>
                  <a:lnTo>
                    <a:pt x="2164563" y="722429"/>
                  </a:lnTo>
                  <a:lnTo>
                    <a:pt x="2163903" y="722429"/>
                  </a:lnTo>
                  <a:lnTo>
                    <a:pt x="2163242" y="722429"/>
                  </a:lnTo>
                  <a:lnTo>
                    <a:pt x="2162582" y="722429"/>
                  </a:lnTo>
                  <a:lnTo>
                    <a:pt x="2161921" y="722429"/>
                  </a:lnTo>
                  <a:lnTo>
                    <a:pt x="2161261" y="722429"/>
                  </a:lnTo>
                  <a:lnTo>
                    <a:pt x="2160600" y="722429"/>
                  </a:lnTo>
                  <a:lnTo>
                    <a:pt x="2159939" y="722429"/>
                  </a:lnTo>
                  <a:lnTo>
                    <a:pt x="2159279" y="722429"/>
                  </a:lnTo>
                  <a:lnTo>
                    <a:pt x="2158618" y="722429"/>
                  </a:lnTo>
                  <a:lnTo>
                    <a:pt x="2157958" y="722429"/>
                  </a:lnTo>
                  <a:lnTo>
                    <a:pt x="2157297" y="722429"/>
                  </a:lnTo>
                  <a:lnTo>
                    <a:pt x="2156637" y="722429"/>
                  </a:lnTo>
                  <a:lnTo>
                    <a:pt x="2155976" y="722429"/>
                  </a:lnTo>
                  <a:lnTo>
                    <a:pt x="2155316" y="722429"/>
                  </a:lnTo>
                  <a:lnTo>
                    <a:pt x="2154655" y="722429"/>
                  </a:lnTo>
                  <a:lnTo>
                    <a:pt x="2153995" y="722429"/>
                  </a:lnTo>
                  <a:lnTo>
                    <a:pt x="2153334" y="722429"/>
                  </a:lnTo>
                  <a:lnTo>
                    <a:pt x="2152674" y="722429"/>
                  </a:lnTo>
                  <a:lnTo>
                    <a:pt x="2152013" y="722429"/>
                  </a:lnTo>
                  <a:lnTo>
                    <a:pt x="2151353" y="722429"/>
                  </a:lnTo>
                  <a:lnTo>
                    <a:pt x="2150692" y="722429"/>
                  </a:lnTo>
                  <a:lnTo>
                    <a:pt x="2150032" y="722429"/>
                  </a:lnTo>
                  <a:lnTo>
                    <a:pt x="2149371" y="722429"/>
                  </a:lnTo>
                  <a:lnTo>
                    <a:pt x="2148710" y="722429"/>
                  </a:lnTo>
                  <a:lnTo>
                    <a:pt x="2148050" y="722429"/>
                  </a:lnTo>
                  <a:lnTo>
                    <a:pt x="2147389" y="722429"/>
                  </a:lnTo>
                  <a:lnTo>
                    <a:pt x="2146729" y="722429"/>
                  </a:lnTo>
                  <a:lnTo>
                    <a:pt x="2146068" y="722429"/>
                  </a:lnTo>
                  <a:lnTo>
                    <a:pt x="2145408" y="722429"/>
                  </a:lnTo>
                  <a:lnTo>
                    <a:pt x="2144747" y="722429"/>
                  </a:lnTo>
                  <a:lnTo>
                    <a:pt x="2144087" y="722429"/>
                  </a:lnTo>
                  <a:lnTo>
                    <a:pt x="2143426" y="722429"/>
                  </a:lnTo>
                  <a:lnTo>
                    <a:pt x="2142766" y="722429"/>
                  </a:lnTo>
                  <a:lnTo>
                    <a:pt x="2142105" y="722429"/>
                  </a:lnTo>
                  <a:lnTo>
                    <a:pt x="2141445" y="722429"/>
                  </a:lnTo>
                  <a:lnTo>
                    <a:pt x="2140784" y="722429"/>
                  </a:lnTo>
                  <a:lnTo>
                    <a:pt x="2140124" y="722429"/>
                  </a:lnTo>
                  <a:lnTo>
                    <a:pt x="2139463" y="722429"/>
                  </a:lnTo>
                  <a:lnTo>
                    <a:pt x="2138802" y="722429"/>
                  </a:lnTo>
                  <a:lnTo>
                    <a:pt x="2138142" y="722429"/>
                  </a:lnTo>
                  <a:lnTo>
                    <a:pt x="2137481" y="722429"/>
                  </a:lnTo>
                  <a:lnTo>
                    <a:pt x="2136821" y="722429"/>
                  </a:lnTo>
                  <a:lnTo>
                    <a:pt x="2136160" y="722429"/>
                  </a:lnTo>
                  <a:lnTo>
                    <a:pt x="2135500" y="722429"/>
                  </a:lnTo>
                  <a:lnTo>
                    <a:pt x="2134839" y="722429"/>
                  </a:lnTo>
                  <a:lnTo>
                    <a:pt x="2134179" y="722429"/>
                  </a:lnTo>
                  <a:lnTo>
                    <a:pt x="2133518" y="722429"/>
                  </a:lnTo>
                  <a:lnTo>
                    <a:pt x="2132858" y="722429"/>
                  </a:lnTo>
                  <a:lnTo>
                    <a:pt x="2132197" y="722429"/>
                  </a:lnTo>
                  <a:lnTo>
                    <a:pt x="2131537" y="722429"/>
                  </a:lnTo>
                  <a:lnTo>
                    <a:pt x="2130876" y="722429"/>
                  </a:lnTo>
                  <a:lnTo>
                    <a:pt x="2130216" y="722429"/>
                  </a:lnTo>
                  <a:lnTo>
                    <a:pt x="2129555" y="722429"/>
                  </a:lnTo>
                  <a:lnTo>
                    <a:pt x="2128894" y="722429"/>
                  </a:lnTo>
                  <a:lnTo>
                    <a:pt x="2128234" y="722429"/>
                  </a:lnTo>
                  <a:lnTo>
                    <a:pt x="2127573" y="722429"/>
                  </a:lnTo>
                  <a:lnTo>
                    <a:pt x="2126913" y="722429"/>
                  </a:lnTo>
                  <a:lnTo>
                    <a:pt x="2126252" y="722429"/>
                  </a:lnTo>
                  <a:lnTo>
                    <a:pt x="2125592" y="722429"/>
                  </a:lnTo>
                  <a:lnTo>
                    <a:pt x="2124931" y="722429"/>
                  </a:lnTo>
                  <a:lnTo>
                    <a:pt x="2124271" y="722429"/>
                  </a:lnTo>
                  <a:lnTo>
                    <a:pt x="2123610" y="722429"/>
                  </a:lnTo>
                  <a:lnTo>
                    <a:pt x="2122950" y="722429"/>
                  </a:lnTo>
                  <a:lnTo>
                    <a:pt x="2122289" y="722429"/>
                  </a:lnTo>
                  <a:lnTo>
                    <a:pt x="2121629" y="722429"/>
                  </a:lnTo>
                  <a:lnTo>
                    <a:pt x="2120968" y="722429"/>
                  </a:lnTo>
                  <a:lnTo>
                    <a:pt x="2120308" y="722429"/>
                  </a:lnTo>
                  <a:lnTo>
                    <a:pt x="2119647" y="722429"/>
                  </a:lnTo>
                  <a:lnTo>
                    <a:pt x="2118986" y="722429"/>
                  </a:lnTo>
                  <a:lnTo>
                    <a:pt x="2118326" y="722429"/>
                  </a:lnTo>
                  <a:lnTo>
                    <a:pt x="2117665" y="722429"/>
                  </a:lnTo>
                  <a:lnTo>
                    <a:pt x="2117005" y="722429"/>
                  </a:lnTo>
                  <a:lnTo>
                    <a:pt x="2116344" y="722429"/>
                  </a:lnTo>
                  <a:lnTo>
                    <a:pt x="2115684" y="722429"/>
                  </a:lnTo>
                  <a:lnTo>
                    <a:pt x="2115023" y="722429"/>
                  </a:lnTo>
                  <a:lnTo>
                    <a:pt x="2114363" y="722429"/>
                  </a:lnTo>
                  <a:lnTo>
                    <a:pt x="2113702" y="722429"/>
                  </a:lnTo>
                  <a:lnTo>
                    <a:pt x="2113042" y="722429"/>
                  </a:lnTo>
                  <a:lnTo>
                    <a:pt x="2112381" y="722429"/>
                  </a:lnTo>
                  <a:lnTo>
                    <a:pt x="2111721" y="722429"/>
                  </a:lnTo>
                  <a:lnTo>
                    <a:pt x="2111060" y="722429"/>
                  </a:lnTo>
                  <a:lnTo>
                    <a:pt x="2110400" y="722429"/>
                  </a:lnTo>
                  <a:lnTo>
                    <a:pt x="2109739" y="722429"/>
                  </a:lnTo>
                  <a:lnTo>
                    <a:pt x="2109079" y="722429"/>
                  </a:lnTo>
                  <a:lnTo>
                    <a:pt x="2108418" y="722429"/>
                  </a:lnTo>
                  <a:lnTo>
                    <a:pt x="2107757" y="722429"/>
                  </a:lnTo>
                  <a:lnTo>
                    <a:pt x="2107097" y="722429"/>
                  </a:lnTo>
                  <a:lnTo>
                    <a:pt x="2106436" y="722429"/>
                  </a:lnTo>
                  <a:lnTo>
                    <a:pt x="2105776" y="722429"/>
                  </a:lnTo>
                  <a:lnTo>
                    <a:pt x="2105115" y="722429"/>
                  </a:lnTo>
                  <a:lnTo>
                    <a:pt x="2104455" y="722429"/>
                  </a:lnTo>
                  <a:lnTo>
                    <a:pt x="2103794" y="722429"/>
                  </a:lnTo>
                  <a:lnTo>
                    <a:pt x="2103134" y="722429"/>
                  </a:lnTo>
                  <a:lnTo>
                    <a:pt x="2102473" y="722429"/>
                  </a:lnTo>
                  <a:lnTo>
                    <a:pt x="2101813" y="722429"/>
                  </a:lnTo>
                  <a:lnTo>
                    <a:pt x="2101152" y="722429"/>
                  </a:lnTo>
                  <a:lnTo>
                    <a:pt x="2100492" y="722429"/>
                  </a:lnTo>
                  <a:lnTo>
                    <a:pt x="2099831" y="722429"/>
                  </a:lnTo>
                  <a:lnTo>
                    <a:pt x="2099171" y="722429"/>
                  </a:lnTo>
                  <a:lnTo>
                    <a:pt x="2098510" y="722429"/>
                  </a:lnTo>
                  <a:lnTo>
                    <a:pt x="2097849" y="722429"/>
                  </a:lnTo>
                  <a:lnTo>
                    <a:pt x="2097189" y="722429"/>
                  </a:lnTo>
                  <a:lnTo>
                    <a:pt x="2096528" y="722429"/>
                  </a:lnTo>
                  <a:lnTo>
                    <a:pt x="2095868" y="722429"/>
                  </a:lnTo>
                  <a:lnTo>
                    <a:pt x="2095207" y="722429"/>
                  </a:lnTo>
                  <a:lnTo>
                    <a:pt x="2094547" y="722429"/>
                  </a:lnTo>
                  <a:lnTo>
                    <a:pt x="2093886" y="722429"/>
                  </a:lnTo>
                  <a:lnTo>
                    <a:pt x="2093226" y="722429"/>
                  </a:lnTo>
                  <a:lnTo>
                    <a:pt x="2092565" y="722429"/>
                  </a:lnTo>
                  <a:lnTo>
                    <a:pt x="2091905" y="722429"/>
                  </a:lnTo>
                  <a:lnTo>
                    <a:pt x="2091244" y="722429"/>
                  </a:lnTo>
                  <a:lnTo>
                    <a:pt x="2090584" y="722429"/>
                  </a:lnTo>
                  <a:lnTo>
                    <a:pt x="2089923" y="722429"/>
                  </a:lnTo>
                  <a:lnTo>
                    <a:pt x="2089263" y="722429"/>
                  </a:lnTo>
                  <a:lnTo>
                    <a:pt x="2088602" y="722429"/>
                  </a:lnTo>
                  <a:lnTo>
                    <a:pt x="2087941" y="722429"/>
                  </a:lnTo>
                  <a:lnTo>
                    <a:pt x="2087281" y="722429"/>
                  </a:lnTo>
                  <a:lnTo>
                    <a:pt x="2086620" y="722429"/>
                  </a:lnTo>
                  <a:lnTo>
                    <a:pt x="2085960" y="722429"/>
                  </a:lnTo>
                  <a:lnTo>
                    <a:pt x="2085299" y="722429"/>
                  </a:lnTo>
                  <a:lnTo>
                    <a:pt x="2084639" y="722429"/>
                  </a:lnTo>
                  <a:lnTo>
                    <a:pt x="2083978" y="722429"/>
                  </a:lnTo>
                  <a:lnTo>
                    <a:pt x="2083318" y="722429"/>
                  </a:lnTo>
                  <a:lnTo>
                    <a:pt x="2082657" y="722429"/>
                  </a:lnTo>
                  <a:lnTo>
                    <a:pt x="2081997" y="722429"/>
                  </a:lnTo>
                  <a:lnTo>
                    <a:pt x="2081336" y="722429"/>
                  </a:lnTo>
                  <a:lnTo>
                    <a:pt x="2080676" y="722429"/>
                  </a:lnTo>
                  <a:lnTo>
                    <a:pt x="2080015" y="722429"/>
                  </a:lnTo>
                  <a:lnTo>
                    <a:pt x="2079355" y="722429"/>
                  </a:lnTo>
                  <a:lnTo>
                    <a:pt x="2078694" y="722429"/>
                  </a:lnTo>
                  <a:lnTo>
                    <a:pt x="2078034" y="722429"/>
                  </a:lnTo>
                  <a:lnTo>
                    <a:pt x="2077373" y="722429"/>
                  </a:lnTo>
                  <a:lnTo>
                    <a:pt x="2076712" y="722429"/>
                  </a:lnTo>
                  <a:lnTo>
                    <a:pt x="2076052" y="722429"/>
                  </a:lnTo>
                  <a:lnTo>
                    <a:pt x="2075391" y="722429"/>
                  </a:lnTo>
                  <a:lnTo>
                    <a:pt x="2074731" y="722429"/>
                  </a:lnTo>
                  <a:lnTo>
                    <a:pt x="2074070" y="722429"/>
                  </a:lnTo>
                  <a:lnTo>
                    <a:pt x="2073410" y="722429"/>
                  </a:lnTo>
                  <a:lnTo>
                    <a:pt x="2072749" y="722429"/>
                  </a:lnTo>
                  <a:lnTo>
                    <a:pt x="2072089" y="722429"/>
                  </a:lnTo>
                  <a:lnTo>
                    <a:pt x="2071428" y="722429"/>
                  </a:lnTo>
                  <a:lnTo>
                    <a:pt x="2070768" y="722429"/>
                  </a:lnTo>
                  <a:lnTo>
                    <a:pt x="2070107" y="722429"/>
                  </a:lnTo>
                  <a:lnTo>
                    <a:pt x="2069447" y="722429"/>
                  </a:lnTo>
                  <a:lnTo>
                    <a:pt x="2068786" y="722429"/>
                  </a:lnTo>
                  <a:lnTo>
                    <a:pt x="2068126" y="722429"/>
                  </a:lnTo>
                  <a:lnTo>
                    <a:pt x="2067465" y="722429"/>
                  </a:lnTo>
                  <a:lnTo>
                    <a:pt x="2066804" y="722429"/>
                  </a:lnTo>
                  <a:lnTo>
                    <a:pt x="2066144" y="722429"/>
                  </a:lnTo>
                  <a:lnTo>
                    <a:pt x="2065483" y="722429"/>
                  </a:lnTo>
                  <a:lnTo>
                    <a:pt x="2064823" y="722429"/>
                  </a:lnTo>
                  <a:lnTo>
                    <a:pt x="2064162" y="722429"/>
                  </a:lnTo>
                  <a:lnTo>
                    <a:pt x="2063502" y="722429"/>
                  </a:lnTo>
                  <a:lnTo>
                    <a:pt x="2062841" y="722429"/>
                  </a:lnTo>
                  <a:lnTo>
                    <a:pt x="2062181" y="722429"/>
                  </a:lnTo>
                  <a:lnTo>
                    <a:pt x="2061520" y="722429"/>
                  </a:lnTo>
                  <a:lnTo>
                    <a:pt x="2060860" y="722429"/>
                  </a:lnTo>
                  <a:lnTo>
                    <a:pt x="2060199" y="722429"/>
                  </a:lnTo>
                  <a:lnTo>
                    <a:pt x="2059539" y="722429"/>
                  </a:lnTo>
                  <a:lnTo>
                    <a:pt x="2058878" y="722429"/>
                  </a:lnTo>
                  <a:lnTo>
                    <a:pt x="2058218" y="722429"/>
                  </a:lnTo>
                  <a:lnTo>
                    <a:pt x="2057557" y="722429"/>
                  </a:lnTo>
                  <a:lnTo>
                    <a:pt x="2056896" y="722429"/>
                  </a:lnTo>
                  <a:lnTo>
                    <a:pt x="2056236" y="722429"/>
                  </a:lnTo>
                  <a:lnTo>
                    <a:pt x="2055575" y="722429"/>
                  </a:lnTo>
                  <a:lnTo>
                    <a:pt x="2054915" y="722429"/>
                  </a:lnTo>
                  <a:lnTo>
                    <a:pt x="2054254" y="722429"/>
                  </a:lnTo>
                  <a:lnTo>
                    <a:pt x="2053594" y="722429"/>
                  </a:lnTo>
                  <a:lnTo>
                    <a:pt x="2052933" y="722429"/>
                  </a:lnTo>
                  <a:lnTo>
                    <a:pt x="2052273" y="722429"/>
                  </a:lnTo>
                  <a:lnTo>
                    <a:pt x="2051612" y="722429"/>
                  </a:lnTo>
                  <a:lnTo>
                    <a:pt x="2050952" y="722429"/>
                  </a:lnTo>
                  <a:lnTo>
                    <a:pt x="2050291" y="722429"/>
                  </a:lnTo>
                  <a:lnTo>
                    <a:pt x="2049631" y="722429"/>
                  </a:lnTo>
                  <a:lnTo>
                    <a:pt x="2048970" y="722429"/>
                  </a:lnTo>
                  <a:lnTo>
                    <a:pt x="2048310" y="722429"/>
                  </a:lnTo>
                  <a:lnTo>
                    <a:pt x="2047649" y="722429"/>
                  </a:lnTo>
                  <a:lnTo>
                    <a:pt x="2046988" y="722429"/>
                  </a:lnTo>
                  <a:lnTo>
                    <a:pt x="2046328" y="722429"/>
                  </a:lnTo>
                  <a:lnTo>
                    <a:pt x="2045667" y="722429"/>
                  </a:lnTo>
                  <a:lnTo>
                    <a:pt x="2045007" y="722429"/>
                  </a:lnTo>
                  <a:lnTo>
                    <a:pt x="2044346" y="722429"/>
                  </a:lnTo>
                  <a:lnTo>
                    <a:pt x="2043686" y="722429"/>
                  </a:lnTo>
                  <a:lnTo>
                    <a:pt x="2043025" y="722429"/>
                  </a:lnTo>
                  <a:lnTo>
                    <a:pt x="2042365" y="722429"/>
                  </a:lnTo>
                  <a:lnTo>
                    <a:pt x="2041704" y="722429"/>
                  </a:lnTo>
                  <a:lnTo>
                    <a:pt x="2041044" y="722429"/>
                  </a:lnTo>
                  <a:lnTo>
                    <a:pt x="2040383" y="722429"/>
                  </a:lnTo>
                  <a:lnTo>
                    <a:pt x="2039723" y="722429"/>
                  </a:lnTo>
                  <a:lnTo>
                    <a:pt x="2039062" y="722429"/>
                  </a:lnTo>
                  <a:lnTo>
                    <a:pt x="2038402" y="722429"/>
                  </a:lnTo>
                  <a:lnTo>
                    <a:pt x="2037741" y="722429"/>
                  </a:lnTo>
                  <a:lnTo>
                    <a:pt x="2037081" y="722429"/>
                  </a:lnTo>
                  <a:lnTo>
                    <a:pt x="2036420" y="722429"/>
                  </a:lnTo>
                  <a:lnTo>
                    <a:pt x="2035759" y="722429"/>
                  </a:lnTo>
                  <a:lnTo>
                    <a:pt x="2035099" y="722429"/>
                  </a:lnTo>
                  <a:lnTo>
                    <a:pt x="2034438" y="722429"/>
                  </a:lnTo>
                  <a:lnTo>
                    <a:pt x="2033778" y="722429"/>
                  </a:lnTo>
                  <a:lnTo>
                    <a:pt x="2033117" y="722429"/>
                  </a:lnTo>
                  <a:lnTo>
                    <a:pt x="2032457" y="722429"/>
                  </a:lnTo>
                  <a:lnTo>
                    <a:pt x="2031796" y="722429"/>
                  </a:lnTo>
                  <a:lnTo>
                    <a:pt x="2031136" y="722429"/>
                  </a:lnTo>
                  <a:lnTo>
                    <a:pt x="2030475" y="722429"/>
                  </a:lnTo>
                  <a:lnTo>
                    <a:pt x="2029815" y="722429"/>
                  </a:lnTo>
                  <a:lnTo>
                    <a:pt x="2029154" y="722429"/>
                  </a:lnTo>
                  <a:lnTo>
                    <a:pt x="2028494" y="722429"/>
                  </a:lnTo>
                  <a:lnTo>
                    <a:pt x="2027833" y="722429"/>
                  </a:lnTo>
                  <a:lnTo>
                    <a:pt x="2027173" y="722429"/>
                  </a:lnTo>
                  <a:lnTo>
                    <a:pt x="2026512" y="722429"/>
                  </a:lnTo>
                  <a:lnTo>
                    <a:pt x="2025851" y="722429"/>
                  </a:lnTo>
                  <a:lnTo>
                    <a:pt x="2025191" y="722429"/>
                  </a:lnTo>
                  <a:lnTo>
                    <a:pt x="2024530" y="722429"/>
                  </a:lnTo>
                  <a:lnTo>
                    <a:pt x="2023870" y="722429"/>
                  </a:lnTo>
                  <a:lnTo>
                    <a:pt x="2023209" y="722429"/>
                  </a:lnTo>
                  <a:lnTo>
                    <a:pt x="2022549" y="722429"/>
                  </a:lnTo>
                  <a:lnTo>
                    <a:pt x="2021888" y="722429"/>
                  </a:lnTo>
                  <a:lnTo>
                    <a:pt x="2021228" y="722429"/>
                  </a:lnTo>
                  <a:lnTo>
                    <a:pt x="2020567" y="722429"/>
                  </a:lnTo>
                  <a:lnTo>
                    <a:pt x="2019907" y="722429"/>
                  </a:lnTo>
                  <a:lnTo>
                    <a:pt x="2019246" y="722429"/>
                  </a:lnTo>
                  <a:lnTo>
                    <a:pt x="2018586" y="722429"/>
                  </a:lnTo>
                  <a:lnTo>
                    <a:pt x="2017925" y="722429"/>
                  </a:lnTo>
                  <a:lnTo>
                    <a:pt x="2017265" y="722429"/>
                  </a:lnTo>
                  <a:lnTo>
                    <a:pt x="2016604" y="722429"/>
                  </a:lnTo>
                  <a:lnTo>
                    <a:pt x="2015943" y="722429"/>
                  </a:lnTo>
                  <a:lnTo>
                    <a:pt x="2015283" y="722429"/>
                  </a:lnTo>
                  <a:lnTo>
                    <a:pt x="2014622" y="722429"/>
                  </a:lnTo>
                  <a:lnTo>
                    <a:pt x="2013962" y="722429"/>
                  </a:lnTo>
                  <a:lnTo>
                    <a:pt x="2013301" y="722429"/>
                  </a:lnTo>
                  <a:lnTo>
                    <a:pt x="2012641" y="722429"/>
                  </a:lnTo>
                  <a:lnTo>
                    <a:pt x="2011980" y="722429"/>
                  </a:lnTo>
                  <a:lnTo>
                    <a:pt x="2011320" y="722429"/>
                  </a:lnTo>
                  <a:lnTo>
                    <a:pt x="2010659" y="722429"/>
                  </a:lnTo>
                  <a:lnTo>
                    <a:pt x="2009999" y="722429"/>
                  </a:lnTo>
                  <a:lnTo>
                    <a:pt x="2009338" y="722429"/>
                  </a:lnTo>
                  <a:lnTo>
                    <a:pt x="2008678" y="722429"/>
                  </a:lnTo>
                  <a:lnTo>
                    <a:pt x="2008017" y="722429"/>
                  </a:lnTo>
                  <a:lnTo>
                    <a:pt x="2007357" y="722429"/>
                  </a:lnTo>
                  <a:lnTo>
                    <a:pt x="2006696" y="722429"/>
                  </a:lnTo>
                  <a:lnTo>
                    <a:pt x="2006036" y="722429"/>
                  </a:lnTo>
                  <a:lnTo>
                    <a:pt x="2005375" y="722429"/>
                  </a:lnTo>
                  <a:lnTo>
                    <a:pt x="2004714" y="722429"/>
                  </a:lnTo>
                  <a:lnTo>
                    <a:pt x="2004054" y="722429"/>
                  </a:lnTo>
                  <a:lnTo>
                    <a:pt x="2003393" y="722429"/>
                  </a:lnTo>
                  <a:lnTo>
                    <a:pt x="2002733" y="722429"/>
                  </a:lnTo>
                  <a:lnTo>
                    <a:pt x="2002072" y="722429"/>
                  </a:lnTo>
                  <a:lnTo>
                    <a:pt x="2001412" y="722429"/>
                  </a:lnTo>
                  <a:lnTo>
                    <a:pt x="2000751" y="722429"/>
                  </a:lnTo>
                  <a:lnTo>
                    <a:pt x="2000091" y="722429"/>
                  </a:lnTo>
                  <a:lnTo>
                    <a:pt x="1999430" y="722429"/>
                  </a:lnTo>
                  <a:lnTo>
                    <a:pt x="1998770" y="722429"/>
                  </a:lnTo>
                  <a:lnTo>
                    <a:pt x="1998109" y="722429"/>
                  </a:lnTo>
                  <a:lnTo>
                    <a:pt x="1997449" y="722429"/>
                  </a:lnTo>
                  <a:lnTo>
                    <a:pt x="1996788" y="722429"/>
                  </a:lnTo>
                  <a:lnTo>
                    <a:pt x="1996128" y="722429"/>
                  </a:lnTo>
                  <a:lnTo>
                    <a:pt x="1995467" y="722429"/>
                  </a:lnTo>
                  <a:lnTo>
                    <a:pt x="1994806" y="722429"/>
                  </a:lnTo>
                  <a:lnTo>
                    <a:pt x="1994146" y="722429"/>
                  </a:lnTo>
                  <a:lnTo>
                    <a:pt x="1993485" y="722429"/>
                  </a:lnTo>
                  <a:lnTo>
                    <a:pt x="1992825" y="722429"/>
                  </a:lnTo>
                  <a:lnTo>
                    <a:pt x="1992164" y="722429"/>
                  </a:lnTo>
                  <a:lnTo>
                    <a:pt x="1991504" y="722429"/>
                  </a:lnTo>
                  <a:lnTo>
                    <a:pt x="1990843" y="722429"/>
                  </a:lnTo>
                  <a:lnTo>
                    <a:pt x="1990183" y="722429"/>
                  </a:lnTo>
                  <a:lnTo>
                    <a:pt x="1989522" y="722429"/>
                  </a:lnTo>
                  <a:lnTo>
                    <a:pt x="1988862" y="722429"/>
                  </a:lnTo>
                  <a:lnTo>
                    <a:pt x="1988201" y="722429"/>
                  </a:lnTo>
                  <a:lnTo>
                    <a:pt x="1987541" y="722429"/>
                  </a:lnTo>
                  <a:lnTo>
                    <a:pt x="1986880" y="722429"/>
                  </a:lnTo>
                  <a:lnTo>
                    <a:pt x="1986220" y="722429"/>
                  </a:lnTo>
                  <a:lnTo>
                    <a:pt x="1985559" y="722429"/>
                  </a:lnTo>
                  <a:lnTo>
                    <a:pt x="1984898" y="722429"/>
                  </a:lnTo>
                  <a:lnTo>
                    <a:pt x="1984238" y="722429"/>
                  </a:lnTo>
                  <a:lnTo>
                    <a:pt x="1983577" y="722429"/>
                  </a:lnTo>
                  <a:lnTo>
                    <a:pt x="1982917" y="722429"/>
                  </a:lnTo>
                  <a:lnTo>
                    <a:pt x="1982256" y="722429"/>
                  </a:lnTo>
                  <a:lnTo>
                    <a:pt x="1981596" y="722429"/>
                  </a:lnTo>
                  <a:lnTo>
                    <a:pt x="1980935" y="722429"/>
                  </a:lnTo>
                  <a:lnTo>
                    <a:pt x="1980275" y="722429"/>
                  </a:lnTo>
                  <a:lnTo>
                    <a:pt x="1979614" y="722429"/>
                  </a:lnTo>
                  <a:lnTo>
                    <a:pt x="1978954" y="722429"/>
                  </a:lnTo>
                  <a:lnTo>
                    <a:pt x="1978293" y="722429"/>
                  </a:lnTo>
                  <a:lnTo>
                    <a:pt x="1977633" y="722429"/>
                  </a:lnTo>
                  <a:lnTo>
                    <a:pt x="1976972" y="722429"/>
                  </a:lnTo>
                  <a:lnTo>
                    <a:pt x="1976312" y="722429"/>
                  </a:lnTo>
                  <a:lnTo>
                    <a:pt x="1975651" y="722429"/>
                  </a:lnTo>
                  <a:lnTo>
                    <a:pt x="1974990" y="722429"/>
                  </a:lnTo>
                  <a:lnTo>
                    <a:pt x="1974330" y="722429"/>
                  </a:lnTo>
                  <a:lnTo>
                    <a:pt x="1973669" y="722429"/>
                  </a:lnTo>
                  <a:lnTo>
                    <a:pt x="1973009" y="722429"/>
                  </a:lnTo>
                  <a:lnTo>
                    <a:pt x="1972348" y="722429"/>
                  </a:lnTo>
                  <a:lnTo>
                    <a:pt x="1971688" y="722429"/>
                  </a:lnTo>
                  <a:lnTo>
                    <a:pt x="1971027" y="722429"/>
                  </a:lnTo>
                  <a:lnTo>
                    <a:pt x="1970367" y="722429"/>
                  </a:lnTo>
                  <a:lnTo>
                    <a:pt x="1969706" y="722429"/>
                  </a:lnTo>
                  <a:lnTo>
                    <a:pt x="1969046" y="722429"/>
                  </a:lnTo>
                  <a:lnTo>
                    <a:pt x="1968385" y="722429"/>
                  </a:lnTo>
                  <a:lnTo>
                    <a:pt x="1967725" y="722429"/>
                  </a:lnTo>
                  <a:lnTo>
                    <a:pt x="1967064" y="722429"/>
                  </a:lnTo>
                  <a:lnTo>
                    <a:pt x="1966404" y="722429"/>
                  </a:lnTo>
                  <a:lnTo>
                    <a:pt x="1965743" y="722429"/>
                  </a:lnTo>
                  <a:lnTo>
                    <a:pt x="1965083" y="722429"/>
                  </a:lnTo>
                  <a:lnTo>
                    <a:pt x="1964422" y="722429"/>
                  </a:lnTo>
                  <a:lnTo>
                    <a:pt x="1963761" y="722429"/>
                  </a:lnTo>
                  <a:lnTo>
                    <a:pt x="1963101" y="722429"/>
                  </a:lnTo>
                  <a:lnTo>
                    <a:pt x="1962440" y="722429"/>
                  </a:lnTo>
                  <a:lnTo>
                    <a:pt x="1961780" y="722429"/>
                  </a:lnTo>
                  <a:lnTo>
                    <a:pt x="1961119" y="722429"/>
                  </a:lnTo>
                  <a:lnTo>
                    <a:pt x="1960459" y="722429"/>
                  </a:lnTo>
                  <a:lnTo>
                    <a:pt x="1959798" y="722429"/>
                  </a:lnTo>
                  <a:lnTo>
                    <a:pt x="1959138" y="722429"/>
                  </a:lnTo>
                  <a:lnTo>
                    <a:pt x="1958477" y="722429"/>
                  </a:lnTo>
                  <a:lnTo>
                    <a:pt x="1957817" y="722429"/>
                  </a:lnTo>
                  <a:lnTo>
                    <a:pt x="1957156" y="722429"/>
                  </a:lnTo>
                  <a:lnTo>
                    <a:pt x="1956496" y="722429"/>
                  </a:lnTo>
                  <a:lnTo>
                    <a:pt x="1955835" y="722429"/>
                  </a:lnTo>
                  <a:lnTo>
                    <a:pt x="1955175" y="722429"/>
                  </a:lnTo>
                  <a:lnTo>
                    <a:pt x="1954514" y="722429"/>
                  </a:lnTo>
                  <a:lnTo>
                    <a:pt x="1953853" y="722429"/>
                  </a:lnTo>
                  <a:lnTo>
                    <a:pt x="1953193" y="722429"/>
                  </a:lnTo>
                  <a:lnTo>
                    <a:pt x="1952532" y="722429"/>
                  </a:lnTo>
                  <a:lnTo>
                    <a:pt x="1951872" y="722429"/>
                  </a:lnTo>
                  <a:lnTo>
                    <a:pt x="1951211" y="722429"/>
                  </a:lnTo>
                  <a:lnTo>
                    <a:pt x="1950551" y="722429"/>
                  </a:lnTo>
                  <a:lnTo>
                    <a:pt x="1949890" y="722429"/>
                  </a:lnTo>
                  <a:lnTo>
                    <a:pt x="1949230" y="722429"/>
                  </a:lnTo>
                  <a:lnTo>
                    <a:pt x="1948569" y="722429"/>
                  </a:lnTo>
                  <a:lnTo>
                    <a:pt x="1947909" y="722429"/>
                  </a:lnTo>
                  <a:lnTo>
                    <a:pt x="1947248" y="722429"/>
                  </a:lnTo>
                  <a:lnTo>
                    <a:pt x="1946588" y="722429"/>
                  </a:lnTo>
                  <a:lnTo>
                    <a:pt x="1945927" y="722429"/>
                  </a:lnTo>
                  <a:lnTo>
                    <a:pt x="1945267" y="722429"/>
                  </a:lnTo>
                  <a:lnTo>
                    <a:pt x="1944606" y="722429"/>
                  </a:lnTo>
                  <a:lnTo>
                    <a:pt x="1943945" y="722429"/>
                  </a:lnTo>
                  <a:lnTo>
                    <a:pt x="1943285" y="722429"/>
                  </a:lnTo>
                  <a:lnTo>
                    <a:pt x="1942624" y="722429"/>
                  </a:lnTo>
                  <a:lnTo>
                    <a:pt x="1941964" y="722429"/>
                  </a:lnTo>
                  <a:lnTo>
                    <a:pt x="1941303" y="722429"/>
                  </a:lnTo>
                  <a:lnTo>
                    <a:pt x="1940643" y="722429"/>
                  </a:lnTo>
                  <a:lnTo>
                    <a:pt x="1939982" y="722429"/>
                  </a:lnTo>
                  <a:lnTo>
                    <a:pt x="1939322" y="722429"/>
                  </a:lnTo>
                  <a:lnTo>
                    <a:pt x="1938661" y="722429"/>
                  </a:lnTo>
                  <a:lnTo>
                    <a:pt x="1938001" y="722429"/>
                  </a:lnTo>
                  <a:lnTo>
                    <a:pt x="1937340" y="722429"/>
                  </a:lnTo>
                  <a:lnTo>
                    <a:pt x="1936680" y="722429"/>
                  </a:lnTo>
                  <a:lnTo>
                    <a:pt x="1936019" y="722429"/>
                  </a:lnTo>
                  <a:lnTo>
                    <a:pt x="1935359" y="722429"/>
                  </a:lnTo>
                  <a:lnTo>
                    <a:pt x="1934698" y="722429"/>
                  </a:lnTo>
                  <a:lnTo>
                    <a:pt x="1934038" y="722429"/>
                  </a:lnTo>
                  <a:lnTo>
                    <a:pt x="1933377" y="722429"/>
                  </a:lnTo>
                  <a:lnTo>
                    <a:pt x="1932716" y="722429"/>
                  </a:lnTo>
                  <a:lnTo>
                    <a:pt x="1932056" y="722429"/>
                  </a:lnTo>
                  <a:lnTo>
                    <a:pt x="1931395" y="722429"/>
                  </a:lnTo>
                  <a:lnTo>
                    <a:pt x="1930735" y="722429"/>
                  </a:lnTo>
                  <a:lnTo>
                    <a:pt x="1930074" y="722429"/>
                  </a:lnTo>
                  <a:lnTo>
                    <a:pt x="1929414" y="722429"/>
                  </a:lnTo>
                  <a:lnTo>
                    <a:pt x="1928753" y="722429"/>
                  </a:lnTo>
                  <a:lnTo>
                    <a:pt x="1928093" y="722429"/>
                  </a:lnTo>
                  <a:lnTo>
                    <a:pt x="1927432" y="722429"/>
                  </a:lnTo>
                  <a:lnTo>
                    <a:pt x="1926772" y="722429"/>
                  </a:lnTo>
                  <a:lnTo>
                    <a:pt x="1926111" y="722429"/>
                  </a:lnTo>
                  <a:lnTo>
                    <a:pt x="1925451" y="722429"/>
                  </a:lnTo>
                  <a:lnTo>
                    <a:pt x="1924790" y="722429"/>
                  </a:lnTo>
                  <a:lnTo>
                    <a:pt x="1924130" y="722429"/>
                  </a:lnTo>
                  <a:lnTo>
                    <a:pt x="1923469" y="722429"/>
                  </a:lnTo>
                  <a:lnTo>
                    <a:pt x="1922808" y="722429"/>
                  </a:lnTo>
                  <a:lnTo>
                    <a:pt x="1922148" y="722429"/>
                  </a:lnTo>
                  <a:lnTo>
                    <a:pt x="1921487" y="722429"/>
                  </a:lnTo>
                  <a:lnTo>
                    <a:pt x="1920827" y="722429"/>
                  </a:lnTo>
                  <a:lnTo>
                    <a:pt x="1920166" y="722429"/>
                  </a:lnTo>
                  <a:lnTo>
                    <a:pt x="1919506" y="722429"/>
                  </a:lnTo>
                  <a:lnTo>
                    <a:pt x="1918845" y="722429"/>
                  </a:lnTo>
                  <a:lnTo>
                    <a:pt x="1918185" y="722429"/>
                  </a:lnTo>
                  <a:lnTo>
                    <a:pt x="1917524" y="722429"/>
                  </a:lnTo>
                  <a:lnTo>
                    <a:pt x="1916864" y="722429"/>
                  </a:lnTo>
                  <a:lnTo>
                    <a:pt x="1916203" y="722429"/>
                  </a:lnTo>
                  <a:lnTo>
                    <a:pt x="1915543" y="722429"/>
                  </a:lnTo>
                  <a:lnTo>
                    <a:pt x="1914882" y="722429"/>
                  </a:lnTo>
                  <a:lnTo>
                    <a:pt x="1914222" y="722429"/>
                  </a:lnTo>
                  <a:lnTo>
                    <a:pt x="1913561" y="722429"/>
                  </a:lnTo>
                  <a:lnTo>
                    <a:pt x="1912900" y="722429"/>
                  </a:lnTo>
                  <a:lnTo>
                    <a:pt x="1912240" y="722429"/>
                  </a:lnTo>
                  <a:lnTo>
                    <a:pt x="1911579" y="722429"/>
                  </a:lnTo>
                  <a:lnTo>
                    <a:pt x="1910919" y="722429"/>
                  </a:lnTo>
                  <a:lnTo>
                    <a:pt x="1910258" y="722429"/>
                  </a:lnTo>
                  <a:lnTo>
                    <a:pt x="1909598" y="722429"/>
                  </a:lnTo>
                  <a:lnTo>
                    <a:pt x="1908937" y="722429"/>
                  </a:lnTo>
                  <a:lnTo>
                    <a:pt x="1908277" y="722429"/>
                  </a:lnTo>
                  <a:lnTo>
                    <a:pt x="1907616" y="722429"/>
                  </a:lnTo>
                  <a:lnTo>
                    <a:pt x="1906956" y="722429"/>
                  </a:lnTo>
                  <a:lnTo>
                    <a:pt x="1906295" y="722429"/>
                  </a:lnTo>
                  <a:lnTo>
                    <a:pt x="1905635" y="722429"/>
                  </a:lnTo>
                  <a:lnTo>
                    <a:pt x="1904974" y="722429"/>
                  </a:lnTo>
                  <a:lnTo>
                    <a:pt x="1904314" y="722429"/>
                  </a:lnTo>
                  <a:lnTo>
                    <a:pt x="1903653" y="722429"/>
                  </a:lnTo>
                  <a:lnTo>
                    <a:pt x="1902992" y="722429"/>
                  </a:lnTo>
                  <a:lnTo>
                    <a:pt x="1902332" y="722429"/>
                  </a:lnTo>
                  <a:lnTo>
                    <a:pt x="1901671" y="722429"/>
                  </a:lnTo>
                  <a:lnTo>
                    <a:pt x="1901011" y="722429"/>
                  </a:lnTo>
                  <a:lnTo>
                    <a:pt x="1900350" y="722429"/>
                  </a:lnTo>
                  <a:lnTo>
                    <a:pt x="1899690" y="722429"/>
                  </a:lnTo>
                  <a:lnTo>
                    <a:pt x="1899029" y="722429"/>
                  </a:lnTo>
                  <a:lnTo>
                    <a:pt x="1898369" y="722429"/>
                  </a:lnTo>
                  <a:lnTo>
                    <a:pt x="1897708" y="722429"/>
                  </a:lnTo>
                  <a:lnTo>
                    <a:pt x="1897048" y="722429"/>
                  </a:lnTo>
                  <a:lnTo>
                    <a:pt x="1896387" y="722429"/>
                  </a:lnTo>
                  <a:lnTo>
                    <a:pt x="1895727" y="722429"/>
                  </a:lnTo>
                  <a:lnTo>
                    <a:pt x="1895066" y="722429"/>
                  </a:lnTo>
                  <a:lnTo>
                    <a:pt x="1894406" y="722429"/>
                  </a:lnTo>
                  <a:lnTo>
                    <a:pt x="1893745" y="722429"/>
                  </a:lnTo>
                  <a:lnTo>
                    <a:pt x="1893085" y="722429"/>
                  </a:lnTo>
                  <a:lnTo>
                    <a:pt x="1892424" y="722429"/>
                  </a:lnTo>
                  <a:lnTo>
                    <a:pt x="1891763" y="722429"/>
                  </a:lnTo>
                  <a:lnTo>
                    <a:pt x="1891103" y="722429"/>
                  </a:lnTo>
                  <a:lnTo>
                    <a:pt x="1890442" y="722429"/>
                  </a:lnTo>
                  <a:lnTo>
                    <a:pt x="1889782" y="722429"/>
                  </a:lnTo>
                  <a:lnTo>
                    <a:pt x="1889121" y="722429"/>
                  </a:lnTo>
                  <a:lnTo>
                    <a:pt x="1888461" y="722429"/>
                  </a:lnTo>
                  <a:lnTo>
                    <a:pt x="1887800" y="722429"/>
                  </a:lnTo>
                  <a:lnTo>
                    <a:pt x="1887140" y="722429"/>
                  </a:lnTo>
                  <a:lnTo>
                    <a:pt x="1886479" y="722429"/>
                  </a:lnTo>
                  <a:lnTo>
                    <a:pt x="1885819" y="722429"/>
                  </a:lnTo>
                  <a:lnTo>
                    <a:pt x="1885158" y="722429"/>
                  </a:lnTo>
                  <a:lnTo>
                    <a:pt x="1884498" y="722429"/>
                  </a:lnTo>
                  <a:lnTo>
                    <a:pt x="1883837" y="722429"/>
                  </a:lnTo>
                  <a:lnTo>
                    <a:pt x="1883177" y="722429"/>
                  </a:lnTo>
                  <a:lnTo>
                    <a:pt x="1882516" y="722429"/>
                  </a:lnTo>
                  <a:lnTo>
                    <a:pt x="1881855" y="722429"/>
                  </a:lnTo>
                  <a:lnTo>
                    <a:pt x="1881195" y="722429"/>
                  </a:lnTo>
                  <a:lnTo>
                    <a:pt x="1880534" y="722429"/>
                  </a:lnTo>
                  <a:lnTo>
                    <a:pt x="1879874" y="722429"/>
                  </a:lnTo>
                  <a:lnTo>
                    <a:pt x="1879213" y="722429"/>
                  </a:lnTo>
                  <a:lnTo>
                    <a:pt x="1878553" y="722429"/>
                  </a:lnTo>
                  <a:lnTo>
                    <a:pt x="1877892" y="722429"/>
                  </a:lnTo>
                  <a:lnTo>
                    <a:pt x="1877232" y="722429"/>
                  </a:lnTo>
                  <a:lnTo>
                    <a:pt x="1876571" y="722429"/>
                  </a:lnTo>
                  <a:lnTo>
                    <a:pt x="1875911" y="722429"/>
                  </a:lnTo>
                  <a:lnTo>
                    <a:pt x="1875250" y="722429"/>
                  </a:lnTo>
                  <a:lnTo>
                    <a:pt x="1874590" y="722429"/>
                  </a:lnTo>
                  <a:lnTo>
                    <a:pt x="1873929" y="722429"/>
                  </a:lnTo>
                  <a:lnTo>
                    <a:pt x="1873269" y="722429"/>
                  </a:lnTo>
                  <a:lnTo>
                    <a:pt x="1872608" y="722429"/>
                  </a:lnTo>
                  <a:lnTo>
                    <a:pt x="1871947" y="722429"/>
                  </a:lnTo>
                  <a:lnTo>
                    <a:pt x="1871287" y="722429"/>
                  </a:lnTo>
                  <a:lnTo>
                    <a:pt x="1870626" y="722429"/>
                  </a:lnTo>
                  <a:lnTo>
                    <a:pt x="1869966" y="722429"/>
                  </a:lnTo>
                  <a:lnTo>
                    <a:pt x="1869305" y="722429"/>
                  </a:lnTo>
                  <a:lnTo>
                    <a:pt x="1868645" y="722429"/>
                  </a:lnTo>
                  <a:lnTo>
                    <a:pt x="1867984" y="722429"/>
                  </a:lnTo>
                  <a:lnTo>
                    <a:pt x="1867324" y="722429"/>
                  </a:lnTo>
                  <a:lnTo>
                    <a:pt x="1866663" y="722429"/>
                  </a:lnTo>
                  <a:lnTo>
                    <a:pt x="1866003" y="722429"/>
                  </a:lnTo>
                  <a:lnTo>
                    <a:pt x="1865342" y="722429"/>
                  </a:lnTo>
                  <a:lnTo>
                    <a:pt x="1864682" y="722429"/>
                  </a:lnTo>
                  <a:lnTo>
                    <a:pt x="1864021" y="722429"/>
                  </a:lnTo>
                  <a:lnTo>
                    <a:pt x="1863361" y="722429"/>
                  </a:lnTo>
                  <a:lnTo>
                    <a:pt x="1862700" y="722429"/>
                  </a:lnTo>
                  <a:lnTo>
                    <a:pt x="1862040" y="722429"/>
                  </a:lnTo>
                  <a:lnTo>
                    <a:pt x="1861379" y="722429"/>
                  </a:lnTo>
                  <a:lnTo>
                    <a:pt x="1860718" y="722429"/>
                  </a:lnTo>
                  <a:lnTo>
                    <a:pt x="1860058" y="722429"/>
                  </a:lnTo>
                  <a:lnTo>
                    <a:pt x="1859397" y="722429"/>
                  </a:lnTo>
                  <a:lnTo>
                    <a:pt x="1858737" y="722429"/>
                  </a:lnTo>
                  <a:lnTo>
                    <a:pt x="1858076" y="722429"/>
                  </a:lnTo>
                  <a:lnTo>
                    <a:pt x="1857416" y="722429"/>
                  </a:lnTo>
                  <a:lnTo>
                    <a:pt x="1856755" y="722429"/>
                  </a:lnTo>
                  <a:lnTo>
                    <a:pt x="1856095" y="722429"/>
                  </a:lnTo>
                  <a:lnTo>
                    <a:pt x="1855434" y="722429"/>
                  </a:lnTo>
                  <a:lnTo>
                    <a:pt x="1854774" y="722429"/>
                  </a:lnTo>
                  <a:lnTo>
                    <a:pt x="1854113" y="722429"/>
                  </a:lnTo>
                  <a:lnTo>
                    <a:pt x="1853453" y="722429"/>
                  </a:lnTo>
                  <a:lnTo>
                    <a:pt x="1852792" y="722429"/>
                  </a:lnTo>
                  <a:lnTo>
                    <a:pt x="1852132" y="722429"/>
                  </a:lnTo>
                  <a:lnTo>
                    <a:pt x="1851471" y="722429"/>
                  </a:lnTo>
                  <a:lnTo>
                    <a:pt x="1850810" y="722429"/>
                  </a:lnTo>
                  <a:lnTo>
                    <a:pt x="1850150" y="722429"/>
                  </a:lnTo>
                  <a:lnTo>
                    <a:pt x="1849489" y="722429"/>
                  </a:lnTo>
                  <a:lnTo>
                    <a:pt x="1848829" y="722429"/>
                  </a:lnTo>
                  <a:lnTo>
                    <a:pt x="1848168" y="722429"/>
                  </a:lnTo>
                  <a:lnTo>
                    <a:pt x="1847508" y="722429"/>
                  </a:lnTo>
                  <a:lnTo>
                    <a:pt x="1846847" y="722429"/>
                  </a:lnTo>
                  <a:lnTo>
                    <a:pt x="1846187" y="722429"/>
                  </a:lnTo>
                  <a:lnTo>
                    <a:pt x="1845526" y="722429"/>
                  </a:lnTo>
                  <a:lnTo>
                    <a:pt x="1844866" y="722429"/>
                  </a:lnTo>
                  <a:lnTo>
                    <a:pt x="1844205" y="722429"/>
                  </a:lnTo>
                  <a:lnTo>
                    <a:pt x="1843545" y="722429"/>
                  </a:lnTo>
                  <a:lnTo>
                    <a:pt x="1842884" y="722429"/>
                  </a:lnTo>
                  <a:lnTo>
                    <a:pt x="1842224" y="722429"/>
                  </a:lnTo>
                  <a:lnTo>
                    <a:pt x="1841563" y="722429"/>
                  </a:lnTo>
                  <a:lnTo>
                    <a:pt x="1840902" y="722429"/>
                  </a:lnTo>
                  <a:lnTo>
                    <a:pt x="1840242" y="722429"/>
                  </a:lnTo>
                  <a:lnTo>
                    <a:pt x="1839581" y="722429"/>
                  </a:lnTo>
                  <a:lnTo>
                    <a:pt x="1838921" y="722429"/>
                  </a:lnTo>
                  <a:lnTo>
                    <a:pt x="1838260" y="722429"/>
                  </a:lnTo>
                  <a:lnTo>
                    <a:pt x="1837600" y="722429"/>
                  </a:lnTo>
                  <a:lnTo>
                    <a:pt x="1836939" y="722429"/>
                  </a:lnTo>
                  <a:lnTo>
                    <a:pt x="1836279" y="722429"/>
                  </a:lnTo>
                  <a:lnTo>
                    <a:pt x="1835618" y="722429"/>
                  </a:lnTo>
                  <a:lnTo>
                    <a:pt x="1834958" y="722429"/>
                  </a:lnTo>
                  <a:lnTo>
                    <a:pt x="1834297" y="722429"/>
                  </a:lnTo>
                  <a:lnTo>
                    <a:pt x="1833637" y="722429"/>
                  </a:lnTo>
                  <a:lnTo>
                    <a:pt x="1832976" y="722429"/>
                  </a:lnTo>
                  <a:lnTo>
                    <a:pt x="1832316" y="722429"/>
                  </a:lnTo>
                  <a:lnTo>
                    <a:pt x="1831655" y="722429"/>
                  </a:lnTo>
                  <a:lnTo>
                    <a:pt x="1830994" y="722429"/>
                  </a:lnTo>
                  <a:lnTo>
                    <a:pt x="1830334" y="722429"/>
                  </a:lnTo>
                  <a:lnTo>
                    <a:pt x="1829673" y="722429"/>
                  </a:lnTo>
                  <a:lnTo>
                    <a:pt x="1829013" y="722429"/>
                  </a:lnTo>
                  <a:lnTo>
                    <a:pt x="1828352" y="722429"/>
                  </a:lnTo>
                  <a:lnTo>
                    <a:pt x="1827692" y="722429"/>
                  </a:lnTo>
                  <a:lnTo>
                    <a:pt x="1827031" y="722429"/>
                  </a:lnTo>
                  <a:lnTo>
                    <a:pt x="1826371" y="722429"/>
                  </a:lnTo>
                  <a:lnTo>
                    <a:pt x="1825710" y="722429"/>
                  </a:lnTo>
                  <a:lnTo>
                    <a:pt x="1825050" y="722429"/>
                  </a:lnTo>
                  <a:lnTo>
                    <a:pt x="1824389" y="722429"/>
                  </a:lnTo>
                  <a:lnTo>
                    <a:pt x="1823729" y="722429"/>
                  </a:lnTo>
                  <a:lnTo>
                    <a:pt x="1823068" y="722429"/>
                  </a:lnTo>
                  <a:lnTo>
                    <a:pt x="1822408" y="722429"/>
                  </a:lnTo>
                  <a:lnTo>
                    <a:pt x="1821747" y="722429"/>
                  </a:lnTo>
                  <a:lnTo>
                    <a:pt x="1821087" y="722429"/>
                  </a:lnTo>
                  <a:lnTo>
                    <a:pt x="1820426" y="722429"/>
                  </a:lnTo>
                  <a:lnTo>
                    <a:pt x="1819765" y="722429"/>
                  </a:lnTo>
                  <a:lnTo>
                    <a:pt x="1819105" y="722429"/>
                  </a:lnTo>
                  <a:lnTo>
                    <a:pt x="1818444" y="722429"/>
                  </a:lnTo>
                  <a:lnTo>
                    <a:pt x="1817784" y="722429"/>
                  </a:lnTo>
                  <a:lnTo>
                    <a:pt x="1817123" y="722429"/>
                  </a:lnTo>
                  <a:lnTo>
                    <a:pt x="1816463" y="722429"/>
                  </a:lnTo>
                  <a:lnTo>
                    <a:pt x="1815802" y="722429"/>
                  </a:lnTo>
                  <a:lnTo>
                    <a:pt x="1815142" y="722429"/>
                  </a:lnTo>
                  <a:lnTo>
                    <a:pt x="1814481" y="722429"/>
                  </a:lnTo>
                  <a:lnTo>
                    <a:pt x="1813821" y="722429"/>
                  </a:lnTo>
                  <a:lnTo>
                    <a:pt x="1813160" y="722429"/>
                  </a:lnTo>
                  <a:lnTo>
                    <a:pt x="1812500" y="722429"/>
                  </a:lnTo>
                  <a:lnTo>
                    <a:pt x="1811839" y="722429"/>
                  </a:lnTo>
                  <a:lnTo>
                    <a:pt x="1811179" y="722429"/>
                  </a:lnTo>
                  <a:lnTo>
                    <a:pt x="1810518" y="722429"/>
                  </a:lnTo>
                  <a:lnTo>
                    <a:pt x="1809857" y="722429"/>
                  </a:lnTo>
                  <a:lnTo>
                    <a:pt x="1809197" y="722429"/>
                  </a:lnTo>
                  <a:lnTo>
                    <a:pt x="1808536" y="722429"/>
                  </a:lnTo>
                  <a:lnTo>
                    <a:pt x="1807876" y="722429"/>
                  </a:lnTo>
                  <a:lnTo>
                    <a:pt x="1807215" y="722429"/>
                  </a:lnTo>
                  <a:lnTo>
                    <a:pt x="1806555" y="722429"/>
                  </a:lnTo>
                  <a:lnTo>
                    <a:pt x="1805894" y="722429"/>
                  </a:lnTo>
                  <a:lnTo>
                    <a:pt x="1805234" y="722429"/>
                  </a:lnTo>
                  <a:lnTo>
                    <a:pt x="1804573" y="722429"/>
                  </a:lnTo>
                  <a:lnTo>
                    <a:pt x="1803913" y="722429"/>
                  </a:lnTo>
                  <a:lnTo>
                    <a:pt x="1803252" y="722429"/>
                  </a:lnTo>
                  <a:lnTo>
                    <a:pt x="1802592" y="722429"/>
                  </a:lnTo>
                  <a:lnTo>
                    <a:pt x="1801931" y="722429"/>
                  </a:lnTo>
                  <a:lnTo>
                    <a:pt x="1801271" y="722429"/>
                  </a:lnTo>
                  <a:lnTo>
                    <a:pt x="1800610" y="722429"/>
                  </a:lnTo>
                  <a:lnTo>
                    <a:pt x="1799949" y="722429"/>
                  </a:lnTo>
                  <a:lnTo>
                    <a:pt x="1799289" y="722429"/>
                  </a:lnTo>
                  <a:lnTo>
                    <a:pt x="1798628" y="722429"/>
                  </a:lnTo>
                  <a:lnTo>
                    <a:pt x="1797968" y="722429"/>
                  </a:lnTo>
                  <a:lnTo>
                    <a:pt x="1797307" y="722429"/>
                  </a:lnTo>
                  <a:lnTo>
                    <a:pt x="1796647" y="722429"/>
                  </a:lnTo>
                  <a:lnTo>
                    <a:pt x="1795986" y="722429"/>
                  </a:lnTo>
                  <a:lnTo>
                    <a:pt x="1795326" y="722429"/>
                  </a:lnTo>
                  <a:lnTo>
                    <a:pt x="1794665" y="722429"/>
                  </a:lnTo>
                  <a:lnTo>
                    <a:pt x="1794005" y="722429"/>
                  </a:lnTo>
                  <a:lnTo>
                    <a:pt x="1793344" y="722429"/>
                  </a:lnTo>
                  <a:lnTo>
                    <a:pt x="1792684" y="722429"/>
                  </a:lnTo>
                  <a:lnTo>
                    <a:pt x="1792023" y="722429"/>
                  </a:lnTo>
                  <a:lnTo>
                    <a:pt x="1791363" y="722429"/>
                  </a:lnTo>
                  <a:lnTo>
                    <a:pt x="1790702" y="722429"/>
                  </a:lnTo>
                  <a:lnTo>
                    <a:pt x="1790042" y="722429"/>
                  </a:lnTo>
                  <a:lnTo>
                    <a:pt x="1789381" y="722429"/>
                  </a:lnTo>
                  <a:lnTo>
                    <a:pt x="1788720" y="722429"/>
                  </a:lnTo>
                  <a:lnTo>
                    <a:pt x="1788060" y="722429"/>
                  </a:lnTo>
                  <a:lnTo>
                    <a:pt x="1787399" y="722429"/>
                  </a:lnTo>
                  <a:lnTo>
                    <a:pt x="1786739" y="722429"/>
                  </a:lnTo>
                  <a:lnTo>
                    <a:pt x="1786078" y="722429"/>
                  </a:lnTo>
                  <a:lnTo>
                    <a:pt x="1785418" y="722429"/>
                  </a:lnTo>
                  <a:lnTo>
                    <a:pt x="1784757" y="722429"/>
                  </a:lnTo>
                  <a:lnTo>
                    <a:pt x="1784097" y="722429"/>
                  </a:lnTo>
                  <a:lnTo>
                    <a:pt x="1783436" y="722429"/>
                  </a:lnTo>
                  <a:lnTo>
                    <a:pt x="1782776" y="722429"/>
                  </a:lnTo>
                  <a:lnTo>
                    <a:pt x="1782115" y="722429"/>
                  </a:lnTo>
                  <a:lnTo>
                    <a:pt x="1781455" y="722429"/>
                  </a:lnTo>
                  <a:lnTo>
                    <a:pt x="1780794" y="722429"/>
                  </a:lnTo>
                  <a:lnTo>
                    <a:pt x="1780134" y="722429"/>
                  </a:lnTo>
                  <a:lnTo>
                    <a:pt x="1779473" y="722429"/>
                  </a:lnTo>
                  <a:lnTo>
                    <a:pt x="1778812" y="722429"/>
                  </a:lnTo>
                  <a:lnTo>
                    <a:pt x="1778152" y="722429"/>
                  </a:lnTo>
                  <a:lnTo>
                    <a:pt x="1777491" y="722429"/>
                  </a:lnTo>
                  <a:lnTo>
                    <a:pt x="1776831" y="722429"/>
                  </a:lnTo>
                  <a:lnTo>
                    <a:pt x="1776170" y="722429"/>
                  </a:lnTo>
                  <a:lnTo>
                    <a:pt x="1775510" y="722429"/>
                  </a:lnTo>
                  <a:lnTo>
                    <a:pt x="1774849" y="722429"/>
                  </a:lnTo>
                  <a:lnTo>
                    <a:pt x="1774189" y="722429"/>
                  </a:lnTo>
                  <a:lnTo>
                    <a:pt x="1773528" y="722429"/>
                  </a:lnTo>
                  <a:lnTo>
                    <a:pt x="1772868" y="722429"/>
                  </a:lnTo>
                  <a:lnTo>
                    <a:pt x="1772207" y="722429"/>
                  </a:lnTo>
                  <a:lnTo>
                    <a:pt x="1771547" y="722429"/>
                  </a:lnTo>
                  <a:lnTo>
                    <a:pt x="1770886" y="722429"/>
                  </a:lnTo>
                  <a:lnTo>
                    <a:pt x="1770226" y="722429"/>
                  </a:lnTo>
                  <a:lnTo>
                    <a:pt x="1769565" y="722429"/>
                  </a:lnTo>
                  <a:lnTo>
                    <a:pt x="1768904" y="722429"/>
                  </a:lnTo>
                  <a:lnTo>
                    <a:pt x="1768244" y="722429"/>
                  </a:lnTo>
                  <a:lnTo>
                    <a:pt x="1767583" y="722429"/>
                  </a:lnTo>
                  <a:lnTo>
                    <a:pt x="1766923" y="722429"/>
                  </a:lnTo>
                  <a:lnTo>
                    <a:pt x="1766262" y="722429"/>
                  </a:lnTo>
                  <a:lnTo>
                    <a:pt x="1765602" y="722429"/>
                  </a:lnTo>
                  <a:lnTo>
                    <a:pt x="1764941" y="722429"/>
                  </a:lnTo>
                  <a:lnTo>
                    <a:pt x="1764281" y="722429"/>
                  </a:lnTo>
                  <a:lnTo>
                    <a:pt x="1763620" y="722429"/>
                  </a:lnTo>
                  <a:lnTo>
                    <a:pt x="1762960" y="722429"/>
                  </a:lnTo>
                  <a:lnTo>
                    <a:pt x="1762299" y="722429"/>
                  </a:lnTo>
                  <a:lnTo>
                    <a:pt x="1761639" y="722429"/>
                  </a:lnTo>
                  <a:lnTo>
                    <a:pt x="1760978" y="722429"/>
                  </a:lnTo>
                  <a:lnTo>
                    <a:pt x="1760318" y="722429"/>
                  </a:lnTo>
                  <a:lnTo>
                    <a:pt x="1759657" y="722429"/>
                  </a:lnTo>
                  <a:lnTo>
                    <a:pt x="1758996" y="722429"/>
                  </a:lnTo>
                  <a:lnTo>
                    <a:pt x="1758336" y="722429"/>
                  </a:lnTo>
                  <a:lnTo>
                    <a:pt x="1757675" y="722429"/>
                  </a:lnTo>
                  <a:lnTo>
                    <a:pt x="1757015" y="722429"/>
                  </a:lnTo>
                  <a:lnTo>
                    <a:pt x="1756354" y="722429"/>
                  </a:lnTo>
                  <a:lnTo>
                    <a:pt x="1755694" y="722429"/>
                  </a:lnTo>
                  <a:lnTo>
                    <a:pt x="1755033" y="722429"/>
                  </a:lnTo>
                  <a:lnTo>
                    <a:pt x="1754373" y="722429"/>
                  </a:lnTo>
                  <a:lnTo>
                    <a:pt x="1753712" y="722429"/>
                  </a:lnTo>
                  <a:lnTo>
                    <a:pt x="1753052" y="722429"/>
                  </a:lnTo>
                  <a:lnTo>
                    <a:pt x="1752391" y="722429"/>
                  </a:lnTo>
                  <a:lnTo>
                    <a:pt x="1751731" y="722429"/>
                  </a:lnTo>
                  <a:lnTo>
                    <a:pt x="1751070" y="722429"/>
                  </a:lnTo>
                  <a:lnTo>
                    <a:pt x="1750410" y="722429"/>
                  </a:lnTo>
                  <a:lnTo>
                    <a:pt x="1749749" y="722429"/>
                  </a:lnTo>
                  <a:lnTo>
                    <a:pt x="1749089" y="722429"/>
                  </a:lnTo>
                  <a:lnTo>
                    <a:pt x="1748428" y="722429"/>
                  </a:lnTo>
                  <a:lnTo>
                    <a:pt x="1747767" y="722429"/>
                  </a:lnTo>
                  <a:lnTo>
                    <a:pt x="1747107" y="722429"/>
                  </a:lnTo>
                  <a:lnTo>
                    <a:pt x="1746446" y="722429"/>
                  </a:lnTo>
                  <a:lnTo>
                    <a:pt x="1745786" y="722429"/>
                  </a:lnTo>
                  <a:lnTo>
                    <a:pt x="1745125" y="722429"/>
                  </a:lnTo>
                  <a:lnTo>
                    <a:pt x="1744465" y="722429"/>
                  </a:lnTo>
                  <a:lnTo>
                    <a:pt x="1743804" y="722429"/>
                  </a:lnTo>
                  <a:lnTo>
                    <a:pt x="1743144" y="722429"/>
                  </a:lnTo>
                  <a:lnTo>
                    <a:pt x="1742483" y="722429"/>
                  </a:lnTo>
                  <a:lnTo>
                    <a:pt x="1741823" y="722429"/>
                  </a:lnTo>
                  <a:lnTo>
                    <a:pt x="1741162" y="722429"/>
                  </a:lnTo>
                  <a:lnTo>
                    <a:pt x="1740502" y="722429"/>
                  </a:lnTo>
                  <a:lnTo>
                    <a:pt x="1739841" y="722429"/>
                  </a:lnTo>
                  <a:lnTo>
                    <a:pt x="1739181" y="722429"/>
                  </a:lnTo>
                  <a:lnTo>
                    <a:pt x="1738520" y="722429"/>
                  </a:lnTo>
                  <a:lnTo>
                    <a:pt x="1737859" y="722429"/>
                  </a:lnTo>
                  <a:lnTo>
                    <a:pt x="1737199" y="722429"/>
                  </a:lnTo>
                  <a:lnTo>
                    <a:pt x="1736538" y="722429"/>
                  </a:lnTo>
                  <a:lnTo>
                    <a:pt x="1735878" y="722429"/>
                  </a:lnTo>
                  <a:lnTo>
                    <a:pt x="1735217" y="722429"/>
                  </a:lnTo>
                  <a:lnTo>
                    <a:pt x="1734557" y="722429"/>
                  </a:lnTo>
                  <a:lnTo>
                    <a:pt x="1733896" y="722429"/>
                  </a:lnTo>
                  <a:lnTo>
                    <a:pt x="1733236" y="722429"/>
                  </a:lnTo>
                  <a:lnTo>
                    <a:pt x="1732575" y="722429"/>
                  </a:lnTo>
                  <a:lnTo>
                    <a:pt x="1731915" y="722429"/>
                  </a:lnTo>
                  <a:lnTo>
                    <a:pt x="1731254" y="722429"/>
                  </a:lnTo>
                  <a:lnTo>
                    <a:pt x="1730594" y="722429"/>
                  </a:lnTo>
                  <a:lnTo>
                    <a:pt x="1729933" y="722429"/>
                  </a:lnTo>
                  <a:lnTo>
                    <a:pt x="1729273" y="722429"/>
                  </a:lnTo>
                  <a:lnTo>
                    <a:pt x="1728612" y="722429"/>
                  </a:lnTo>
                  <a:lnTo>
                    <a:pt x="1727951" y="722429"/>
                  </a:lnTo>
                  <a:lnTo>
                    <a:pt x="1727291" y="722429"/>
                  </a:lnTo>
                  <a:lnTo>
                    <a:pt x="1726630" y="722429"/>
                  </a:lnTo>
                  <a:lnTo>
                    <a:pt x="1725970" y="722429"/>
                  </a:lnTo>
                  <a:lnTo>
                    <a:pt x="1725309" y="722429"/>
                  </a:lnTo>
                  <a:lnTo>
                    <a:pt x="1724649" y="722429"/>
                  </a:lnTo>
                  <a:lnTo>
                    <a:pt x="1723988" y="722429"/>
                  </a:lnTo>
                  <a:lnTo>
                    <a:pt x="1723328" y="722429"/>
                  </a:lnTo>
                  <a:lnTo>
                    <a:pt x="1722667" y="722429"/>
                  </a:lnTo>
                  <a:lnTo>
                    <a:pt x="1722007" y="722429"/>
                  </a:lnTo>
                  <a:lnTo>
                    <a:pt x="1721346" y="722429"/>
                  </a:lnTo>
                  <a:lnTo>
                    <a:pt x="1720686" y="722429"/>
                  </a:lnTo>
                  <a:lnTo>
                    <a:pt x="1720025" y="722429"/>
                  </a:lnTo>
                  <a:lnTo>
                    <a:pt x="1719365" y="722429"/>
                  </a:lnTo>
                  <a:lnTo>
                    <a:pt x="1718704" y="722429"/>
                  </a:lnTo>
                  <a:lnTo>
                    <a:pt x="1718044" y="722429"/>
                  </a:lnTo>
                  <a:lnTo>
                    <a:pt x="1717383" y="722429"/>
                  </a:lnTo>
                  <a:lnTo>
                    <a:pt x="1716722" y="722429"/>
                  </a:lnTo>
                  <a:lnTo>
                    <a:pt x="1716062" y="722429"/>
                  </a:lnTo>
                  <a:lnTo>
                    <a:pt x="1715401" y="722429"/>
                  </a:lnTo>
                  <a:lnTo>
                    <a:pt x="1714741" y="722429"/>
                  </a:lnTo>
                  <a:lnTo>
                    <a:pt x="1714080" y="722429"/>
                  </a:lnTo>
                  <a:lnTo>
                    <a:pt x="1713420" y="722429"/>
                  </a:lnTo>
                  <a:lnTo>
                    <a:pt x="1712759" y="722429"/>
                  </a:lnTo>
                  <a:lnTo>
                    <a:pt x="1712099" y="722429"/>
                  </a:lnTo>
                  <a:lnTo>
                    <a:pt x="1711438" y="722429"/>
                  </a:lnTo>
                  <a:lnTo>
                    <a:pt x="1710778" y="722429"/>
                  </a:lnTo>
                  <a:lnTo>
                    <a:pt x="1710117" y="722429"/>
                  </a:lnTo>
                  <a:lnTo>
                    <a:pt x="1709457" y="722429"/>
                  </a:lnTo>
                  <a:lnTo>
                    <a:pt x="1708796" y="722429"/>
                  </a:lnTo>
                  <a:lnTo>
                    <a:pt x="1708136" y="722429"/>
                  </a:lnTo>
                  <a:lnTo>
                    <a:pt x="1707475" y="722429"/>
                  </a:lnTo>
                  <a:lnTo>
                    <a:pt x="1706814" y="722429"/>
                  </a:lnTo>
                  <a:lnTo>
                    <a:pt x="1706154" y="722429"/>
                  </a:lnTo>
                  <a:lnTo>
                    <a:pt x="1705493" y="722429"/>
                  </a:lnTo>
                  <a:lnTo>
                    <a:pt x="1704833" y="722429"/>
                  </a:lnTo>
                  <a:lnTo>
                    <a:pt x="1704172" y="722429"/>
                  </a:lnTo>
                  <a:lnTo>
                    <a:pt x="1703512" y="722429"/>
                  </a:lnTo>
                  <a:lnTo>
                    <a:pt x="1702851" y="722429"/>
                  </a:lnTo>
                  <a:lnTo>
                    <a:pt x="1702191" y="722429"/>
                  </a:lnTo>
                  <a:lnTo>
                    <a:pt x="1701530" y="722429"/>
                  </a:lnTo>
                  <a:lnTo>
                    <a:pt x="1700870" y="722429"/>
                  </a:lnTo>
                  <a:lnTo>
                    <a:pt x="1700209" y="722429"/>
                  </a:lnTo>
                  <a:lnTo>
                    <a:pt x="1699549" y="722429"/>
                  </a:lnTo>
                  <a:lnTo>
                    <a:pt x="1698888" y="722429"/>
                  </a:lnTo>
                  <a:lnTo>
                    <a:pt x="1698228" y="722429"/>
                  </a:lnTo>
                  <a:lnTo>
                    <a:pt x="1697567" y="722429"/>
                  </a:lnTo>
                  <a:lnTo>
                    <a:pt x="1696906" y="722429"/>
                  </a:lnTo>
                  <a:lnTo>
                    <a:pt x="1696246" y="722429"/>
                  </a:lnTo>
                  <a:lnTo>
                    <a:pt x="1695585" y="722429"/>
                  </a:lnTo>
                  <a:lnTo>
                    <a:pt x="1694925" y="722429"/>
                  </a:lnTo>
                  <a:lnTo>
                    <a:pt x="1694264" y="722429"/>
                  </a:lnTo>
                  <a:lnTo>
                    <a:pt x="1693604" y="722429"/>
                  </a:lnTo>
                  <a:lnTo>
                    <a:pt x="1692943" y="722429"/>
                  </a:lnTo>
                  <a:lnTo>
                    <a:pt x="1692283" y="722429"/>
                  </a:lnTo>
                  <a:lnTo>
                    <a:pt x="1691622" y="722429"/>
                  </a:lnTo>
                  <a:lnTo>
                    <a:pt x="1690962" y="722429"/>
                  </a:lnTo>
                  <a:lnTo>
                    <a:pt x="1690301" y="722429"/>
                  </a:lnTo>
                  <a:lnTo>
                    <a:pt x="1689641" y="722429"/>
                  </a:lnTo>
                  <a:lnTo>
                    <a:pt x="1688980" y="722429"/>
                  </a:lnTo>
                  <a:lnTo>
                    <a:pt x="1688320" y="722429"/>
                  </a:lnTo>
                  <a:lnTo>
                    <a:pt x="1687659" y="722429"/>
                  </a:lnTo>
                  <a:lnTo>
                    <a:pt x="1686998" y="722429"/>
                  </a:lnTo>
                  <a:lnTo>
                    <a:pt x="1686338" y="722429"/>
                  </a:lnTo>
                  <a:lnTo>
                    <a:pt x="1685677" y="722429"/>
                  </a:lnTo>
                  <a:lnTo>
                    <a:pt x="1685017" y="722429"/>
                  </a:lnTo>
                  <a:lnTo>
                    <a:pt x="1684356" y="722429"/>
                  </a:lnTo>
                  <a:lnTo>
                    <a:pt x="1683696" y="722429"/>
                  </a:lnTo>
                  <a:lnTo>
                    <a:pt x="1683035" y="722429"/>
                  </a:lnTo>
                  <a:lnTo>
                    <a:pt x="1682375" y="722429"/>
                  </a:lnTo>
                  <a:lnTo>
                    <a:pt x="1681714" y="722429"/>
                  </a:lnTo>
                  <a:lnTo>
                    <a:pt x="1681054" y="722429"/>
                  </a:lnTo>
                  <a:lnTo>
                    <a:pt x="1680393" y="722429"/>
                  </a:lnTo>
                  <a:lnTo>
                    <a:pt x="1679733" y="722429"/>
                  </a:lnTo>
                  <a:lnTo>
                    <a:pt x="1679072" y="722429"/>
                  </a:lnTo>
                  <a:lnTo>
                    <a:pt x="1678412" y="722429"/>
                  </a:lnTo>
                  <a:lnTo>
                    <a:pt x="1677751" y="722429"/>
                  </a:lnTo>
                  <a:lnTo>
                    <a:pt x="1677091" y="722429"/>
                  </a:lnTo>
                  <a:lnTo>
                    <a:pt x="1676430" y="722429"/>
                  </a:lnTo>
                  <a:lnTo>
                    <a:pt x="1675769" y="722429"/>
                  </a:lnTo>
                  <a:lnTo>
                    <a:pt x="1675109" y="722429"/>
                  </a:lnTo>
                  <a:lnTo>
                    <a:pt x="1674448" y="722429"/>
                  </a:lnTo>
                  <a:lnTo>
                    <a:pt x="1673788" y="722429"/>
                  </a:lnTo>
                  <a:lnTo>
                    <a:pt x="1673127" y="722429"/>
                  </a:lnTo>
                  <a:lnTo>
                    <a:pt x="1672467" y="722429"/>
                  </a:lnTo>
                  <a:lnTo>
                    <a:pt x="1671806" y="722429"/>
                  </a:lnTo>
                  <a:lnTo>
                    <a:pt x="1671146" y="722429"/>
                  </a:lnTo>
                  <a:lnTo>
                    <a:pt x="1670485" y="722429"/>
                  </a:lnTo>
                  <a:lnTo>
                    <a:pt x="1669825" y="722429"/>
                  </a:lnTo>
                  <a:lnTo>
                    <a:pt x="1669164" y="722429"/>
                  </a:lnTo>
                  <a:lnTo>
                    <a:pt x="1668504" y="722429"/>
                  </a:lnTo>
                  <a:lnTo>
                    <a:pt x="1667843" y="722429"/>
                  </a:lnTo>
                  <a:lnTo>
                    <a:pt x="1667183" y="722429"/>
                  </a:lnTo>
                  <a:lnTo>
                    <a:pt x="1666522" y="722429"/>
                  </a:lnTo>
                  <a:lnTo>
                    <a:pt x="1665861" y="722429"/>
                  </a:lnTo>
                  <a:lnTo>
                    <a:pt x="1665201" y="722429"/>
                  </a:lnTo>
                  <a:lnTo>
                    <a:pt x="1664540" y="722429"/>
                  </a:lnTo>
                  <a:lnTo>
                    <a:pt x="1663880" y="722429"/>
                  </a:lnTo>
                  <a:lnTo>
                    <a:pt x="1663219" y="722429"/>
                  </a:lnTo>
                  <a:lnTo>
                    <a:pt x="1662559" y="722429"/>
                  </a:lnTo>
                  <a:lnTo>
                    <a:pt x="1661898" y="722429"/>
                  </a:lnTo>
                  <a:lnTo>
                    <a:pt x="1661238" y="722429"/>
                  </a:lnTo>
                  <a:lnTo>
                    <a:pt x="1660577" y="722429"/>
                  </a:lnTo>
                  <a:lnTo>
                    <a:pt x="1659917" y="722429"/>
                  </a:lnTo>
                  <a:lnTo>
                    <a:pt x="1659256" y="722429"/>
                  </a:lnTo>
                  <a:lnTo>
                    <a:pt x="1658596" y="722429"/>
                  </a:lnTo>
                  <a:lnTo>
                    <a:pt x="1657935" y="722429"/>
                  </a:lnTo>
                  <a:lnTo>
                    <a:pt x="1657275" y="722429"/>
                  </a:lnTo>
                  <a:lnTo>
                    <a:pt x="1656614" y="722429"/>
                  </a:lnTo>
                  <a:lnTo>
                    <a:pt x="1655953" y="722429"/>
                  </a:lnTo>
                  <a:lnTo>
                    <a:pt x="1655293" y="722429"/>
                  </a:lnTo>
                  <a:lnTo>
                    <a:pt x="1654632" y="722429"/>
                  </a:lnTo>
                  <a:lnTo>
                    <a:pt x="1653972" y="722429"/>
                  </a:lnTo>
                  <a:lnTo>
                    <a:pt x="1653311" y="722429"/>
                  </a:lnTo>
                  <a:lnTo>
                    <a:pt x="1652651" y="722429"/>
                  </a:lnTo>
                  <a:lnTo>
                    <a:pt x="1651990" y="722429"/>
                  </a:lnTo>
                  <a:lnTo>
                    <a:pt x="1651330" y="722429"/>
                  </a:lnTo>
                  <a:lnTo>
                    <a:pt x="1650669" y="722429"/>
                  </a:lnTo>
                  <a:lnTo>
                    <a:pt x="1650009" y="722429"/>
                  </a:lnTo>
                  <a:lnTo>
                    <a:pt x="1649348" y="722429"/>
                  </a:lnTo>
                  <a:lnTo>
                    <a:pt x="1648688" y="722429"/>
                  </a:lnTo>
                  <a:lnTo>
                    <a:pt x="1648027" y="722429"/>
                  </a:lnTo>
                  <a:lnTo>
                    <a:pt x="1647367" y="722429"/>
                  </a:lnTo>
                  <a:lnTo>
                    <a:pt x="1646706" y="722429"/>
                  </a:lnTo>
                  <a:lnTo>
                    <a:pt x="1646046" y="722429"/>
                  </a:lnTo>
                  <a:lnTo>
                    <a:pt x="1645385" y="722429"/>
                  </a:lnTo>
                  <a:lnTo>
                    <a:pt x="1644724" y="722429"/>
                  </a:lnTo>
                  <a:lnTo>
                    <a:pt x="1644064" y="722429"/>
                  </a:lnTo>
                  <a:lnTo>
                    <a:pt x="1643403" y="722429"/>
                  </a:lnTo>
                  <a:lnTo>
                    <a:pt x="1642743" y="722429"/>
                  </a:lnTo>
                  <a:lnTo>
                    <a:pt x="1642082" y="722429"/>
                  </a:lnTo>
                  <a:lnTo>
                    <a:pt x="1641422" y="722429"/>
                  </a:lnTo>
                  <a:lnTo>
                    <a:pt x="1640761" y="722429"/>
                  </a:lnTo>
                  <a:lnTo>
                    <a:pt x="1640101" y="722429"/>
                  </a:lnTo>
                  <a:lnTo>
                    <a:pt x="1639440" y="722429"/>
                  </a:lnTo>
                  <a:lnTo>
                    <a:pt x="1638780" y="722429"/>
                  </a:lnTo>
                  <a:lnTo>
                    <a:pt x="1638119" y="722429"/>
                  </a:lnTo>
                  <a:lnTo>
                    <a:pt x="1637459" y="722429"/>
                  </a:lnTo>
                  <a:lnTo>
                    <a:pt x="1636798" y="722429"/>
                  </a:lnTo>
                  <a:lnTo>
                    <a:pt x="1636138" y="722429"/>
                  </a:lnTo>
                  <a:lnTo>
                    <a:pt x="1635477" y="722429"/>
                  </a:lnTo>
                  <a:lnTo>
                    <a:pt x="1634816" y="722429"/>
                  </a:lnTo>
                  <a:lnTo>
                    <a:pt x="1634156" y="722429"/>
                  </a:lnTo>
                  <a:lnTo>
                    <a:pt x="1633495" y="722429"/>
                  </a:lnTo>
                  <a:lnTo>
                    <a:pt x="1632835" y="722429"/>
                  </a:lnTo>
                  <a:lnTo>
                    <a:pt x="1632174" y="722429"/>
                  </a:lnTo>
                  <a:lnTo>
                    <a:pt x="1631514" y="722429"/>
                  </a:lnTo>
                  <a:lnTo>
                    <a:pt x="1630853" y="722429"/>
                  </a:lnTo>
                  <a:lnTo>
                    <a:pt x="1630193" y="722429"/>
                  </a:lnTo>
                  <a:lnTo>
                    <a:pt x="1629532" y="722429"/>
                  </a:lnTo>
                  <a:lnTo>
                    <a:pt x="1628872" y="722429"/>
                  </a:lnTo>
                  <a:lnTo>
                    <a:pt x="1628211" y="722429"/>
                  </a:lnTo>
                  <a:lnTo>
                    <a:pt x="1627551" y="722429"/>
                  </a:lnTo>
                  <a:lnTo>
                    <a:pt x="1626890" y="722429"/>
                  </a:lnTo>
                  <a:lnTo>
                    <a:pt x="1626230" y="722429"/>
                  </a:lnTo>
                  <a:lnTo>
                    <a:pt x="1625569" y="722429"/>
                  </a:lnTo>
                  <a:lnTo>
                    <a:pt x="1624908" y="722429"/>
                  </a:lnTo>
                  <a:lnTo>
                    <a:pt x="1624248" y="722429"/>
                  </a:lnTo>
                  <a:lnTo>
                    <a:pt x="1623587" y="722429"/>
                  </a:lnTo>
                  <a:lnTo>
                    <a:pt x="1622927" y="722429"/>
                  </a:lnTo>
                  <a:lnTo>
                    <a:pt x="1622266" y="722429"/>
                  </a:lnTo>
                  <a:lnTo>
                    <a:pt x="1621606" y="722429"/>
                  </a:lnTo>
                  <a:lnTo>
                    <a:pt x="1620945" y="722429"/>
                  </a:lnTo>
                  <a:lnTo>
                    <a:pt x="1620285" y="722429"/>
                  </a:lnTo>
                  <a:lnTo>
                    <a:pt x="1619624" y="722429"/>
                  </a:lnTo>
                  <a:lnTo>
                    <a:pt x="1618964" y="722429"/>
                  </a:lnTo>
                  <a:lnTo>
                    <a:pt x="1618303" y="722429"/>
                  </a:lnTo>
                  <a:lnTo>
                    <a:pt x="1617643" y="722429"/>
                  </a:lnTo>
                  <a:lnTo>
                    <a:pt x="1616982" y="722429"/>
                  </a:lnTo>
                  <a:lnTo>
                    <a:pt x="1616322" y="722429"/>
                  </a:lnTo>
                  <a:lnTo>
                    <a:pt x="1615661" y="722429"/>
                  </a:lnTo>
                  <a:lnTo>
                    <a:pt x="1615001" y="722429"/>
                  </a:lnTo>
                  <a:lnTo>
                    <a:pt x="1614340" y="722429"/>
                  </a:lnTo>
                  <a:lnTo>
                    <a:pt x="1613679" y="722429"/>
                  </a:lnTo>
                  <a:lnTo>
                    <a:pt x="1613019" y="722429"/>
                  </a:lnTo>
                  <a:lnTo>
                    <a:pt x="1612358" y="722429"/>
                  </a:lnTo>
                  <a:lnTo>
                    <a:pt x="1611698" y="722429"/>
                  </a:lnTo>
                  <a:lnTo>
                    <a:pt x="1611037" y="722429"/>
                  </a:lnTo>
                  <a:lnTo>
                    <a:pt x="1610377" y="722429"/>
                  </a:lnTo>
                  <a:lnTo>
                    <a:pt x="1609716" y="722429"/>
                  </a:lnTo>
                  <a:lnTo>
                    <a:pt x="1609056" y="722429"/>
                  </a:lnTo>
                  <a:lnTo>
                    <a:pt x="1608395" y="722429"/>
                  </a:lnTo>
                  <a:lnTo>
                    <a:pt x="1607735" y="722429"/>
                  </a:lnTo>
                  <a:lnTo>
                    <a:pt x="1607074" y="722429"/>
                  </a:lnTo>
                  <a:lnTo>
                    <a:pt x="1606414" y="722429"/>
                  </a:lnTo>
                  <a:lnTo>
                    <a:pt x="1605753" y="722429"/>
                  </a:lnTo>
                  <a:lnTo>
                    <a:pt x="1605093" y="722429"/>
                  </a:lnTo>
                  <a:lnTo>
                    <a:pt x="1604432" y="722429"/>
                  </a:lnTo>
                  <a:lnTo>
                    <a:pt x="1603771" y="722429"/>
                  </a:lnTo>
                  <a:lnTo>
                    <a:pt x="1603111" y="722429"/>
                  </a:lnTo>
                  <a:lnTo>
                    <a:pt x="1602450" y="722429"/>
                  </a:lnTo>
                  <a:lnTo>
                    <a:pt x="1601790" y="722429"/>
                  </a:lnTo>
                  <a:lnTo>
                    <a:pt x="1601129" y="722429"/>
                  </a:lnTo>
                  <a:lnTo>
                    <a:pt x="1600469" y="722429"/>
                  </a:lnTo>
                  <a:lnTo>
                    <a:pt x="1599808" y="722429"/>
                  </a:lnTo>
                  <a:lnTo>
                    <a:pt x="1599148" y="722429"/>
                  </a:lnTo>
                  <a:lnTo>
                    <a:pt x="1598487" y="722429"/>
                  </a:lnTo>
                  <a:lnTo>
                    <a:pt x="1597827" y="722429"/>
                  </a:lnTo>
                  <a:lnTo>
                    <a:pt x="1597166" y="722429"/>
                  </a:lnTo>
                  <a:lnTo>
                    <a:pt x="1596506" y="722429"/>
                  </a:lnTo>
                  <a:lnTo>
                    <a:pt x="1595845" y="722429"/>
                  </a:lnTo>
                  <a:lnTo>
                    <a:pt x="1595185" y="722429"/>
                  </a:lnTo>
                  <a:lnTo>
                    <a:pt x="1594524" y="722429"/>
                  </a:lnTo>
                  <a:lnTo>
                    <a:pt x="1593863" y="722429"/>
                  </a:lnTo>
                  <a:lnTo>
                    <a:pt x="1593203" y="722429"/>
                  </a:lnTo>
                  <a:lnTo>
                    <a:pt x="1592542" y="722429"/>
                  </a:lnTo>
                  <a:lnTo>
                    <a:pt x="1591882" y="722429"/>
                  </a:lnTo>
                  <a:lnTo>
                    <a:pt x="1591221" y="722429"/>
                  </a:lnTo>
                  <a:lnTo>
                    <a:pt x="1590561" y="722429"/>
                  </a:lnTo>
                  <a:lnTo>
                    <a:pt x="1589900" y="722429"/>
                  </a:lnTo>
                  <a:lnTo>
                    <a:pt x="1589240" y="722429"/>
                  </a:lnTo>
                  <a:lnTo>
                    <a:pt x="1588579" y="722429"/>
                  </a:lnTo>
                  <a:lnTo>
                    <a:pt x="1587919" y="722429"/>
                  </a:lnTo>
                  <a:lnTo>
                    <a:pt x="1587258" y="722429"/>
                  </a:lnTo>
                  <a:lnTo>
                    <a:pt x="1586598" y="722429"/>
                  </a:lnTo>
                  <a:lnTo>
                    <a:pt x="1585937" y="722429"/>
                  </a:lnTo>
                  <a:lnTo>
                    <a:pt x="1585277" y="722429"/>
                  </a:lnTo>
                  <a:lnTo>
                    <a:pt x="1584616" y="722429"/>
                  </a:lnTo>
                  <a:lnTo>
                    <a:pt x="1583955" y="722429"/>
                  </a:lnTo>
                  <a:lnTo>
                    <a:pt x="1583295" y="722429"/>
                  </a:lnTo>
                  <a:lnTo>
                    <a:pt x="1582634" y="722429"/>
                  </a:lnTo>
                  <a:lnTo>
                    <a:pt x="1581974" y="722429"/>
                  </a:lnTo>
                  <a:lnTo>
                    <a:pt x="1581313" y="722429"/>
                  </a:lnTo>
                  <a:lnTo>
                    <a:pt x="1580653" y="722429"/>
                  </a:lnTo>
                  <a:lnTo>
                    <a:pt x="1579992" y="722429"/>
                  </a:lnTo>
                  <a:lnTo>
                    <a:pt x="1579332" y="722429"/>
                  </a:lnTo>
                  <a:lnTo>
                    <a:pt x="1578671" y="722429"/>
                  </a:lnTo>
                  <a:lnTo>
                    <a:pt x="1578011" y="722429"/>
                  </a:lnTo>
                  <a:lnTo>
                    <a:pt x="1577350" y="722429"/>
                  </a:lnTo>
                  <a:lnTo>
                    <a:pt x="1576690" y="722429"/>
                  </a:lnTo>
                  <a:lnTo>
                    <a:pt x="1576029" y="722429"/>
                  </a:lnTo>
                  <a:lnTo>
                    <a:pt x="1575369" y="722429"/>
                  </a:lnTo>
                  <a:lnTo>
                    <a:pt x="1574708" y="722429"/>
                  </a:lnTo>
                  <a:lnTo>
                    <a:pt x="1574048" y="722429"/>
                  </a:lnTo>
                  <a:lnTo>
                    <a:pt x="1573387" y="722429"/>
                  </a:lnTo>
                  <a:lnTo>
                    <a:pt x="1572726" y="722429"/>
                  </a:lnTo>
                  <a:lnTo>
                    <a:pt x="1572066" y="722429"/>
                  </a:lnTo>
                  <a:lnTo>
                    <a:pt x="1571405" y="722429"/>
                  </a:lnTo>
                  <a:lnTo>
                    <a:pt x="1570745" y="722429"/>
                  </a:lnTo>
                  <a:lnTo>
                    <a:pt x="1570084" y="722429"/>
                  </a:lnTo>
                  <a:lnTo>
                    <a:pt x="1569424" y="722429"/>
                  </a:lnTo>
                  <a:lnTo>
                    <a:pt x="1568763" y="722429"/>
                  </a:lnTo>
                  <a:lnTo>
                    <a:pt x="1568103" y="722429"/>
                  </a:lnTo>
                  <a:lnTo>
                    <a:pt x="1567442" y="722429"/>
                  </a:lnTo>
                  <a:lnTo>
                    <a:pt x="1566782" y="722429"/>
                  </a:lnTo>
                  <a:lnTo>
                    <a:pt x="1566121" y="722429"/>
                  </a:lnTo>
                  <a:lnTo>
                    <a:pt x="1565461" y="722429"/>
                  </a:lnTo>
                  <a:lnTo>
                    <a:pt x="1564800" y="722429"/>
                  </a:lnTo>
                  <a:lnTo>
                    <a:pt x="1564140" y="722429"/>
                  </a:lnTo>
                  <a:lnTo>
                    <a:pt x="1563479" y="722429"/>
                  </a:lnTo>
                  <a:lnTo>
                    <a:pt x="1562818" y="722429"/>
                  </a:lnTo>
                  <a:lnTo>
                    <a:pt x="1562158" y="722429"/>
                  </a:lnTo>
                  <a:lnTo>
                    <a:pt x="1561497" y="722429"/>
                  </a:lnTo>
                  <a:lnTo>
                    <a:pt x="1560837" y="722429"/>
                  </a:lnTo>
                  <a:lnTo>
                    <a:pt x="1560176" y="722429"/>
                  </a:lnTo>
                  <a:lnTo>
                    <a:pt x="1559516" y="722429"/>
                  </a:lnTo>
                  <a:lnTo>
                    <a:pt x="1558855" y="722429"/>
                  </a:lnTo>
                  <a:lnTo>
                    <a:pt x="1558195" y="722429"/>
                  </a:lnTo>
                  <a:lnTo>
                    <a:pt x="1557534" y="722429"/>
                  </a:lnTo>
                  <a:lnTo>
                    <a:pt x="1556874" y="722429"/>
                  </a:lnTo>
                  <a:lnTo>
                    <a:pt x="1556213" y="722429"/>
                  </a:lnTo>
                  <a:lnTo>
                    <a:pt x="1555553" y="722429"/>
                  </a:lnTo>
                  <a:lnTo>
                    <a:pt x="1554892" y="722429"/>
                  </a:lnTo>
                  <a:lnTo>
                    <a:pt x="1554232" y="722429"/>
                  </a:lnTo>
                  <a:lnTo>
                    <a:pt x="1553571" y="722429"/>
                  </a:lnTo>
                  <a:lnTo>
                    <a:pt x="1552910" y="722429"/>
                  </a:lnTo>
                  <a:lnTo>
                    <a:pt x="1552250" y="722429"/>
                  </a:lnTo>
                  <a:lnTo>
                    <a:pt x="1551589" y="722429"/>
                  </a:lnTo>
                  <a:lnTo>
                    <a:pt x="1550929" y="722429"/>
                  </a:lnTo>
                  <a:lnTo>
                    <a:pt x="1550268" y="722429"/>
                  </a:lnTo>
                  <a:lnTo>
                    <a:pt x="1549608" y="722429"/>
                  </a:lnTo>
                  <a:lnTo>
                    <a:pt x="1548947" y="722429"/>
                  </a:lnTo>
                  <a:lnTo>
                    <a:pt x="1548287" y="722429"/>
                  </a:lnTo>
                  <a:lnTo>
                    <a:pt x="1547626" y="722429"/>
                  </a:lnTo>
                  <a:lnTo>
                    <a:pt x="1546966" y="722429"/>
                  </a:lnTo>
                  <a:lnTo>
                    <a:pt x="1546305" y="722429"/>
                  </a:lnTo>
                  <a:lnTo>
                    <a:pt x="1545645" y="722429"/>
                  </a:lnTo>
                  <a:lnTo>
                    <a:pt x="1544984" y="722429"/>
                  </a:lnTo>
                  <a:lnTo>
                    <a:pt x="1544324" y="722429"/>
                  </a:lnTo>
                  <a:lnTo>
                    <a:pt x="1543663" y="722429"/>
                  </a:lnTo>
                  <a:lnTo>
                    <a:pt x="1543003" y="722429"/>
                  </a:lnTo>
                  <a:lnTo>
                    <a:pt x="1542342" y="722429"/>
                  </a:lnTo>
                  <a:lnTo>
                    <a:pt x="1541681" y="722429"/>
                  </a:lnTo>
                  <a:lnTo>
                    <a:pt x="1541021" y="722429"/>
                  </a:lnTo>
                  <a:lnTo>
                    <a:pt x="1540360" y="722429"/>
                  </a:lnTo>
                  <a:lnTo>
                    <a:pt x="1539700" y="722429"/>
                  </a:lnTo>
                  <a:lnTo>
                    <a:pt x="1539039" y="722429"/>
                  </a:lnTo>
                  <a:lnTo>
                    <a:pt x="1538379" y="722429"/>
                  </a:lnTo>
                  <a:lnTo>
                    <a:pt x="1537718" y="722429"/>
                  </a:lnTo>
                  <a:lnTo>
                    <a:pt x="1537058" y="722429"/>
                  </a:lnTo>
                  <a:lnTo>
                    <a:pt x="1536397" y="722429"/>
                  </a:lnTo>
                  <a:lnTo>
                    <a:pt x="1535737" y="722429"/>
                  </a:lnTo>
                  <a:lnTo>
                    <a:pt x="1535076" y="722429"/>
                  </a:lnTo>
                  <a:lnTo>
                    <a:pt x="1534416" y="722429"/>
                  </a:lnTo>
                  <a:lnTo>
                    <a:pt x="1533755" y="722429"/>
                  </a:lnTo>
                  <a:lnTo>
                    <a:pt x="1533095" y="722429"/>
                  </a:lnTo>
                  <a:lnTo>
                    <a:pt x="1532434" y="722429"/>
                  </a:lnTo>
                  <a:lnTo>
                    <a:pt x="1531773" y="722429"/>
                  </a:lnTo>
                  <a:lnTo>
                    <a:pt x="1531113" y="722429"/>
                  </a:lnTo>
                  <a:lnTo>
                    <a:pt x="1530452" y="722429"/>
                  </a:lnTo>
                  <a:lnTo>
                    <a:pt x="1529792" y="722429"/>
                  </a:lnTo>
                  <a:lnTo>
                    <a:pt x="1529131" y="722429"/>
                  </a:lnTo>
                  <a:lnTo>
                    <a:pt x="1528471" y="722429"/>
                  </a:lnTo>
                  <a:lnTo>
                    <a:pt x="1527810" y="722429"/>
                  </a:lnTo>
                  <a:lnTo>
                    <a:pt x="1527150" y="722429"/>
                  </a:lnTo>
                  <a:lnTo>
                    <a:pt x="1526489" y="722429"/>
                  </a:lnTo>
                  <a:lnTo>
                    <a:pt x="1525829" y="722429"/>
                  </a:lnTo>
                  <a:lnTo>
                    <a:pt x="1525168" y="722429"/>
                  </a:lnTo>
                  <a:lnTo>
                    <a:pt x="1524508" y="722429"/>
                  </a:lnTo>
                  <a:lnTo>
                    <a:pt x="1523847" y="722429"/>
                  </a:lnTo>
                  <a:lnTo>
                    <a:pt x="1523187" y="722429"/>
                  </a:lnTo>
                  <a:lnTo>
                    <a:pt x="1522526" y="722429"/>
                  </a:lnTo>
                  <a:lnTo>
                    <a:pt x="1521865" y="722429"/>
                  </a:lnTo>
                  <a:lnTo>
                    <a:pt x="1521205" y="722429"/>
                  </a:lnTo>
                  <a:lnTo>
                    <a:pt x="1520544" y="722429"/>
                  </a:lnTo>
                  <a:lnTo>
                    <a:pt x="1519884" y="722429"/>
                  </a:lnTo>
                  <a:lnTo>
                    <a:pt x="1519223" y="722429"/>
                  </a:lnTo>
                  <a:lnTo>
                    <a:pt x="1518563" y="722429"/>
                  </a:lnTo>
                  <a:lnTo>
                    <a:pt x="1517902" y="722429"/>
                  </a:lnTo>
                  <a:lnTo>
                    <a:pt x="1517242" y="722429"/>
                  </a:lnTo>
                  <a:lnTo>
                    <a:pt x="1516581" y="722429"/>
                  </a:lnTo>
                  <a:lnTo>
                    <a:pt x="1515921" y="722429"/>
                  </a:lnTo>
                  <a:lnTo>
                    <a:pt x="1515260" y="722429"/>
                  </a:lnTo>
                  <a:lnTo>
                    <a:pt x="1514600" y="722429"/>
                  </a:lnTo>
                  <a:lnTo>
                    <a:pt x="1513939" y="722429"/>
                  </a:lnTo>
                  <a:lnTo>
                    <a:pt x="1513279" y="722429"/>
                  </a:lnTo>
                  <a:lnTo>
                    <a:pt x="1512618" y="722429"/>
                  </a:lnTo>
                  <a:lnTo>
                    <a:pt x="1511957" y="722429"/>
                  </a:lnTo>
                  <a:lnTo>
                    <a:pt x="1511297" y="722429"/>
                  </a:lnTo>
                  <a:lnTo>
                    <a:pt x="1510636" y="722429"/>
                  </a:lnTo>
                  <a:lnTo>
                    <a:pt x="1509976" y="722429"/>
                  </a:lnTo>
                  <a:lnTo>
                    <a:pt x="1509315" y="722429"/>
                  </a:lnTo>
                  <a:lnTo>
                    <a:pt x="1508655" y="722429"/>
                  </a:lnTo>
                  <a:lnTo>
                    <a:pt x="1507994" y="722429"/>
                  </a:lnTo>
                  <a:lnTo>
                    <a:pt x="1507334" y="722429"/>
                  </a:lnTo>
                  <a:lnTo>
                    <a:pt x="1506673" y="722429"/>
                  </a:lnTo>
                  <a:lnTo>
                    <a:pt x="1506013" y="722429"/>
                  </a:lnTo>
                  <a:lnTo>
                    <a:pt x="1505352" y="722429"/>
                  </a:lnTo>
                  <a:lnTo>
                    <a:pt x="1504692" y="722429"/>
                  </a:lnTo>
                  <a:lnTo>
                    <a:pt x="1504031" y="722429"/>
                  </a:lnTo>
                  <a:lnTo>
                    <a:pt x="1503371" y="722429"/>
                  </a:lnTo>
                  <a:lnTo>
                    <a:pt x="1502710" y="722429"/>
                  </a:lnTo>
                  <a:lnTo>
                    <a:pt x="1502050" y="722429"/>
                  </a:lnTo>
                  <a:lnTo>
                    <a:pt x="1501389" y="722429"/>
                  </a:lnTo>
                  <a:lnTo>
                    <a:pt x="1500728" y="722429"/>
                  </a:lnTo>
                  <a:lnTo>
                    <a:pt x="1500068" y="722429"/>
                  </a:lnTo>
                  <a:lnTo>
                    <a:pt x="1499407" y="722429"/>
                  </a:lnTo>
                  <a:lnTo>
                    <a:pt x="1498747" y="722429"/>
                  </a:lnTo>
                  <a:lnTo>
                    <a:pt x="1498086" y="722429"/>
                  </a:lnTo>
                  <a:lnTo>
                    <a:pt x="1497426" y="722429"/>
                  </a:lnTo>
                  <a:lnTo>
                    <a:pt x="1496765" y="722429"/>
                  </a:lnTo>
                  <a:lnTo>
                    <a:pt x="1496105" y="722429"/>
                  </a:lnTo>
                  <a:lnTo>
                    <a:pt x="1495444" y="722429"/>
                  </a:lnTo>
                  <a:lnTo>
                    <a:pt x="1494784" y="722429"/>
                  </a:lnTo>
                  <a:lnTo>
                    <a:pt x="1494123" y="722429"/>
                  </a:lnTo>
                  <a:lnTo>
                    <a:pt x="1493463" y="722429"/>
                  </a:lnTo>
                  <a:lnTo>
                    <a:pt x="1492802" y="722429"/>
                  </a:lnTo>
                  <a:lnTo>
                    <a:pt x="1492142" y="722429"/>
                  </a:lnTo>
                  <a:lnTo>
                    <a:pt x="1491481" y="722429"/>
                  </a:lnTo>
                  <a:lnTo>
                    <a:pt x="1490820" y="722429"/>
                  </a:lnTo>
                  <a:lnTo>
                    <a:pt x="1490160" y="722429"/>
                  </a:lnTo>
                  <a:lnTo>
                    <a:pt x="1489499" y="722429"/>
                  </a:lnTo>
                  <a:lnTo>
                    <a:pt x="1488839" y="722429"/>
                  </a:lnTo>
                  <a:lnTo>
                    <a:pt x="1488178" y="722429"/>
                  </a:lnTo>
                  <a:lnTo>
                    <a:pt x="1487518" y="722429"/>
                  </a:lnTo>
                  <a:lnTo>
                    <a:pt x="1486857" y="722429"/>
                  </a:lnTo>
                  <a:lnTo>
                    <a:pt x="1486197" y="722429"/>
                  </a:lnTo>
                  <a:lnTo>
                    <a:pt x="1485536" y="722429"/>
                  </a:lnTo>
                  <a:lnTo>
                    <a:pt x="1484876" y="722429"/>
                  </a:lnTo>
                  <a:lnTo>
                    <a:pt x="1484215" y="722429"/>
                  </a:lnTo>
                  <a:lnTo>
                    <a:pt x="1483555" y="722429"/>
                  </a:lnTo>
                  <a:lnTo>
                    <a:pt x="1482894" y="722429"/>
                  </a:lnTo>
                  <a:lnTo>
                    <a:pt x="1482234" y="722429"/>
                  </a:lnTo>
                  <a:lnTo>
                    <a:pt x="1481573" y="722429"/>
                  </a:lnTo>
                  <a:lnTo>
                    <a:pt x="1480912" y="722429"/>
                  </a:lnTo>
                  <a:lnTo>
                    <a:pt x="1480252" y="722429"/>
                  </a:lnTo>
                  <a:lnTo>
                    <a:pt x="1479591" y="722429"/>
                  </a:lnTo>
                  <a:lnTo>
                    <a:pt x="1478931" y="722429"/>
                  </a:lnTo>
                  <a:lnTo>
                    <a:pt x="1478270" y="722429"/>
                  </a:lnTo>
                  <a:lnTo>
                    <a:pt x="1477610" y="722429"/>
                  </a:lnTo>
                  <a:lnTo>
                    <a:pt x="1476949" y="722429"/>
                  </a:lnTo>
                  <a:lnTo>
                    <a:pt x="1476289" y="722429"/>
                  </a:lnTo>
                  <a:lnTo>
                    <a:pt x="1475628" y="722429"/>
                  </a:lnTo>
                  <a:lnTo>
                    <a:pt x="1474968" y="722429"/>
                  </a:lnTo>
                  <a:lnTo>
                    <a:pt x="1474307" y="722429"/>
                  </a:lnTo>
                  <a:lnTo>
                    <a:pt x="1473647" y="722429"/>
                  </a:lnTo>
                  <a:lnTo>
                    <a:pt x="1472986" y="722429"/>
                  </a:lnTo>
                  <a:lnTo>
                    <a:pt x="1472326" y="722429"/>
                  </a:lnTo>
                  <a:lnTo>
                    <a:pt x="1471665" y="722429"/>
                  </a:lnTo>
                  <a:lnTo>
                    <a:pt x="1471005" y="722429"/>
                  </a:lnTo>
                  <a:lnTo>
                    <a:pt x="1470344" y="722429"/>
                  </a:lnTo>
                  <a:lnTo>
                    <a:pt x="1469683" y="722429"/>
                  </a:lnTo>
                  <a:lnTo>
                    <a:pt x="1469023" y="722429"/>
                  </a:lnTo>
                  <a:lnTo>
                    <a:pt x="1468362" y="722429"/>
                  </a:lnTo>
                  <a:lnTo>
                    <a:pt x="1467702" y="722429"/>
                  </a:lnTo>
                  <a:lnTo>
                    <a:pt x="1467041" y="722429"/>
                  </a:lnTo>
                  <a:lnTo>
                    <a:pt x="1466381" y="722429"/>
                  </a:lnTo>
                  <a:lnTo>
                    <a:pt x="1465720" y="722429"/>
                  </a:lnTo>
                  <a:lnTo>
                    <a:pt x="1465060" y="722429"/>
                  </a:lnTo>
                  <a:lnTo>
                    <a:pt x="1464399" y="722429"/>
                  </a:lnTo>
                  <a:lnTo>
                    <a:pt x="1463739" y="722429"/>
                  </a:lnTo>
                  <a:lnTo>
                    <a:pt x="1463078" y="722429"/>
                  </a:lnTo>
                  <a:lnTo>
                    <a:pt x="1462418" y="722429"/>
                  </a:lnTo>
                  <a:lnTo>
                    <a:pt x="1461757" y="722429"/>
                  </a:lnTo>
                  <a:lnTo>
                    <a:pt x="1461097" y="722429"/>
                  </a:lnTo>
                  <a:lnTo>
                    <a:pt x="1460436" y="722429"/>
                  </a:lnTo>
                  <a:lnTo>
                    <a:pt x="1459775" y="722429"/>
                  </a:lnTo>
                  <a:lnTo>
                    <a:pt x="1459115" y="722429"/>
                  </a:lnTo>
                  <a:lnTo>
                    <a:pt x="1458454" y="722429"/>
                  </a:lnTo>
                  <a:lnTo>
                    <a:pt x="1457794" y="722429"/>
                  </a:lnTo>
                  <a:lnTo>
                    <a:pt x="1457133" y="722429"/>
                  </a:lnTo>
                  <a:lnTo>
                    <a:pt x="1456473" y="722429"/>
                  </a:lnTo>
                  <a:lnTo>
                    <a:pt x="1455812" y="722429"/>
                  </a:lnTo>
                  <a:lnTo>
                    <a:pt x="1455152" y="722429"/>
                  </a:lnTo>
                  <a:lnTo>
                    <a:pt x="1454491" y="722429"/>
                  </a:lnTo>
                  <a:lnTo>
                    <a:pt x="1453831" y="722429"/>
                  </a:lnTo>
                  <a:lnTo>
                    <a:pt x="1453170" y="722429"/>
                  </a:lnTo>
                  <a:lnTo>
                    <a:pt x="1452510" y="722429"/>
                  </a:lnTo>
                  <a:lnTo>
                    <a:pt x="1451849" y="722429"/>
                  </a:lnTo>
                  <a:lnTo>
                    <a:pt x="1451189" y="722429"/>
                  </a:lnTo>
                  <a:lnTo>
                    <a:pt x="1450528" y="722429"/>
                  </a:lnTo>
                  <a:lnTo>
                    <a:pt x="1449867" y="722429"/>
                  </a:lnTo>
                  <a:lnTo>
                    <a:pt x="1449207" y="722429"/>
                  </a:lnTo>
                  <a:lnTo>
                    <a:pt x="1448546" y="722429"/>
                  </a:lnTo>
                  <a:lnTo>
                    <a:pt x="1447886" y="722429"/>
                  </a:lnTo>
                  <a:lnTo>
                    <a:pt x="1447225" y="722429"/>
                  </a:lnTo>
                  <a:lnTo>
                    <a:pt x="1446565" y="722429"/>
                  </a:lnTo>
                  <a:lnTo>
                    <a:pt x="1445904" y="722429"/>
                  </a:lnTo>
                  <a:lnTo>
                    <a:pt x="1445244" y="722429"/>
                  </a:lnTo>
                  <a:lnTo>
                    <a:pt x="1444583" y="722429"/>
                  </a:lnTo>
                  <a:lnTo>
                    <a:pt x="1443923" y="722429"/>
                  </a:lnTo>
                  <a:lnTo>
                    <a:pt x="1443262" y="722429"/>
                  </a:lnTo>
                  <a:lnTo>
                    <a:pt x="1442602" y="722429"/>
                  </a:lnTo>
                  <a:lnTo>
                    <a:pt x="1441941" y="722429"/>
                  </a:lnTo>
                  <a:lnTo>
                    <a:pt x="1441281" y="722429"/>
                  </a:lnTo>
                  <a:lnTo>
                    <a:pt x="1440620" y="722429"/>
                  </a:lnTo>
                  <a:lnTo>
                    <a:pt x="1439959" y="722429"/>
                  </a:lnTo>
                  <a:lnTo>
                    <a:pt x="1439299" y="722429"/>
                  </a:lnTo>
                  <a:lnTo>
                    <a:pt x="1438638" y="722429"/>
                  </a:lnTo>
                  <a:lnTo>
                    <a:pt x="1437978" y="722429"/>
                  </a:lnTo>
                  <a:lnTo>
                    <a:pt x="1437317" y="722429"/>
                  </a:lnTo>
                  <a:lnTo>
                    <a:pt x="1436657" y="722429"/>
                  </a:lnTo>
                  <a:lnTo>
                    <a:pt x="1435996" y="722429"/>
                  </a:lnTo>
                  <a:lnTo>
                    <a:pt x="1435336" y="722429"/>
                  </a:lnTo>
                  <a:lnTo>
                    <a:pt x="1434675" y="722429"/>
                  </a:lnTo>
                  <a:lnTo>
                    <a:pt x="1434015" y="722429"/>
                  </a:lnTo>
                  <a:lnTo>
                    <a:pt x="1433354" y="722429"/>
                  </a:lnTo>
                  <a:lnTo>
                    <a:pt x="1432694" y="722429"/>
                  </a:lnTo>
                  <a:lnTo>
                    <a:pt x="1432033" y="722429"/>
                  </a:lnTo>
                  <a:lnTo>
                    <a:pt x="1431373" y="722429"/>
                  </a:lnTo>
                  <a:lnTo>
                    <a:pt x="1430712" y="722429"/>
                  </a:lnTo>
                  <a:lnTo>
                    <a:pt x="1430052" y="722429"/>
                  </a:lnTo>
                  <a:lnTo>
                    <a:pt x="1429391" y="722429"/>
                  </a:lnTo>
                  <a:lnTo>
                    <a:pt x="1428730" y="722429"/>
                  </a:lnTo>
                  <a:lnTo>
                    <a:pt x="1428070" y="722429"/>
                  </a:lnTo>
                  <a:lnTo>
                    <a:pt x="1427409" y="722429"/>
                  </a:lnTo>
                  <a:lnTo>
                    <a:pt x="1426749" y="722429"/>
                  </a:lnTo>
                  <a:lnTo>
                    <a:pt x="1426088" y="722429"/>
                  </a:lnTo>
                  <a:lnTo>
                    <a:pt x="1425428" y="722429"/>
                  </a:lnTo>
                  <a:lnTo>
                    <a:pt x="1424767" y="722429"/>
                  </a:lnTo>
                  <a:lnTo>
                    <a:pt x="1424107" y="722429"/>
                  </a:lnTo>
                  <a:lnTo>
                    <a:pt x="1423446" y="722429"/>
                  </a:lnTo>
                  <a:lnTo>
                    <a:pt x="1422786" y="722429"/>
                  </a:lnTo>
                  <a:lnTo>
                    <a:pt x="1422125" y="722429"/>
                  </a:lnTo>
                  <a:lnTo>
                    <a:pt x="1421465" y="722429"/>
                  </a:lnTo>
                  <a:lnTo>
                    <a:pt x="1420804" y="722429"/>
                  </a:lnTo>
                  <a:lnTo>
                    <a:pt x="1420144" y="722429"/>
                  </a:lnTo>
                  <a:lnTo>
                    <a:pt x="1419483" y="722429"/>
                  </a:lnTo>
                  <a:lnTo>
                    <a:pt x="1418822" y="722429"/>
                  </a:lnTo>
                  <a:lnTo>
                    <a:pt x="1418162" y="722429"/>
                  </a:lnTo>
                  <a:lnTo>
                    <a:pt x="1417501" y="722429"/>
                  </a:lnTo>
                  <a:lnTo>
                    <a:pt x="1416841" y="722429"/>
                  </a:lnTo>
                  <a:lnTo>
                    <a:pt x="1416180" y="722429"/>
                  </a:lnTo>
                  <a:lnTo>
                    <a:pt x="1415520" y="722429"/>
                  </a:lnTo>
                  <a:lnTo>
                    <a:pt x="1414859" y="722429"/>
                  </a:lnTo>
                  <a:lnTo>
                    <a:pt x="1414199" y="722429"/>
                  </a:lnTo>
                  <a:lnTo>
                    <a:pt x="1413538" y="722429"/>
                  </a:lnTo>
                  <a:lnTo>
                    <a:pt x="1412878" y="722429"/>
                  </a:lnTo>
                  <a:lnTo>
                    <a:pt x="1412217" y="722429"/>
                  </a:lnTo>
                  <a:lnTo>
                    <a:pt x="1411557" y="722429"/>
                  </a:lnTo>
                  <a:lnTo>
                    <a:pt x="1410896" y="722429"/>
                  </a:lnTo>
                  <a:lnTo>
                    <a:pt x="1410236" y="722429"/>
                  </a:lnTo>
                  <a:lnTo>
                    <a:pt x="1409575" y="722429"/>
                  </a:lnTo>
                  <a:lnTo>
                    <a:pt x="1408914" y="722429"/>
                  </a:lnTo>
                  <a:lnTo>
                    <a:pt x="1408254" y="722429"/>
                  </a:lnTo>
                  <a:lnTo>
                    <a:pt x="1407593" y="722429"/>
                  </a:lnTo>
                  <a:lnTo>
                    <a:pt x="1406933" y="722429"/>
                  </a:lnTo>
                  <a:lnTo>
                    <a:pt x="1406272" y="722429"/>
                  </a:lnTo>
                  <a:lnTo>
                    <a:pt x="1405612" y="722429"/>
                  </a:lnTo>
                  <a:lnTo>
                    <a:pt x="1404951" y="722429"/>
                  </a:lnTo>
                  <a:lnTo>
                    <a:pt x="1404291" y="722429"/>
                  </a:lnTo>
                  <a:lnTo>
                    <a:pt x="1403630" y="722429"/>
                  </a:lnTo>
                  <a:lnTo>
                    <a:pt x="1402970" y="722429"/>
                  </a:lnTo>
                  <a:lnTo>
                    <a:pt x="1402309" y="722429"/>
                  </a:lnTo>
                  <a:lnTo>
                    <a:pt x="1401649" y="722429"/>
                  </a:lnTo>
                  <a:lnTo>
                    <a:pt x="1400988" y="722429"/>
                  </a:lnTo>
                  <a:lnTo>
                    <a:pt x="1400328" y="722429"/>
                  </a:lnTo>
                  <a:lnTo>
                    <a:pt x="1399667" y="722429"/>
                  </a:lnTo>
                  <a:lnTo>
                    <a:pt x="1399007" y="722429"/>
                  </a:lnTo>
                  <a:lnTo>
                    <a:pt x="1398346" y="722429"/>
                  </a:lnTo>
                  <a:lnTo>
                    <a:pt x="1397685" y="722429"/>
                  </a:lnTo>
                  <a:lnTo>
                    <a:pt x="1397025" y="722429"/>
                  </a:lnTo>
                  <a:lnTo>
                    <a:pt x="1396364" y="722429"/>
                  </a:lnTo>
                  <a:lnTo>
                    <a:pt x="1395704" y="722429"/>
                  </a:lnTo>
                  <a:lnTo>
                    <a:pt x="1395043" y="722429"/>
                  </a:lnTo>
                  <a:lnTo>
                    <a:pt x="1394383" y="722429"/>
                  </a:lnTo>
                  <a:lnTo>
                    <a:pt x="1393722" y="722429"/>
                  </a:lnTo>
                  <a:lnTo>
                    <a:pt x="1393062" y="722429"/>
                  </a:lnTo>
                  <a:lnTo>
                    <a:pt x="1392401" y="722429"/>
                  </a:lnTo>
                  <a:lnTo>
                    <a:pt x="1391741" y="722429"/>
                  </a:lnTo>
                  <a:lnTo>
                    <a:pt x="1391080" y="722429"/>
                  </a:lnTo>
                  <a:lnTo>
                    <a:pt x="1390420" y="722429"/>
                  </a:lnTo>
                  <a:lnTo>
                    <a:pt x="1389759" y="722429"/>
                  </a:lnTo>
                  <a:lnTo>
                    <a:pt x="1389099" y="722429"/>
                  </a:lnTo>
                  <a:lnTo>
                    <a:pt x="1388438" y="722429"/>
                  </a:lnTo>
                  <a:lnTo>
                    <a:pt x="1387777" y="722429"/>
                  </a:lnTo>
                  <a:lnTo>
                    <a:pt x="1387117" y="722429"/>
                  </a:lnTo>
                  <a:lnTo>
                    <a:pt x="1386456" y="722429"/>
                  </a:lnTo>
                  <a:lnTo>
                    <a:pt x="1385796" y="722429"/>
                  </a:lnTo>
                  <a:lnTo>
                    <a:pt x="1385135" y="722429"/>
                  </a:lnTo>
                  <a:lnTo>
                    <a:pt x="1384475" y="722429"/>
                  </a:lnTo>
                  <a:lnTo>
                    <a:pt x="1383814" y="722429"/>
                  </a:lnTo>
                  <a:lnTo>
                    <a:pt x="1383154" y="722429"/>
                  </a:lnTo>
                  <a:lnTo>
                    <a:pt x="1382493" y="722429"/>
                  </a:lnTo>
                  <a:lnTo>
                    <a:pt x="1381833" y="722429"/>
                  </a:lnTo>
                  <a:lnTo>
                    <a:pt x="1381172" y="722429"/>
                  </a:lnTo>
                  <a:lnTo>
                    <a:pt x="1380512" y="722429"/>
                  </a:lnTo>
                  <a:lnTo>
                    <a:pt x="1379851" y="722429"/>
                  </a:lnTo>
                  <a:lnTo>
                    <a:pt x="1379191" y="722429"/>
                  </a:lnTo>
                  <a:lnTo>
                    <a:pt x="1378530" y="722429"/>
                  </a:lnTo>
                  <a:lnTo>
                    <a:pt x="1377869" y="722429"/>
                  </a:lnTo>
                  <a:lnTo>
                    <a:pt x="1377209" y="722429"/>
                  </a:lnTo>
                  <a:lnTo>
                    <a:pt x="1376548" y="722429"/>
                  </a:lnTo>
                  <a:lnTo>
                    <a:pt x="1375888" y="722429"/>
                  </a:lnTo>
                  <a:lnTo>
                    <a:pt x="1375227" y="722429"/>
                  </a:lnTo>
                  <a:lnTo>
                    <a:pt x="1374567" y="722429"/>
                  </a:lnTo>
                  <a:lnTo>
                    <a:pt x="1373906" y="722429"/>
                  </a:lnTo>
                  <a:lnTo>
                    <a:pt x="1373246" y="722429"/>
                  </a:lnTo>
                  <a:lnTo>
                    <a:pt x="1372585" y="722429"/>
                  </a:lnTo>
                  <a:lnTo>
                    <a:pt x="1371925" y="722429"/>
                  </a:lnTo>
                  <a:lnTo>
                    <a:pt x="1371264" y="722429"/>
                  </a:lnTo>
                  <a:lnTo>
                    <a:pt x="1370604" y="722429"/>
                  </a:lnTo>
                  <a:lnTo>
                    <a:pt x="1369943" y="722429"/>
                  </a:lnTo>
                  <a:lnTo>
                    <a:pt x="1369283" y="722429"/>
                  </a:lnTo>
                  <a:lnTo>
                    <a:pt x="1368622" y="722429"/>
                  </a:lnTo>
                  <a:lnTo>
                    <a:pt x="1367961" y="722429"/>
                  </a:lnTo>
                  <a:lnTo>
                    <a:pt x="1367301" y="722429"/>
                  </a:lnTo>
                  <a:lnTo>
                    <a:pt x="1366640" y="722429"/>
                  </a:lnTo>
                  <a:lnTo>
                    <a:pt x="1365980" y="722429"/>
                  </a:lnTo>
                  <a:lnTo>
                    <a:pt x="1365319" y="722429"/>
                  </a:lnTo>
                  <a:lnTo>
                    <a:pt x="1364659" y="722429"/>
                  </a:lnTo>
                  <a:lnTo>
                    <a:pt x="1363998" y="722429"/>
                  </a:lnTo>
                  <a:lnTo>
                    <a:pt x="1363338" y="722429"/>
                  </a:lnTo>
                  <a:lnTo>
                    <a:pt x="1362677" y="722429"/>
                  </a:lnTo>
                  <a:lnTo>
                    <a:pt x="1362017" y="722429"/>
                  </a:lnTo>
                  <a:lnTo>
                    <a:pt x="1361356" y="722429"/>
                  </a:lnTo>
                  <a:lnTo>
                    <a:pt x="1360696" y="722429"/>
                  </a:lnTo>
                  <a:lnTo>
                    <a:pt x="1360035" y="722429"/>
                  </a:lnTo>
                  <a:lnTo>
                    <a:pt x="1359375" y="722429"/>
                  </a:lnTo>
                  <a:lnTo>
                    <a:pt x="1358714" y="722429"/>
                  </a:lnTo>
                  <a:lnTo>
                    <a:pt x="1358054" y="722429"/>
                  </a:lnTo>
                  <a:lnTo>
                    <a:pt x="1357393" y="722429"/>
                  </a:lnTo>
                  <a:lnTo>
                    <a:pt x="1356732" y="722429"/>
                  </a:lnTo>
                  <a:lnTo>
                    <a:pt x="1356072" y="722429"/>
                  </a:lnTo>
                  <a:lnTo>
                    <a:pt x="1355411" y="722429"/>
                  </a:lnTo>
                  <a:lnTo>
                    <a:pt x="1354751" y="722429"/>
                  </a:lnTo>
                  <a:lnTo>
                    <a:pt x="1354090" y="722429"/>
                  </a:lnTo>
                  <a:lnTo>
                    <a:pt x="1353430" y="722429"/>
                  </a:lnTo>
                  <a:lnTo>
                    <a:pt x="1352769" y="722429"/>
                  </a:lnTo>
                  <a:lnTo>
                    <a:pt x="1352109" y="722429"/>
                  </a:lnTo>
                  <a:lnTo>
                    <a:pt x="1351448" y="722429"/>
                  </a:lnTo>
                  <a:lnTo>
                    <a:pt x="1350788" y="722429"/>
                  </a:lnTo>
                  <a:lnTo>
                    <a:pt x="1350127" y="722429"/>
                  </a:lnTo>
                  <a:lnTo>
                    <a:pt x="1349467" y="722429"/>
                  </a:lnTo>
                  <a:lnTo>
                    <a:pt x="1348806" y="722429"/>
                  </a:lnTo>
                  <a:lnTo>
                    <a:pt x="1348146" y="722429"/>
                  </a:lnTo>
                  <a:lnTo>
                    <a:pt x="1347485" y="722429"/>
                  </a:lnTo>
                  <a:lnTo>
                    <a:pt x="1346824" y="722429"/>
                  </a:lnTo>
                  <a:lnTo>
                    <a:pt x="1346164" y="722429"/>
                  </a:lnTo>
                  <a:lnTo>
                    <a:pt x="1345503" y="722429"/>
                  </a:lnTo>
                  <a:lnTo>
                    <a:pt x="1344843" y="722429"/>
                  </a:lnTo>
                  <a:lnTo>
                    <a:pt x="1344182" y="722429"/>
                  </a:lnTo>
                  <a:lnTo>
                    <a:pt x="1343522" y="722429"/>
                  </a:lnTo>
                  <a:lnTo>
                    <a:pt x="1342861" y="722429"/>
                  </a:lnTo>
                  <a:lnTo>
                    <a:pt x="1342201" y="722429"/>
                  </a:lnTo>
                  <a:lnTo>
                    <a:pt x="1341540" y="722429"/>
                  </a:lnTo>
                  <a:lnTo>
                    <a:pt x="1340880" y="722429"/>
                  </a:lnTo>
                  <a:lnTo>
                    <a:pt x="1340219" y="722429"/>
                  </a:lnTo>
                  <a:lnTo>
                    <a:pt x="1339559" y="722429"/>
                  </a:lnTo>
                  <a:lnTo>
                    <a:pt x="1338898" y="722429"/>
                  </a:lnTo>
                  <a:lnTo>
                    <a:pt x="1338238" y="722429"/>
                  </a:lnTo>
                  <a:lnTo>
                    <a:pt x="1337577" y="722429"/>
                  </a:lnTo>
                  <a:lnTo>
                    <a:pt x="1336916" y="722429"/>
                  </a:lnTo>
                  <a:lnTo>
                    <a:pt x="1336256" y="722429"/>
                  </a:lnTo>
                  <a:lnTo>
                    <a:pt x="1335595" y="722429"/>
                  </a:lnTo>
                  <a:lnTo>
                    <a:pt x="1334935" y="722429"/>
                  </a:lnTo>
                  <a:lnTo>
                    <a:pt x="1334274" y="722429"/>
                  </a:lnTo>
                  <a:lnTo>
                    <a:pt x="1333614" y="722429"/>
                  </a:lnTo>
                  <a:lnTo>
                    <a:pt x="1332953" y="722429"/>
                  </a:lnTo>
                  <a:lnTo>
                    <a:pt x="1332293" y="722429"/>
                  </a:lnTo>
                  <a:lnTo>
                    <a:pt x="1331632" y="722429"/>
                  </a:lnTo>
                  <a:lnTo>
                    <a:pt x="1330972" y="722429"/>
                  </a:lnTo>
                  <a:lnTo>
                    <a:pt x="1330311" y="722429"/>
                  </a:lnTo>
                  <a:lnTo>
                    <a:pt x="1329651" y="722429"/>
                  </a:lnTo>
                  <a:lnTo>
                    <a:pt x="1328990" y="722429"/>
                  </a:lnTo>
                  <a:lnTo>
                    <a:pt x="1328330" y="722429"/>
                  </a:lnTo>
                  <a:lnTo>
                    <a:pt x="1327669" y="722429"/>
                  </a:lnTo>
                  <a:lnTo>
                    <a:pt x="1327009" y="722429"/>
                  </a:lnTo>
                  <a:lnTo>
                    <a:pt x="1326348" y="722429"/>
                  </a:lnTo>
                  <a:lnTo>
                    <a:pt x="1325687" y="722429"/>
                  </a:lnTo>
                  <a:lnTo>
                    <a:pt x="1325027" y="722429"/>
                  </a:lnTo>
                  <a:lnTo>
                    <a:pt x="1324366" y="722429"/>
                  </a:lnTo>
                  <a:lnTo>
                    <a:pt x="1323706" y="722429"/>
                  </a:lnTo>
                  <a:lnTo>
                    <a:pt x="1323045" y="722429"/>
                  </a:lnTo>
                  <a:lnTo>
                    <a:pt x="1322385" y="722429"/>
                  </a:lnTo>
                  <a:lnTo>
                    <a:pt x="1321724" y="722429"/>
                  </a:lnTo>
                  <a:lnTo>
                    <a:pt x="1321064" y="722429"/>
                  </a:lnTo>
                  <a:lnTo>
                    <a:pt x="1320403" y="722429"/>
                  </a:lnTo>
                  <a:lnTo>
                    <a:pt x="1319743" y="722429"/>
                  </a:lnTo>
                  <a:lnTo>
                    <a:pt x="1319082" y="722429"/>
                  </a:lnTo>
                  <a:lnTo>
                    <a:pt x="1318422" y="722429"/>
                  </a:lnTo>
                  <a:lnTo>
                    <a:pt x="1317761" y="722429"/>
                  </a:lnTo>
                  <a:lnTo>
                    <a:pt x="1317101" y="722429"/>
                  </a:lnTo>
                  <a:lnTo>
                    <a:pt x="1316440" y="722429"/>
                  </a:lnTo>
                  <a:lnTo>
                    <a:pt x="1315779" y="722429"/>
                  </a:lnTo>
                  <a:lnTo>
                    <a:pt x="1315119" y="722429"/>
                  </a:lnTo>
                  <a:lnTo>
                    <a:pt x="1314458" y="722429"/>
                  </a:lnTo>
                  <a:lnTo>
                    <a:pt x="1313798" y="722429"/>
                  </a:lnTo>
                  <a:lnTo>
                    <a:pt x="1313137" y="722429"/>
                  </a:lnTo>
                  <a:lnTo>
                    <a:pt x="1312477" y="722429"/>
                  </a:lnTo>
                  <a:lnTo>
                    <a:pt x="1311816" y="722429"/>
                  </a:lnTo>
                  <a:lnTo>
                    <a:pt x="1311156" y="722429"/>
                  </a:lnTo>
                  <a:lnTo>
                    <a:pt x="1310495" y="722429"/>
                  </a:lnTo>
                  <a:lnTo>
                    <a:pt x="1309835" y="722429"/>
                  </a:lnTo>
                  <a:lnTo>
                    <a:pt x="1309174" y="722429"/>
                  </a:lnTo>
                  <a:lnTo>
                    <a:pt x="1308514" y="722429"/>
                  </a:lnTo>
                  <a:lnTo>
                    <a:pt x="1307853" y="722429"/>
                  </a:lnTo>
                  <a:lnTo>
                    <a:pt x="1307193" y="722429"/>
                  </a:lnTo>
                  <a:lnTo>
                    <a:pt x="1306532" y="722429"/>
                  </a:lnTo>
                  <a:lnTo>
                    <a:pt x="1305871" y="722429"/>
                  </a:lnTo>
                  <a:lnTo>
                    <a:pt x="1305211" y="722429"/>
                  </a:lnTo>
                  <a:lnTo>
                    <a:pt x="1304550" y="722429"/>
                  </a:lnTo>
                  <a:lnTo>
                    <a:pt x="1303890" y="722429"/>
                  </a:lnTo>
                  <a:lnTo>
                    <a:pt x="1303229" y="722429"/>
                  </a:lnTo>
                  <a:lnTo>
                    <a:pt x="1302569" y="722429"/>
                  </a:lnTo>
                  <a:lnTo>
                    <a:pt x="1301908" y="722429"/>
                  </a:lnTo>
                  <a:lnTo>
                    <a:pt x="1301248" y="722429"/>
                  </a:lnTo>
                  <a:lnTo>
                    <a:pt x="1300587" y="722429"/>
                  </a:lnTo>
                  <a:lnTo>
                    <a:pt x="1299927" y="722429"/>
                  </a:lnTo>
                  <a:lnTo>
                    <a:pt x="1299266" y="722429"/>
                  </a:lnTo>
                  <a:lnTo>
                    <a:pt x="1298606" y="722429"/>
                  </a:lnTo>
                  <a:lnTo>
                    <a:pt x="1297945" y="722429"/>
                  </a:lnTo>
                  <a:lnTo>
                    <a:pt x="1297285" y="722429"/>
                  </a:lnTo>
                  <a:lnTo>
                    <a:pt x="1296624" y="722429"/>
                  </a:lnTo>
                  <a:lnTo>
                    <a:pt x="1295963" y="722429"/>
                  </a:lnTo>
                  <a:lnTo>
                    <a:pt x="1295303" y="722429"/>
                  </a:lnTo>
                  <a:lnTo>
                    <a:pt x="1294642" y="722429"/>
                  </a:lnTo>
                  <a:lnTo>
                    <a:pt x="1293982" y="722429"/>
                  </a:lnTo>
                  <a:lnTo>
                    <a:pt x="1293321" y="722429"/>
                  </a:lnTo>
                  <a:lnTo>
                    <a:pt x="1292661" y="722429"/>
                  </a:lnTo>
                  <a:lnTo>
                    <a:pt x="1292000" y="722429"/>
                  </a:lnTo>
                  <a:lnTo>
                    <a:pt x="1291340" y="722429"/>
                  </a:lnTo>
                  <a:lnTo>
                    <a:pt x="1290679" y="722429"/>
                  </a:lnTo>
                  <a:lnTo>
                    <a:pt x="1290019" y="722429"/>
                  </a:lnTo>
                  <a:lnTo>
                    <a:pt x="1289358" y="722429"/>
                  </a:lnTo>
                  <a:lnTo>
                    <a:pt x="1288698" y="722429"/>
                  </a:lnTo>
                  <a:lnTo>
                    <a:pt x="1288037" y="722429"/>
                  </a:lnTo>
                  <a:lnTo>
                    <a:pt x="1287377" y="722429"/>
                  </a:lnTo>
                  <a:lnTo>
                    <a:pt x="1286716" y="722429"/>
                  </a:lnTo>
                  <a:lnTo>
                    <a:pt x="1286056" y="722429"/>
                  </a:lnTo>
                  <a:lnTo>
                    <a:pt x="1285395" y="722429"/>
                  </a:lnTo>
                  <a:lnTo>
                    <a:pt x="1284734" y="722429"/>
                  </a:lnTo>
                  <a:lnTo>
                    <a:pt x="1284074" y="722429"/>
                  </a:lnTo>
                  <a:lnTo>
                    <a:pt x="1283413" y="722429"/>
                  </a:lnTo>
                  <a:lnTo>
                    <a:pt x="1282753" y="722429"/>
                  </a:lnTo>
                  <a:lnTo>
                    <a:pt x="1282092" y="722429"/>
                  </a:lnTo>
                  <a:lnTo>
                    <a:pt x="1281432" y="722429"/>
                  </a:lnTo>
                  <a:lnTo>
                    <a:pt x="1280771" y="722429"/>
                  </a:lnTo>
                  <a:lnTo>
                    <a:pt x="1280111" y="722429"/>
                  </a:lnTo>
                  <a:lnTo>
                    <a:pt x="1279450" y="722429"/>
                  </a:lnTo>
                  <a:lnTo>
                    <a:pt x="1278790" y="722429"/>
                  </a:lnTo>
                  <a:lnTo>
                    <a:pt x="1278129" y="722429"/>
                  </a:lnTo>
                  <a:lnTo>
                    <a:pt x="1277469" y="722429"/>
                  </a:lnTo>
                  <a:lnTo>
                    <a:pt x="1276808" y="722429"/>
                  </a:lnTo>
                  <a:lnTo>
                    <a:pt x="1276148" y="722429"/>
                  </a:lnTo>
                  <a:lnTo>
                    <a:pt x="1275487" y="722429"/>
                  </a:lnTo>
                  <a:lnTo>
                    <a:pt x="1274826" y="722429"/>
                  </a:lnTo>
                  <a:lnTo>
                    <a:pt x="1274166" y="722429"/>
                  </a:lnTo>
                  <a:lnTo>
                    <a:pt x="1273505" y="722429"/>
                  </a:lnTo>
                  <a:lnTo>
                    <a:pt x="1272845" y="722429"/>
                  </a:lnTo>
                  <a:lnTo>
                    <a:pt x="1272184" y="722429"/>
                  </a:lnTo>
                  <a:lnTo>
                    <a:pt x="1271524" y="722429"/>
                  </a:lnTo>
                  <a:lnTo>
                    <a:pt x="1270863" y="722429"/>
                  </a:lnTo>
                  <a:lnTo>
                    <a:pt x="1270203" y="722429"/>
                  </a:lnTo>
                  <a:lnTo>
                    <a:pt x="1269542" y="722429"/>
                  </a:lnTo>
                  <a:lnTo>
                    <a:pt x="1268882" y="722429"/>
                  </a:lnTo>
                  <a:lnTo>
                    <a:pt x="1268221" y="722429"/>
                  </a:lnTo>
                  <a:lnTo>
                    <a:pt x="1267561" y="722429"/>
                  </a:lnTo>
                  <a:lnTo>
                    <a:pt x="1266900" y="722429"/>
                  </a:lnTo>
                  <a:lnTo>
                    <a:pt x="1266240" y="722429"/>
                  </a:lnTo>
                  <a:lnTo>
                    <a:pt x="1265579" y="722429"/>
                  </a:lnTo>
                  <a:lnTo>
                    <a:pt x="1264918" y="722429"/>
                  </a:lnTo>
                  <a:lnTo>
                    <a:pt x="1264258" y="722429"/>
                  </a:lnTo>
                  <a:lnTo>
                    <a:pt x="1263597" y="722429"/>
                  </a:lnTo>
                  <a:lnTo>
                    <a:pt x="1262937" y="722429"/>
                  </a:lnTo>
                  <a:lnTo>
                    <a:pt x="1262276" y="722429"/>
                  </a:lnTo>
                  <a:lnTo>
                    <a:pt x="1261616" y="722429"/>
                  </a:lnTo>
                  <a:lnTo>
                    <a:pt x="1260955" y="722429"/>
                  </a:lnTo>
                  <a:lnTo>
                    <a:pt x="1260295" y="722429"/>
                  </a:lnTo>
                  <a:lnTo>
                    <a:pt x="1259634" y="722429"/>
                  </a:lnTo>
                  <a:lnTo>
                    <a:pt x="1258974" y="722429"/>
                  </a:lnTo>
                  <a:lnTo>
                    <a:pt x="1258313" y="722429"/>
                  </a:lnTo>
                  <a:lnTo>
                    <a:pt x="1257653" y="722429"/>
                  </a:lnTo>
                  <a:lnTo>
                    <a:pt x="1256992" y="722429"/>
                  </a:lnTo>
                  <a:lnTo>
                    <a:pt x="1256332" y="722429"/>
                  </a:lnTo>
                  <a:lnTo>
                    <a:pt x="1255671" y="722429"/>
                  </a:lnTo>
                  <a:lnTo>
                    <a:pt x="1255011" y="722429"/>
                  </a:lnTo>
                  <a:lnTo>
                    <a:pt x="1254350" y="722429"/>
                  </a:lnTo>
                  <a:lnTo>
                    <a:pt x="1253689" y="722429"/>
                  </a:lnTo>
                  <a:lnTo>
                    <a:pt x="1253029" y="722429"/>
                  </a:lnTo>
                  <a:lnTo>
                    <a:pt x="1252368" y="722429"/>
                  </a:lnTo>
                  <a:lnTo>
                    <a:pt x="1251708" y="722429"/>
                  </a:lnTo>
                  <a:lnTo>
                    <a:pt x="1251047" y="722429"/>
                  </a:lnTo>
                  <a:lnTo>
                    <a:pt x="1250387" y="722429"/>
                  </a:lnTo>
                  <a:lnTo>
                    <a:pt x="1249726" y="722429"/>
                  </a:lnTo>
                  <a:lnTo>
                    <a:pt x="1249066" y="722429"/>
                  </a:lnTo>
                  <a:lnTo>
                    <a:pt x="1248405" y="722429"/>
                  </a:lnTo>
                  <a:lnTo>
                    <a:pt x="1247745" y="722429"/>
                  </a:lnTo>
                  <a:lnTo>
                    <a:pt x="1247084" y="722429"/>
                  </a:lnTo>
                  <a:lnTo>
                    <a:pt x="1246424" y="722429"/>
                  </a:lnTo>
                  <a:lnTo>
                    <a:pt x="1245763" y="722429"/>
                  </a:lnTo>
                  <a:lnTo>
                    <a:pt x="1245103" y="722429"/>
                  </a:lnTo>
                  <a:lnTo>
                    <a:pt x="1244442" y="722429"/>
                  </a:lnTo>
                  <a:lnTo>
                    <a:pt x="1243781" y="722429"/>
                  </a:lnTo>
                  <a:lnTo>
                    <a:pt x="1243121" y="722429"/>
                  </a:lnTo>
                  <a:lnTo>
                    <a:pt x="1242460" y="722429"/>
                  </a:lnTo>
                  <a:lnTo>
                    <a:pt x="1241800" y="722429"/>
                  </a:lnTo>
                  <a:lnTo>
                    <a:pt x="1241139" y="722429"/>
                  </a:lnTo>
                  <a:lnTo>
                    <a:pt x="1240479" y="722429"/>
                  </a:lnTo>
                  <a:lnTo>
                    <a:pt x="1239818" y="722429"/>
                  </a:lnTo>
                  <a:lnTo>
                    <a:pt x="1239158" y="722429"/>
                  </a:lnTo>
                  <a:lnTo>
                    <a:pt x="1238497" y="722429"/>
                  </a:lnTo>
                  <a:lnTo>
                    <a:pt x="1237837" y="722429"/>
                  </a:lnTo>
                  <a:lnTo>
                    <a:pt x="1237176" y="722429"/>
                  </a:lnTo>
                  <a:lnTo>
                    <a:pt x="1236516" y="722429"/>
                  </a:lnTo>
                  <a:lnTo>
                    <a:pt x="1235855" y="722429"/>
                  </a:lnTo>
                  <a:lnTo>
                    <a:pt x="1235195" y="722429"/>
                  </a:lnTo>
                  <a:lnTo>
                    <a:pt x="1234534" y="722429"/>
                  </a:lnTo>
                  <a:lnTo>
                    <a:pt x="1233873" y="722429"/>
                  </a:lnTo>
                  <a:lnTo>
                    <a:pt x="1233213" y="722429"/>
                  </a:lnTo>
                  <a:lnTo>
                    <a:pt x="1232552" y="722429"/>
                  </a:lnTo>
                  <a:lnTo>
                    <a:pt x="1231892" y="722429"/>
                  </a:lnTo>
                  <a:lnTo>
                    <a:pt x="1231231" y="722429"/>
                  </a:lnTo>
                  <a:lnTo>
                    <a:pt x="1230571" y="722429"/>
                  </a:lnTo>
                  <a:lnTo>
                    <a:pt x="1229910" y="722429"/>
                  </a:lnTo>
                  <a:lnTo>
                    <a:pt x="1229250" y="722429"/>
                  </a:lnTo>
                  <a:lnTo>
                    <a:pt x="1228589" y="722429"/>
                  </a:lnTo>
                  <a:lnTo>
                    <a:pt x="1227929" y="722429"/>
                  </a:lnTo>
                  <a:lnTo>
                    <a:pt x="1227268" y="722429"/>
                  </a:lnTo>
                  <a:lnTo>
                    <a:pt x="1226608" y="722429"/>
                  </a:lnTo>
                  <a:lnTo>
                    <a:pt x="1225947" y="722429"/>
                  </a:lnTo>
                  <a:lnTo>
                    <a:pt x="1225287" y="722429"/>
                  </a:lnTo>
                  <a:lnTo>
                    <a:pt x="1224626" y="722429"/>
                  </a:lnTo>
                  <a:lnTo>
                    <a:pt x="1223965" y="722429"/>
                  </a:lnTo>
                  <a:lnTo>
                    <a:pt x="1223305" y="722429"/>
                  </a:lnTo>
                  <a:lnTo>
                    <a:pt x="1222644" y="722429"/>
                  </a:lnTo>
                  <a:lnTo>
                    <a:pt x="1221984" y="722429"/>
                  </a:lnTo>
                  <a:lnTo>
                    <a:pt x="1221323" y="722429"/>
                  </a:lnTo>
                  <a:lnTo>
                    <a:pt x="1220663" y="722429"/>
                  </a:lnTo>
                  <a:lnTo>
                    <a:pt x="1220002" y="722429"/>
                  </a:lnTo>
                  <a:lnTo>
                    <a:pt x="1219342" y="722429"/>
                  </a:lnTo>
                  <a:lnTo>
                    <a:pt x="1218681" y="722429"/>
                  </a:lnTo>
                  <a:lnTo>
                    <a:pt x="1218021" y="722429"/>
                  </a:lnTo>
                  <a:lnTo>
                    <a:pt x="1217360" y="722429"/>
                  </a:lnTo>
                  <a:lnTo>
                    <a:pt x="1216700" y="722429"/>
                  </a:lnTo>
                  <a:lnTo>
                    <a:pt x="1216039" y="722429"/>
                  </a:lnTo>
                  <a:lnTo>
                    <a:pt x="1215379" y="722429"/>
                  </a:lnTo>
                  <a:lnTo>
                    <a:pt x="1214718" y="722429"/>
                  </a:lnTo>
                  <a:lnTo>
                    <a:pt x="1214058" y="722429"/>
                  </a:lnTo>
                  <a:lnTo>
                    <a:pt x="1213397" y="722429"/>
                  </a:lnTo>
                  <a:lnTo>
                    <a:pt x="1212736" y="722429"/>
                  </a:lnTo>
                  <a:lnTo>
                    <a:pt x="1212076" y="722429"/>
                  </a:lnTo>
                  <a:lnTo>
                    <a:pt x="1211415" y="722429"/>
                  </a:lnTo>
                  <a:lnTo>
                    <a:pt x="1210755" y="722429"/>
                  </a:lnTo>
                  <a:lnTo>
                    <a:pt x="1210094" y="722429"/>
                  </a:lnTo>
                  <a:lnTo>
                    <a:pt x="1209434" y="722429"/>
                  </a:lnTo>
                  <a:lnTo>
                    <a:pt x="1208773" y="722429"/>
                  </a:lnTo>
                  <a:lnTo>
                    <a:pt x="1208113" y="722429"/>
                  </a:lnTo>
                  <a:lnTo>
                    <a:pt x="1207452" y="722429"/>
                  </a:lnTo>
                  <a:lnTo>
                    <a:pt x="1206792" y="722429"/>
                  </a:lnTo>
                  <a:lnTo>
                    <a:pt x="1206131" y="722429"/>
                  </a:lnTo>
                  <a:lnTo>
                    <a:pt x="1205471" y="722429"/>
                  </a:lnTo>
                  <a:lnTo>
                    <a:pt x="1204810" y="722429"/>
                  </a:lnTo>
                  <a:lnTo>
                    <a:pt x="1204150" y="722429"/>
                  </a:lnTo>
                  <a:lnTo>
                    <a:pt x="1203489" y="722429"/>
                  </a:lnTo>
                  <a:lnTo>
                    <a:pt x="1202828" y="722429"/>
                  </a:lnTo>
                  <a:lnTo>
                    <a:pt x="1202168" y="722429"/>
                  </a:lnTo>
                  <a:lnTo>
                    <a:pt x="1201507" y="722429"/>
                  </a:lnTo>
                  <a:lnTo>
                    <a:pt x="1200847" y="722429"/>
                  </a:lnTo>
                  <a:lnTo>
                    <a:pt x="1200186" y="722429"/>
                  </a:lnTo>
                  <a:lnTo>
                    <a:pt x="1199526" y="722429"/>
                  </a:lnTo>
                  <a:lnTo>
                    <a:pt x="1198865" y="722429"/>
                  </a:lnTo>
                  <a:lnTo>
                    <a:pt x="1198205" y="722429"/>
                  </a:lnTo>
                  <a:lnTo>
                    <a:pt x="1197544" y="722429"/>
                  </a:lnTo>
                  <a:lnTo>
                    <a:pt x="1196884" y="722429"/>
                  </a:lnTo>
                  <a:lnTo>
                    <a:pt x="1196223" y="722429"/>
                  </a:lnTo>
                  <a:lnTo>
                    <a:pt x="1195563" y="722429"/>
                  </a:lnTo>
                  <a:lnTo>
                    <a:pt x="1194902" y="722429"/>
                  </a:lnTo>
                  <a:lnTo>
                    <a:pt x="1194242" y="722429"/>
                  </a:lnTo>
                  <a:lnTo>
                    <a:pt x="1193581" y="722429"/>
                  </a:lnTo>
                  <a:lnTo>
                    <a:pt x="1192920" y="722429"/>
                  </a:lnTo>
                  <a:lnTo>
                    <a:pt x="1192260" y="722429"/>
                  </a:lnTo>
                  <a:lnTo>
                    <a:pt x="1191599" y="722429"/>
                  </a:lnTo>
                  <a:lnTo>
                    <a:pt x="1190939" y="722429"/>
                  </a:lnTo>
                  <a:lnTo>
                    <a:pt x="1190278" y="722429"/>
                  </a:lnTo>
                  <a:lnTo>
                    <a:pt x="1189618" y="722429"/>
                  </a:lnTo>
                  <a:lnTo>
                    <a:pt x="1188957" y="722429"/>
                  </a:lnTo>
                  <a:lnTo>
                    <a:pt x="1188297" y="722429"/>
                  </a:lnTo>
                  <a:lnTo>
                    <a:pt x="1187636" y="722429"/>
                  </a:lnTo>
                  <a:lnTo>
                    <a:pt x="1186976" y="722429"/>
                  </a:lnTo>
                  <a:lnTo>
                    <a:pt x="1186315" y="722429"/>
                  </a:lnTo>
                  <a:lnTo>
                    <a:pt x="1185655" y="722429"/>
                  </a:lnTo>
                  <a:lnTo>
                    <a:pt x="1184994" y="722429"/>
                  </a:lnTo>
                  <a:lnTo>
                    <a:pt x="1184334" y="722429"/>
                  </a:lnTo>
                  <a:lnTo>
                    <a:pt x="1183673" y="722429"/>
                  </a:lnTo>
                  <a:lnTo>
                    <a:pt x="1183013" y="722429"/>
                  </a:lnTo>
                  <a:lnTo>
                    <a:pt x="1182352" y="722429"/>
                  </a:lnTo>
                  <a:lnTo>
                    <a:pt x="1181691" y="722429"/>
                  </a:lnTo>
                  <a:lnTo>
                    <a:pt x="1181031" y="722429"/>
                  </a:lnTo>
                  <a:lnTo>
                    <a:pt x="1180370" y="722429"/>
                  </a:lnTo>
                  <a:lnTo>
                    <a:pt x="1179710" y="722429"/>
                  </a:lnTo>
                  <a:lnTo>
                    <a:pt x="1179049" y="722429"/>
                  </a:lnTo>
                  <a:lnTo>
                    <a:pt x="1178389" y="722429"/>
                  </a:lnTo>
                  <a:lnTo>
                    <a:pt x="1177728" y="722429"/>
                  </a:lnTo>
                  <a:lnTo>
                    <a:pt x="1177068" y="722429"/>
                  </a:lnTo>
                  <a:lnTo>
                    <a:pt x="1176407" y="722429"/>
                  </a:lnTo>
                  <a:lnTo>
                    <a:pt x="1175747" y="722429"/>
                  </a:lnTo>
                  <a:lnTo>
                    <a:pt x="1175086" y="722429"/>
                  </a:lnTo>
                  <a:lnTo>
                    <a:pt x="1174426" y="722429"/>
                  </a:lnTo>
                  <a:lnTo>
                    <a:pt x="1173765" y="722429"/>
                  </a:lnTo>
                  <a:lnTo>
                    <a:pt x="1173105" y="722429"/>
                  </a:lnTo>
                  <a:lnTo>
                    <a:pt x="1172444" y="722429"/>
                  </a:lnTo>
                  <a:lnTo>
                    <a:pt x="1171783" y="722429"/>
                  </a:lnTo>
                  <a:lnTo>
                    <a:pt x="1171123" y="722429"/>
                  </a:lnTo>
                  <a:lnTo>
                    <a:pt x="1170462" y="722429"/>
                  </a:lnTo>
                  <a:lnTo>
                    <a:pt x="1169802" y="722429"/>
                  </a:lnTo>
                  <a:lnTo>
                    <a:pt x="1169141" y="722429"/>
                  </a:lnTo>
                  <a:lnTo>
                    <a:pt x="1168481" y="722429"/>
                  </a:lnTo>
                  <a:lnTo>
                    <a:pt x="1167820" y="722429"/>
                  </a:lnTo>
                  <a:lnTo>
                    <a:pt x="1167160" y="722429"/>
                  </a:lnTo>
                  <a:lnTo>
                    <a:pt x="1166499" y="722429"/>
                  </a:lnTo>
                  <a:lnTo>
                    <a:pt x="1165839" y="722429"/>
                  </a:lnTo>
                  <a:lnTo>
                    <a:pt x="1165178" y="722429"/>
                  </a:lnTo>
                  <a:lnTo>
                    <a:pt x="1164518" y="722429"/>
                  </a:lnTo>
                  <a:lnTo>
                    <a:pt x="1163857" y="722429"/>
                  </a:lnTo>
                  <a:lnTo>
                    <a:pt x="1163197" y="722429"/>
                  </a:lnTo>
                  <a:lnTo>
                    <a:pt x="1162536" y="722429"/>
                  </a:lnTo>
                  <a:lnTo>
                    <a:pt x="1161875" y="722429"/>
                  </a:lnTo>
                  <a:lnTo>
                    <a:pt x="1161215" y="722429"/>
                  </a:lnTo>
                  <a:lnTo>
                    <a:pt x="1160554" y="722429"/>
                  </a:lnTo>
                  <a:lnTo>
                    <a:pt x="1159894" y="722429"/>
                  </a:lnTo>
                  <a:lnTo>
                    <a:pt x="1159233" y="722429"/>
                  </a:lnTo>
                  <a:lnTo>
                    <a:pt x="1158573" y="722429"/>
                  </a:lnTo>
                  <a:lnTo>
                    <a:pt x="1157912" y="722429"/>
                  </a:lnTo>
                  <a:lnTo>
                    <a:pt x="1157252" y="722429"/>
                  </a:lnTo>
                  <a:lnTo>
                    <a:pt x="1156591" y="722429"/>
                  </a:lnTo>
                  <a:lnTo>
                    <a:pt x="1155931" y="722429"/>
                  </a:lnTo>
                  <a:lnTo>
                    <a:pt x="1155270" y="722429"/>
                  </a:lnTo>
                  <a:lnTo>
                    <a:pt x="1154610" y="722429"/>
                  </a:lnTo>
                  <a:lnTo>
                    <a:pt x="1153949" y="722429"/>
                  </a:lnTo>
                  <a:lnTo>
                    <a:pt x="1153289" y="722429"/>
                  </a:lnTo>
                  <a:lnTo>
                    <a:pt x="1152628" y="722429"/>
                  </a:lnTo>
                  <a:lnTo>
                    <a:pt x="1151967" y="722429"/>
                  </a:lnTo>
                  <a:lnTo>
                    <a:pt x="1151307" y="722429"/>
                  </a:lnTo>
                  <a:lnTo>
                    <a:pt x="1150646" y="722429"/>
                  </a:lnTo>
                  <a:lnTo>
                    <a:pt x="1149986" y="722429"/>
                  </a:lnTo>
                  <a:lnTo>
                    <a:pt x="1149325" y="722429"/>
                  </a:lnTo>
                  <a:lnTo>
                    <a:pt x="1148665" y="722429"/>
                  </a:lnTo>
                  <a:lnTo>
                    <a:pt x="1148004" y="722429"/>
                  </a:lnTo>
                  <a:lnTo>
                    <a:pt x="1147344" y="722429"/>
                  </a:lnTo>
                  <a:lnTo>
                    <a:pt x="1146683" y="722429"/>
                  </a:lnTo>
                  <a:lnTo>
                    <a:pt x="1146023" y="722429"/>
                  </a:lnTo>
                  <a:lnTo>
                    <a:pt x="1145362" y="722429"/>
                  </a:lnTo>
                  <a:lnTo>
                    <a:pt x="1144702" y="722429"/>
                  </a:lnTo>
                  <a:lnTo>
                    <a:pt x="1144041" y="722429"/>
                  </a:lnTo>
                  <a:lnTo>
                    <a:pt x="1143381" y="722429"/>
                  </a:lnTo>
                  <a:lnTo>
                    <a:pt x="1142720" y="722429"/>
                  </a:lnTo>
                  <a:lnTo>
                    <a:pt x="1142060" y="722429"/>
                  </a:lnTo>
                  <a:lnTo>
                    <a:pt x="1141399" y="722429"/>
                  </a:lnTo>
                  <a:lnTo>
                    <a:pt x="1140738" y="722429"/>
                  </a:lnTo>
                  <a:lnTo>
                    <a:pt x="1140078" y="722429"/>
                  </a:lnTo>
                  <a:lnTo>
                    <a:pt x="1139417" y="722429"/>
                  </a:lnTo>
                  <a:lnTo>
                    <a:pt x="1138757" y="722429"/>
                  </a:lnTo>
                  <a:lnTo>
                    <a:pt x="1138096" y="722429"/>
                  </a:lnTo>
                  <a:lnTo>
                    <a:pt x="1137436" y="722429"/>
                  </a:lnTo>
                  <a:lnTo>
                    <a:pt x="1136775" y="722429"/>
                  </a:lnTo>
                  <a:lnTo>
                    <a:pt x="1136115" y="722429"/>
                  </a:lnTo>
                  <a:lnTo>
                    <a:pt x="1135454" y="722429"/>
                  </a:lnTo>
                  <a:lnTo>
                    <a:pt x="1134794" y="722429"/>
                  </a:lnTo>
                  <a:lnTo>
                    <a:pt x="1134133" y="722429"/>
                  </a:lnTo>
                  <a:lnTo>
                    <a:pt x="1133473" y="722429"/>
                  </a:lnTo>
                  <a:lnTo>
                    <a:pt x="1132812" y="722429"/>
                  </a:lnTo>
                  <a:lnTo>
                    <a:pt x="1132152" y="722429"/>
                  </a:lnTo>
                  <a:lnTo>
                    <a:pt x="1131491" y="722429"/>
                  </a:lnTo>
                  <a:lnTo>
                    <a:pt x="1130830" y="722429"/>
                  </a:lnTo>
                  <a:lnTo>
                    <a:pt x="1130170" y="722429"/>
                  </a:lnTo>
                  <a:lnTo>
                    <a:pt x="1129509" y="722429"/>
                  </a:lnTo>
                  <a:lnTo>
                    <a:pt x="1128849" y="722429"/>
                  </a:lnTo>
                  <a:lnTo>
                    <a:pt x="1128188" y="722429"/>
                  </a:lnTo>
                  <a:lnTo>
                    <a:pt x="1127528" y="722429"/>
                  </a:lnTo>
                  <a:lnTo>
                    <a:pt x="1126867" y="722429"/>
                  </a:lnTo>
                  <a:lnTo>
                    <a:pt x="1126207" y="722429"/>
                  </a:lnTo>
                  <a:lnTo>
                    <a:pt x="1125546" y="722429"/>
                  </a:lnTo>
                  <a:lnTo>
                    <a:pt x="1124886" y="722429"/>
                  </a:lnTo>
                  <a:lnTo>
                    <a:pt x="1124225" y="722429"/>
                  </a:lnTo>
                  <a:lnTo>
                    <a:pt x="1123565" y="722429"/>
                  </a:lnTo>
                  <a:lnTo>
                    <a:pt x="1122904" y="722429"/>
                  </a:lnTo>
                  <a:lnTo>
                    <a:pt x="1122244" y="722429"/>
                  </a:lnTo>
                  <a:lnTo>
                    <a:pt x="1121583" y="722429"/>
                  </a:lnTo>
                  <a:lnTo>
                    <a:pt x="1120922" y="722429"/>
                  </a:lnTo>
                  <a:lnTo>
                    <a:pt x="1120262" y="722429"/>
                  </a:lnTo>
                  <a:lnTo>
                    <a:pt x="1119601" y="722429"/>
                  </a:lnTo>
                  <a:lnTo>
                    <a:pt x="1118941" y="722429"/>
                  </a:lnTo>
                  <a:lnTo>
                    <a:pt x="1118280" y="722429"/>
                  </a:lnTo>
                  <a:lnTo>
                    <a:pt x="1117620" y="722429"/>
                  </a:lnTo>
                  <a:lnTo>
                    <a:pt x="1116959" y="722429"/>
                  </a:lnTo>
                  <a:lnTo>
                    <a:pt x="1116299" y="722429"/>
                  </a:lnTo>
                  <a:lnTo>
                    <a:pt x="1115638" y="722429"/>
                  </a:lnTo>
                  <a:lnTo>
                    <a:pt x="1114978" y="722429"/>
                  </a:lnTo>
                  <a:lnTo>
                    <a:pt x="1114317" y="722429"/>
                  </a:lnTo>
                  <a:lnTo>
                    <a:pt x="1113657" y="722429"/>
                  </a:lnTo>
                  <a:lnTo>
                    <a:pt x="1112996" y="722429"/>
                  </a:lnTo>
                  <a:lnTo>
                    <a:pt x="1112336" y="722429"/>
                  </a:lnTo>
                  <a:lnTo>
                    <a:pt x="1111675" y="722429"/>
                  </a:lnTo>
                  <a:lnTo>
                    <a:pt x="1111015" y="722429"/>
                  </a:lnTo>
                  <a:lnTo>
                    <a:pt x="1110354" y="722429"/>
                  </a:lnTo>
                  <a:lnTo>
                    <a:pt x="1109693" y="722429"/>
                  </a:lnTo>
                  <a:lnTo>
                    <a:pt x="1109033" y="722429"/>
                  </a:lnTo>
                  <a:lnTo>
                    <a:pt x="1108372" y="722429"/>
                  </a:lnTo>
                  <a:lnTo>
                    <a:pt x="1107712" y="722429"/>
                  </a:lnTo>
                  <a:lnTo>
                    <a:pt x="1107051" y="722429"/>
                  </a:lnTo>
                  <a:lnTo>
                    <a:pt x="1106391" y="722429"/>
                  </a:lnTo>
                  <a:lnTo>
                    <a:pt x="1105730" y="722429"/>
                  </a:lnTo>
                  <a:lnTo>
                    <a:pt x="1105070" y="722429"/>
                  </a:lnTo>
                  <a:lnTo>
                    <a:pt x="1104409" y="722429"/>
                  </a:lnTo>
                  <a:lnTo>
                    <a:pt x="1103749" y="722429"/>
                  </a:lnTo>
                  <a:lnTo>
                    <a:pt x="1103088" y="722429"/>
                  </a:lnTo>
                  <a:lnTo>
                    <a:pt x="1102428" y="722429"/>
                  </a:lnTo>
                  <a:lnTo>
                    <a:pt x="1101767" y="722429"/>
                  </a:lnTo>
                  <a:lnTo>
                    <a:pt x="1101107" y="722429"/>
                  </a:lnTo>
                  <a:lnTo>
                    <a:pt x="1100446" y="722429"/>
                  </a:lnTo>
                  <a:lnTo>
                    <a:pt x="1099785" y="722429"/>
                  </a:lnTo>
                  <a:lnTo>
                    <a:pt x="1099125" y="722429"/>
                  </a:lnTo>
                  <a:lnTo>
                    <a:pt x="1098464" y="722429"/>
                  </a:lnTo>
                  <a:lnTo>
                    <a:pt x="1097804" y="722429"/>
                  </a:lnTo>
                  <a:lnTo>
                    <a:pt x="1097143" y="722429"/>
                  </a:lnTo>
                  <a:lnTo>
                    <a:pt x="1096483" y="722429"/>
                  </a:lnTo>
                  <a:lnTo>
                    <a:pt x="1095822" y="722429"/>
                  </a:lnTo>
                  <a:lnTo>
                    <a:pt x="1095162" y="722429"/>
                  </a:lnTo>
                  <a:lnTo>
                    <a:pt x="1094501" y="722429"/>
                  </a:lnTo>
                  <a:lnTo>
                    <a:pt x="1093841" y="722429"/>
                  </a:lnTo>
                  <a:lnTo>
                    <a:pt x="1093180" y="722429"/>
                  </a:lnTo>
                  <a:lnTo>
                    <a:pt x="1092520" y="722429"/>
                  </a:lnTo>
                  <a:lnTo>
                    <a:pt x="1091859" y="722429"/>
                  </a:lnTo>
                  <a:lnTo>
                    <a:pt x="1091199" y="722429"/>
                  </a:lnTo>
                  <a:lnTo>
                    <a:pt x="1090538" y="722429"/>
                  </a:lnTo>
                  <a:lnTo>
                    <a:pt x="1089877" y="722429"/>
                  </a:lnTo>
                  <a:lnTo>
                    <a:pt x="1089217" y="722429"/>
                  </a:lnTo>
                  <a:lnTo>
                    <a:pt x="1088556" y="722429"/>
                  </a:lnTo>
                  <a:lnTo>
                    <a:pt x="1087896" y="722429"/>
                  </a:lnTo>
                  <a:lnTo>
                    <a:pt x="1087235" y="722429"/>
                  </a:lnTo>
                  <a:lnTo>
                    <a:pt x="1086575" y="722429"/>
                  </a:lnTo>
                  <a:lnTo>
                    <a:pt x="1085914" y="722429"/>
                  </a:lnTo>
                  <a:lnTo>
                    <a:pt x="1085254" y="722429"/>
                  </a:lnTo>
                  <a:lnTo>
                    <a:pt x="1084593" y="722429"/>
                  </a:lnTo>
                  <a:lnTo>
                    <a:pt x="1083933" y="722429"/>
                  </a:lnTo>
                  <a:lnTo>
                    <a:pt x="1083272" y="722429"/>
                  </a:lnTo>
                  <a:lnTo>
                    <a:pt x="1082612" y="722429"/>
                  </a:lnTo>
                  <a:lnTo>
                    <a:pt x="1081951" y="722429"/>
                  </a:lnTo>
                  <a:lnTo>
                    <a:pt x="1081291" y="722429"/>
                  </a:lnTo>
                  <a:lnTo>
                    <a:pt x="1080630" y="722429"/>
                  </a:lnTo>
                  <a:lnTo>
                    <a:pt x="1079969" y="722429"/>
                  </a:lnTo>
                  <a:lnTo>
                    <a:pt x="1079309" y="722429"/>
                  </a:lnTo>
                  <a:lnTo>
                    <a:pt x="1078648" y="722429"/>
                  </a:lnTo>
                  <a:lnTo>
                    <a:pt x="1077988" y="722429"/>
                  </a:lnTo>
                  <a:lnTo>
                    <a:pt x="1077327" y="722429"/>
                  </a:lnTo>
                  <a:lnTo>
                    <a:pt x="1076667" y="722429"/>
                  </a:lnTo>
                  <a:lnTo>
                    <a:pt x="1076006" y="722429"/>
                  </a:lnTo>
                  <a:lnTo>
                    <a:pt x="1075346" y="722429"/>
                  </a:lnTo>
                  <a:lnTo>
                    <a:pt x="1074685" y="722429"/>
                  </a:lnTo>
                  <a:lnTo>
                    <a:pt x="1074025" y="722429"/>
                  </a:lnTo>
                  <a:lnTo>
                    <a:pt x="1073364" y="722429"/>
                  </a:lnTo>
                  <a:lnTo>
                    <a:pt x="1072704" y="722429"/>
                  </a:lnTo>
                  <a:lnTo>
                    <a:pt x="1072043" y="722429"/>
                  </a:lnTo>
                  <a:lnTo>
                    <a:pt x="1071383" y="722429"/>
                  </a:lnTo>
                  <a:lnTo>
                    <a:pt x="1070722" y="722429"/>
                  </a:lnTo>
                  <a:lnTo>
                    <a:pt x="1070062" y="722429"/>
                  </a:lnTo>
                  <a:lnTo>
                    <a:pt x="1069401" y="722429"/>
                  </a:lnTo>
                  <a:lnTo>
                    <a:pt x="1068740" y="722429"/>
                  </a:lnTo>
                  <a:lnTo>
                    <a:pt x="1068080" y="722429"/>
                  </a:lnTo>
                  <a:lnTo>
                    <a:pt x="1067419" y="722429"/>
                  </a:lnTo>
                  <a:lnTo>
                    <a:pt x="1066759" y="722429"/>
                  </a:lnTo>
                  <a:lnTo>
                    <a:pt x="1066098" y="722429"/>
                  </a:lnTo>
                  <a:lnTo>
                    <a:pt x="1065438" y="722429"/>
                  </a:lnTo>
                  <a:lnTo>
                    <a:pt x="1064777" y="722429"/>
                  </a:lnTo>
                  <a:lnTo>
                    <a:pt x="1064117" y="722429"/>
                  </a:lnTo>
                  <a:lnTo>
                    <a:pt x="1063456" y="722429"/>
                  </a:lnTo>
                  <a:lnTo>
                    <a:pt x="1062796" y="722429"/>
                  </a:lnTo>
                  <a:lnTo>
                    <a:pt x="1062135" y="722429"/>
                  </a:lnTo>
                  <a:lnTo>
                    <a:pt x="1061475" y="722429"/>
                  </a:lnTo>
                  <a:lnTo>
                    <a:pt x="1060814" y="722429"/>
                  </a:lnTo>
                  <a:lnTo>
                    <a:pt x="1060154" y="722429"/>
                  </a:lnTo>
                  <a:lnTo>
                    <a:pt x="1059493" y="722429"/>
                  </a:lnTo>
                  <a:lnTo>
                    <a:pt x="1058832" y="722429"/>
                  </a:lnTo>
                  <a:lnTo>
                    <a:pt x="1058172" y="722429"/>
                  </a:lnTo>
                  <a:lnTo>
                    <a:pt x="1057511" y="722429"/>
                  </a:lnTo>
                  <a:lnTo>
                    <a:pt x="1056851" y="722429"/>
                  </a:lnTo>
                  <a:lnTo>
                    <a:pt x="1056190" y="722429"/>
                  </a:lnTo>
                  <a:lnTo>
                    <a:pt x="1055530" y="722429"/>
                  </a:lnTo>
                  <a:lnTo>
                    <a:pt x="1054869" y="722429"/>
                  </a:lnTo>
                  <a:lnTo>
                    <a:pt x="1054209" y="722429"/>
                  </a:lnTo>
                  <a:lnTo>
                    <a:pt x="1053548" y="722429"/>
                  </a:lnTo>
                  <a:lnTo>
                    <a:pt x="1052888" y="722429"/>
                  </a:lnTo>
                  <a:lnTo>
                    <a:pt x="1052227" y="722429"/>
                  </a:lnTo>
                  <a:lnTo>
                    <a:pt x="1051567" y="722429"/>
                  </a:lnTo>
                  <a:lnTo>
                    <a:pt x="1050906" y="722429"/>
                  </a:lnTo>
                  <a:lnTo>
                    <a:pt x="1050246" y="722429"/>
                  </a:lnTo>
                  <a:lnTo>
                    <a:pt x="1049585" y="722429"/>
                  </a:lnTo>
                  <a:lnTo>
                    <a:pt x="1048924" y="722429"/>
                  </a:lnTo>
                  <a:lnTo>
                    <a:pt x="1048264" y="722429"/>
                  </a:lnTo>
                  <a:lnTo>
                    <a:pt x="1047603" y="722429"/>
                  </a:lnTo>
                  <a:lnTo>
                    <a:pt x="1046943" y="722429"/>
                  </a:lnTo>
                  <a:lnTo>
                    <a:pt x="1046282" y="722429"/>
                  </a:lnTo>
                  <a:lnTo>
                    <a:pt x="1045622" y="722429"/>
                  </a:lnTo>
                  <a:lnTo>
                    <a:pt x="1044961" y="722429"/>
                  </a:lnTo>
                  <a:lnTo>
                    <a:pt x="1044301" y="722429"/>
                  </a:lnTo>
                  <a:lnTo>
                    <a:pt x="1043640" y="722429"/>
                  </a:lnTo>
                  <a:lnTo>
                    <a:pt x="1042980" y="722429"/>
                  </a:lnTo>
                  <a:lnTo>
                    <a:pt x="1042319" y="722429"/>
                  </a:lnTo>
                  <a:lnTo>
                    <a:pt x="1041659" y="722429"/>
                  </a:lnTo>
                  <a:lnTo>
                    <a:pt x="1040998" y="722429"/>
                  </a:lnTo>
                  <a:lnTo>
                    <a:pt x="1040338" y="722429"/>
                  </a:lnTo>
                  <a:lnTo>
                    <a:pt x="1039677" y="722429"/>
                  </a:lnTo>
                  <a:lnTo>
                    <a:pt x="1039017" y="722429"/>
                  </a:lnTo>
                  <a:lnTo>
                    <a:pt x="1038356" y="722429"/>
                  </a:lnTo>
                  <a:lnTo>
                    <a:pt x="1037695" y="722429"/>
                  </a:lnTo>
                  <a:lnTo>
                    <a:pt x="1037035" y="722429"/>
                  </a:lnTo>
                  <a:lnTo>
                    <a:pt x="1036374" y="722429"/>
                  </a:lnTo>
                  <a:lnTo>
                    <a:pt x="1035714" y="722429"/>
                  </a:lnTo>
                  <a:lnTo>
                    <a:pt x="1035053" y="722429"/>
                  </a:lnTo>
                  <a:lnTo>
                    <a:pt x="1034393" y="722429"/>
                  </a:lnTo>
                  <a:lnTo>
                    <a:pt x="1033732" y="722429"/>
                  </a:lnTo>
                  <a:lnTo>
                    <a:pt x="1033072" y="722429"/>
                  </a:lnTo>
                  <a:lnTo>
                    <a:pt x="1032411" y="722429"/>
                  </a:lnTo>
                  <a:lnTo>
                    <a:pt x="1031751" y="722429"/>
                  </a:lnTo>
                  <a:lnTo>
                    <a:pt x="1031090" y="722429"/>
                  </a:lnTo>
                  <a:lnTo>
                    <a:pt x="1030430" y="722429"/>
                  </a:lnTo>
                  <a:lnTo>
                    <a:pt x="1029769" y="722429"/>
                  </a:lnTo>
                  <a:lnTo>
                    <a:pt x="1029109" y="722429"/>
                  </a:lnTo>
                  <a:lnTo>
                    <a:pt x="1028448" y="722429"/>
                  </a:lnTo>
                  <a:lnTo>
                    <a:pt x="1027787" y="722429"/>
                  </a:lnTo>
                  <a:lnTo>
                    <a:pt x="1027127" y="722429"/>
                  </a:lnTo>
                  <a:lnTo>
                    <a:pt x="1026466" y="722429"/>
                  </a:lnTo>
                  <a:lnTo>
                    <a:pt x="1025806" y="722429"/>
                  </a:lnTo>
                  <a:lnTo>
                    <a:pt x="1025145" y="722429"/>
                  </a:lnTo>
                  <a:lnTo>
                    <a:pt x="1024485" y="722429"/>
                  </a:lnTo>
                  <a:lnTo>
                    <a:pt x="1023824" y="722429"/>
                  </a:lnTo>
                  <a:lnTo>
                    <a:pt x="1023164" y="722429"/>
                  </a:lnTo>
                  <a:lnTo>
                    <a:pt x="1022503" y="722429"/>
                  </a:lnTo>
                  <a:lnTo>
                    <a:pt x="1021843" y="722429"/>
                  </a:lnTo>
                  <a:lnTo>
                    <a:pt x="1021182" y="722429"/>
                  </a:lnTo>
                  <a:lnTo>
                    <a:pt x="1020522" y="722429"/>
                  </a:lnTo>
                  <a:lnTo>
                    <a:pt x="1019861" y="722429"/>
                  </a:lnTo>
                  <a:lnTo>
                    <a:pt x="1019201" y="722429"/>
                  </a:lnTo>
                  <a:lnTo>
                    <a:pt x="1018540" y="722429"/>
                  </a:lnTo>
                  <a:lnTo>
                    <a:pt x="1017879" y="722429"/>
                  </a:lnTo>
                  <a:lnTo>
                    <a:pt x="1017219" y="722429"/>
                  </a:lnTo>
                  <a:lnTo>
                    <a:pt x="1016558" y="722429"/>
                  </a:lnTo>
                  <a:lnTo>
                    <a:pt x="1015898" y="722429"/>
                  </a:lnTo>
                  <a:lnTo>
                    <a:pt x="1015237" y="722429"/>
                  </a:lnTo>
                  <a:lnTo>
                    <a:pt x="1014577" y="722429"/>
                  </a:lnTo>
                  <a:lnTo>
                    <a:pt x="1013916" y="722429"/>
                  </a:lnTo>
                  <a:lnTo>
                    <a:pt x="1013256" y="722429"/>
                  </a:lnTo>
                  <a:lnTo>
                    <a:pt x="1012595" y="722429"/>
                  </a:lnTo>
                  <a:lnTo>
                    <a:pt x="1011935" y="722429"/>
                  </a:lnTo>
                  <a:lnTo>
                    <a:pt x="1011274" y="722429"/>
                  </a:lnTo>
                  <a:lnTo>
                    <a:pt x="1010614" y="722429"/>
                  </a:lnTo>
                  <a:lnTo>
                    <a:pt x="1009953" y="722429"/>
                  </a:lnTo>
                  <a:lnTo>
                    <a:pt x="1009293" y="722429"/>
                  </a:lnTo>
                  <a:lnTo>
                    <a:pt x="1008632" y="722429"/>
                  </a:lnTo>
                  <a:lnTo>
                    <a:pt x="1007971" y="722429"/>
                  </a:lnTo>
                  <a:lnTo>
                    <a:pt x="1007311" y="722429"/>
                  </a:lnTo>
                  <a:lnTo>
                    <a:pt x="1006650" y="722429"/>
                  </a:lnTo>
                  <a:lnTo>
                    <a:pt x="1005990" y="722429"/>
                  </a:lnTo>
                  <a:lnTo>
                    <a:pt x="1005329" y="722429"/>
                  </a:lnTo>
                  <a:lnTo>
                    <a:pt x="1004669" y="722429"/>
                  </a:lnTo>
                  <a:lnTo>
                    <a:pt x="1004008" y="722429"/>
                  </a:lnTo>
                  <a:lnTo>
                    <a:pt x="1003348" y="722429"/>
                  </a:lnTo>
                  <a:lnTo>
                    <a:pt x="1002687" y="722429"/>
                  </a:lnTo>
                  <a:lnTo>
                    <a:pt x="1002027" y="722429"/>
                  </a:lnTo>
                  <a:lnTo>
                    <a:pt x="1001366" y="722429"/>
                  </a:lnTo>
                  <a:lnTo>
                    <a:pt x="1000706" y="722429"/>
                  </a:lnTo>
                  <a:lnTo>
                    <a:pt x="1000045" y="722429"/>
                  </a:lnTo>
                  <a:lnTo>
                    <a:pt x="999385" y="722429"/>
                  </a:lnTo>
                  <a:lnTo>
                    <a:pt x="998724" y="722429"/>
                  </a:lnTo>
                  <a:lnTo>
                    <a:pt x="998064" y="722429"/>
                  </a:lnTo>
                  <a:lnTo>
                    <a:pt x="997403" y="722429"/>
                  </a:lnTo>
                  <a:lnTo>
                    <a:pt x="996742" y="722429"/>
                  </a:lnTo>
                  <a:lnTo>
                    <a:pt x="996082" y="722429"/>
                  </a:lnTo>
                  <a:lnTo>
                    <a:pt x="995421" y="722429"/>
                  </a:lnTo>
                  <a:lnTo>
                    <a:pt x="994761" y="722429"/>
                  </a:lnTo>
                  <a:lnTo>
                    <a:pt x="994100" y="722429"/>
                  </a:lnTo>
                  <a:lnTo>
                    <a:pt x="993440" y="722429"/>
                  </a:lnTo>
                  <a:lnTo>
                    <a:pt x="992779" y="722429"/>
                  </a:lnTo>
                  <a:lnTo>
                    <a:pt x="992119" y="722429"/>
                  </a:lnTo>
                  <a:lnTo>
                    <a:pt x="991458" y="722429"/>
                  </a:lnTo>
                  <a:lnTo>
                    <a:pt x="990798" y="722429"/>
                  </a:lnTo>
                  <a:lnTo>
                    <a:pt x="990137" y="722429"/>
                  </a:lnTo>
                  <a:lnTo>
                    <a:pt x="989477" y="722429"/>
                  </a:lnTo>
                  <a:lnTo>
                    <a:pt x="988816" y="722429"/>
                  </a:lnTo>
                  <a:lnTo>
                    <a:pt x="988156" y="722429"/>
                  </a:lnTo>
                  <a:lnTo>
                    <a:pt x="987495" y="722429"/>
                  </a:lnTo>
                  <a:lnTo>
                    <a:pt x="986834" y="722429"/>
                  </a:lnTo>
                  <a:lnTo>
                    <a:pt x="986174" y="722429"/>
                  </a:lnTo>
                  <a:lnTo>
                    <a:pt x="985513" y="722429"/>
                  </a:lnTo>
                  <a:lnTo>
                    <a:pt x="984853" y="722429"/>
                  </a:lnTo>
                  <a:lnTo>
                    <a:pt x="984192" y="722429"/>
                  </a:lnTo>
                  <a:lnTo>
                    <a:pt x="983532" y="722429"/>
                  </a:lnTo>
                  <a:lnTo>
                    <a:pt x="982871" y="722429"/>
                  </a:lnTo>
                  <a:lnTo>
                    <a:pt x="982211" y="722429"/>
                  </a:lnTo>
                  <a:lnTo>
                    <a:pt x="981550" y="722429"/>
                  </a:lnTo>
                  <a:lnTo>
                    <a:pt x="980890" y="722429"/>
                  </a:lnTo>
                  <a:lnTo>
                    <a:pt x="980229" y="722429"/>
                  </a:lnTo>
                  <a:lnTo>
                    <a:pt x="979569" y="722429"/>
                  </a:lnTo>
                  <a:lnTo>
                    <a:pt x="978908" y="722429"/>
                  </a:lnTo>
                  <a:lnTo>
                    <a:pt x="978248" y="722429"/>
                  </a:lnTo>
                  <a:lnTo>
                    <a:pt x="977587" y="722429"/>
                  </a:lnTo>
                  <a:lnTo>
                    <a:pt x="976926" y="722429"/>
                  </a:lnTo>
                  <a:lnTo>
                    <a:pt x="976266" y="722429"/>
                  </a:lnTo>
                  <a:lnTo>
                    <a:pt x="975605" y="722429"/>
                  </a:lnTo>
                  <a:lnTo>
                    <a:pt x="974945" y="722429"/>
                  </a:lnTo>
                  <a:lnTo>
                    <a:pt x="974284" y="722429"/>
                  </a:lnTo>
                  <a:lnTo>
                    <a:pt x="973624" y="722429"/>
                  </a:lnTo>
                  <a:lnTo>
                    <a:pt x="972963" y="722429"/>
                  </a:lnTo>
                  <a:lnTo>
                    <a:pt x="972303" y="722429"/>
                  </a:lnTo>
                  <a:lnTo>
                    <a:pt x="971642" y="722429"/>
                  </a:lnTo>
                  <a:lnTo>
                    <a:pt x="970982" y="722429"/>
                  </a:lnTo>
                  <a:lnTo>
                    <a:pt x="970321" y="722429"/>
                  </a:lnTo>
                  <a:lnTo>
                    <a:pt x="969661" y="722429"/>
                  </a:lnTo>
                  <a:lnTo>
                    <a:pt x="969000" y="722429"/>
                  </a:lnTo>
                  <a:lnTo>
                    <a:pt x="968340" y="722429"/>
                  </a:lnTo>
                  <a:lnTo>
                    <a:pt x="967679" y="722429"/>
                  </a:lnTo>
                  <a:lnTo>
                    <a:pt x="967019" y="722429"/>
                  </a:lnTo>
                  <a:lnTo>
                    <a:pt x="966358" y="722429"/>
                  </a:lnTo>
                  <a:lnTo>
                    <a:pt x="965697" y="722429"/>
                  </a:lnTo>
                  <a:lnTo>
                    <a:pt x="965037" y="722429"/>
                  </a:lnTo>
                  <a:lnTo>
                    <a:pt x="964376" y="722429"/>
                  </a:lnTo>
                  <a:lnTo>
                    <a:pt x="963716" y="722429"/>
                  </a:lnTo>
                  <a:lnTo>
                    <a:pt x="963055" y="722429"/>
                  </a:lnTo>
                  <a:lnTo>
                    <a:pt x="962395" y="722429"/>
                  </a:lnTo>
                  <a:lnTo>
                    <a:pt x="961734" y="722429"/>
                  </a:lnTo>
                  <a:lnTo>
                    <a:pt x="961074" y="722429"/>
                  </a:lnTo>
                  <a:lnTo>
                    <a:pt x="960413" y="722429"/>
                  </a:lnTo>
                  <a:lnTo>
                    <a:pt x="959753" y="722429"/>
                  </a:lnTo>
                  <a:lnTo>
                    <a:pt x="959092" y="722429"/>
                  </a:lnTo>
                  <a:lnTo>
                    <a:pt x="958432" y="722429"/>
                  </a:lnTo>
                  <a:lnTo>
                    <a:pt x="957771" y="722429"/>
                  </a:lnTo>
                  <a:lnTo>
                    <a:pt x="957111" y="722429"/>
                  </a:lnTo>
                  <a:lnTo>
                    <a:pt x="956450" y="722429"/>
                  </a:lnTo>
                  <a:lnTo>
                    <a:pt x="955789" y="722429"/>
                  </a:lnTo>
                  <a:lnTo>
                    <a:pt x="955129" y="722429"/>
                  </a:lnTo>
                  <a:lnTo>
                    <a:pt x="954468" y="722429"/>
                  </a:lnTo>
                  <a:lnTo>
                    <a:pt x="953808" y="722429"/>
                  </a:lnTo>
                  <a:lnTo>
                    <a:pt x="953147" y="722429"/>
                  </a:lnTo>
                  <a:lnTo>
                    <a:pt x="952487" y="722429"/>
                  </a:lnTo>
                  <a:lnTo>
                    <a:pt x="951826" y="722429"/>
                  </a:lnTo>
                  <a:lnTo>
                    <a:pt x="951166" y="722429"/>
                  </a:lnTo>
                  <a:lnTo>
                    <a:pt x="950505" y="722429"/>
                  </a:lnTo>
                  <a:lnTo>
                    <a:pt x="949845" y="722429"/>
                  </a:lnTo>
                  <a:lnTo>
                    <a:pt x="949184" y="722429"/>
                  </a:lnTo>
                  <a:lnTo>
                    <a:pt x="948524" y="722429"/>
                  </a:lnTo>
                  <a:lnTo>
                    <a:pt x="947863" y="722429"/>
                  </a:lnTo>
                  <a:lnTo>
                    <a:pt x="947203" y="722429"/>
                  </a:lnTo>
                  <a:lnTo>
                    <a:pt x="946542" y="722429"/>
                  </a:lnTo>
                  <a:lnTo>
                    <a:pt x="945881" y="722429"/>
                  </a:lnTo>
                  <a:lnTo>
                    <a:pt x="945221" y="722429"/>
                  </a:lnTo>
                  <a:lnTo>
                    <a:pt x="944560" y="722429"/>
                  </a:lnTo>
                  <a:lnTo>
                    <a:pt x="943900" y="722429"/>
                  </a:lnTo>
                  <a:lnTo>
                    <a:pt x="943239" y="722429"/>
                  </a:lnTo>
                  <a:lnTo>
                    <a:pt x="942579" y="722429"/>
                  </a:lnTo>
                  <a:lnTo>
                    <a:pt x="941918" y="722429"/>
                  </a:lnTo>
                  <a:lnTo>
                    <a:pt x="941258" y="722429"/>
                  </a:lnTo>
                  <a:lnTo>
                    <a:pt x="940597" y="722429"/>
                  </a:lnTo>
                  <a:lnTo>
                    <a:pt x="939937" y="722429"/>
                  </a:lnTo>
                  <a:lnTo>
                    <a:pt x="939276" y="722429"/>
                  </a:lnTo>
                  <a:lnTo>
                    <a:pt x="938616" y="722429"/>
                  </a:lnTo>
                  <a:lnTo>
                    <a:pt x="937955" y="722429"/>
                  </a:lnTo>
                  <a:lnTo>
                    <a:pt x="937295" y="722429"/>
                  </a:lnTo>
                  <a:lnTo>
                    <a:pt x="936634" y="722429"/>
                  </a:lnTo>
                  <a:lnTo>
                    <a:pt x="935973" y="722429"/>
                  </a:lnTo>
                  <a:lnTo>
                    <a:pt x="935313" y="722429"/>
                  </a:lnTo>
                  <a:lnTo>
                    <a:pt x="934652" y="722429"/>
                  </a:lnTo>
                  <a:lnTo>
                    <a:pt x="933992" y="722429"/>
                  </a:lnTo>
                  <a:lnTo>
                    <a:pt x="933331" y="722429"/>
                  </a:lnTo>
                  <a:lnTo>
                    <a:pt x="932671" y="722429"/>
                  </a:lnTo>
                  <a:lnTo>
                    <a:pt x="932010" y="722429"/>
                  </a:lnTo>
                  <a:lnTo>
                    <a:pt x="931350" y="722429"/>
                  </a:lnTo>
                  <a:lnTo>
                    <a:pt x="930689" y="722429"/>
                  </a:lnTo>
                  <a:lnTo>
                    <a:pt x="930029" y="722429"/>
                  </a:lnTo>
                  <a:lnTo>
                    <a:pt x="929368" y="722429"/>
                  </a:lnTo>
                  <a:lnTo>
                    <a:pt x="928708" y="722429"/>
                  </a:lnTo>
                  <a:lnTo>
                    <a:pt x="928047" y="722429"/>
                  </a:lnTo>
                  <a:lnTo>
                    <a:pt x="927387" y="722429"/>
                  </a:lnTo>
                  <a:lnTo>
                    <a:pt x="926726" y="722429"/>
                  </a:lnTo>
                  <a:lnTo>
                    <a:pt x="926066" y="722429"/>
                  </a:lnTo>
                  <a:lnTo>
                    <a:pt x="925405" y="722429"/>
                  </a:lnTo>
                  <a:lnTo>
                    <a:pt x="924744" y="722429"/>
                  </a:lnTo>
                  <a:lnTo>
                    <a:pt x="924084" y="722429"/>
                  </a:lnTo>
                  <a:lnTo>
                    <a:pt x="923423" y="722429"/>
                  </a:lnTo>
                  <a:lnTo>
                    <a:pt x="922763" y="722429"/>
                  </a:lnTo>
                  <a:lnTo>
                    <a:pt x="922102" y="722429"/>
                  </a:lnTo>
                  <a:lnTo>
                    <a:pt x="921442" y="722429"/>
                  </a:lnTo>
                  <a:lnTo>
                    <a:pt x="920781" y="722429"/>
                  </a:lnTo>
                  <a:lnTo>
                    <a:pt x="920121" y="722429"/>
                  </a:lnTo>
                  <a:lnTo>
                    <a:pt x="919460" y="722429"/>
                  </a:lnTo>
                  <a:lnTo>
                    <a:pt x="918800" y="722429"/>
                  </a:lnTo>
                  <a:lnTo>
                    <a:pt x="918139" y="722429"/>
                  </a:lnTo>
                  <a:lnTo>
                    <a:pt x="917479" y="722429"/>
                  </a:lnTo>
                  <a:lnTo>
                    <a:pt x="916818" y="722429"/>
                  </a:lnTo>
                  <a:lnTo>
                    <a:pt x="916158" y="722429"/>
                  </a:lnTo>
                  <a:lnTo>
                    <a:pt x="915497" y="722429"/>
                  </a:lnTo>
                  <a:lnTo>
                    <a:pt x="914836" y="722429"/>
                  </a:lnTo>
                  <a:lnTo>
                    <a:pt x="914176" y="722429"/>
                  </a:lnTo>
                  <a:lnTo>
                    <a:pt x="913515" y="722429"/>
                  </a:lnTo>
                  <a:lnTo>
                    <a:pt x="912855" y="722429"/>
                  </a:lnTo>
                  <a:lnTo>
                    <a:pt x="912194" y="722429"/>
                  </a:lnTo>
                  <a:lnTo>
                    <a:pt x="911534" y="722429"/>
                  </a:lnTo>
                  <a:lnTo>
                    <a:pt x="910873" y="722429"/>
                  </a:lnTo>
                  <a:lnTo>
                    <a:pt x="910213" y="722429"/>
                  </a:lnTo>
                  <a:lnTo>
                    <a:pt x="909552" y="722429"/>
                  </a:lnTo>
                  <a:lnTo>
                    <a:pt x="908892" y="722429"/>
                  </a:lnTo>
                  <a:lnTo>
                    <a:pt x="908231" y="722429"/>
                  </a:lnTo>
                  <a:lnTo>
                    <a:pt x="907571" y="722429"/>
                  </a:lnTo>
                  <a:lnTo>
                    <a:pt x="906910" y="722429"/>
                  </a:lnTo>
                  <a:lnTo>
                    <a:pt x="906250" y="722429"/>
                  </a:lnTo>
                  <a:lnTo>
                    <a:pt x="905589" y="722429"/>
                  </a:lnTo>
                  <a:lnTo>
                    <a:pt x="904928" y="722429"/>
                  </a:lnTo>
                  <a:lnTo>
                    <a:pt x="904268" y="722429"/>
                  </a:lnTo>
                  <a:lnTo>
                    <a:pt x="903607" y="722429"/>
                  </a:lnTo>
                  <a:lnTo>
                    <a:pt x="902947" y="722429"/>
                  </a:lnTo>
                  <a:lnTo>
                    <a:pt x="902286" y="722429"/>
                  </a:lnTo>
                  <a:lnTo>
                    <a:pt x="901626" y="722429"/>
                  </a:lnTo>
                  <a:lnTo>
                    <a:pt x="900965" y="722429"/>
                  </a:lnTo>
                  <a:lnTo>
                    <a:pt x="900305" y="722429"/>
                  </a:lnTo>
                  <a:lnTo>
                    <a:pt x="899644" y="722429"/>
                  </a:lnTo>
                  <a:lnTo>
                    <a:pt x="898984" y="722429"/>
                  </a:lnTo>
                  <a:lnTo>
                    <a:pt x="898323" y="722429"/>
                  </a:lnTo>
                  <a:lnTo>
                    <a:pt x="897663" y="722429"/>
                  </a:lnTo>
                  <a:lnTo>
                    <a:pt x="897002" y="722429"/>
                  </a:lnTo>
                  <a:lnTo>
                    <a:pt x="896342" y="722429"/>
                  </a:lnTo>
                  <a:lnTo>
                    <a:pt x="895681" y="722429"/>
                  </a:lnTo>
                  <a:lnTo>
                    <a:pt x="895021" y="722429"/>
                  </a:lnTo>
                  <a:lnTo>
                    <a:pt x="894360" y="722429"/>
                  </a:lnTo>
                  <a:lnTo>
                    <a:pt x="893699" y="722429"/>
                  </a:lnTo>
                  <a:lnTo>
                    <a:pt x="893039" y="722429"/>
                  </a:lnTo>
                  <a:lnTo>
                    <a:pt x="892378" y="722429"/>
                  </a:lnTo>
                  <a:lnTo>
                    <a:pt x="891718" y="722429"/>
                  </a:lnTo>
                  <a:lnTo>
                    <a:pt x="891057" y="722429"/>
                  </a:lnTo>
                  <a:lnTo>
                    <a:pt x="890397" y="722429"/>
                  </a:lnTo>
                  <a:lnTo>
                    <a:pt x="889736" y="722429"/>
                  </a:lnTo>
                  <a:lnTo>
                    <a:pt x="889076" y="722429"/>
                  </a:lnTo>
                  <a:lnTo>
                    <a:pt x="888415" y="722429"/>
                  </a:lnTo>
                  <a:lnTo>
                    <a:pt x="887755" y="722429"/>
                  </a:lnTo>
                  <a:lnTo>
                    <a:pt x="887094" y="722429"/>
                  </a:lnTo>
                  <a:lnTo>
                    <a:pt x="886434" y="722429"/>
                  </a:lnTo>
                  <a:lnTo>
                    <a:pt x="885773" y="722429"/>
                  </a:lnTo>
                  <a:lnTo>
                    <a:pt x="885113" y="722429"/>
                  </a:lnTo>
                  <a:lnTo>
                    <a:pt x="884452" y="722429"/>
                  </a:lnTo>
                  <a:lnTo>
                    <a:pt x="883791" y="722429"/>
                  </a:lnTo>
                  <a:lnTo>
                    <a:pt x="883131" y="722429"/>
                  </a:lnTo>
                  <a:lnTo>
                    <a:pt x="882470" y="722429"/>
                  </a:lnTo>
                  <a:lnTo>
                    <a:pt x="881810" y="722429"/>
                  </a:lnTo>
                  <a:lnTo>
                    <a:pt x="881149" y="722429"/>
                  </a:lnTo>
                  <a:lnTo>
                    <a:pt x="880489" y="722429"/>
                  </a:lnTo>
                  <a:lnTo>
                    <a:pt x="879828" y="722429"/>
                  </a:lnTo>
                  <a:lnTo>
                    <a:pt x="879168" y="722429"/>
                  </a:lnTo>
                  <a:lnTo>
                    <a:pt x="878507" y="722429"/>
                  </a:lnTo>
                  <a:lnTo>
                    <a:pt x="877847" y="722429"/>
                  </a:lnTo>
                  <a:lnTo>
                    <a:pt x="877186" y="722429"/>
                  </a:lnTo>
                  <a:lnTo>
                    <a:pt x="876526" y="722429"/>
                  </a:lnTo>
                  <a:lnTo>
                    <a:pt x="875865" y="722429"/>
                  </a:lnTo>
                  <a:lnTo>
                    <a:pt x="875205" y="722429"/>
                  </a:lnTo>
                  <a:lnTo>
                    <a:pt x="874544" y="722429"/>
                  </a:lnTo>
                  <a:lnTo>
                    <a:pt x="873883" y="722429"/>
                  </a:lnTo>
                  <a:lnTo>
                    <a:pt x="873223" y="722429"/>
                  </a:lnTo>
                  <a:lnTo>
                    <a:pt x="872562" y="722429"/>
                  </a:lnTo>
                  <a:lnTo>
                    <a:pt x="871902" y="722429"/>
                  </a:lnTo>
                  <a:lnTo>
                    <a:pt x="871241" y="722429"/>
                  </a:lnTo>
                  <a:lnTo>
                    <a:pt x="870581" y="722429"/>
                  </a:lnTo>
                  <a:lnTo>
                    <a:pt x="869920" y="722429"/>
                  </a:lnTo>
                  <a:lnTo>
                    <a:pt x="869260" y="722429"/>
                  </a:lnTo>
                  <a:lnTo>
                    <a:pt x="868599" y="722429"/>
                  </a:lnTo>
                  <a:lnTo>
                    <a:pt x="867939" y="722429"/>
                  </a:lnTo>
                  <a:lnTo>
                    <a:pt x="867278" y="722429"/>
                  </a:lnTo>
                  <a:lnTo>
                    <a:pt x="866618" y="722429"/>
                  </a:lnTo>
                  <a:lnTo>
                    <a:pt x="865957" y="722429"/>
                  </a:lnTo>
                  <a:lnTo>
                    <a:pt x="865297" y="722429"/>
                  </a:lnTo>
                  <a:lnTo>
                    <a:pt x="864636" y="722429"/>
                  </a:lnTo>
                  <a:lnTo>
                    <a:pt x="863975" y="722429"/>
                  </a:lnTo>
                  <a:lnTo>
                    <a:pt x="863315" y="722429"/>
                  </a:lnTo>
                  <a:lnTo>
                    <a:pt x="862654" y="722429"/>
                  </a:lnTo>
                  <a:lnTo>
                    <a:pt x="861994" y="722429"/>
                  </a:lnTo>
                  <a:lnTo>
                    <a:pt x="861333" y="722429"/>
                  </a:lnTo>
                  <a:lnTo>
                    <a:pt x="860673" y="722429"/>
                  </a:lnTo>
                  <a:lnTo>
                    <a:pt x="860012" y="722429"/>
                  </a:lnTo>
                  <a:lnTo>
                    <a:pt x="859352" y="722429"/>
                  </a:lnTo>
                  <a:lnTo>
                    <a:pt x="858691" y="722429"/>
                  </a:lnTo>
                  <a:lnTo>
                    <a:pt x="858031" y="722429"/>
                  </a:lnTo>
                  <a:lnTo>
                    <a:pt x="857370" y="722429"/>
                  </a:lnTo>
                  <a:lnTo>
                    <a:pt x="856710" y="722429"/>
                  </a:lnTo>
                  <a:lnTo>
                    <a:pt x="856049" y="722429"/>
                  </a:lnTo>
                  <a:lnTo>
                    <a:pt x="855389" y="722429"/>
                  </a:lnTo>
                  <a:lnTo>
                    <a:pt x="854728" y="722429"/>
                  </a:lnTo>
                  <a:lnTo>
                    <a:pt x="854068" y="722429"/>
                  </a:lnTo>
                  <a:lnTo>
                    <a:pt x="853407" y="722429"/>
                  </a:lnTo>
                  <a:lnTo>
                    <a:pt x="852746" y="722429"/>
                  </a:lnTo>
                  <a:lnTo>
                    <a:pt x="852086" y="722429"/>
                  </a:lnTo>
                  <a:lnTo>
                    <a:pt x="851425" y="722429"/>
                  </a:lnTo>
                  <a:lnTo>
                    <a:pt x="850765" y="722429"/>
                  </a:lnTo>
                  <a:lnTo>
                    <a:pt x="850104" y="722429"/>
                  </a:lnTo>
                  <a:lnTo>
                    <a:pt x="849444" y="722429"/>
                  </a:lnTo>
                  <a:lnTo>
                    <a:pt x="848783" y="722429"/>
                  </a:lnTo>
                  <a:lnTo>
                    <a:pt x="848123" y="722429"/>
                  </a:lnTo>
                  <a:lnTo>
                    <a:pt x="847462" y="722429"/>
                  </a:lnTo>
                  <a:lnTo>
                    <a:pt x="846802" y="722429"/>
                  </a:lnTo>
                  <a:lnTo>
                    <a:pt x="846141" y="722429"/>
                  </a:lnTo>
                  <a:lnTo>
                    <a:pt x="845481" y="722429"/>
                  </a:lnTo>
                  <a:lnTo>
                    <a:pt x="844820" y="722429"/>
                  </a:lnTo>
                  <a:lnTo>
                    <a:pt x="844160" y="722429"/>
                  </a:lnTo>
                  <a:lnTo>
                    <a:pt x="843499" y="722429"/>
                  </a:lnTo>
                  <a:lnTo>
                    <a:pt x="842838" y="722429"/>
                  </a:lnTo>
                  <a:lnTo>
                    <a:pt x="842178" y="722429"/>
                  </a:lnTo>
                  <a:lnTo>
                    <a:pt x="841517" y="722429"/>
                  </a:lnTo>
                  <a:lnTo>
                    <a:pt x="840857" y="722429"/>
                  </a:lnTo>
                  <a:lnTo>
                    <a:pt x="840196" y="722429"/>
                  </a:lnTo>
                  <a:lnTo>
                    <a:pt x="839536" y="722429"/>
                  </a:lnTo>
                  <a:lnTo>
                    <a:pt x="838875" y="722429"/>
                  </a:lnTo>
                  <a:lnTo>
                    <a:pt x="838215" y="722429"/>
                  </a:lnTo>
                  <a:lnTo>
                    <a:pt x="837554" y="722429"/>
                  </a:lnTo>
                  <a:lnTo>
                    <a:pt x="836894" y="722429"/>
                  </a:lnTo>
                  <a:lnTo>
                    <a:pt x="836233" y="722429"/>
                  </a:lnTo>
                  <a:lnTo>
                    <a:pt x="835573" y="722429"/>
                  </a:lnTo>
                  <a:lnTo>
                    <a:pt x="834912" y="722429"/>
                  </a:lnTo>
                  <a:lnTo>
                    <a:pt x="834252" y="722429"/>
                  </a:lnTo>
                  <a:lnTo>
                    <a:pt x="833591" y="722429"/>
                  </a:lnTo>
                  <a:lnTo>
                    <a:pt x="832930" y="722429"/>
                  </a:lnTo>
                  <a:lnTo>
                    <a:pt x="832270" y="722429"/>
                  </a:lnTo>
                  <a:lnTo>
                    <a:pt x="831609" y="722429"/>
                  </a:lnTo>
                  <a:lnTo>
                    <a:pt x="830949" y="722429"/>
                  </a:lnTo>
                  <a:lnTo>
                    <a:pt x="830288" y="722429"/>
                  </a:lnTo>
                  <a:lnTo>
                    <a:pt x="829628" y="722429"/>
                  </a:lnTo>
                  <a:lnTo>
                    <a:pt x="828967" y="722429"/>
                  </a:lnTo>
                  <a:lnTo>
                    <a:pt x="828307" y="722429"/>
                  </a:lnTo>
                  <a:lnTo>
                    <a:pt x="827646" y="722429"/>
                  </a:lnTo>
                  <a:lnTo>
                    <a:pt x="826986" y="722429"/>
                  </a:lnTo>
                  <a:lnTo>
                    <a:pt x="826325" y="722429"/>
                  </a:lnTo>
                  <a:lnTo>
                    <a:pt x="825665" y="722429"/>
                  </a:lnTo>
                  <a:lnTo>
                    <a:pt x="825004" y="722429"/>
                  </a:lnTo>
                  <a:lnTo>
                    <a:pt x="824344" y="722429"/>
                  </a:lnTo>
                  <a:lnTo>
                    <a:pt x="823683" y="722429"/>
                  </a:lnTo>
                  <a:lnTo>
                    <a:pt x="823023" y="722429"/>
                  </a:lnTo>
                  <a:lnTo>
                    <a:pt x="822362" y="722429"/>
                  </a:lnTo>
                  <a:lnTo>
                    <a:pt x="821701" y="722429"/>
                  </a:lnTo>
                  <a:lnTo>
                    <a:pt x="821041" y="722429"/>
                  </a:lnTo>
                  <a:lnTo>
                    <a:pt x="820380" y="722429"/>
                  </a:lnTo>
                  <a:lnTo>
                    <a:pt x="819720" y="722429"/>
                  </a:lnTo>
                  <a:lnTo>
                    <a:pt x="819059" y="722429"/>
                  </a:lnTo>
                  <a:lnTo>
                    <a:pt x="818399" y="722429"/>
                  </a:lnTo>
                  <a:lnTo>
                    <a:pt x="817738" y="722429"/>
                  </a:lnTo>
                  <a:lnTo>
                    <a:pt x="817078" y="722429"/>
                  </a:lnTo>
                  <a:lnTo>
                    <a:pt x="816417" y="722429"/>
                  </a:lnTo>
                  <a:lnTo>
                    <a:pt x="815757" y="722429"/>
                  </a:lnTo>
                  <a:lnTo>
                    <a:pt x="815096" y="722429"/>
                  </a:lnTo>
                  <a:lnTo>
                    <a:pt x="814436" y="722429"/>
                  </a:lnTo>
                  <a:lnTo>
                    <a:pt x="813775" y="722429"/>
                  </a:lnTo>
                  <a:lnTo>
                    <a:pt x="813115" y="722429"/>
                  </a:lnTo>
                  <a:lnTo>
                    <a:pt x="812454" y="722429"/>
                  </a:lnTo>
                  <a:lnTo>
                    <a:pt x="811793" y="722429"/>
                  </a:lnTo>
                  <a:lnTo>
                    <a:pt x="811133" y="722429"/>
                  </a:lnTo>
                  <a:lnTo>
                    <a:pt x="810472" y="722429"/>
                  </a:lnTo>
                  <a:lnTo>
                    <a:pt x="809812" y="722429"/>
                  </a:lnTo>
                  <a:lnTo>
                    <a:pt x="809151" y="722429"/>
                  </a:lnTo>
                  <a:lnTo>
                    <a:pt x="808491" y="722429"/>
                  </a:lnTo>
                  <a:lnTo>
                    <a:pt x="807830" y="722429"/>
                  </a:lnTo>
                  <a:lnTo>
                    <a:pt x="807170" y="722429"/>
                  </a:lnTo>
                  <a:lnTo>
                    <a:pt x="806509" y="722429"/>
                  </a:lnTo>
                  <a:lnTo>
                    <a:pt x="805849" y="722429"/>
                  </a:lnTo>
                  <a:lnTo>
                    <a:pt x="805188" y="722429"/>
                  </a:lnTo>
                  <a:lnTo>
                    <a:pt x="804528" y="722429"/>
                  </a:lnTo>
                  <a:lnTo>
                    <a:pt x="803867" y="722429"/>
                  </a:lnTo>
                  <a:lnTo>
                    <a:pt x="803207" y="722429"/>
                  </a:lnTo>
                  <a:lnTo>
                    <a:pt x="802546" y="722429"/>
                  </a:lnTo>
                  <a:lnTo>
                    <a:pt x="801885" y="722429"/>
                  </a:lnTo>
                  <a:lnTo>
                    <a:pt x="801225" y="722429"/>
                  </a:lnTo>
                  <a:lnTo>
                    <a:pt x="800564" y="722429"/>
                  </a:lnTo>
                  <a:lnTo>
                    <a:pt x="799904" y="722429"/>
                  </a:lnTo>
                  <a:lnTo>
                    <a:pt x="799243" y="722429"/>
                  </a:lnTo>
                  <a:lnTo>
                    <a:pt x="798583" y="722429"/>
                  </a:lnTo>
                  <a:lnTo>
                    <a:pt x="797922" y="722429"/>
                  </a:lnTo>
                  <a:lnTo>
                    <a:pt x="797262" y="722429"/>
                  </a:lnTo>
                  <a:lnTo>
                    <a:pt x="796601" y="722429"/>
                  </a:lnTo>
                  <a:lnTo>
                    <a:pt x="795941" y="722429"/>
                  </a:lnTo>
                  <a:lnTo>
                    <a:pt x="795280" y="722429"/>
                  </a:lnTo>
                  <a:lnTo>
                    <a:pt x="794620" y="722429"/>
                  </a:lnTo>
                  <a:lnTo>
                    <a:pt x="793959" y="722429"/>
                  </a:lnTo>
                  <a:lnTo>
                    <a:pt x="793299" y="722429"/>
                  </a:lnTo>
                  <a:lnTo>
                    <a:pt x="792638" y="722429"/>
                  </a:lnTo>
                  <a:lnTo>
                    <a:pt x="791977" y="722429"/>
                  </a:lnTo>
                  <a:lnTo>
                    <a:pt x="791317" y="722429"/>
                  </a:lnTo>
                  <a:lnTo>
                    <a:pt x="790656" y="722429"/>
                  </a:lnTo>
                  <a:lnTo>
                    <a:pt x="789996" y="722429"/>
                  </a:lnTo>
                  <a:lnTo>
                    <a:pt x="789335" y="722429"/>
                  </a:lnTo>
                  <a:lnTo>
                    <a:pt x="788675" y="722429"/>
                  </a:lnTo>
                  <a:lnTo>
                    <a:pt x="788014" y="722429"/>
                  </a:lnTo>
                  <a:lnTo>
                    <a:pt x="787354" y="722429"/>
                  </a:lnTo>
                  <a:lnTo>
                    <a:pt x="786693" y="722429"/>
                  </a:lnTo>
                  <a:lnTo>
                    <a:pt x="786033" y="722429"/>
                  </a:lnTo>
                  <a:lnTo>
                    <a:pt x="785372" y="722429"/>
                  </a:lnTo>
                  <a:lnTo>
                    <a:pt x="784712" y="722429"/>
                  </a:lnTo>
                  <a:lnTo>
                    <a:pt x="784051" y="722429"/>
                  </a:lnTo>
                  <a:lnTo>
                    <a:pt x="783391" y="722429"/>
                  </a:lnTo>
                  <a:lnTo>
                    <a:pt x="782730" y="722429"/>
                  </a:lnTo>
                  <a:lnTo>
                    <a:pt x="782070" y="722429"/>
                  </a:lnTo>
                  <a:lnTo>
                    <a:pt x="781409" y="722429"/>
                  </a:lnTo>
                  <a:lnTo>
                    <a:pt x="780748" y="722429"/>
                  </a:lnTo>
                  <a:lnTo>
                    <a:pt x="780088" y="722429"/>
                  </a:lnTo>
                  <a:lnTo>
                    <a:pt x="779427" y="722429"/>
                  </a:lnTo>
                  <a:lnTo>
                    <a:pt x="778767" y="722429"/>
                  </a:lnTo>
                  <a:lnTo>
                    <a:pt x="778106" y="722429"/>
                  </a:lnTo>
                  <a:lnTo>
                    <a:pt x="777446" y="722429"/>
                  </a:lnTo>
                  <a:lnTo>
                    <a:pt x="776785" y="722429"/>
                  </a:lnTo>
                  <a:lnTo>
                    <a:pt x="776125" y="722429"/>
                  </a:lnTo>
                  <a:lnTo>
                    <a:pt x="775464" y="722429"/>
                  </a:lnTo>
                  <a:lnTo>
                    <a:pt x="774804" y="722429"/>
                  </a:lnTo>
                  <a:lnTo>
                    <a:pt x="774143" y="722429"/>
                  </a:lnTo>
                  <a:lnTo>
                    <a:pt x="773483" y="722429"/>
                  </a:lnTo>
                  <a:lnTo>
                    <a:pt x="772822" y="722429"/>
                  </a:lnTo>
                  <a:lnTo>
                    <a:pt x="772162" y="722429"/>
                  </a:lnTo>
                  <a:lnTo>
                    <a:pt x="771501" y="722429"/>
                  </a:lnTo>
                  <a:lnTo>
                    <a:pt x="770840" y="722429"/>
                  </a:lnTo>
                  <a:lnTo>
                    <a:pt x="770180" y="722429"/>
                  </a:lnTo>
                  <a:lnTo>
                    <a:pt x="769519" y="722429"/>
                  </a:lnTo>
                  <a:lnTo>
                    <a:pt x="768859" y="722429"/>
                  </a:lnTo>
                  <a:lnTo>
                    <a:pt x="768198" y="722429"/>
                  </a:lnTo>
                  <a:lnTo>
                    <a:pt x="767538" y="722429"/>
                  </a:lnTo>
                  <a:lnTo>
                    <a:pt x="766877" y="722429"/>
                  </a:lnTo>
                  <a:lnTo>
                    <a:pt x="766217" y="722429"/>
                  </a:lnTo>
                  <a:lnTo>
                    <a:pt x="765556" y="722429"/>
                  </a:lnTo>
                  <a:lnTo>
                    <a:pt x="764896" y="722429"/>
                  </a:lnTo>
                  <a:lnTo>
                    <a:pt x="764235" y="722429"/>
                  </a:lnTo>
                  <a:lnTo>
                    <a:pt x="763575" y="722429"/>
                  </a:lnTo>
                  <a:lnTo>
                    <a:pt x="762914" y="722429"/>
                  </a:lnTo>
                  <a:lnTo>
                    <a:pt x="762254" y="722429"/>
                  </a:lnTo>
                  <a:lnTo>
                    <a:pt x="761593" y="722429"/>
                  </a:lnTo>
                  <a:lnTo>
                    <a:pt x="760932" y="722429"/>
                  </a:lnTo>
                  <a:lnTo>
                    <a:pt x="760272" y="722429"/>
                  </a:lnTo>
                  <a:lnTo>
                    <a:pt x="759611" y="722429"/>
                  </a:lnTo>
                  <a:lnTo>
                    <a:pt x="758951" y="722429"/>
                  </a:lnTo>
                  <a:lnTo>
                    <a:pt x="758290" y="722429"/>
                  </a:lnTo>
                  <a:lnTo>
                    <a:pt x="757630" y="722429"/>
                  </a:lnTo>
                  <a:lnTo>
                    <a:pt x="756969" y="722429"/>
                  </a:lnTo>
                  <a:lnTo>
                    <a:pt x="756309" y="722429"/>
                  </a:lnTo>
                  <a:lnTo>
                    <a:pt x="755648" y="722429"/>
                  </a:lnTo>
                  <a:lnTo>
                    <a:pt x="754988" y="722429"/>
                  </a:lnTo>
                  <a:lnTo>
                    <a:pt x="754327" y="722429"/>
                  </a:lnTo>
                  <a:lnTo>
                    <a:pt x="753667" y="722429"/>
                  </a:lnTo>
                  <a:lnTo>
                    <a:pt x="753006" y="722429"/>
                  </a:lnTo>
                  <a:lnTo>
                    <a:pt x="752346" y="722429"/>
                  </a:lnTo>
                  <a:lnTo>
                    <a:pt x="751685" y="722429"/>
                  </a:lnTo>
                  <a:lnTo>
                    <a:pt x="751025" y="722429"/>
                  </a:lnTo>
                  <a:lnTo>
                    <a:pt x="750364" y="722429"/>
                  </a:lnTo>
                  <a:lnTo>
                    <a:pt x="749703" y="722429"/>
                  </a:lnTo>
                  <a:lnTo>
                    <a:pt x="749043" y="722429"/>
                  </a:lnTo>
                  <a:lnTo>
                    <a:pt x="748382" y="722429"/>
                  </a:lnTo>
                  <a:lnTo>
                    <a:pt x="747722" y="722429"/>
                  </a:lnTo>
                  <a:lnTo>
                    <a:pt x="747061" y="722429"/>
                  </a:lnTo>
                  <a:lnTo>
                    <a:pt x="746401" y="722429"/>
                  </a:lnTo>
                  <a:lnTo>
                    <a:pt x="745740" y="722429"/>
                  </a:lnTo>
                  <a:lnTo>
                    <a:pt x="745080" y="722429"/>
                  </a:lnTo>
                  <a:lnTo>
                    <a:pt x="744419" y="722429"/>
                  </a:lnTo>
                  <a:lnTo>
                    <a:pt x="743759" y="722429"/>
                  </a:lnTo>
                  <a:lnTo>
                    <a:pt x="743098" y="722429"/>
                  </a:lnTo>
                  <a:lnTo>
                    <a:pt x="742438" y="722429"/>
                  </a:lnTo>
                  <a:lnTo>
                    <a:pt x="741777" y="722429"/>
                  </a:lnTo>
                  <a:lnTo>
                    <a:pt x="741117" y="722429"/>
                  </a:lnTo>
                  <a:lnTo>
                    <a:pt x="740456" y="722429"/>
                  </a:lnTo>
                  <a:lnTo>
                    <a:pt x="739795" y="722429"/>
                  </a:lnTo>
                  <a:lnTo>
                    <a:pt x="739135" y="722429"/>
                  </a:lnTo>
                  <a:lnTo>
                    <a:pt x="738474" y="722429"/>
                  </a:lnTo>
                  <a:lnTo>
                    <a:pt x="737814" y="722429"/>
                  </a:lnTo>
                  <a:lnTo>
                    <a:pt x="737153" y="722429"/>
                  </a:lnTo>
                  <a:lnTo>
                    <a:pt x="736493" y="722429"/>
                  </a:lnTo>
                  <a:lnTo>
                    <a:pt x="735832" y="722429"/>
                  </a:lnTo>
                  <a:lnTo>
                    <a:pt x="735172" y="722429"/>
                  </a:lnTo>
                  <a:lnTo>
                    <a:pt x="734511" y="722429"/>
                  </a:lnTo>
                  <a:lnTo>
                    <a:pt x="733851" y="722429"/>
                  </a:lnTo>
                  <a:lnTo>
                    <a:pt x="733190" y="722429"/>
                  </a:lnTo>
                  <a:lnTo>
                    <a:pt x="732530" y="722429"/>
                  </a:lnTo>
                  <a:lnTo>
                    <a:pt x="731869" y="722429"/>
                  </a:lnTo>
                  <a:lnTo>
                    <a:pt x="731209" y="722429"/>
                  </a:lnTo>
                  <a:lnTo>
                    <a:pt x="730548" y="722429"/>
                  </a:lnTo>
                  <a:lnTo>
                    <a:pt x="729887" y="722429"/>
                  </a:lnTo>
                  <a:lnTo>
                    <a:pt x="729227" y="722429"/>
                  </a:lnTo>
                  <a:lnTo>
                    <a:pt x="728566" y="722429"/>
                  </a:lnTo>
                  <a:lnTo>
                    <a:pt x="727906" y="722429"/>
                  </a:lnTo>
                  <a:lnTo>
                    <a:pt x="727245" y="722429"/>
                  </a:lnTo>
                  <a:lnTo>
                    <a:pt x="726585" y="722429"/>
                  </a:lnTo>
                  <a:lnTo>
                    <a:pt x="725924" y="722429"/>
                  </a:lnTo>
                  <a:lnTo>
                    <a:pt x="725264" y="722429"/>
                  </a:lnTo>
                  <a:lnTo>
                    <a:pt x="724603" y="722429"/>
                  </a:lnTo>
                  <a:lnTo>
                    <a:pt x="723943" y="722429"/>
                  </a:lnTo>
                  <a:lnTo>
                    <a:pt x="723282" y="722429"/>
                  </a:lnTo>
                  <a:lnTo>
                    <a:pt x="722622" y="722429"/>
                  </a:lnTo>
                  <a:lnTo>
                    <a:pt x="721961" y="722429"/>
                  </a:lnTo>
                  <a:lnTo>
                    <a:pt x="721301" y="722429"/>
                  </a:lnTo>
                  <a:lnTo>
                    <a:pt x="720640" y="722429"/>
                  </a:lnTo>
                  <a:lnTo>
                    <a:pt x="719979" y="722429"/>
                  </a:lnTo>
                  <a:lnTo>
                    <a:pt x="719319" y="722429"/>
                  </a:lnTo>
                  <a:lnTo>
                    <a:pt x="718658" y="722429"/>
                  </a:lnTo>
                  <a:lnTo>
                    <a:pt x="717998" y="722429"/>
                  </a:lnTo>
                  <a:lnTo>
                    <a:pt x="717337" y="722429"/>
                  </a:lnTo>
                  <a:lnTo>
                    <a:pt x="716677" y="722429"/>
                  </a:lnTo>
                  <a:lnTo>
                    <a:pt x="716016" y="722429"/>
                  </a:lnTo>
                  <a:lnTo>
                    <a:pt x="715356" y="722429"/>
                  </a:lnTo>
                  <a:lnTo>
                    <a:pt x="714695" y="722429"/>
                  </a:lnTo>
                  <a:lnTo>
                    <a:pt x="714035" y="722429"/>
                  </a:lnTo>
                  <a:lnTo>
                    <a:pt x="713374" y="722429"/>
                  </a:lnTo>
                  <a:lnTo>
                    <a:pt x="712714" y="722429"/>
                  </a:lnTo>
                  <a:lnTo>
                    <a:pt x="712053" y="722429"/>
                  </a:lnTo>
                  <a:lnTo>
                    <a:pt x="711393" y="722429"/>
                  </a:lnTo>
                  <a:lnTo>
                    <a:pt x="710732" y="722429"/>
                  </a:lnTo>
                  <a:lnTo>
                    <a:pt x="710072" y="722429"/>
                  </a:lnTo>
                  <a:lnTo>
                    <a:pt x="709411" y="722429"/>
                  </a:lnTo>
                  <a:lnTo>
                    <a:pt x="708750" y="722429"/>
                  </a:lnTo>
                  <a:lnTo>
                    <a:pt x="708090" y="722429"/>
                  </a:lnTo>
                  <a:lnTo>
                    <a:pt x="707429" y="722429"/>
                  </a:lnTo>
                  <a:lnTo>
                    <a:pt x="706769" y="722429"/>
                  </a:lnTo>
                  <a:lnTo>
                    <a:pt x="706108" y="722429"/>
                  </a:lnTo>
                  <a:lnTo>
                    <a:pt x="705448" y="722429"/>
                  </a:lnTo>
                  <a:lnTo>
                    <a:pt x="704787" y="722429"/>
                  </a:lnTo>
                  <a:lnTo>
                    <a:pt x="704127" y="722429"/>
                  </a:lnTo>
                  <a:lnTo>
                    <a:pt x="703466" y="722429"/>
                  </a:lnTo>
                  <a:lnTo>
                    <a:pt x="702806" y="722429"/>
                  </a:lnTo>
                  <a:lnTo>
                    <a:pt x="702145" y="722429"/>
                  </a:lnTo>
                  <a:lnTo>
                    <a:pt x="701485" y="722429"/>
                  </a:lnTo>
                  <a:lnTo>
                    <a:pt x="700824" y="722429"/>
                  </a:lnTo>
                  <a:lnTo>
                    <a:pt x="700164" y="722429"/>
                  </a:lnTo>
                  <a:lnTo>
                    <a:pt x="699503" y="722429"/>
                  </a:lnTo>
                  <a:lnTo>
                    <a:pt x="698842" y="722429"/>
                  </a:lnTo>
                  <a:lnTo>
                    <a:pt x="698182" y="722429"/>
                  </a:lnTo>
                  <a:lnTo>
                    <a:pt x="697521" y="722429"/>
                  </a:lnTo>
                  <a:lnTo>
                    <a:pt x="696861" y="722429"/>
                  </a:lnTo>
                  <a:lnTo>
                    <a:pt x="696200" y="722429"/>
                  </a:lnTo>
                  <a:lnTo>
                    <a:pt x="695540" y="722429"/>
                  </a:lnTo>
                  <a:lnTo>
                    <a:pt x="694879" y="722429"/>
                  </a:lnTo>
                  <a:lnTo>
                    <a:pt x="694219" y="722429"/>
                  </a:lnTo>
                  <a:lnTo>
                    <a:pt x="693558" y="722429"/>
                  </a:lnTo>
                  <a:lnTo>
                    <a:pt x="692898" y="722429"/>
                  </a:lnTo>
                  <a:lnTo>
                    <a:pt x="692237" y="722429"/>
                  </a:lnTo>
                  <a:lnTo>
                    <a:pt x="691577" y="722429"/>
                  </a:lnTo>
                  <a:lnTo>
                    <a:pt x="690916" y="722429"/>
                  </a:lnTo>
                  <a:lnTo>
                    <a:pt x="690256" y="722429"/>
                  </a:lnTo>
                  <a:lnTo>
                    <a:pt x="689595" y="722429"/>
                  </a:lnTo>
                  <a:lnTo>
                    <a:pt x="688934" y="722429"/>
                  </a:lnTo>
                  <a:lnTo>
                    <a:pt x="688274" y="722429"/>
                  </a:lnTo>
                  <a:lnTo>
                    <a:pt x="687613" y="722429"/>
                  </a:lnTo>
                  <a:lnTo>
                    <a:pt x="686953" y="722429"/>
                  </a:lnTo>
                  <a:lnTo>
                    <a:pt x="686292" y="722429"/>
                  </a:lnTo>
                  <a:lnTo>
                    <a:pt x="685632" y="722429"/>
                  </a:lnTo>
                  <a:lnTo>
                    <a:pt x="684971" y="722429"/>
                  </a:lnTo>
                  <a:lnTo>
                    <a:pt x="684311" y="722429"/>
                  </a:lnTo>
                  <a:lnTo>
                    <a:pt x="683650" y="722429"/>
                  </a:lnTo>
                  <a:lnTo>
                    <a:pt x="682990" y="722429"/>
                  </a:lnTo>
                  <a:lnTo>
                    <a:pt x="682329" y="722429"/>
                  </a:lnTo>
                  <a:lnTo>
                    <a:pt x="681669" y="722429"/>
                  </a:lnTo>
                  <a:lnTo>
                    <a:pt x="681008" y="722429"/>
                  </a:lnTo>
                  <a:lnTo>
                    <a:pt x="680348" y="722429"/>
                  </a:lnTo>
                  <a:lnTo>
                    <a:pt x="679687" y="722429"/>
                  </a:lnTo>
                  <a:lnTo>
                    <a:pt x="679027" y="722429"/>
                  </a:lnTo>
                  <a:lnTo>
                    <a:pt x="678366" y="722429"/>
                  </a:lnTo>
                  <a:lnTo>
                    <a:pt x="677705" y="722429"/>
                  </a:lnTo>
                  <a:lnTo>
                    <a:pt x="677045" y="722429"/>
                  </a:lnTo>
                  <a:lnTo>
                    <a:pt x="676384" y="722429"/>
                  </a:lnTo>
                  <a:lnTo>
                    <a:pt x="675724" y="722429"/>
                  </a:lnTo>
                  <a:lnTo>
                    <a:pt x="675063" y="722429"/>
                  </a:lnTo>
                  <a:lnTo>
                    <a:pt x="674403" y="722429"/>
                  </a:lnTo>
                  <a:lnTo>
                    <a:pt x="673742" y="722429"/>
                  </a:lnTo>
                  <a:lnTo>
                    <a:pt x="673082" y="722429"/>
                  </a:lnTo>
                  <a:lnTo>
                    <a:pt x="672421" y="722429"/>
                  </a:lnTo>
                  <a:lnTo>
                    <a:pt x="671761" y="722429"/>
                  </a:lnTo>
                  <a:lnTo>
                    <a:pt x="671100" y="722429"/>
                  </a:lnTo>
                  <a:lnTo>
                    <a:pt x="670440" y="722429"/>
                  </a:lnTo>
                  <a:lnTo>
                    <a:pt x="669779" y="722429"/>
                  </a:lnTo>
                  <a:lnTo>
                    <a:pt x="669119" y="722429"/>
                  </a:lnTo>
                  <a:lnTo>
                    <a:pt x="668458" y="722429"/>
                  </a:lnTo>
                  <a:lnTo>
                    <a:pt x="667797" y="722429"/>
                  </a:lnTo>
                  <a:lnTo>
                    <a:pt x="667137" y="722429"/>
                  </a:lnTo>
                  <a:lnTo>
                    <a:pt x="666476" y="722429"/>
                  </a:lnTo>
                  <a:lnTo>
                    <a:pt x="665816" y="722429"/>
                  </a:lnTo>
                  <a:lnTo>
                    <a:pt x="665155" y="722429"/>
                  </a:lnTo>
                  <a:lnTo>
                    <a:pt x="664495" y="722429"/>
                  </a:lnTo>
                  <a:lnTo>
                    <a:pt x="663834" y="722429"/>
                  </a:lnTo>
                  <a:lnTo>
                    <a:pt x="663174" y="722429"/>
                  </a:lnTo>
                  <a:lnTo>
                    <a:pt x="662513" y="722429"/>
                  </a:lnTo>
                  <a:lnTo>
                    <a:pt x="661853" y="722429"/>
                  </a:lnTo>
                  <a:lnTo>
                    <a:pt x="661192" y="722429"/>
                  </a:lnTo>
                  <a:lnTo>
                    <a:pt x="660532" y="722429"/>
                  </a:lnTo>
                  <a:lnTo>
                    <a:pt x="659871" y="722429"/>
                  </a:lnTo>
                  <a:lnTo>
                    <a:pt x="659211" y="722429"/>
                  </a:lnTo>
                  <a:lnTo>
                    <a:pt x="658550" y="722429"/>
                  </a:lnTo>
                  <a:lnTo>
                    <a:pt x="657889" y="722429"/>
                  </a:lnTo>
                  <a:lnTo>
                    <a:pt x="657229" y="722429"/>
                  </a:lnTo>
                  <a:lnTo>
                    <a:pt x="656568" y="722429"/>
                  </a:lnTo>
                  <a:lnTo>
                    <a:pt x="655908" y="722429"/>
                  </a:lnTo>
                  <a:lnTo>
                    <a:pt x="655247" y="722429"/>
                  </a:lnTo>
                  <a:lnTo>
                    <a:pt x="654587" y="722429"/>
                  </a:lnTo>
                  <a:lnTo>
                    <a:pt x="653926" y="722429"/>
                  </a:lnTo>
                  <a:lnTo>
                    <a:pt x="653266" y="722429"/>
                  </a:lnTo>
                  <a:lnTo>
                    <a:pt x="652605" y="722429"/>
                  </a:lnTo>
                  <a:lnTo>
                    <a:pt x="651945" y="722429"/>
                  </a:lnTo>
                  <a:lnTo>
                    <a:pt x="651284" y="722429"/>
                  </a:lnTo>
                  <a:lnTo>
                    <a:pt x="650624" y="722429"/>
                  </a:lnTo>
                  <a:lnTo>
                    <a:pt x="649963" y="722429"/>
                  </a:lnTo>
                  <a:lnTo>
                    <a:pt x="649303" y="722429"/>
                  </a:lnTo>
                  <a:lnTo>
                    <a:pt x="648642" y="722429"/>
                  </a:lnTo>
                  <a:lnTo>
                    <a:pt x="647981" y="722429"/>
                  </a:lnTo>
                  <a:lnTo>
                    <a:pt x="647321" y="722429"/>
                  </a:lnTo>
                  <a:lnTo>
                    <a:pt x="646660" y="722429"/>
                  </a:lnTo>
                  <a:lnTo>
                    <a:pt x="646000" y="722429"/>
                  </a:lnTo>
                  <a:lnTo>
                    <a:pt x="645339" y="722429"/>
                  </a:lnTo>
                  <a:lnTo>
                    <a:pt x="644679" y="722429"/>
                  </a:lnTo>
                  <a:lnTo>
                    <a:pt x="644018" y="722429"/>
                  </a:lnTo>
                  <a:lnTo>
                    <a:pt x="643358" y="722429"/>
                  </a:lnTo>
                  <a:lnTo>
                    <a:pt x="642697" y="722429"/>
                  </a:lnTo>
                  <a:lnTo>
                    <a:pt x="642037" y="722429"/>
                  </a:lnTo>
                  <a:lnTo>
                    <a:pt x="641376" y="722429"/>
                  </a:lnTo>
                  <a:lnTo>
                    <a:pt x="640716" y="722429"/>
                  </a:lnTo>
                  <a:lnTo>
                    <a:pt x="640055" y="722429"/>
                  </a:lnTo>
                  <a:lnTo>
                    <a:pt x="639395" y="722429"/>
                  </a:lnTo>
                  <a:lnTo>
                    <a:pt x="638734" y="722429"/>
                  </a:lnTo>
                  <a:lnTo>
                    <a:pt x="638074" y="722429"/>
                  </a:lnTo>
                  <a:lnTo>
                    <a:pt x="637413" y="722429"/>
                  </a:lnTo>
                  <a:lnTo>
                    <a:pt x="636752" y="722429"/>
                  </a:lnTo>
                  <a:lnTo>
                    <a:pt x="636092" y="722429"/>
                  </a:lnTo>
                  <a:lnTo>
                    <a:pt x="635431" y="722429"/>
                  </a:lnTo>
                  <a:lnTo>
                    <a:pt x="634771" y="722429"/>
                  </a:lnTo>
                  <a:lnTo>
                    <a:pt x="634110" y="722429"/>
                  </a:lnTo>
                  <a:lnTo>
                    <a:pt x="633450" y="722429"/>
                  </a:lnTo>
                  <a:lnTo>
                    <a:pt x="632789" y="722429"/>
                  </a:lnTo>
                  <a:lnTo>
                    <a:pt x="632129" y="722429"/>
                  </a:lnTo>
                  <a:lnTo>
                    <a:pt x="631468" y="722429"/>
                  </a:lnTo>
                  <a:lnTo>
                    <a:pt x="630808" y="722429"/>
                  </a:lnTo>
                  <a:lnTo>
                    <a:pt x="630147" y="722429"/>
                  </a:lnTo>
                  <a:lnTo>
                    <a:pt x="629487" y="722429"/>
                  </a:lnTo>
                  <a:lnTo>
                    <a:pt x="628826" y="722429"/>
                  </a:lnTo>
                  <a:lnTo>
                    <a:pt x="628166" y="722429"/>
                  </a:lnTo>
                  <a:lnTo>
                    <a:pt x="627505" y="722429"/>
                  </a:lnTo>
                  <a:lnTo>
                    <a:pt x="626844" y="722429"/>
                  </a:lnTo>
                  <a:lnTo>
                    <a:pt x="626184" y="722429"/>
                  </a:lnTo>
                  <a:lnTo>
                    <a:pt x="625523" y="722429"/>
                  </a:lnTo>
                  <a:lnTo>
                    <a:pt x="624863" y="722429"/>
                  </a:lnTo>
                  <a:lnTo>
                    <a:pt x="624202" y="722429"/>
                  </a:lnTo>
                  <a:lnTo>
                    <a:pt x="623542" y="722429"/>
                  </a:lnTo>
                  <a:lnTo>
                    <a:pt x="622881" y="722429"/>
                  </a:lnTo>
                  <a:lnTo>
                    <a:pt x="622221" y="722429"/>
                  </a:lnTo>
                  <a:lnTo>
                    <a:pt x="621560" y="722429"/>
                  </a:lnTo>
                  <a:lnTo>
                    <a:pt x="620900" y="722429"/>
                  </a:lnTo>
                  <a:lnTo>
                    <a:pt x="620239" y="722429"/>
                  </a:lnTo>
                  <a:lnTo>
                    <a:pt x="619579" y="722429"/>
                  </a:lnTo>
                  <a:lnTo>
                    <a:pt x="618918" y="722429"/>
                  </a:lnTo>
                  <a:lnTo>
                    <a:pt x="618258" y="722429"/>
                  </a:lnTo>
                  <a:lnTo>
                    <a:pt x="617597" y="722429"/>
                  </a:lnTo>
                  <a:lnTo>
                    <a:pt x="616936" y="722429"/>
                  </a:lnTo>
                  <a:lnTo>
                    <a:pt x="616276" y="722429"/>
                  </a:lnTo>
                  <a:lnTo>
                    <a:pt x="615615" y="722429"/>
                  </a:lnTo>
                  <a:lnTo>
                    <a:pt x="614955" y="722429"/>
                  </a:lnTo>
                  <a:lnTo>
                    <a:pt x="614294" y="722429"/>
                  </a:lnTo>
                  <a:lnTo>
                    <a:pt x="613634" y="722429"/>
                  </a:lnTo>
                  <a:lnTo>
                    <a:pt x="612973" y="722429"/>
                  </a:lnTo>
                  <a:lnTo>
                    <a:pt x="612313" y="722429"/>
                  </a:lnTo>
                  <a:lnTo>
                    <a:pt x="611652" y="722429"/>
                  </a:lnTo>
                  <a:lnTo>
                    <a:pt x="610992" y="722429"/>
                  </a:lnTo>
                  <a:lnTo>
                    <a:pt x="610331" y="722429"/>
                  </a:lnTo>
                  <a:lnTo>
                    <a:pt x="609671" y="722429"/>
                  </a:lnTo>
                  <a:lnTo>
                    <a:pt x="609010" y="722429"/>
                  </a:lnTo>
                  <a:lnTo>
                    <a:pt x="608350" y="722429"/>
                  </a:lnTo>
                  <a:lnTo>
                    <a:pt x="607689" y="722429"/>
                  </a:lnTo>
                  <a:lnTo>
                    <a:pt x="607029" y="722429"/>
                  </a:lnTo>
                  <a:lnTo>
                    <a:pt x="606368" y="722429"/>
                  </a:lnTo>
                  <a:lnTo>
                    <a:pt x="605707" y="722429"/>
                  </a:lnTo>
                  <a:lnTo>
                    <a:pt x="605047" y="722429"/>
                  </a:lnTo>
                  <a:lnTo>
                    <a:pt x="604386" y="722429"/>
                  </a:lnTo>
                  <a:lnTo>
                    <a:pt x="603726" y="722429"/>
                  </a:lnTo>
                  <a:lnTo>
                    <a:pt x="603065" y="722429"/>
                  </a:lnTo>
                  <a:lnTo>
                    <a:pt x="602405" y="722429"/>
                  </a:lnTo>
                  <a:lnTo>
                    <a:pt x="601744" y="722429"/>
                  </a:lnTo>
                  <a:lnTo>
                    <a:pt x="601084" y="722429"/>
                  </a:lnTo>
                  <a:lnTo>
                    <a:pt x="600423" y="722429"/>
                  </a:lnTo>
                  <a:lnTo>
                    <a:pt x="599763" y="722429"/>
                  </a:lnTo>
                  <a:lnTo>
                    <a:pt x="599102" y="722429"/>
                  </a:lnTo>
                  <a:lnTo>
                    <a:pt x="598442" y="722429"/>
                  </a:lnTo>
                  <a:lnTo>
                    <a:pt x="597781" y="722429"/>
                  </a:lnTo>
                  <a:lnTo>
                    <a:pt x="597121" y="722429"/>
                  </a:lnTo>
                  <a:lnTo>
                    <a:pt x="596460" y="722429"/>
                  </a:lnTo>
                  <a:lnTo>
                    <a:pt x="595799" y="722429"/>
                  </a:lnTo>
                  <a:lnTo>
                    <a:pt x="595139" y="722429"/>
                  </a:lnTo>
                  <a:lnTo>
                    <a:pt x="594478" y="722429"/>
                  </a:lnTo>
                  <a:lnTo>
                    <a:pt x="593818" y="722429"/>
                  </a:lnTo>
                  <a:lnTo>
                    <a:pt x="593157" y="722429"/>
                  </a:lnTo>
                  <a:lnTo>
                    <a:pt x="592497" y="722429"/>
                  </a:lnTo>
                  <a:lnTo>
                    <a:pt x="591836" y="722429"/>
                  </a:lnTo>
                  <a:lnTo>
                    <a:pt x="591176" y="722429"/>
                  </a:lnTo>
                  <a:lnTo>
                    <a:pt x="590515" y="722429"/>
                  </a:lnTo>
                  <a:lnTo>
                    <a:pt x="589855" y="722429"/>
                  </a:lnTo>
                  <a:lnTo>
                    <a:pt x="589194" y="722429"/>
                  </a:lnTo>
                  <a:lnTo>
                    <a:pt x="588534" y="722429"/>
                  </a:lnTo>
                  <a:lnTo>
                    <a:pt x="587873" y="722429"/>
                  </a:lnTo>
                  <a:lnTo>
                    <a:pt x="587213" y="722429"/>
                  </a:lnTo>
                  <a:lnTo>
                    <a:pt x="586552" y="722429"/>
                  </a:lnTo>
                  <a:lnTo>
                    <a:pt x="585891" y="722429"/>
                  </a:lnTo>
                  <a:lnTo>
                    <a:pt x="585231" y="722429"/>
                  </a:lnTo>
                  <a:lnTo>
                    <a:pt x="584570" y="722429"/>
                  </a:lnTo>
                  <a:lnTo>
                    <a:pt x="583910" y="722429"/>
                  </a:lnTo>
                  <a:lnTo>
                    <a:pt x="583249" y="722429"/>
                  </a:lnTo>
                  <a:lnTo>
                    <a:pt x="582589" y="722429"/>
                  </a:lnTo>
                  <a:lnTo>
                    <a:pt x="581928" y="722429"/>
                  </a:lnTo>
                  <a:lnTo>
                    <a:pt x="581268" y="722429"/>
                  </a:lnTo>
                  <a:lnTo>
                    <a:pt x="580607" y="722429"/>
                  </a:lnTo>
                  <a:lnTo>
                    <a:pt x="579947" y="722429"/>
                  </a:lnTo>
                  <a:lnTo>
                    <a:pt x="579286" y="722429"/>
                  </a:lnTo>
                  <a:lnTo>
                    <a:pt x="578626" y="722429"/>
                  </a:lnTo>
                  <a:lnTo>
                    <a:pt x="577965" y="722429"/>
                  </a:lnTo>
                  <a:lnTo>
                    <a:pt x="577305" y="722429"/>
                  </a:lnTo>
                  <a:lnTo>
                    <a:pt x="576644" y="722429"/>
                  </a:lnTo>
                  <a:lnTo>
                    <a:pt x="575983" y="722429"/>
                  </a:lnTo>
                  <a:lnTo>
                    <a:pt x="575323" y="722429"/>
                  </a:lnTo>
                  <a:lnTo>
                    <a:pt x="574662" y="722429"/>
                  </a:lnTo>
                  <a:lnTo>
                    <a:pt x="574002" y="722429"/>
                  </a:lnTo>
                  <a:lnTo>
                    <a:pt x="573341" y="722429"/>
                  </a:lnTo>
                  <a:lnTo>
                    <a:pt x="572681" y="722429"/>
                  </a:lnTo>
                  <a:lnTo>
                    <a:pt x="572020" y="722429"/>
                  </a:lnTo>
                  <a:lnTo>
                    <a:pt x="571360" y="722429"/>
                  </a:lnTo>
                  <a:lnTo>
                    <a:pt x="570699" y="722429"/>
                  </a:lnTo>
                  <a:lnTo>
                    <a:pt x="570039" y="722429"/>
                  </a:lnTo>
                  <a:lnTo>
                    <a:pt x="569378" y="722429"/>
                  </a:lnTo>
                  <a:lnTo>
                    <a:pt x="568718" y="722429"/>
                  </a:lnTo>
                  <a:lnTo>
                    <a:pt x="568057" y="722429"/>
                  </a:lnTo>
                  <a:lnTo>
                    <a:pt x="567397" y="722429"/>
                  </a:lnTo>
                  <a:lnTo>
                    <a:pt x="566736" y="722429"/>
                  </a:lnTo>
                  <a:lnTo>
                    <a:pt x="566076" y="722429"/>
                  </a:lnTo>
                  <a:lnTo>
                    <a:pt x="565415" y="722429"/>
                  </a:lnTo>
                  <a:lnTo>
                    <a:pt x="564754" y="722429"/>
                  </a:lnTo>
                  <a:lnTo>
                    <a:pt x="564094" y="722429"/>
                  </a:lnTo>
                  <a:lnTo>
                    <a:pt x="563433" y="722429"/>
                  </a:lnTo>
                  <a:lnTo>
                    <a:pt x="562773" y="722429"/>
                  </a:lnTo>
                  <a:lnTo>
                    <a:pt x="562112" y="722429"/>
                  </a:lnTo>
                  <a:lnTo>
                    <a:pt x="561452" y="722429"/>
                  </a:lnTo>
                  <a:lnTo>
                    <a:pt x="560791" y="722429"/>
                  </a:lnTo>
                  <a:lnTo>
                    <a:pt x="560131" y="722429"/>
                  </a:lnTo>
                  <a:lnTo>
                    <a:pt x="559470" y="722429"/>
                  </a:lnTo>
                  <a:lnTo>
                    <a:pt x="558810" y="722429"/>
                  </a:lnTo>
                  <a:lnTo>
                    <a:pt x="558149" y="722429"/>
                  </a:lnTo>
                  <a:lnTo>
                    <a:pt x="557489" y="722429"/>
                  </a:lnTo>
                  <a:lnTo>
                    <a:pt x="556828" y="722429"/>
                  </a:lnTo>
                  <a:lnTo>
                    <a:pt x="556168" y="722429"/>
                  </a:lnTo>
                  <a:lnTo>
                    <a:pt x="555507" y="722429"/>
                  </a:lnTo>
                  <a:lnTo>
                    <a:pt x="554846" y="722429"/>
                  </a:lnTo>
                  <a:lnTo>
                    <a:pt x="554186" y="722429"/>
                  </a:lnTo>
                  <a:lnTo>
                    <a:pt x="553525" y="722429"/>
                  </a:lnTo>
                  <a:lnTo>
                    <a:pt x="552865" y="722429"/>
                  </a:lnTo>
                  <a:lnTo>
                    <a:pt x="552204" y="722429"/>
                  </a:lnTo>
                  <a:lnTo>
                    <a:pt x="551544" y="722429"/>
                  </a:lnTo>
                  <a:lnTo>
                    <a:pt x="550883" y="722429"/>
                  </a:lnTo>
                  <a:lnTo>
                    <a:pt x="550223" y="722429"/>
                  </a:lnTo>
                  <a:lnTo>
                    <a:pt x="549562" y="722429"/>
                  </a:lnTo>
                  <a:lnTo>
                    <a:pt x="548902" y="722429"/>
                  </a:lnTo>
                  <a:lnTo>
                    <a:pt x="548241" y="722429"/>
                  </a:lnTo>
                  <a:lnTo>
                    <a:pt x="547581" y="722429"/>
                  </a:lnTo>
                  <a:lnTo>
                    <a:pt x="546920" y="722429"/>
                  </a:lnTo>
                  <a:lnTo>
                    <a:pt x="546260" y="722429"/>
                  </a:lnTo>
                  <a:lnTo>
                    <a:pt x="545599" y="722429"/>
                  </a:lnTo>
                  <a:lnTo>
                    <a:pt x="544938" y="722429"/>
                  </a:lnTo>
                  <a:lnTo>
                    <a:pt x="544278" y="722429"/>
                  </a:lnTo>
                  <a:lnTo>
                    <a:pt x="543617" y="722429"/>
                  </a:lnTo>
                  <a:lnTo>
                    <a:pt x="542957" y="722429"/>
                  </a:lnTo>
                  <a:lnTo>
                    <a:pt x="542296" y="722429"/>
                  </a:lnTo>
                  <a:lnTo>
                    <a:pt x="541636" y="722429"/>
                  </a:lnTo>
                  <a:lnTo>
                    <a:pt x="540975" y="722429"/>
                  </a:lnTo>
                  <a:lnTo>
                    <a:pt x="540315" y="722429"/>
                  </a:lnTo>
                  <a:lnTo>
                    <a:pt x="539654" y="722429"/>
                  </a:lnTo>
                  <a:lnTo>
                    <a:pt x="538994" y="722429"/>
                  </a:lnTo>
                  <a:lnTo>
                    <a:pt x="538333" y="722429"/>
                  </a:lnTo>
                  <a:lnTo>
                    <a:pt x="537673" y="722429"/>
                  </a:lnTo>
                  <a:lnTo>
                    <a:pt x="537012" y="722429"/>
                  </a:lnTo>
                  <a:lnTo>
                    <a:pt x="536352" y="722429"/>
                  </a:lnTo>
                  <a:lnTo>
                    <a:pt x="535691" y="722429"/>
                  </a:lnTo>
                  <a:lnTo>
                    <a:pt x="535031" y="722429"/>
                  </a:lnTo>
                  <a:lnTo>
                    <a:pt x="534370" y="722429"/>
                  </a:lnTo>
                  <a:lnTo>
                    <a:pt x="533709" y="722429"/>
                  </a:lnTo>
                  <a:lnTo>
                    <a:pt x="533049" y="722429"/>
                  </a:lnTo>
                  <a:lnTo>
                    <a:pt x="532388" y="722429"/>
                  </a:lnTo>
                  <a:lnTo>
                    <a:pt x="531728" y="722429"/>
                  </a:lnTo>
                  <a:lnTo>
                    <a:pt x="531067" y="722429"/>
                  </a:lnTo>
                  <a:lnTo>
                    <a:pt x="530407" y="722429"/>
                  </a:lnTo>
                  <a:lnTo>
                    <a:pt x="529746" y="722429"/>
                  </a:lnTo>
                  <a:lnTo>
                    <a:pt x="529086" y="722429"/>
                  </a:lnTo>
                  <a:lnTo>
                    <a:pt x="528425" y="722429"/>
                  </a:lnTo>
                  <a:lnTo>
                    <a:pt x="527765" y="722429"/>
                  </a:lnTo>
                  <a:lnTo>
                    <a:pt x="527104" y="722429"/>
                  </a:lnTo>
                  <a:lnTo>
                    <a:pt x="526444" y="722429"/>
                  </a:lnTo>
                  <a:lnTo>
                    <a:pt x="525783" y="722429"/>
                  </a:lnTo>
                  <a:lnTo>
                    <a:pt x="525123" y="722429"/>
                  </a:lnTo>
                  <a:lnTo>
                    <a:pt x="524462" y="722429"/>
                  </a:lnTo>
                  <a:lnTo>
                    <a:pt x="523801" y="722429"/>
                  </a:lnTo>
                  <a:lnTo>
                    <a:pt x="523141" y="722429"/>
                  </a:lnTo>
                  <a:lnTo>
                    <a:pt x="522480" y="722429"/>
                  </a:lnTo>
                  <a:lnTo>
                    <a:pt x="521820" y="722429"/>
                  </a:lnTo>
                  <a:lnTo>
                    <a:pt x="521159" y="722429"/>
                  </a:lnTo>
                  <a:lnTo>
                    <a:pt x="520499" y="722429"/>
                  </a:lnTo>
                  <a:lnTo>
                    <a:pt x="519838" y="722429"/>
                  </a:lnTo>
                  <a:lnTo>
                    <a:pt x="519178" y="722429"/>
                  </a:lnTo>
                  <a:lnTo>
                    <a:pt x="518517" y="722429"/>
                  </a:lnTo>
                  <a:lnTo>
                    <a:pt x="517857" y="722429"/>
                  </a:lnTo>
                  <a:lnTo>
                    <a:pt x="517196" y="722429"/>
                  </a:lnTo>
                  <a:lnTo>
                    <a:pt x="516536" y="722429"/>
                  </a:lnTo>
                  <a:lnTo>
                    <a:pt x="515875" y="722429"/>
                  </a:lnTo>
                  <a:lnTo>
                    <a:pt x="515215" y="722429"/>
                  </a:lnTo>
                  <a:lnTo>
                    <a:pt x="514554" y="722429"/>
                  </a:lnTo>
                  <a:lnTo>
                    <a:pt x="513893" y="722429"/>
                  </a:lnTo>
                  <a:lnTo>
                    <a:pt x="513233" y="722429"/>
                  </a:lnTo>
                  <a:lnTo>
                    <a:pt x="512572" y="722429"/>
                  </a:lnTo>
                  <a:lnTo>
                    <a:pt x="511912" y="722429"/>
                  </a:lnTo>
                  <a:lnTo>
                    <a:pt x="511251" y="722429"/>
                  </a:lnTo>
                  <a:lnTo>
                    <a:pt x="510591" y="722429"/>
                  </a:lnTo>
                  <a:lnTo>
                    <a:pt x="509930" y="722429"/>
                  </a:lnTo>
                  <a:lnTo>
                    <a:pt x="509270" y="722429"/>
                  </a:lnTo>
                  <a:lnTo>
                    <a:pt x="508609" y="722429"/>
                  </a:lnTo>
                  <a:lnTo>
                    <a:pt x="507949" y="722429"/>
                  </a:lnTo>
                  <a:lnTo>
                    <a:pt x="507288" y="722429"/>
                  </a:lnTo>
                  <a:lnTo>
                    <a:pt x="506628" y="722429"/>
                  </a:lnTo>
                  <a:lnTo>
                    <a:pt x="505967" y="722429"/>
                  </a:lnTo>
                  <a:lnTo>
                    <a:pt x="505307" y="722429"/>
                  </a:lnTo>
                  <a:lnTo>
                    <a:pt x="504646" y="722429"/>
                  </a:lnTo>
                  <a:lnTo>
                    <a:pt x="503985" y="722429"/>
                  </a:lnTo>
                  <a:lnTo>
                    <a:pt x="503325" y="722429"/>
                  </a:lnTo>
                  <a:lnTo>
                    <a:pt x="502664" y="722429"/>
                  </a:lnTo>
                  <a:lnTo>
                    <a:pt x="502004" y="722429"/>
                  </a:lnTo>
                  <a:lnTo>
                    <a:pt x="501343" y="722429"/>
                  </a:lnTo>
                  <a:lnTo>
                    <a:pt x="500683" y="722429"/>
                  </a:lnTo>
                  <a:lnTo>
                    <a:pt x="500022" y="722429"/>
                  </a:lnTo>
                  <a:lnTo>
                    <a:pt x="499362" y="722429"/>
                  </a:lnTo>
                  <a:lnTo>
                    <a:pt x="498701" y="722429"/>
                  </a:lnTo>
                  <a:lnTo>
                    <a:pt x="498041" y="722429"/>
                  </a:lnTo>
                  <a:lnTo>
                    <a:pt x="497380" y="722429"/>
                  </a:lnTo>
                  <a:lnTo>
                    <a:pt x="496720" y="722429"/>
                  </a:lnTo>
                  <a:lnTo>
                    <a:pt x="496059" y="722429"/>
                  </a:lnTo>
                  <a:lnTo>
                    <a:pt x="495399" y="722429"/>
                  </a:lnTo>
                  <a:lnTo>
                    <a:pt x="494738" y="722429"/>
                  </a:lnTo>
                  <a:lnTo>
                    <a:pt x="494078" y="722429"/>
                  </a:lnTo>
                  <a:lnTo>
                    <a:pt x="493417" y="722429"/>
                  </a:lnTo>
                  <a:lnTo>
                    <a:pt x="492756" y="722429"/>
                  </a:lnTo>
                  <a:lnTo>
                    <a:pt x="492096" y="722429"/>
                  </a:lnTo>
                  <a:lnTo>
                    <a:pt x="491435" y="722429"/>
                  </a:lnTo>
                  <a:lnTo>
                    <a:pt x="490775" y="722429"/>
                  </a:lnTo>
                  <a:lnTo>
                    <a:pt x="490114" y="722429"/>
                  </a:lnTo>
                  <a:lnTo>
                    <a:pt x="489454" y="722429"/>
                  </a:lnTo>
                  <a:lnTo>
                    <a:pt x="488793" y="722429"/>
                  </a:lnTo>
                  <a:lnTo>
                    <a:pt x="488133" y="722429"/>
                  </a:lnTo>
                  <a:lnTo>
                    <a:pt x="487472" y="722429"/>
                  </a:lnTo>
                  <a:lnTo>
                    <a:pt x="486812" y="722429"/>
                  </a:lnTo>
                  <a:lnTo>
                    <a:pt x="486151" y="722429"/>
                  </a:lnTo>
                  <a:lnTo>
                    <a:pt x="485491" y="722429"/>
                  </a:lnTo>
                  <a:lnTo>
                    <a:pt x="484830" y="722429"/>
                  </a:lnTo>
                  <a:lnTo>
                    <a:pt x="484170" y="722429"/>
                  </a:lnTo>
                  <a:lnTo>
                    <a:pt x="483509" y="722429"/>
                  </a:lnTo>
                  <a:lnTo>
                    <a:pt x="482848" y="722429"/>
                  </a:lnTo>
                  <a:lnTo>
                    <a:pt x="482188" y="722429"/>
                  </a:lnTo>
                  <a:lnTo>
                    <a:pt x="481527" y="722429"/>
                  </a:lnTo>
                  <a:lnTo>
                    <a:pt x="480867" y="722429"/>
                  </a:lnTo>
                  <a:lnTo>
                    <a:pt x="480206" y="722429"/>
                  </a:lnTo>
                  <a:lnTo>
                    <a:pt x="479546" y="722429"/>
                  </a:lnTo>
                  <a:lnTo>
                    <a:pt x="478885" y="722429"/>
                  </a:lnTo>
                  <a:lnTo>
                    <a:pt x="478225" y="722429"/>
                  </a:lnTo>
                  <a:lnTo>
                    <a:pt x="477564" y="722429"/>
                  </a:lnTo>
                  <a:lnTo>
                    <a:pt x="476904" y="722429"/>
                  </a:lnTo>
                  <a:lnTo>
                    <a:pt x="476243" y="722429"/>
                  </a:lnTo>
                  <a:lnTo>
                    <a:pt x="475583" y="722429"/>
                  </a:lnTo>
                  <a:lnTo>
                    <a:pt x="474922" y="722429"/>
                  </a:lnTo>
                  <a:lnTo>
                    <a:pt x="474262" y="722429"/>
                  </a:lnTo>
                  <a:lnTo>
                    <a:pt x="473601" y="722429"/>
                  </a:lnTo>
                  <a:lnTo>
                    <a:pt x="472940" y="722429"/>
                  </a:lnTo>
                  <a:lnTo>
                    <a:pt x="472280" y="722429"/>
                  </a:lnTo>
                  <a:lnTo>
                    <a:pt x="471619" y="722429"/>
                  </a:lnTo>
                  <a:lnTo>
                    <a:pt x="470959" y="722429"/>
                  </a:lnTo>
                  <a:lnTo>
                    <a:pt x="470298" y="722429"/>
                  </a:lnTo>
                  <a:lnTo>
                    <a:pt x="469638" y="722429"/>
                  </a:lnTo>
                  <a:lnTo>
                    <a:pt x="468977" y="722429"/>
                  </a:lnTo>
                  <a:lnTo>
                    <a:pt x="468317" y="722429"/>
                  </a:lnTo>
                  <a:lnTo>
                    <a:pt x="467656" y="722429"/>
                  </a:lnTo>
                  <a:lnTo>
                    <a:pt x="466996" y="722429"/>
                  </a:lnTo>
                  <a:lnTo>
                    <a:pt x="466335" y="722429"/>
                  </a:lnTo>
                  <a:lnTo>
                    <a:pt x="465675" y="722429"/>
                  </a:lnTo>
                  <a:lnTo>
                    <a:pt x="465014" y="722429"/>
                  </a:lnTo>
                  <a:lnTo>
                    <a:pt x="464354" y="722429"/>
                  </a:lnTo>
                  <a:lnTo>
                    <a:pt x="463693" y="722429"/>
                  </a:lnTo>
                  <a:lnTo>
                    <a:pt x="463033" y="722429"/>
                  </a:lnTo>
                  <a:lnTo>
                    <a:pt x="462372" y="722429"/>
                  </a:lnTo>
                  <a:lnTo>
                    <a:pt x="461711" y="722429"/>
                  </a:lnTo>
                  <a:lnTo>
                    <a:pt x="461051" y="722429"/>
                  </a:lnTo>
                  <a:lnTo>
                    <a:pt x="460390" y="722429"/>
                  </a:lnTo>
                  <a:lnTo>
                    <a:pt x="459730" y="722429"/>
                  </a:lnTo>
                  <a:lnTo>
                    <a:pt x="459069" y="722429"/>
                  </a:lnTo>
                  <a:lnTo>
                    <a:pt x="458409" y="722429"/>
                  </a:lnTo>
                  <a:lnTo>
                    <a:pt x="457748" y="722429"/>
                  </a:lnTo>
                  <a:lnTo>
                    <a:pt x="457088" y="722429"/>
                  </a:lnTo>
                  <a:lnTo>
                    <a:pt x="456427" y="722429"/>
                  </a:lnTo>
                  <a:lnTo>
                    <a:pt x="455767" y="722429"/>
                  </a:lnTo>
                  <a:lnTo>
                    <a:pt x="455106" y="722429"/>
                  </a:lnTo>
                  <a:lnTo>
                    <a:pt x="454446" y="722429"/>
                  </a:lnTo>
                  <a:lnTo>
                    <a:pt x="453785" y="722429"/>
                  </a:lnTo>
                  <a:lnTo>
                    <a:pt x="453125" y="722429"/>
                  </a:lnTo>
                  <a:lnTo>
                    <a:pt x="452464" y="722429"/>
                  </a:lnTo>
                  <a:lnTo>
                    <a:pt x="451803" y="722429"/>
                  </a:lnTo>
                  <a:lnTo>
                    <a:pt x="451143" y="722429"/>
                  </a:lnTo>
                  <a:lnTo>
                    <a:pt x="450482" y="722429"/>
                  </a:lnTo>
                  <a:lnTo>
                    <a:pt x="449822" y="722429"/>
                  </a:lnTo>
                  <a:lnTo>
                    <a:pt x="449161" y="722429"/>
                  </a:lnTo>
                  <a:lnTo>
                    <a:pt x="448501" y="722429"/>
                  </a:lnTo>
                  <a:lnTo>
                    <a:pt x="447840" y="722429"/>
                  </a:lnTo>
                  <a:lnTo>
                    <a:pt x="447180" y="722429"/>
                  </a:lnTo>
                  <a:lnTo>
                    <a:pt x="446519" y="722429"/>
                  </a:lnTo>
                  <a:lnTo>
                    <a:pt x="445859" y="722429"/>
                  </a:lnTo>
                  <a:lnTo>
                    <a:pt x="445198" y="722429"/>
                  </a:lnTo>
                  <a:lnTo>
                    <a:pt x="444538" y="722429"/>
                  </a:lnTo>
                  <a:lnTo>
                    <a:pt x="443877" y="722429"/>
                  </a:lnTo>
                  <a:lnTo>
                    <a:pt x="443217" y="722429"/>
                  </a:lnTo>
                  <a:lnTo>
                    <a:pt x="442556" y="722429"/>
                  </a:lnTo>
                  <a:lnTo>
                    <a:pt x="441895" y="722429"/>
                  </a:lnTo>
                  <a:lnTo>
                    <a:pt x="441235" y="722429"/>
                  </a:lnTo>
                  <a:lnTo>
                    <a:pt x="440574" y="722429"/>
                  </a:lnTo>
                  <a:lnTo>
                    <a:pt x="439914" y="722429"/>
                  </a:lnTo>
                  <a:lnTo>
                    <a:pt x="439253" y="722429"/>
                  </a:lnTo>
                  <a:lnTo>
                    <a:pt x="438593" y="722429"/>
                  </a:lnTo>
                  <a:lnTo>
                    <a:pt x="437932" y="722429"/>
                  </a:lnTo>
                  <a:lnTo>
                    <a:pt x="437272" y="722429"/>
                  </a:lnTo>
                  <a:lnTo>
                    <a:pt x="436611" y="722429"/>
                  </a:lnTo>
                  <a:lnTo>
                    <a:pt x="435951" y="722429"/>
                  </a:lnTo>
                  <a:lnTo>
                    <a:pt x="435290" y="722429"/>
                  </a:lnTo>
                  <a:lnTo>
                    <a:pt x="434630" y="722429"/>
                  </a:lnTo>
                  <a:lnTo>
                    <a:pt x="433969" y="722429"/>
                  </a:lnTo>
                  <a:lnTo>
                    <a:pt x="433309" y="722429"/>
                  </a:lnTo>
                  <a:lnTo>
                    <a:pt x="432648" y="722429"/>
                  </a:lnTo>
                  <a:lnTo>
                    <a:pt x="431987" y="722429"/>
                  </a:lnTo>
                  <a:lnTo>
                    <a:pt x="431327" y="722429"/>
                  </a:lnTo>
                  <a:lnTo>
                    <a:pt x="430666" y="722429"/>
                  </a:lnTo>
                  <a:lnTo>
                    <a:pt x="430006" y="722429"/>
                  </a:lnTo>
                  <a:lnTo>
                    <a:pt x="429345" y="722429"/>
                  </a:lnTo>
                  <a:lnTo>
                    <a:pt x="428685" y="722429"/>
                  </a:lnTo>
                  <a:lnTo>
                    <a:pt x="428024" y="722429"/>
                  </a:lnTo>
                  <a:lnTo>
                    <a:pt x="427364" y="722429"/>
                  </a:lnTo>
                  <a:lnTo>
                    <a:pt x="426703" y="722429"/>
                  </a:lnTo>
                  <a:lnTo>
                    <a:pt x="426043" y="722429"/>
                  </a:lnTo>
                  <a:lnTo>
                    <a:pt x="425382" y="722429"/>
                  </a:lnTo>
                  <a:lnTo>
                    <a:pt x="424722" y="722429"/>
                  </a:lnTo>
                  <a:lnTo>
                    <a:pt x="424061" y="722429"/>
                  </a:lnTo>
                  <a:lnTo>
                    <a:pt x="423401" y="722429"/>
                  </a:lnTo>
                  <a:lnTo>
                    <a:pt x="422740" y="722429"/>
                  </a:lnTo>
                  <a:lnTo>
                    <a:pt x="422080" y="722429"/>
                  </a:lnTo>
                  <a:lnTo>
                    <a:pt x="421419" y="722429"/>
                  </a:lnTo>
                  <a:lnTo>
                    <a:pt x="420758" y="722429"/>
                  </a:lnTo>
                  <a:lnTo>
                    <a:pt x="420098" y="722429"/>
                  </a:lnTo>
                  <a:lnTo>
                    <a:pt x="419437" y="722429"/>
                  </a:lnTo>
                  <a:lnTo>
                    <a:pt x="418777" y="722429"/>
                  </a:lnTo>
                  <a:lnTo>
                    <a:pt x="418116" y="722429"/>
                  </a:lnTo>
                  <a:lnTo>
                    <a:pt x="417456" y="722429"/>
                  </a:lnTo>
                  <a:lnTo>
                    <a:pt x="416795" y="722429"/>
                  </a:lnTo>
                  <a:lnTo>
                    <a:pt x="416135" y="722429"/>
                  </a:lnTo>
                  <a:lnTo>
                    <a:pt x="415474" y="722429"/>
                  </a:lnTo>
                  <a:lnTo>
                    <a:pt x="414814" y="722429"/>
                  </a:lnTo>
                  <a:lnTo>
                    <a:pt x="414153" y="722429"/>
                  </a:lnTo>
                  <a:lnTo>
                    <a:pt x="413493" y="722429"/>
                  </a:lnTo>
                  <a:lnTo>
                    <a:pt x="412832" y="722429"/>
                  </a:lnTo>
                  <a:lnTo>
                    <a:pt x="412172" y="722429"/>
                  </a:lnTo>
                  <a:lnTo>
                    <a:pt x="411511" y="722429"/>
                  </a:lnTo>
                  <a:lnTo>
                    <a:pt x="410850" y="722429"/>
                  </a:lnTo>
                  <a:lnTo>
                    <a:pt x="410190" y="722429"/>
                  </a:lnTo>
                  <a:lnTo>
                    <a:pt x="409529" y="722429"/>
                  </a:lnTo>
                  <a:lnTo>
                    <a:pt x="408869" y="722429"/>
                  </a:lnTo>
                  <a:lnTo>
                    <a:pt x="408208" y="722429"/>
                  </a:lnTo>
                  <a:lnTo>
                    <a:pt x="407548" y="722429"/>
                  </a:lnTo>
                  <a:lnTo>
                    <a:pt x="406887" y="722429"/>
                  </a:lnTo>
                  <a:lnTo>
                    <a:pt x="406227" y="722429"/>
                  </a:lnTo>
                  <a:lnTo>
                    <a:pt x="405566" y="722429"/>
                  </a:lnTo>
                  <a:lnTo>
                    <a:pt x="404906" y="722429"/>
                  </a:lnTo>
                  <a:lnTo>
                    <a:pt x="404245" y="722429"/>
                  </a:lnTo>
                  <a:lnTo>
                    <a:pt x="403585" y="722429"/>
                  </a:lnTo>
                  <a:lnTo>
                    <a:pt x="402924" y="722429"/>
                  </a:lnTo>
                  <a:lnTo>
                    <a:pt x="402264" y="722429"/>
                  </a:lnTo>
                  <a:lnTo>
                    <a:pt x="401603" y="722429"/>
                  </a:lnTo>
                  <a:lnTo>
                    <a:pt x="400942" y="722429"/>
                  </a:lnTo>
                  <a:lnTo>
                    <a:pt x="400282" y="722429"/>
                  </a:lnTo>
                  <a:lnTo>
                    <a:pt x="399621" y="722429"/>
                  </a:lnTo>
                  <a:lnTo>
                    <a:pt x="398961" y="722429"/>
                  </a:lnTo>
                  <a:lnTo>
                    <a:pt x="398300" y="722429"/>
                  </a:lnTo>
                  <a:lnTo>
                    <a:pt x="397640" y="722429"/>
                  </a:lnTo>
                  <a:lnTo>
                    <a:pt x="396979" y="722429"/>
                  </a:lnTo>
                  <a:lnTo>
                    <a:pt x="396319" y="722429"/>
                  </a:lnTo>
                  <a:lnTo>
                    <a:pt x="395658" y="722429"/>
                  </a:lnTo>
                  <a:lnTo>
                    <a:pt x="394998" y="722429"/>
                  </a:lnTo>
                  <a:lnTo>
                    <a:pt x="394337" y="722429"/>
                  </a:lnTo>
                  <a:lnTo>
                    <a:pt x="393677" y="722429"/>
                  </a:lnTo>
                  <a:lnTo>
                    <a:pt x="393016" y="722429"/>
                  </a:lnTo>
                  <a:lnTo>
                    <a:pt x="392356" y="722429"/>
                  </a:lnTo>
                  <a:lnTo>
                    <a:pt x="391695" y="722429"/>
                  </a:lnTo>
                  <a:lnTo>
                    <a:pt x="391035" y="722429"/>
                  </a:lnTo>
                  <a:lnTo>
                    <a:pt x="390374" y="722429"/>
                  </a:lnTo>
                  <a:lnTo>
                    <a:pt x="389713" y="722429"/>
                  </a:lnTo>
                  <a:lnTo>
                    <a:pt x="389053" y="722429"/>
                  </a:lnTo>
                  <a:lnTo>
                    <a:pt x="388392" y="722429"/>
                  </a:lnTo>
                  <a:lnTo>
                    <a:pt x="387732" y="722429"/>
                  </a:lnTo>
                  <a:lnTo>
                    <a:pt x="387071" y="722429"/>
                  </a:lnTo>
                  <a:lnTo>
                    <a:pt x="386411" y="722429"/>
                  </a:lnTo>
                  <a:lnTo>
                    <a:pt x="385750" y="722429"/>
                  </a:lnTo>
                  <a:lnTo>
                    <a:pt x="385090" y="722429"/>
                  </a:lnTo>
                  <a:lnTo>
                    <a:pt x="384429" y="722429"/>
                  </a:lnTo>
                  <a:lnTo>
                    <a:pt x="383769" y="722429"/>
                  </a:lnTo>
                  <a:lnTo>
                    <a:pt x="383108" y="722429"/>
                  </a:lnTo>
                  <a:lnTo>
                    <a:pt x="382448" y="722429"/>
                  </a:lnTo>
                  <a:lnTo>
                    <a:pt x="381787" y="722429"/>
                  </a:lnTo>
                  <a:lnTo>
                    <a:pt x="381127" y="722429"/>
                  </a:lnTo>
                  <a:lnTo>
                    <a:pt x="380466" y="722429"/>
                  </a:lnTo>
                  <a:lnTo>
                    <a:pt x="379805" y="722429"/>
                  </a:lnTo>
                  <a:lnTo>
                    <a:pt x="379145" y="722429"/>
                  </a:lnTo>
                  <a:lnTo>
                    <a:pt x="378484" y="722429"/>
                  </a:lnTo>
                  <a:lnTo>
                    <a:pt x="377824" y="722429"/>
                  </a:lnTo>
                  <a:lnTo>
                    <a:pt x="377163" y="722429"/>
                  </a:lnTo>
                  <a:lnTo>
                    <a:pt x="376503" y="722429"/>
                  </a:lnTo>
                  <a:lnTo>
                    <a:pt x="375842" y="722429"/>
                  </a:lnTo>
                  <a:lnTo>
                    <a:pt x="375182" y="722429"/>
                  </a:lnTo>
                  <a:lnTo>
                    <a:pt x="374521" y="722429"/>
                  </a:lnTo>
                  <a:lnTo>
                    <a:pt x="373861" y="722429"/>
                  </a:lnTo>
                  <a:lnTo>
                    <a:pt x="373200" y="722429"/>
                  </a:lnTo>
                  <a:lnTo>
                    <a:pt x="372540" y="722429"/>
                  </a:lnTo>
                  <a:lnTo>
                    <a:pt x="371879" y="722429"/>
                  </a:lnTo>
                  <a:lnTo>
                    <a:pt x="371219" y="722429"/>
                  </a:lnTo>
                  <a:lnTo>
                    <a:pt x="370558" y="722429"/>
                  </a:lnTo>
                  <a:lnTo>
                    <a:pt x="369897" y="722429"/>
                  </a:lnTo>
                  <a:lnTo>
                    <a:pt x="369237" y="722429"/>
                  </a:lnTo>
                  <a:lnTo>
                    <a:pt x="368576" y="722429"/>
                  </a:lnTo>
                  <a:lnTo>
                    <a:pt x="367916" y="722429"/>
                  </a:lnTo>
                  <a:lnTo>
                    <a:pt x="367255" y="722429"/>
                  </a:lnTo>
                  <a:lnTo>
                    <a:pt x="366595" y="722429"/>
                  </a:lnTo>
                  <a:lnTo>
                    <a:pt x="365934" y="722429"/>
                  </a:lnTo>
                  <a:lnTo>
                    <a:pt x="365274" y="722429"/>
                  </a:lnTo>
                  <a:lnTo>
                    <a:pt x="364613" y="722429"/>
                  </a:lnTo>
                  <a:lnTo>
                    <a:pt x="363953" y="722429"/>
                  </a:lnTo>
                  <a:lnTo>
                    <a:pt x="363292" y="722429"/>
                  </a:lnTo>
                  <a:lnTo>
                    <a:pt x="362632" y="722429"/>
                  </a:lnTo>
                  <a:lnTo>
                    <a:pt x="361971" y="722429"/>
                  </a:lnTo>
                  <a:lnTo>
                    <a:pt x="361311" y="722429"/>
                  </a:lnTo>
                  <a:lnTo>
                    <a:pt x="360650" y="722429"/>
                  </a:lnTo>
                  <a:lnTo>
                    <a:pt x="359989" y="722429"/>
                  </a:lnTo>
                  <a:lnTo>
                    <a:pt x="359329" y="722429"/>
                  </a:lnTo>
                  <a:lnTo>
                    <a:pt x="358668" y="722429"/>
                  </a:lnTo>
                  <a:lnTo>
                    <a:pt x="358008" y="722429"/>
                  </a:lnTo>
                  <a:lnTo>
                    <a:pt x="357347" y="722429"/>
                  </a:lnTo>
                  <a:lnTo>
                    <a:pt x="356687" y="722429"/>
                  </a:lnTo>
                  <a:lnTo>
                    <a:pt x="356026" y="722429"/>
                  </a:lnTo>
                  <a:lnTo>
                    <a:pt x="355366" y="722429"/>
                  </a:lnTo>
                  <a:lnTo>
                    <a:pt x="354705" y="722429"/>
                  </a:lnTo>
                  <a:lnTo>
                    <a:pt x="354045" y="722429"/>
                  </a:lnTo>
                  <a:lnTo>
                    <a:pt x="353384" y="722429"/>
                  </a:lnTo>
                  <a:lnTo>
                    <a:pt x="352724" y="722429"/>
                  </a:lnTo>
                  <a:lnTo>
                    <a:pt x="352063" y="722429"/>
                  </a:lnTo>
                  <a:lnTo>
                    <a:pt x="351403" y="722429"/>
                  </a:lnTo>
                  <a:lnTo>
                    <a:pt x="350742" y="722429"/>
                  </a:lnTo>
                  <a:lnTo>
                    <a:pt x="350082" y="722429"/>
                  </a:lnTo>
                  <a:lnTo>
                    <a:pt x="349421" y="722429"/>
                  </a:lnTo>
                  <a:lnTo>
                    <a:pt x="348760" y="722429"/>
                  </a:lnTo>
                  <a:lnTo>
                    <a:pt x="348100" y="722429"/>
                  </a:lnTo>
                  <a:lnTo>
                    <a:pt x="347439" y="722429"/>
                  </a:lnTo>
                  <a:lnTo>
                    <a:pt x="346779" y="722429"/>
                  </a:lnTo>
                  <a:lnTo>
                    <a:pt x="346118" y="722429"/>
                  </a:lnTo>
                  <a:lnTo>
                    <a:pt x="345458" y="722429"/>
                  </a:lnTo>
                  <a:lnTo>
                    <a:pt x="344797" y="722429"/>
                  </a:lnTo>
                  <a:lnTo>
                    <a:pt x="344137" y="722429"/>
                  </a:lnTo>
                  <a:lnTo>
                    <a:pt x="343476" y="722429"/>
                  </a:lnTo>
                  <a:lnTo>
                    <a:pt x="342816" y="722429"/>
                  </a:lnTo>
                  <a:lnTo>
                    <a:pt x="342155" y="722429"/>
                  </a:lnTo>
                  <a:lnTo>
                    <a:pt x="341495" y="722429"/>
                  </a:lnTo>
                  <a:lnTo>
                    <a:pt x="340834" y="722429"/>
                  </a:lnTo>
                  <a:lnTo>
                    <a:pt x="340174" y="722429"/>
                  </a:lnTo>
                  <a:lnTo>
                    <a:pt x="339513" y="722429"/>
                  </a:lnTo>
                  <a:lnTo>
                    <a:pt x="338852" y="722429"/>
                  </a:lnTo>
                  <a:lnTo>
                    <a:pt x="338192" y="722429"/>
                  </a:lnTo>
                  <a:lnTo>
                    <a:pt x="337531" y="722429"/>
                  </a:lnTo>
                  <a:lnTo>
                    <a:pt x="336871" y="722429"/>
                  </a:lnTo>
                  <a:lnTo>
                    <a:pt x="336210" y="722429"/>
                  </a:lnTo>
                  <a:lnTo>
                    <a:pt x="335550" y="722429"/>
                  </a:lnTo>
                  <a:lnTo>
                    <a:pt x="334889" y="722429"/>
                  </a:lnTo>
                  <a:lnTo>
                    <a:pt x="334229" y="722429"/>
                  </a:lnTo>
                  <a:lnTo>
                    <a:pt x="333568" y="722429"/>
                  </a:lnTo>
                  <a:lnTo>
                    <a:pt x="332908" y="722429"/>
                  </a:lnTo>
                  <a:lnTo>
                    <a:pt x="332247" y="722429"/>
                  </a:lnTo>
                  <a:lnTo>
                    <a:pt x="331587" y="722429"/>
                  </a:lnTo>
                  <a:lnTo>
                    <a:pt x="330926" y="722429"/>
                  </a:lnTo>
                  <a:lnTo>
                    <a:pt x="330266" y="722429"/>
                  </a:lnTo>
                  <a:lnTo>
                    <a:pt x="329605" y="722429"/>
                  </a:lnTo>
                  <a:lnTo>
                    <a:pt x="328944" y="722429"/>
                  </a:lnTo>
                  <a:lnTo>
                    <a:pt x="328284" y="722429"/>
                  </a:lnTo>
                  <a:lnTo>
                    <a:pt x="327623" y="722429"/>
                  </a:lnTo>
                  <a:lnTo>
                    <a:pt x="326963" y="722429"/>
                  </a:lnTo>
                  <a:lnTo>
                    <a:pt x="326302" y="722429"/>
                  </a:lnTo>
                  <a:lnTo>
                    <a:pt x="325642" y="722429"/>
                  </a:lnTo>
                  <a:lnTo>
                    <a:pt x="324981" y="722429"/>
                  </a:lnTo>
                  <a:lnTo>
                    <a:pt x="324321" y="722429"/>
                  </a:lnTo>
                  <a:lnTo>
                    <a:pt x="323660" y="722429"/>
                  </a:lnTo>
                  <a:lnTo>
                    <a:pt x="323000" y="722429"/>
                  </a:lnTo>
                  <a:lnTo>
                    <a:pt x="322339" y="722429"/>
                  </a:lnTo>
                  <a:lnTo>
                    <a:pt x="321679" y="722429"/>
                  </a:lnTo>
                  <a:lnTo>
                    <a:pt x="321018" y="722429"/>
                  </a:lnTo>
                  <a:lnTo>
                    <a:pt x="320358" y="722429"/>
                  </a:lnTo>
                  <a:lnTo>
                    <a:pt x="319697" y="722429"/>
                  </a:lnTo>
                  <a:lnTo>
                    <a:pt x="319037" y="722429"/>
                  </a:lnTo>
                  <a:lnTo>
                    <a:pt x="318376" y="722429"/>
                  </a:lnTo>
                  <a:lnTo>
                    <a:pt x="317715" y="722429"/>
                  </a:lnTo>
                  <a:lnTo>
                    <a:pt x="317055" y="722429"/>
                  </a:lnTo>
                  <a:lnTo>
                    <a:pt x="316394" y="722429"/>
                  </a:lnTo>
                  <a:lnTo>
                    <a:pt x="315734" y="722429"/>
                  </a:lnTo>
                  <a:lnTo>
                    <a:pt x="315073" y="722429"/>
                  </a:lnTo>
                  <a:lnTo>
                    <a:pt x="314413" y="722429"/>
                  </a:lnTo>
                  <a:lnTo>
                    <a:pt x="313752" y="722429"/>
                  </a:lnTo>
                  <a:lnTo>
                    <a:pt x="313092" y="722429"/>
                  </a:lnTo>
                  <a:lnTo>
                    <a:pt x="312431" y="722429"/>
                  </a:lnTo>
                  <a:lnTo>
                    <a:pt x="311771" y="722429"/>
                  </a:lnTo>
                  <a:lnTo>
                    <a:pt x="311110" y="722429"/>
                  </a:lnTo>
                  <a:lnTo>
                    <a:pt x="310450" y="722429"/>
                  </a:lnTo>
                  <a:lnTo>
                    <a:pt x="309789" y="722429"/>
                  </a:lnTo>
                  <a:lnTo>
                    <a:pt x="309129" y="722429"/>
                  </a:lnTo>
                  <a:lnTo>
                    <a:pt x="308468" y="722429"/>
                  </a:lnTo>
                  <a:lnTo>
                    <a:pt x="307807" y="722429"/>
                  </a:lnTo>
                  <a:lnTo>
                    <a:pt x="307147" y="722429"/>
                  </a:lnTo>
                  <a:lnTo>
                    <a:pt x="306486" y="722429"/>
                  </a:lnTo>
                  <a:lnTo>
                    <a:pt x="305826" y="722429"/>
                  </a:lnTo>
                  <a:lnTo>
                    <a:pt x="305165" y="722429"/>
                  </a:lnTo>
                  <a:lnTo>
                    <a:pt x="304505" y="722429"/>
                  </a:lnTo>
                  <a:lnTo>
                    <a:pt x="303844" y="722429"/>
                  </a:lnTo>
                  <a:lnTo>
                    <a:pt x="303184" y="722429"/>
                  </a:lnTo>
                  <a:lnTo>
                    <a:pt x="302523" y="722429"/>
                  </a:lnTo>
                  <a:lnTo>
                    <a:pt x="301863" y="722429"/>
                  </a:lnTo>
                  <a:lnTo>
                    <a:pt x="301202" y="722429"/>
                  </a:lnTo>
                  <a:lnTo>
                    <a:pt x="300542" y="722429"/>
                  </a:lnTo>
                  <a:lnTo>
                    <a:pt x="299881" y="722429"/>
                  </a:lnTo>
                  <a:lnTo>
                    <a:pt x="299221" y="722429"/>
                  </a:lnTo>
                  <a:lnTo>
                    <a:pt x="298560" y="722429"/>
                  </a:lnTo>
                  <a:lnTo>
                    <a:pt x="297899" y="722429"/>
                  </a:lnTo>
                  <a:lnTo>
                    <a:pt x="297239" y="722429"/>
                  </a:lnTo>
                  <a:lnTo>
                    <a:pt x="296578" y="722429"/>
                  </a:lnTo>
                  <a:lnTo>
                    <a:pt x="295918" y="722429"/>
                  </a:lnTo>
                  <a:lnTo>
                    <a:pt x="295257" y="722429"/>
                  </a:lnTo>
                  <a:lnTo>
                    <a:pt x="294597" y="722429"/>
                  </a:lnTo>
                  <a:lnTo>
                    <a:pt x="293936" y="722429"/>
                  </a:lnTo>
                  <a:lnTo>
                    <a:pt x="293276" y="722429"/>
                  </a:lnTo>
                  <a:lnTo>
                    <a:pt x="292615" y="722429"/>
                  </a:lnTo>
                  <a:lnTo>
                    <a:pt x="291955" y="722429"/>
                  </a:lnTo>
                  <a:lnTo>
                    <a:pt x="291294" y="722429"/>
                  </a:lnTo>
                  <a:lnTo>
                    <a:pt x="290634" y="722429"/>
                  </a:lnTo>
                  <a:lnTo>
                    <a:pt x="289973" y="722429"/>
                  </a:lnTo>
                  <a:lnTo>
                    <a:pt x="289313" y="722429"/>
                  </a:lnTo>
                  <a:lnTo>
                    <a:pt x="288652" y="722429"/>
                  </a:lnTo>
                  <a:lnTo>
                    <a:pt x="287991" y="722429"/>
                  </a:lnTo>
                  <a:lnTo>
                    <a:pt x="287331" y="722429"/>
                  </a:lnTo>
                  <a:lnTo>
                    <a:pt x="286670" y="722429"/>
                  </a:lnTo>
                  <a:lnTo>
                    <a:pt x="286010" y="722429"/>
                  </a:lnTo>
                  <a:lnTo>
                    <a:pt x="285349" y="722429"/>
                  </a:lnTo>
                  <a:lnTo>
                    <a:pt x="284689" y="722429"/>
                  </a:lnTo>
                  <a:lnTo>
                    <a:pt x="284028" y="722429"/>
                  </a:lnTo>
                  <a:lnTo>
                    <a:pt x="283368" y="722429"/>
                  </a:lnTo>
                  <a:lnTo>
                    <a:pt x="282707" y="722429"/>
                  </a:lnTo>
                  <a:lnTo>
                    <a:pt x="282047" y="722429"/>
                  </a:lnTo>
                  <a:lnTo>
                    <a:pt x="281386" y="722429"/>
                  </a:lnTo>
                  <a:lnTo>
                    <a:pt x="280726" y="722429"/>
                  </a:lnTo>
                  <a:lnTo>
                    <a:pt x="280065" y="722429"/>
                  </a:lnTo>
                  <a:lnTo>
                    <a:pt x="279405" y="722429"/>
                  </a:lnTo>
                  <a:lnTo>
                    <a:pt x="278744" y="722429"/>
                  </a:lnTo>
                  <a:lnTo>
                    <a:pt x="278084" y="722429"/>
                  </a:lnTo>
                  <a:lnTo>
                    <a:pt x="277423" y="722429"/>
                  </a:lnTo>
                  <a:lnTo>
                    <a:pt x="276762" y="722429"/>
                  </a:lnTo>
                  <a:lnTo>
                    <a:pt x="276102" y="722429"/>
                  </a:lnTo>
                  <a:lnTo>
                    <a:pt x="275441" y="722429"/>
                  </a:lnTo>
                  <a:lnTo>
                    <a:pt x="274781" y="722429"/>
                  </a:lnTo>
                  <a:lnTo>
                    <a:pt x="274120" y="722429"/>
                  </a:lnTo>
                  <a:lnTo>
                    <a:pt x="273460" y="722429"/>
                  </a:lnTo>
                  <a:lnTo>
                    <a:pt x="272799" y="722429"/>
                  </a:lnTo>
                  <a:lnTo>
                    <a:pt x="272139" y="722429"/>
                  </a:lnTo>
                  <a:lnTo>
                    <a:pt x="271478" y="722429"/>
                  </a:lnTo>
                  <a:lnTo>
                    <a:pt x="270818" y="722429"/>
                  </a:lnTo>
                  <a:lnTo>
                    <a:pt x="270157" y="722429"/>
                  </a:lnTo>
                  <a:lnTo>
                    <a:pt x="269497" y="722429"/>
                  </a:lnTo>
                  <a:lnTo>
                    <a:pt x="268836" y="722429"/>
                  </a:lnTo>
                  <a:lnTo>
                    <a:pt x="268176" y="722429"/>
                  </a:lnTo>
                  <a:lnTo>
                    <a:pt x="267515" y="722429"/>
                  </a:lnTo>
                  <a:lnTo>
                    <a:pt x="266854" y="722429"/>
                  </a:lnTo>
                  <a:lnTo>
                    <a:pt x="266194" y="722429"/>
                  </a:lnTo>
                  <a:lnTo>
                    <a:pt x="265533" y="722429"/>
                  </a:lnTo>
                  <a:lnTo>
                    <a:pt x="264873" y="722429"/>
                  </a:lnTo>
                  <a:lnTo>
                    <a:pt x="264212" y="722429"/>
                  </a:lnTo>
                  <a:lnTo>
                    <a:pt x="263552" y="722429"/>
                  </a:lnTo>
                  <a:lnTo>
                    <a:pt x="262891" y="722429"/>
                  </a:lnTo>
                  <a:lnTo>
                    <a:pt x="262231" y="722429"/>
                  </a:lnTo>
                  <a:lnTo>
                    <a:pt x="261570" y="722429"/>
                  </a:lnTo>
                  <a:lnTo>
                    <a:pt x="260910" y="722429"/>
                  </a:lnTo>
                  <a:lnTo>
                    <a:pt x="260249" y="722429"/>
                  </a:lnTo>
                  <a:lnTo>
                    <a:pt x="259589" y="722429"/>
                  </a:lnTo>
                  <a:lnTo>
                    <a:pt x="258928" y="722429"/>
                  </a:lnTo>
                  <a:lnTo>
                    <a:pt x="258268" y="722429"/>
                  </a:lnTo>
                  <a:lnTo>
                    <a:pt x="257607" y="722429"/>
                  </a:lnTo>
                  <a:lnTo>
                    <a:pt x="256946" y="722429"/>
                  </a:lnTo>
                  <a:lnTo>
                    <a:pt x="256286" y="722429"/>
                  </a:lnTo>
                  <a:lnTo>
                    <a:pt x="255625" y="722429"/>
                  </a:lnTo>
                  <a:lnTo>
                    <a:pt x="254965" y="722429"/>
                  </a:lnTo>
                  <a:lnTo>
                    <a:pt x="254304" y="722429"/>
                  </a:lnTo>
                  <a:lnTo>
                    <a:pt x="253644" y="722429"/>
                  </a:lnTo>
                  <a:lnTo>
                    <a:pt x="252983" y="722429"/>
                  </a:lnTo>
                  <a:lnTo>
                    <a:pt x="252323" y="722429"/>
                  </a:lnTo>
                  <a:lnTo>
                    <a:pt x="251662" y="722429"/>
                  </a:lnTo>
                  <a:lnTo>
                    <a:pt x="251002" y="722429"/>
                  </a:lnTo>
                  <a:lnTo>
                    <a:pt x="250341" y="722429"/>
                  </a:lnTo>
                  <a:lnTo>
                    <a:pt x="249681" y="722429"/>
                  </a:lnTo>
                  <a:lnTo>
                    <a:pt x="249020" y="722429"/>
                  </a:lnTo>
                  <a:lnTo>
                    <a:pt x="248360" y="722429"/>
                  </a:lnTo>
                  <a:lnTo>
                    <a:pt x="247699" y="722429"/>
                  </a:lnTo>
                  <a:lnTo>
                    <a:pt x="247039" y="722429"/>
                  </a:lnTo>
                  <a:lnTo>
                    <a:pt x="246378" y="722429"/>
                  </a:lnTo>
                  <a:lnTo>
                    <a:pt x="245717" y="722429"/>
                  </a:lnTo>
                  <a:lnTo>
                    <a:pt x="245057" y="722429"/>
                  </a:lnTo>
                  <a:lnTo>
                    <a:pt x="244396" y="722429"/>
                  </a:lnTo>
                  <a:lnTo>
                    <a:pt x="243736" y="722429"/>
                  </a:lnTo>
                  <a:lnTo>
                    <a:pt x="243075" y="722429"/>
                  </a:lnTo>
                  <a:lnTo>
                    <a:pt x="242415" y="722429"/>
                  </a:lnTo>
                  <a:lnTo>
                    <a:pt x="241754" y="722429"/>
                  </a:lnTo>
                  <a:lnTo>
                    <a:pt x="241094" y="722429"/>
                  </a:lnTo>
                  <a:lnTo>
                    <a:pt x="240433" y="722429"/>
                  </a:lnTo>
                  <a:lnTo>
                    <a:pt x="239773" y="722429"/>
                  </a:lnTo>
                  <a:lnTo>
                    <a:pt x="239112" y="722429"/>
                  </a:lnTo>
                  <a:lnTo>
                    <a:pt x="238452" y="722429"/>
                  </a:lnTo>
                  <a:lnTo>
                    <a:pt x="237791" y="722429"/>
                  </a:lnTo>
                  <a:lnTo>
                    <a:pt x="237131" y="722429"/>
                  </a:lnTo>
                  <a:lnTo>
                    <a:pt x="236470" y="722429"/>
                  </a:lnTo>
                  <a:lnTo>
                    <a:pt x="235809" y="722429"/>
                  </a:lnTo>
                  <a:lnTo>
                    <a:pt x="235149" y="722429"/>
                  </a:lnTo>
                  <a:lnTo>
                    <a:pt x="234488" y="722429"/>
                  </a:lnTo>
                  <a:lnTo>
                    <a:pt x="233828" y="722429"/>
                  </a:lnTo>
                  <a:lnTo>
                    <a:pt x="233167" y="722429"/>
                  </a:lnTo>
                  <a:lnTo>
                    <a:pt x="232507" y="722429"/>
                  </a:lnTo>
                  <a:lnTo>
                    <a:pt x="231846" y="722429"/>
                  </a:lnTo>
                  <a:lnTo>
                    <a:pt x="231186" y="722429"/>
                  </a:lnTo>
                  <a:lnTo>
                    <a:pt x="230525" y="722429"/>
                  </a:lnTo>
                  <a:lnTo>
                    <a:pt x="229865" y="722429"/>
                  </a:lnTo>
                  <a:lnTo>
                    <a:pt x="229204" y="722429"/>
                  </a:lnTo>
                  <a:lnTo>
                    <a:pt x="228544" y="722429"/>
                  </a:lnTo>
                  <a:lnTo>
                    <a:pt x="227883" y="722429"/>
                  </a:lnTo>
                  <a:lnTo>
                    <a:pt x="227223" y="722429"/>
                  </a:lnTo>
                  <a:lnTo>
                    <a:pt x="226562" y="722429"/>
                  </a:lnTo>
                  <a:lnTo>
                    <a:pt x="225901" y="722429"/>
                  </a:lnTo>
                  <a:lnTo>
                    <a:pt x="225241" y="722429"/>
                  </a:lnTo>
                  <a:lnTo>
                    <a:pt x="224580" y="722429"/>
                  </a:lnTo>
                  <a:lnTo>
                    <a:pt x="223920" y="722429"/>
                  </a:lnTo>
                  <a:lnTo>
                    <a:pt x="223259" y="722429"/>
                  </a:lnTo>
                  <a:lnTo>
                    <a:pt x="222599" y="722429"/>
                  </a:lnTo>
                  <a:lnTo>
                    <a:pt x="221938" y="722429"/>
                  </a:lnTo>
                  <a:lnTo>
                    <a:pt x="221278" y="722429"/>
                  </a:lnTo>
                  <a:lnTo>
                    <a:pt x="220617" y="722429"/>
                  </a:lnTo>
                  <a:lnTo>
                    <a:pt x="219957" y="722429"/>
                  </a:lnTo>
                  <a:lnTo>
                    <a:pt x="219296" y="722429"/>
                  </a:lnTo>
                  <a:lnTo>
                    <a:pt x="218636" y="722429"/>
                  </a:lnTo>
                  <a:lnTo>
                    <a:pt x="217975" y="722429"/>
                  </a:lnTo>
                  <a:lnTo>
                    <a:pt x="217315" y="722429"/>
                  </a:lnTo>
                  <a:lnTo>
                    <a:pt x="216654" y="722429"/>
                  </a:lnTo>
                  <a:lnTo>
                    <a:pt x="215993" y="722429"/>
                  </a:lnTo>
                  <a:lnTo>
                    <a:pt x="215333" y="722429"/>
                  </a:lnTo>
                  <a:lnTo>
                    <a:pt x="214672" y="722429"/>
                  </a:lnTo>
                  <a:lnTo>
                    <a:pt x="214012" y="722429"/>
                  </a:lnTo>
                  <a:lnTo>
                    <a:pt x="213351" y="722429"/>
                  </a:lnTo>
                  <a:lnTo>
                    <a:pt x="212691" y="722429"/>
                  </a:lnTo>
                  <a:lnTo>
                    <a:pt x="212030" y="722429"/>
                  </a:lnTo>
                  <a:lnTo>
                    <a:pt x="211370" y="722429"/>
                  </a:lnTo>
                  <a:lnTo>
                    <a:pt x="210709" y="722429"/>
                  </a:lnTo>
                  <a:lnTo>
                    <a:pt x="210049" y="722429"/>
                  </a:lnTo>
                  <a:lnTo>
                    <a:pt x="209388" y="722429"/>
                  </a:lnTo>
                  <a:lnTo>
                    <a:pt x="208728" y="722429"/>
                  </a:lnTo>
                  <a:lnTo>
                    <a:pt x="208067" y="722429"/>
                  </a:lnTo>
                  <a:lnTo>
                    <a:pt x="207407" y="722429"/>
                  </a:lnTo>
                  <a:lnTo>
                    <a:pt x="206746" y="722429"/>
                  </a:lnTo>
                  <a:lnTo>
                    <a:pt x="206086" y="722429"/>
                  </a:lnTo>
                  <a:lnTo>
                    <a:pt x="205425" y="722429"/>
                  </a:lnTo>
                  <a:lnTo>
                    <a:pt x="204764" y="722429"/>
                  </a:lnTo>
                  <a:lnTo>
                    <a:pt x="204104" y="722429"/>
                  </a:lnTo>
                  <a:lnTo>
                    <a:pt x="203443" y="722429"/>
                  </a:lnTo>
                  <a:lnTo>
                    <a:pt x="202783" y="722429"/>
                  </a:lnTo>
                  <a:lnTo>
                    <a:pt x="202122" y="722429"/>
                  </a:lnTo>
                  <a:lnTo>
                    <a:pt x="201462" y="722429"/>
                  </a:lnTo>
                  <a:lnTo>
                    <a:pt x="200801" y="722429"/>
                  </a:lnTo>
                  <a:lnTo>
                    <a:pt x="200141" y="722429"/>
                  </a:lnTo>
                  <a:lnTo>
                    <a:pt x="199480" y="722429"/>
                  </a:lnTo>
                  <a:lnTo>
                    <a:pt x="198820" y="722429"/>
                  </a:lnTo>
                  <a:lnTo>
                    <a:pt x="198159" y="722429"/>
                  </a:lnTo>
                  <a:lnTo>
                    <a:pt x="197499" y="722429"/>
                  </a:lnTo>
                  <a:lnTo>
                    <a:pt x="196838" y="722429"/>
                  </a:lnTo>
                  <a:lnTo>
                    <a:pt x="196178" y="722429"/>
                  </a:lnTo>
                  <a:lnTo>
                    <a:pt x="195517" y="722429"/>
                  </a:lnTo>
                  <a:lnTo>
                    <a:pt x="194856" y="722429"/>
                  </a:lnTo>
                  <a:lnTo>
                    <a:pt x="194196" y="722429"/>
                  </a:lnTo>
                  <a:lnTo>
                    <a:pt x="193535" y="722429"/>
                  </a:lnTo>
                  <a:lnTo>
                    <a:pt x="192875" y="722429"/>
                  </a:lnTo>
                  <a:lnTo>
                    <a:pt x="192214" y="722429"/>
                  </a:lnTo>
                  <a:lnTo>
                    <a:pt x="191554" y="722429"/>
                  </a:lnTo>
                  <a:lnTo>
                    <a:pt x="190893" y="722429"/>
                  </a:lnTo>
                  <a:lnTo>
                    <a:pt x="190233" y="722429"/>
                  </a:lnTo>
                  <a:lnTo>
                    <a:pt x="189572" y="722429"/>
                  </a:lnTo>
                  <a:lnTo>
                    <a:pt x="188912" y="722429"/>
                  </a:lnTo>
                  <a:lnTo>
                    <a:pt x="188251" y="722429"/>
                  </a:lnTo>
                  <a:lnTo>
                    <a:pt x="187591" y="722429"/>
                  </a:lnTo>
                  <a:lnTo>
                    <a:pt x="186930" y="722429"/>
                  </a:lnTo>
                  <a:lnTo>
                    <a:pt x="186270" y="722429"/>
                  </a:lnTo>
                  <a:lnTo>
                    <a:pt x="185609" y="722429"/>
                  </a:lnTo>
                  <a:lnTo>
                    <a:pt x="184948" y="722429"/>
                  </a:lnTo>
                  <a:lnTo>
                    <a:pt x="184288" y="722429"/>
                  </a:lnTo>
                  <a:lnTo>
                    <a:pt x="183627" y="722429"/>
                  </a:lnTo>
                  <a:lnTo>
                    <a:pt x="182967" y="722429"/>
                  </a:lnTo>
                  <a:lnTo>
                    <a:pt x="182306" y="722429"/>
                  </a:lnTo>
                  <a:lnTo>
                    <a:pt x="181646" y="722429"/>
                  </a:lnTo>
                  <a:lnTo>
                    <a:pt x="180985" y="722429"/>
                  </a:lnTo>
                  <a:lnTo>
                    <a:pt x="180325" y="722429"/>
                  </a:lnTo>
                  <a:lnTo>
                    <a:pt x="179664" y="722429"/>
                  </a:lnTo>
                  <a:lnTo>
                    <a:pt x="179004" y="722429"/>
                  </a:lnTo>
                  <a:lnTo>
                    <a:pt x="178343" y="722429"/>
                  </a:lnTo>
                  <a:lnTo>
                    <a:pt x="177683" y="722429"/>
                  </a:lnTo>
                  <a:lnTo>
                    <a:pt x="177022" y="722429"/>
                  </a:lnTo>
                  <a:lnTo>
                    <a:pt x="176362" y="722429"/>
                  </a:lnTo>
                  <a:lnTo>
                    <a:pt x="175701" y="722429"/>
                  </a:lnTo>
                  <a:lnTo>
                    <a:pt x="175041" y="722429"/>
                  </a:lnTo>
                  <a:lnTo>
                    <a:pt x="174380" y="722429"/>
                  </a:lnTo>
                  <a:lnTo>
                    <a:pt x="173719" y="722429"/>
                  </a:lnTo>
                  <a:lnTo>
                    <a:pt x="173059" y="722429"/>
                  </a:lnTo>
                  <a:lnTo>
                    <a:pt x="172398" y="722429"/>
                  </a:lnTo>
                  <a:lnTo>
                    <a:pt x="171738" y="722429"/>
                  </a:lnTo>
                  <a:lnTo>
                    <a:pt x="171077" y="722429"/>
                  </a:lnTo>
                  <a:lnTo>
                    <a:pt x="170417" y="722429"/>
                  </a:lnTo>
                  <a:lnTo>
                    <a:pt x="169756" y="722429"/>
                  </a:lnTo>
                  <a:lnTo>
                    <a:pt x="169096" y="722429"/>
                  </a:lnTo>
                  <a:lnTo>
                    <a:pt x="168435" y="722429"/>
                  </a:lnTo>
                  <a:lnTo>
                    <a:pt x="167775" y="722429"/>
                  </a:lnTo>
                  <a:lnTo>
                    <a:pt x="167114" y="722429"/>
                  </a:lnTo>
                  <a:lnTo>
                    <a:pt x="166454" y="722429"/>
                  </a:lnTo>
                  <a:lnTo>
                    <a:pt x="165793" y="722429"/>
                  </a:lnTo>
                  <a:lnTo>
                    <a:pt x="165133" y="722429"/>
                  </a:lnTo>
                  <a:lnTo>
                    <a:pt x="164472" y="722429"/>
                  </a:lnTo>
                  <a:lnTo>
                    <a:pt x="163811" y="722429"/>
                  </a:lnTo>
                  <a:lnTo>
                    <a:pt x="163151" y="722429"/>
                  </a:lnTo>
                  <a:lnTo>
                    <a:pt x="162490" y="722429"/>
                  </a:lnTo>
                  <a:lnTo>
                    <a:pt x="161830" y="722429"/>
                  </a:lnTo>
                  <a:lnTo>
                    <a:pt x="161169" y="722429"/>
                  </a:lnTo>
                  <a:lnTo>
                    <a:pt x="160509" y="722429"/>
                  </a:lnTo>
                  <a:lnTo>
                    <a:pt x="159848" y="722429"/>
                  </a:lnTo>
                  <a:lnTo>
                    <a:pt x="159188" y="722429"/>
                  </a:lnTo>
                  <a:lnTo>
                    <a:pt x="158527" y="722429"/>
                  </a:lnTo>
                  <a:lnTo>
                    <a:pt x="157867" y="722429"/>
                  </a:lnTo>
                  <a:lnTo>
                    <a:pt x="157206" y="722429"/>
                  </a:lnTo>
                  <a:lnTo>
                    <a:pt x="156546" y="722429"/>
                  </a:lnTo>
                  <a:lnTo>
                    <a:pt x="155885" y="722429"/>
                  </a:lnTo>
                  <a:lnTo>
                    <a:pt x="155225" y="722429"/>
                  </a:lnTo>
                  <a:lnTo>
                    <a:pt x="154564" y="722429"/>
                  </a:lnTo>
                  <a:lnTo>
                    <a:pt x="153903" y="722429"/>
                  </a:lnTo>
                  <a:lnTo>
                    <a:pt x="153243" y="722429"/>
                  </a:lnTo>
                  <a:lnTo>
                    <a:pt x="152582" y="722429"/>
                  </a:lnTo>
                  <a:lnTo>
                    <a:pt x="151922" y="722429"/>
                  </a:lnTo>
                  <a:lnTo>
                    <a:pt x="151261" y="722429"/>
                  </a:lnTo>
                  <a:lnTo>
                    <a:pt x="150601" y="722429"/>
                  </a:lnTo>
                  <a:lnTo>
                    <a:pt x="149940" y="722429"/>
                  </a:lnTo>
                  <a:lnTo>
                    <a:pt x="149280" y="722429"/>
                  </a:lnTo>
                  <a:lnTo>
                    <a:pt x="148619" y="722429"/>
                  </a:lnTo>
                  <a:lnTo>
                    <a:pt x="147959" y="722429"/>
                  </a:lnTo>
                  <a:lnTo>
                    <a:pt x="147298" y="722429"/>
                  </a:lnTo>
                  <a:lnTo>
                    <a:pt x="146638" y="722429"/>
                  </a:lnTo>
                  <a:lnTo>
                    <a:pt x="145977" y="722429"/>
                  </a:lnTo>
                  <a:lnTo>
                    <a:pt x="145317" y="722429"/>
                  </a:lnTo>
                  <a:lnTo>
                    <a:pt x="144656" y="722429"/>
                  </a:lnTo>
                  <a:lnTo>
                    <a:pt x="143995" y="722429"/>
                  </a:lnTo>
                  <a:lnTo>
                    <a:pt x="143335" y="722429"/>
                  </a:lnTo>
                  <a:lnTo>
                    <a:pt x="142674" y="722429"/>
                  </a:lnTo>
                  <a:lnTo>
                    <a:pt x="142014" y="722429"/>
                  </a:lnTo>
                  <a:lnTo>
                    <a:pt x="141353" y="722429"/>
                  </a:lnTo>
                  <a:lnTo>
                    <a:pt x="140693" y="722429"/>
                  </a:lnTo>
                  <a:lnTo>
                    <a:pt x="140032" y="722429"/>
                  </a:lnTo>
                  <a:lnTo>
                    <a:pt x="139372" y="722429"/>
                  </a:lnTo>
                  <a:lnTo>
                    <a:pt x="138711" y="722429"/>
                  </a:lnTo>
                  <a:lnTo>
                    <a:pt x="138051" y="722429"/>
                  </a:lnTo>
                  <a:lnTo>
                    <a:pt x="137390" y="722429"/>
                  </a:lnTo>
                  <a:lnTo>
                    <a:pt x="136730" y="722429"/>
                  </a:lnTo>
                  <a:lnTo>
                    <a:pt x="136069" y="722429"/>
                  </a:lnTo>
                  <a:lnTo>
                    <a:pt x="135409" y="722429"/>
                  </a:lnTo>
                  <a:lnTo>
                    <a:pt x="134748" y="722429"/>
                  </a:lnTo>
                  <a:lnTo>
                    <a:pt x="134088" y="722429"/>
                  </a:lnTo>
                  <a:lnTo>
                    <a:pt x="133427" y="722429"/>
                  </a:lnTo>
                  <a:lnTo>
                    <a:pt x="132766" y="722429"/>
                  </a:lnTo>
                  <a:lnTo>
                    <a:pt x="132106" y="722429"/>
                  </a:lnTo>
                  <a:lnTo>
                    <a:pt x="131445" y="722429"/>
                  </a:lnTo>
                  <a:lnTo>
                    <a:pt x="130785" y="722429"/>
                  </a:lnTo>
                  <a:lnTo>
                    <a:pt x="130124" y="722429"/>
                  </a:lnTo>
                  <a:lnTo>
                    <a:pt x="129464" y="722429"/>
                  </a:lnTo>
                  <a:lnTo>
                    <a:pt x="128803" y="722429"/>
                  </a:lnTo>
                  <a:lnTo>
                    <a:pt x="128143" y="722429"/>
                  </a:lnTo>
                  <a:lnTo>
                    <a:pt x="127482" y="722429"/>
                  </a:lnTo>
                  <a:lnTo>
                    <a:pt x="126822" y="722429"/>
                  </a:lnTo>
                  <a:lnTo>
                    <a:pt x="126161" y="722429"/>
                  </a:lnTo>
                  <a:lnTo>
                    <a:pt x="125501" y="722429"/>
                  </a:lnTo>
                  <a:lnTo>
                    <a:pt x="124840" y="722429"/>
                  </a:lnTo>
                  <a:lnTo>
                    <a:pt x="124180" y="722429"/>
                  </a:lnTo>
                  <a:lnTo>
                    <a:pt x="123519" y="722429"/>
                  </a:lnTo>
                  <a:lnTo>
                    <a:pt x="122858" y="722429"/>
                  </a:lnTo>
                  <a:lnTo>
                    <a:pt x="122198" y="722429"/>
                  </a:lnTo>
                  <a:lnTo>
                    <a:pt x="121537" y="722429"/>
                  </a:lnTo>
                  <a:lnTo>
                    <a:pt x="120877" y="722429"/>
                  </a:lnTo>
                  <a:lnTo>
                    <a:pt x="120216" y="722429"/>
                  </a:lnTo>
                  <a:lnTo>
                    <a:pt x="119556" y="722429"/>
                  </a:lnTo>
                  <a:lnTo>
                    <a:pt x="118895" y="722429"/>
                  </a:lnTo>
                  <a:lnTo>
                    <a:pt x="118235" y="722429"/>
                  </a:lnTo>
                  <a:lnTo>
                    <a:pt x="117574" y="722429"/>
                  </a:lnTo>
                  <a:lnTo>
                    <a:pt x="116914" y="722429"/>
                  </a:lnTo>
                  <a:lnTo>
                    <a:pt x="116253" y="722429"/>
                  </a:lnTo>
                  <a:lnTo>
                    <a:pt x="115593" y="722429"/>
                  </a:lnTo>
                  <a:lnTo>
                    <a:pt x="114932" y="722429"/>
                  </a:lnTo>
                  <a:lnTo>
                    <a:pt x="114272" y="722429"/>
                  </a:lnTo>
                  <a:lnTo>
                    <a:pt x="113611" y="722429"/>
                  </a:lnTo>
                  <a:lnTo>
                    <a:pt x="112950" y="722429"/>
                  </a:lnTo>
                  <a:lnTo>
                    <a:pt x="112290" y="722429"/>
                  </a:lnTo>
                  <a:lnTo>
                    <a:pt x="111629" y="722429"/>
                  </a:lnTo>
                  <a:lnTo>
                    <a:pt x="110969" y="722429"/>
                  </a:lnTo>
                  <a:lnTo>
                    <a:pt x="110308" y="722429"/>
                  </a:lnTo>
                  <a:lnTo>
                    <a:pt x="109648" y="722429"/>
                  </a:lnTo>
                  <a:lnTo>
                    <a:pt x="108987" y="722429"/>
                  </a:lnTo>
                  <a:lnTo>
                    <a:pt x="108327" y="722429"/>
                  </a:lnTo>
                  <a:lnTo>
                    <a:pt x="107666" y="722429"/>
                  </a:lnTo>
                  <a:lnTo>
                    <a:pt x="107006" y="722429"/>
                  </a:lnTo>
                  <a:lnTo>
                    <a:pt x="106345" y="722429"/>
                  </a:lnTo>
                  <a:lnTo>
                    <a:pt x="105685" y="722429"/>
                  </a:lnTo>
                  <a:lnTo>
                    <a:pt x="105024" y="722429"/>
                  </a:lnTo>
                  <a:lnTo>
                    <a:pt x="104364" y="722429"/>
                  </a:lnTo>
                  <a:lnTo>
                    <a:pt x="103703" y="722429"/>
                  </a:lnTo>
                  <a:lnTo>
                    <a:pt x="103043" y="722429"/>
                  </a:lnTo>
                  <a:lnTo>
                    <a:pt x="102382" y="722429"/>
                  </a:lnTo>
                  <a:lnTo>
                    <a:pt x="101721" y="722429"/>
                  </a:lnTo>
                  <a:lnTo>
                    <a:pt x="101061" y="722429"/>
                  </a:lnTo>
                  <a:lnTo>
                    <a:pt x="100400" y="722429"/>
                  </a:lnTo>
                  <a:lnTo>
                    <a:pt x="99740" y="722429"/>
                  </a:lnTo>
                  <a:lnTo>
                    <a:pt x="99079" y="722429"/>
                  </a:lnTo>
                  <a:lnTo>
                    <a:pt x="98419" y="722429"/>
                  </a:lnTo>
                  <a:lnTo>
                    <a:pt x="97758" y="722429"/>
                  </a:lnTo>
                  <a:lnTo>
                    <a:pt x="97098" y="722429"/>
                  </a:lnTo>
                  <a:lnTo>
                    <a:pt x="96437" y="722429"/>
                  </a:lnTo>
                  <a:lnTo>
                    <a:pt x="95777" y="722429"/>
                  </a:lnTo>
                  <a:lnTo>
                    <a:pt x="95116" y="722429"/>
                  </a:lnTo>
                  <a:lnTo>
                    <a:pt x="94456" y="722429"/>
                  </a:lnTo>
                  <a:lnTo>
                    <a:pt x="93795" y="722429"/>
                  </a:lnTo>
                  <a:lnTo>
                    <a:pt x="93135" y="722429"/>
                  </a:lnTo>
                  <a:lnTo>
                    <a:pt x="92474" y="722429"/>
                  </a:lnTo>
                  <a:lnTo>
                    <a:pt x="91813" y="722429"/>
                  </a:lnTo>
                  <a:lnTo>
                    <a:pt x="91153" y="722429"/>
                  </a:lnTo>
                  <a:lnTo>
                    <a:pt x="90492" y="722429"/>
                  </a:lnTo>
                  <a:lnTo>
                    <a:pt x="89832" y="722429"/>
                  </a:lnTo>
                  <a:lnTo>
                    <a:pt x="89171" y="722429"/>
                  </a:lnTo>
                  <a:lnTo>
                    <a:pt x="88511" y="722429"/>
                  </a:lnTo>
                  <a:lnTo>
                    <a:pt x="87850" y="722429"/>
                  </a:lnTo>
                  <a:lnTo>
                    <a:pt x="87190" y="722429"/>
                  </a:lnTo>
                  <a:lnTo>
                    <a:pt x="86529" y="722429"/>
                  </a:lnTo>
                  <a:lnTo>
                    <a:pt x="85869" y="722429"/>
                  </a:lnTo>
                  <a:lnTo>
                    <a:pt x="85208" y="722429"/>
                  </a:lnTo>
                  <a:lnTo>
                    <a:pt x="84548" y="722429"/>
                  </a:lnTo>
                  <a:lnTo>
                    <a:pt x="83887" y="722429"/>
                  </a:lnTo>
                  <a:lnTo>
                    <a:pt x="83227" y="722429"/>
                  </a:lnTo>
                  <a:lnTo>
                    <a:pt x="82566" y="722429"/>
                  </a:lnTo>
                  <a:lnTo>
                    <a:pt x="81905" y="722429"/>
                  </a:lnTo>
                  <a:lnTo>
                    <a:pt x="81245" y="722429"/>
                  </a:lnTo>
                  <a:lnTo>
                    <a:pt x="80584" y="722429"/>
                  </a:lnTo>
                  <a:lnTo>
                    <a:pt x="79924" y="722429"/>
                  </a:lnTo>
                  <a:lnTo>
                    <a:pt x="79263" y="722429"/>
                  </a:lnTo>
                  <a:lnTo>
                    <a:pt x="78603" y="722429"/>
                  </a:lnTo>
                  <a:lnTo>
                    <a:pt x="77942" y="722429"/>
                  </a:lnTo>
                  <a:lnTo>
                    <a:pt x="77282" y="722429"/>
                  </a:lnTo>
                  <a:lnTo>
                    <a:pt x="76621" y="722429"/>
                  </a:lnTo>
                  <a:lnTo>
                    <a:pt x="75961" y="722429"/>
                  </a:lnTo>
                  <a:lnTo>
                    <a:pt x="75300" y="722429"/>
                  </a:lnTo>
                  <a:lnTo>
                    <a:pt x="74640" y="722429"/>
                  </a:lnTo>
                  <a:lnTo>
                    <a:pt x="73979" y="722429"/>
                  </a:lnTo>
                  <a:lnTo>
                    <a:pt x="73319" y="722429"/>
                  </a:lnTo>
                  <a:lnTo>
                    <a:pt x="72658" y="722429"/>
                  </a:lnTo>
                  <a:lnTo>
                    <a:pt x="71997" y="722429"/>
                  </a:lnTo>
                  <a:lnTo>
                    <a:pt x="71337" y="722429"/>
                  </a:lnTo>
                  <a:lnTo>
                    <a:pt x="70676" y="722429"/>
                  </a:lnTo>
                  <a:lnTo>
                    <a:pt x="70016" y="722429"/>
                  </a:lnTo>
                  <a:lnTo>
                    <a:pt x="69355" y="722429"/>
                  </a:lnTo>
                  <a:lnTo>
                    <a:pt x="68695" y="722429"/>
                  </a:lnTo>
                  <a:lnTo>
                    <a:pt x="68034" y="722429"/>
                  </a:lnTo>
                  <a:lnTo>
                    <a:pt x="67374" y="722429"/>
                  </a:lnTo>
                  <a:lnTo>
                    <a:pt x="66713" y="722429"/>
                  </a:lnTo>
                  <a:lnTo>
                    <a:pt x="66053" y="722429"/>
                  </a:lnTo>
                  <a:lnTo>
                    <a:pt x="65392" y="722429"/>
                  </a:lnTo>
                  <a:lnTo>
                    <a:pt x="64732" y="722429"/>
                  </a:lnTo>
                  <a:lnTo>
                    <a:pt x="64071" y="722429"/>
                  </a:lnTo>
                  <a:lnTo>
                    <a:pt x="63411" y="722429"/>
                  </a:lnTo>
                  <a:lnTo>
                    <a:pt x="62750" y="722429"/>
                  </a:lnTo>
                  <a:lnTo>
                    <a:pt x="62090" y="722429"/>
                  </a:lnTo>
                  <a:lnTo>
                    <a:pt x="61429" y="722429"/>
                  </a:lnTo>
                  <a:lnTo>
                    <a:pt x="60768" y="722429"/>
                  </a:lnTo>
                  <a:lnTo>
                    <a:pt x="60108" y="722429"/>
                  </a:lnTo>
                  <a:lnTo>
                    <a:pt x="59447" y="722429"/>
                  </a:lnTo>
                  <a:lnTo>
                    <a:pt x="58787" y="722429"/>
                  </a:lnTo>
                  <a:lnTo>
                    <a:pt x="58126" y="722429"/>
                  </a:lnTo>
                  <a:lnTo>
                    <a:pt x="57466" y="722429"/>
                  </a:lnTo>
                  <a:lnTo>
                    <a:pt x="56805" y="722429"/>
                  </a:lnTo>
                  <a:lnTo>
                    <a:pt x="56145" y="722429"/>
                  </a:lnTo>
                  <a:lnTo>
                    <a:pt x="55484" y="722429"/>
                  </a:lnTo>
                  <a:lnTo>
                    <a:pt x="54824" y="722429"/>
                  </a:lnTo>
                  <a:lnTo>
                    <a:pt x="54163" y="722429"/>
                  </a:lnTo>
                  <a:lnTo>
                    <a:pt x="53503" y="722429"/>
                  </a:lnTo>
                  <a:lnTo>
                    <a:pt x="52842" y="722429"/>
                  </a:lnTo>
                  <a:lnTo>
                    <a:pt x="52182" y="722429"/>
                  </a:lnTo>
                  <a:lnTo>
                    <a:pt x="51521" y="722429"/>
                  </a:lnTo>
                  <a:lnTo>
                    <a:pt x="50860" y="722429"/>
                  </a:lnTo>
                  <a:lnTo>
                    <a:pt x="50200" y="722429"/>
                  </a:lnTo>
                  <a:lnTo>
                    <a:pt x="49539" y="722429"/>
                  </a:lnTo>
                  <a:lnTo>
                    <a:pt x="48879" y="722429"/>
                  </a:lnTo>
                  <a:lnTo>
                    <a:pt x="48218" y="722429"/>
                  </a:lnTo>
                  <a:lnTo>
                    <a:pt x="47558" y="722429"/>
                  </a:lnTo>
                  <a:lnTo>
                    <a:pt x="46897" y="722429"/>
                  </a:lnTo>
                  <a:lnTo>
                    <a:pt x="46237" y="722429"/>
                  </a:lnTo>
                  <a:lnTo>
                    <a:pt x="45576" y="722429"/>
                  </a:lnTo>
                  <a:lnTo>
                    <a:pt x="44916" y="722429"/>
                  </a:lnTo>
                  <a:lnTo>
                    <a:pt x="44255" y="722429"/>
                  </a:lnTo>
                  <a:lnTo>
                    <a:pt x="43595" y="722429"/>
                  </a:lnTo>
                  <a:lnTo>
                    <a:pt x="42934" y="722429"/>
                  </a:lnTo>
                  <a:lnTo>
                    <a:pt x="42274" y="722429"/>
                  </a:lnTo>
                  <a:lnTo>
                    <a:pt x="41613" y="722429"/>
                  </a:lnTo>
                  <a:lnTo>
                    <a:pt x="40952" y="722429"/>
                  </a:lnTo>
                  <a:lnTo>
                    <a:pt x="40292" y="722429"/>
                  </a:lnTo>
                  <a:lnTo>
                    <a:pt x="39631" y="722429"/>
                  </a:lnTo>
                  <a:lnTo>
                    <a:pt x="38971" y="722429"/>
                  </a:lnTo>
                  <a:lnTo>
                    <a:pt x="38310" y="722429"/>
                  </a:lnTo>
                  <a:lnTo>
                    <a:pt x="37650" y="722429"/>
                  </a:lnTo>
                  <a:lnTo>
                    <a:pt x="36989" y="722429"/>
                  </a:lnTo>
                  <a:lnTo>
                    <a:pt x="36329" y="722429"/>
                  </a:lnTo>
                  <a:lnTo>
                    <a:pt x="35668" y="722429"/>
                  </a:lnTo>
                  <a:lnTo>
                    <a:pt x="35008" y="722429"/>
                  </a:lnTo>
                  <a:lnTo>
                    <a:pt x="34347" y="722429"/>
                  </a:lnTo>
                  <a:lnTo>
                    <a:pt x="33687" y="722429"/>
                  </a:lnTo>
                  <a:lnTo>
                    <a:pt x="33026" y="722429"/>
                  </a:lnTo>
                  <a:lnTo>
                    <a:pt x="32366" y="722429"/>
                  </a:lnTo>
                  <a:lnTo>
                    <a:pt x="31705" y="722429"/>
                  </a:lnTo>
                  <a:lnTo>
                    <a:pt x="31045" y="722429"/>
                  </a:lnTo>
                  <a:lnTo>
                    <a:pt x="30384" y="722429"/>
                  </a:lnTo>
                  <a:lnTo>
                    <a:pt x="29723" y="722429"/>
                  </a:lnTo>
                  <a:lnTo>
                    <a:pt x="29063" y="722429"/>
                  </a:lnTo>
                  <a:lnTo>
                    <a:pt x="28402" y="722429"/>
                  </a:lnTo>
                  <a:lnTo>
                    <a:pt x="27742" y="722429"/>
                  </a:lnTo>
                  <a:lnTo>
                    <a:pt x="27081" y="722429"/>
                  </a:lnTo>
                  <a:lnTo>
                    <a:pt x="26421" y="722429"/>
                  </a:lnTo>
                  <a:lnTo>
                    <a:pt x="25760" y="722429"/>
                  </a:lnTo>
                  <a:lnTo>
                    <a:pt x="25100" y="722429"/>
                  </a:lnTo>
                  <a:lnTo>
                    <a:pt x="24439" y="722429"/>
                  </a:lnTo>
                  <a:lnTo>
                    <a:pt x="23779" y="722429"/>
                  </a:lnTo>
                  <a:lnTo>
                    <a:pt x="23118" y="722429"/>
                  </a:lnTo>
                  <a:lnTo>
                    <a:pt x="22458" y="722429"/>
                  </a:lnTo>
                  <a:lnTo>
                    <a:pt x="21797" y="722429"/>
                  </a:lnTo>
                  <a:lnTo>
                    <a:pt x="21137" y="722429"/>
                  </a:lnTo>
                  <a:lnTo>
                    <a:pt x="20476" y="722429"/>
                  </a:lnTo>
                  <a:lnTo>
                    <a:pt x="19815" y="722429"/>
                  </a:lnTo>
                  <a:lnTo>
                    <a:pt x="19155" y="722429"/>
                  </a:lnTo>
                  <a:lnTo>
                    <a:pt x="18494" y="722429"/>
                  </a:lnTo>
                  <a:lnTo>
                    <a:pt x="17834" y="722429"/>
                  </a:lnTo>
                  <a:lnTo>
                    <a:pt x="17173" y="722429"/>
                  </a:lnTo>
                  <a:lnTo>
                    <a:pt x="16513" y="722429"/>
                  </a:lnTo>
                  <a:lnTo>
                    <a:pt x="15852" y="722429"/>
                  </a:lnTo>
                  <a:lnTo>
                    <a:pt x="15192" y="722429"/>
                  </a:lnTo>
                  <a:lnTo>
                    <a:pt x="14531" y="722429"/>
                  </a:lnTo>
                  <a:lnTo>
                    <a:pt x="13871" y="722429"/>
                  </a:lnTo>
                  <a:lnTo>
                    <a:pt x="13210" y="722429"/>
                  </a:lnTo>
                  <a:lnTo>
                    <a:pt x="12550" y="722429"/>
                  </a:lnTo>
                  <a:lnTo>
                    <a:pt x="11889" y="722429"/>
                  </a:lnTo>
                  <a:lnTo>
                    <a:pt x="11229" y="722429"/>
                  </a:lnTo>
                  <a:lnTo>
                    <a:pt x="10568" y="722429"/>
                  </a:lnTo>
                  <a:lnTo>
                    <a:pt x="9907" y="722429"/>
                  </a:lnTo>
                  <a:lnTo>
                    <a:pt x="9247" y="722429"/>
                  </a:lnTo>
                  <a:lnTo>
                    <a:pt x="8586" y="722429"/>
                  </a:lnTo>
                  <a:lnTo>
                    <a:pt x="7926" y="722429"/>
                  </a:lnTo>
                  <a:lnTo>
                    <a:pt x="7265" y="722429"/>
                  </a:lnTo>
                  <a:lnTo>
                    <a:pt x="6605" y="722429"/>
                  </a:lnTo>
                  <a:lnTo>
                    <a:pt x="5944" y="722429"/>
                  </a:lnTo>
                  <a:lnTo>
                    <a:pt x="5284" y="722429"/>
                  </a:lnTo>
                  <a:lnTo>
                    <a:pt x="4623" y="722429"/>
                  </a:lnTo>
                  <a:lnTo>
                    <a:pt x="3963" y="722429"/>
                  </a:lnTo>
                  <a:lnTo>
                    <a:pt x="3302" y="722429"/>
                  </a:lnTo>
                  <a:lnTo>
                    <a:pt x="2642" y="722429"/>
                  </a:lnTo>
                  <a:lnTo>
                    <a:pt x="1981" y="722429"/>
                  </a:lnTo>
                  <a:lnTo>
                    <a:pt x="1321" y="722429"/>
                  </a:lnTo>
                  <a:lnTo>
                    <a:pt x="660" y="722429"/>
                  </a:lnTo>
                  <a:lnTo>
                    <a:pt x="0" y="722429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tx47"/>
            <p:cNvSpPr/>
            <p:nvPr/>
          </p:nvSpPr>
          <p:spPr>
            <a:xfrm rot="2700000">
              <a:off x="893385" y="4018752"/>
              <a:ext cx="797867" cy="1696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LMNB2</a:t>
              </a:r>
            </a:p>
          </p:txBody>
        </p:sp>
        <p:sp>
          <p:nvSpPr>
            <p:cNvPr id="49" name="tx48"/>
            <p:cNvSpPr/>
            <p:nvPr/>
          </p:nvSpPr>
          <p:spPr>
            <a:xfrm rot="2700000">
              <a:off x="791255" y="4014845"/>
              <a:ext cx="1133288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GADD45B</a:t>
              </a:r>
            </a:p>
          </p:txBody>
        </p:sp>
        <p:sp>
          <p:nvSpPr>
            <p:cNvPr id="50" name="tx49"/>
            <p:cNvSpPr/>
            <p:nvPr/>
          </p:nvSpPr>
          <p:spPr>
            <a:xfrm rot="2700000">
              <a:off x="792018" y="4014845"/>
              <a:ext cx="1133288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GADD45B</a:t>
              </a:r>
            </a:p>
          </p:txBody>
        </p:sp>
        <p:sp>
          <p:nvSpPr>
            <p:cNvPr id="51" name="tx50"/>
            <p:cNvSpPr/>
            <p:nvPr/>
          </p:nvSpPr>
          <p:spPr>
            <a:xfrm rot="2700000">
              <a:off x="1317296" y="4014845"/>
              <a:ext cx="1189099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BC022568</a:t>
              </a:r>
            </a:p>
          </p:txBody>
        </p:sp>
        <p:sp>
          <p:nvSpPr>
            <p:cNvPr id="52" name="tx51"/>
            <p:cNvSpPr/>
            <p:nvPr/>
          </p:nvSpPr>
          <p:spPr>
            <a:xfrm rot="2700000">
              <a:off x="1770997" y="4014845"/>
              <a:ext cx="670731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GNG7</a:t>
              </a:r>
            </a:p>
          </p:txBody>
        </p:sp>
        <p:sp>
          <p:nvSpPr>
            <p:cNvPr id="53" name="tx52"/>
            <p:cNvSpPr/>
            <p:nvPr/>
          </p:nvSpPr>
          <p:spPr>
            <a:xfrm rot="2700000">
              <a:off x="1731487" y="4014845"/>
              <a:ext cx="849213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DIRAS1</a:t>
              </a:r>
            </a:p>
          </p:txBody>
        </p:sp>
        <p:sp>
          <p:nvSpPr>
            <p:cNvPr id="54" name="tx53"/>
            <p:cNvSpPr/>
            <p:nvPr/>
          </p:nvSpPr>
          <p:spPr>
            <a:xfrm rot="2700000">
              <a:off x="1743330" y="4014845"/>
              <a:ext cx="849213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DIRAS1</a:t>
              </a:r>
            </a:p>
          </p:txBody>
        </p:sp>
        <p:sp>
          <p:nvSpPr>
            <p:cNvPr id="55" name="tx54"/>
            <p:cNvSpPr/>
            <p:nvPr/>
          </p:nvSpPr>
          <p:spPr>
            <a:xfrm rot="2700000">
              <a:off x="1707937" y="4014845"/>
              <a:ext cx="1024793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SLC39A3</a:t>
              </a:r>
            </a:p>
          </p:txBody>
        </p:sp>
        <p:sp>
          <p:nvSpPr>
            <p:cNvPr id="56" name="tx55"/>
            <p:cNvSpPr/>
            <p:nvPr/>
          </p:nvSpPr>
          <p:spPr>
            <a:xfrm rot="2700000">
              <a:off x="1717247" y="4014845"/>
              <a:ext cx="1024793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SLC39A3</a:t>
              </a:r>
            </a:p>
          </p:txBody>
        </p:sp>
        <p:sp>
          <p:nvSpPr>
            <p:cNvPr id="57" name="tx56"/>
            <p:cNvSpPr/>
            <p:nvPr/>
          </p:nvSpPr>
          <p:spPr>
            <a:xfrm rot="2700000">
              <a:off x="2063448" y="4014845"/>
              <a:ext cx="618269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SGTA</a:t>
              </a:r>
            </a:p>
          </p:txBody>
        </p:sp>
        <p:sp>
          <p:nvSpPr>
            <p:cNvPr id="58" name="tx57"/>
            <p:cNvSpPr/>
            <p:nvPr/>
          </p:nvSpPr>
          <p:spPr>
            <a:xfrm rot="2700000">
              <a:off x="1992306" y="4014845"/>
              <a:ext cx="774762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THOP1</a:t>
              </a:r>
            </a:p>
          </p:txBody>
        </p:sp>
        <p:sp>
          <p:nvSpPr>
            <p:cNvPr id="59" name="tx58"/>
            <p:cNvSpPr/>
            <p:nvPr/>
          </p:nvSpPr>
          <p:spPr>
            <a:xfrm rot="2700000">
              <a:off x="2027017" y="4014845"/>
              <a:ext cx="774762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THOP1</a:t>
              </a:r>
            </a:p>
          </p:txBody>
        </p:sp>
        <p:sp>
          <p:nvSpPr>
            <p:cNvPr id="60" name="tx59"/>
            <p:cNvSpPr/>
            <p:nvPr/>
          </p:nvSpPr>
          <p:spPr>
            <a:xfrm rot="2700000">
              <a:off x="2071636" y="4014845"/>
              <a:ext cx="774762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THOP1</a:t>
              </a:r>
            </a:p>
          </p:txBody>
        </p:sp>
        <p:sp>
          <p:nvSpPr>
            <p:cNvPr id="61" name="tx60"/>
            <p:cNvSpPr/>
            <p:nvPr/>
          </p:nvSpPr>
          <p:spPr>
            <a:xfrm rot="2700000">
              <a:off x="2045474" y="4016352"/>
              <a:ext cx="895424" cy="1698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ZNF554</a:t>
              </a:r>
            </a:p>
          </p:txBody>
        </p:sp>
        <p:sp>
          <p:nvSpPr>
            <p:cNvPr id="62" name="tx61"/>
            <p:cNvSpPr/>
            <p:nvPr/>
          </p:nvSpPr>
          <p:spPr>
            <a:xfrm rot="2700000">
              <a:off x="2116683" y="4016352"/>
              <a:ext cx="895424" cy="1698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ZNF555</a:t>
              </a:r>
            </a:p>
          </p:txBody>
        </p:sp>
        <p:sp>
          <p:nvSpPr>
            <p:cNvPr id="63" name="tx62"/>
            <p:cNvSpPr/>
            <p:nvPr/>
          </p:nvSpPr>
          <p:spPr>
            <a:xfrm rot="2700000">
              <a:off x="2202222" y="4014845"/>
              <a:ext cx="895424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ZNF556</a:t>
              </a:r>
            </a:p>
          </p:txBody>
        </p:sp>
        <p:sp>
          <p:nvSpPr>
            <p:cNvPr id="64" name="tx63"/>
            <p:cNvSpPr/>
            <p:nvPr/>
          </p:nvSpPr>
          <p:spPr>
            <a:xfrm rot="2700000">
              <a:off x="2385790" y="4016352"/>
              <a:ext cx="749982" cy="1698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ZNF57</a:t>
              </a:r>
            </a:p>
          </p:txBody>
        </p:sp>
        <p:sp>
          <p:nvSpPr>
            <p:cNvPr id="65" name="tx64"/>
            <p:cNvSpPr/>
            <p:nvPr/>
          </p:nvSpPr>
          <p:spPr>
            <a:xfrm rot="2700000">
              <a:off x="2406299" y="4016352"/>
              <a:ext cx="749982" cy="1698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ZNF57</a:t>
              </a:r>
            </a:p>
          </p:txBody>
        </p:sp>
        <p:sp>
          <p:nvSpPr>
            <p:cNvPr id="66" name="tx65"/>
            <p:cNvSpPr/>
            <p:nvPr/>
          </p:nvSpPr>
          <p:spPr>
            <a:xfrm rot="2700000">
              <a:off x="2529062" y="4020259"/>
              <a:ext cx="749982" cy="1666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ZNF77</a:t>
              </a:r>
            </a:p>
          </p:txBody>
        </p:sp>
        <p:sp>
          <p:nvSpPr>
            <p:cNvPr id="67" name="tx66"/>
            <p:cNvSpPr/>
            <p:nvPr/>
          </p:nvSpPr>
          <p:spPr>
            <a:xfrm rot="2700000">
              <a:off x="2735458" y="4014845"/>
              <a:ext cx="556877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TLE6</a:t>
              </a:r>
            </a:p>
          </p:txBody>
        </p:sp>
        <p:sp>
          <p:nvSpPr>
            <p:cNvPr id="68" name="tx67"/>
            <p:cNvSpPr/>
            <p:nvPr/>
          </p:nvSpPr>
          <p:spPr>
            <a:xfrm rot="2700000">
              <a:off x="2891958" y="4018752"/>
              <a:ext cx="556877" cy="1696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TLE2</a:t>
              </a:r>
            </a:p>
          </p:txBody>
        </p:sp>
        <p:sp>
          <p:nvSpPr>
            <p:cNvPr id="69" name="tx68"/>
            <p:cNvSpPr/>
            <p:nvPr/>
          </p:nvSpPr>
          <p:spPr>
            <a:xfrm rot="2700000">
              <a:off x="2903686" y="4018752"/>
              <a:ext cx="556877" cy="1696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TLE2</a:t>
              </a:r>
            </a:p>
          </p:txBody>
        </p:sp>
        <p:sp>
          <p:nvSpPr>
            <p:cNvPr id="70" name="tx69"/>
            <p:cNvSpPr/>
            <p:nvPr/>
          </p:nvSpPr>
          <p:spPr>
            <a:xfrm rot="2700000">
              <a:off x="2905162" y="4018752"/>
              <a:ext cx="556877" cy="1696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TLE2</a:t>
              </a:r>
            </a:p>
          </p:txBody>
        </p:sp>
        <p:sp>
          <p:nvSpPr>
            <p:cNvPr id="71" name="tx70"/>
            <p:cNvSpPr/>
            <p:nvPr/>
          </p:nvSpPr>
          <p:spPr>
            <a:xfrm rot="2700000">
              <a:off x="2964679" y="4018752"/>
              <a:ext cx="556877" cy="1696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TLE2</a:t>
              </a:r>
            </a:p>
          </p:txBody>
        </p:sp>
        <p:sp>
          <p:nvSpPr>
            <p:cNvPr id="72" name="tx71"/>
            <p:cNvSpPr/>
            <p:nvPr/>
          </p:nvSpPr>
          <p:spPr>
            <a:xfrm rot="2700000">
              <a:off x="3052607" y="4014845"/>
              <a:ext cx="445926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AES</a:t>
              </a:r>
            </a:p>
          </p:txBody>
        </p:sp>
        <p:sp>
          <p:nvSpPr>
            <p:cNvPr id="73" name="tx72"/>
            <p:cNvSpPr/>
            <p:nvPr/>
          </p:nvSpPr>
          <p:spPr>
            <a:xfrm rot="2700000">
              <a:off x="3071118" y="4014845"/>
              <a:ext cx="445926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AES</a:t>
              </a:r>
            </a:p>
          </p:txBody>
        </p:sp>
        <p:sp>
          <p:nvSpPr>
            <p:cNvPr id="74" name="tx73"/>
            <p:cNvSpPr/>
            <p:nvPr/>
          </p:nvSpPr>
          <p:spPr>
            <a:xfrm rot="2700000">
              <a:off x="3073077" y="4014845"/>
              <a:ext cx="445926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AES</a:t>
              </a:r>
            </a:p>
          </p:txBody>
        </p:sp>
        <p:sp>
          <p:nvSpPr>
            <p:cNvPr id="75" name="tx74"/>
            <p:cNvSpPr/>
            <p:nvPr/>
          </p:nvSpPr>
          <p:spPr>
            <a:xfrm rot="2700000">
              <a:off x="3002179" y="4014845"/>
              <a:ext cx="795411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GNA11</a:t>
              </a:r>
            </a:p>
          </p:txBody>
        </p:sp>
        <p:sp>
          <p:nvSpPr>
            <p:cNvPr id="76" name="tx75"/>
            <p:cNvSpPr/>
            <p:nvPr/>
          </p:nvSpPr>
          <p:spPr>
            <a:xfrm rot="2700000">
              <a:off x="2672106" y="3961353"/>
              <a:ext cx="1699207" cy="2172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DKFZp434J194</a:t>
              </a:r>
            </a:p>
          </p:txBody>
        </p:sp>
        <p:sp>
          <p:nvSpPr>
            <p:cNvPr id="77" name="tx76"/>
            <p:cNvSpPr/>
            <p:nvPr/>
          </p:nvSpPr>
          <p:spPr>
            <a:xfrm rot="2700000">
              <a:off x="3140175" y="4014845"/>
              <a:ext cx="795411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GNA15</a:t>
              </a:r>
            </a:p>
          </p:txBody>
        </p:sp>
        <p:sp>
          <p:nvSpPr>
            <p:cNvPr id="78" name="tx77"/>
            <p:cNvSpPr/>
            <p:nvPr/>
          </p:nvSpPr>
          <p:spPr>
            <a:xfrm rot="2700000">
              <a:off x="3312052" y="4014845"/>
              <a:ext cx="732680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S1PR4</a:t>
              </a:r>
            </a:p>
          </p:txBody>
        </p:sp>
        <p:sp>
          <p:nvSpPr>
            <p:cNvPr id="79" name="tx78"/>
            <p:cNvSpPr/>
            <p:nvPr/>
          </p:nvSpPr>
          <p:spPr>
            <a:xfrm rot="2700000">
              <a:off x="3387477" y="4014845"/>
              <a:ext cx="628984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NCLN</a:t>
              </a:r>
            </a:p>
          </p:txBody>
        </p:sp>
        <p:sp>
          <p:nvSpPr>
            <p:cNvPr id="80" name="tx79"/>
            <p:cNvSpPr/>
            <p:nvPr/>
          </p:nvSpPr>
          <p:spPr>
            <a:xfrm rot="2700000">
              <a:off x="3430214" y="4014845"/>
              <a:ext cx="628984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NCLN</a:t>
              </a:r>
            </a:p>
          </p:txBody>
        </p:sp>
        <p:sp>
          <p:nvSpPr>
            <p:cNvPr id="81" name="tx80"/>
            <p:cNvSpPr/>
            <p:nvPr/>
          </p:nvSpPr>
          <p:spPr>
            <a:xfrm rot="2700000">
              <a:off x="3449224" y="4014845"/>
              <a:ext cx="628984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NCLN</a:t>
              </a:r>
            </a:p>
          </p:txBody>
        </p:sp>
        <p:sp>
          <p:nvSpPr>
            <p:cNvPr id="82" name="tx81"/>
            <p:cNvSpPr/>
            <p:nvPr/>
          </p:nvSpPr>
          <p:spPr>
            <a:xfrm rot="2700000">
              <a:off x="3476025" y="4014845"/>
              <a:ext cx="708347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CELF5</a:t>
              </a:r>
            </a:p>
          </p:txBody>
        </p:sp>
        <p:sp>
          <p:nvSpPr>
            <p:cNvPr id="83" name="tx82"/>
            <p:cNvSpPr/>
            <p:nvPr/>
          </p:nvSpPr>
          <p:spPr>
            <a:xfrm rot="2700000">
              <a:off x="3478608" y="4014845"/>
              <a:ext cx="708347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CELF5</a:t>
              </a:r>
            </a:p>
          </p:txBody>
        </p:sp>
        <p:sp>
          <p:nvSpPr>
            <p:cNvPr id="84" name="tx83"/>
            <p:cNvSpPr/>
            <p:nvPr/>
          </p:nvSpPr>
          <p:spPr>
            <a:xfrm rot="2700000">
              <a:off x="3638414" y="4014845"/>
              <a:ext cx="708347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CELF5</a:t>
              </a:r>
            </a:p>
          </p:txBody>
        </p:sp>
        <p:sp>
          <p:nvSpPr>
            <p:cNvPr id="85" name="tx84"/>
            <p:cNvSpPr/>
            <p:nvPr/>
          </p:nvSpPr>
          <p:spPr>
            <a:xfrm rot="2700000">
              <a:off x="4010831" y="4014845"/>
              <a:ext cx="529530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NFIC</a:t>
              </a:r>
            </a:p>
          </p:txBody>
        </p:sp>
        <p:sp>
          <p:nvSpPr>
            <p:cNvPr id="86" name="tx85"/>
            <p:cNvSpPr/>
            <p:nvPr/>
          </p:nvSpPr>
          <p:spPr>
            <a:xfrm rot="2700000">
              <a:off x="4033962" y="4014845"/>
              <a:ext cx="529530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NFIC</a:t>
              </a:r>
            </a:p>
          </p:txBody>
        </p:sp>
        <p:sp>
          <p:nvSpPr>
            <p:cNvPr id="87" name="tx86"/>
            <p:cNvSpPr/>
            <p:nvPr/>
          </p:nvSpPr>
          <p:spPr>
            <a:xfrm rot="2700000">
              <a:off x="4147296" y="4012835"/>
              <a:ext cx="1055712" cy="17691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C19orf77</a:t>
              </a:r>
            </a:p>
          </p:txBody>
        </p:sp>
        <p:sp>
          <p:nvSpPr>
            <p:cNvPr id="88" name="tx87"/>
            <p:cNvSpPr/>
            <p:nvPr/>
          </p:nvSpPr>
          <p:spPr>
            <a:xfrm rot="2700000">
              <a:off x="4391596" y="4014845"/>
              <a:ext cx="699752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DOHH</a:t>
              </a:r>
            </a:p>
          </p:txBody>
        </p:sp>
        <p:sp>
          <p:nvSpPr>
            <p:cNvPr id="89" name="tx88"/>
            <p:cNvSpPr/>
            <p:nvPr/>
          </p:nvSpPr>
          <p:spPr>
            <a:xfrm rot="2700000">
              <a:off x="4392643" y="4014845"/>
              <a:ext cx="699752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DOHH</a:t>
              </a:r>
            </a:p>
          </p:txBody>
        </p:sp>
        <p:sp>
          <p:nvSpPr>
            <p:cNvPr id="90" name="tx89"/>
            <p:cNvSpPr/>
            <p:nvPr/>
          </p:nvSpPr>
          <p:spPr>
            <a:xfrm rot="2700000">
              <a:off x="4461733" y="4020259"/>
              <a:ext cx="592373" cy="1666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FZR1</a:t>
              </a:r>
            </a:p>
          </p:txBody>
        </p:sp>
        <p:sp>
          <p:nvSpPr>
            <p:cNvPr id="91" name="tx90"/>
            <p:cNvSpPr/>
            <p:nvPr/>
          </p:nvSpPr>
          <p:spPr>
            <a:xfrm rot="2700000">
              <a:off x="4516752" y="4020259"/>
              <a:ext cx="592373" cy="1666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FZR1</a:t>
              </a:r>
            </a:p>
          </p:txBody>
        </p:sp>
        <p:sp>
          <p:nvSpPr>
            <p:cNvPr id="92" name="tx91"/>
            <p:cNvSpPr/>
            <p:nvPr/>
          </p:nvSpPr>
          <p:spPr>
            <a:xfrm rot="2700000">
              <a:off x="4340878" y="4012835"/>
              <a:ext cx="1055712" cy="17691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C19orf71</a:t>
              </a:r>
            </a:p>
          </p:txBody>
        </p:sp>
        <p:sp>
          <p:nvSpPr>
            <p:cNvPr id="93" name="tx92"/>
            <p:cNvSpPr/>
            <p:nvPr/>
          </p:nvSpPr>
          <p:spPr>
            <a:xfrm rot="2700000">
              <a:off x="4277117" y="4014845"/>
              <a:ext cx="1189099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BC052241</a:t>
              </a:r>
            </a:p>
          </p:txBody>
        </p:sp>
        <p:sp>
          <p:nvSpPr>
            <p:cNvPr id="94" name="tx93"/>
            <p:cNvSpPr/>
            <p:nvPr/>
          </p:nvSpPr>
          <p:spPr>
            <a:xfrm rot="2700000">
              <a:off x="4458633" y="4014845"/>
              <a:ext cx="940742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MFSD12</a:t>
              </a:r>
            </a:p>
          </p:txBody>
        </p:sp>
        <p:sp>
          <p:nvSpPr>
            <p:cNvPr id="95" name="tx94"/>
            <p:cNvSpPr/>
            <p:nvPr/>
          </p:nvSpPr>
          <p:spPr>
            <a:xfrm rot="2700000">
              <a:off x="4459188" y="4014845"/>
              <a:ext cx="940742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MFSD12</a:t>
              </a:r>
            </a:p>
          </p:txBody>
        </p:sp>
        <p:sp>
          <p:nvSpPr>
            <p:cNvPr id="96" name="tx95"/>
            <p:cNvSpPr/>
            <p:nvPr/>
          </p:nvSpPr>
          <p:spPr>
            <a:xfrm rot="2700000">
              <a:off x="4483331" y="4014845"/>
              <a:ext cx="993985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HMG20B</a:t>
              </a:r>
            </a:p>
          </p:txBody>
        </p:sp>
        <p:sp>
          <p:nvSpPr>
            <p:cNvPr id="97" name="tx96"/>
            <p:cNvSpPr/>
            <p:nvPr/>
          </p:nvSpPr>
          <p:spPr>
            <a:xfrm rot="2700000">
              <a:off x="4483519" y="4014845"/>
              <a:ext cx="993985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HMG20B</a:t>
              </a:r>
            </a:p>
          </p:txBody>
        </p:sp>
        <p:sp>
          <p:nvSpPr>
            <p:cNvPr id="98" name="tx97"/>
            <p:cNvSpPr/>
            <p:nvPr/>
          </p:nvSpPr>
          <p:spPr>
            <a:xfrm rot="2700000">
              <a:off x="4484477" y="4014845"/>
              <a:ext cx="993985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HMG20B</a:t>
              </a:r>
            </a:p>
          </p:txBody>
        </p:sp>
        <p:sp>
          <p:nvSpPr>
            <p:cNvPr id="99" name="tx98"/>
            <p:cNvSpPr/>
            <p:nvPr/>
          </p:nvSpPr>
          <p:spPr>
            <a:xfrm rot="2700000">
              <a:off x="4678286" y="4014845"/>
              <a:ext cx="687474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GIPC3</a:t>
              </a:r>
            </a:p>
          </p:txBody>
        </p:sp>
        <p:sp>
          <p:nvSpPr>
            <p:cNvPr id="100" name="tx99"/>
            <p:cNvSpPr/>
            <p:nvPr/>
          </p:nvSpPr>
          <p:spPr>
            <a:xfrm rot="2700000">
              <a:off x="4633094" y="4018752"/>
              <a:ext cx="913730" cy="1696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TBXA2R</a:t>
              </a:r>
            </a:p>
          </p:txBody>
        </p:sp>
        <p:sp>
          <p:nvSpPr>
            <p:cNvPr id="101" name="tx100"/>
            <p:cNvSpPr/>
            <p:nvPr/>
          </p:nvSpPr>
          <p:spPr>
            <a:xfrm rot="2700000">
              <a:off x="4301046" y="4012835"/>
              <a:ext cx="1585131" cy="17691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C19orf29-AS1</a:t>
              </a:r>
            </a:p>
          </p:txBody>
        </p:sp>
        <p:sp>
          <p:nvSpPr>
            <p:cNvPr id="102" name="tx101"/>
            <p:cNvSpPr/>
            <p:nvPr/>
          </p:nvSpPr>
          <p:spPr>
            <a:xfrm rot="2700000">
              <a:off x="4605375" y="4012835"/>
              <a:ext cx="1055712" cy="17691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C19orf29</a:t>
              </a:r>
            </a:p>
          </p:txBody>
        </p:sp>
        <p:sp>
          <p:nvSpPr>
            <p:cNvPr id="103" name="tx102"/>
            <p:cNvSpPr/>
            <p:nvPr/>
          </p:nvSpPr>
          <p:spPr>
            <a:xfrm rot="2700000">
              <a:off x="4608776" y="4012835"/>
              <a:ext cx="1055712" cy="17691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C19orf29</a:t>
              </a:r>
            </a:p>
          </p:txBody>
        </p:sp>
        <p:sp>
          <p:nvSpPr>
            <p:cNvPr id="104" name="tx103"/>
            <p:cNvSpPr/>
            <p:nvPr/>
          </p:nvSpPr>
          <p:spPr>
            <a:xfrm rot="2700000">
              <a:off x="4611273" y="4012835"/>
              <a:ext cx="1055712" cy="17691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C19orf29</a:t>
              </a:r>
            </a:p>
          </p:txBody>
        </p:sp>
        <p:sp>
          <p:nvSpPr>
            <p:cNvPr id="105" name="tx104"/>
            <p:cNvSpPr/>
            <p:nvPr/>
          </p:nvSpPr>
          <p:spPr>
            <a:xfrm rot="2700000">
              <a:off x="4630386" y="4012835"/>
              <a:ext cx="1055712" cy="17691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C19orf29</a:t>
              </a:r>
            </a:p>
          </p:txBody>
        </p:sp>
        <p:sp>
          <p:nvSpPr>
            <p:cNvPr id="106" name="tx105"/>
            <p:cNvSpPr/>
            <p:nvPr/>
          </p:nvSpPr>
          <p:spPr>
            <a:xfrm rot="2700000">
              <a:off x="4929762" y="4014845"/>
              <a:ext cx="943533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PIP5K1C</a:t>
              </a:r>
            </a:p>
          </p:txBody>
        </p:sp>
        <p:sp>
          <p:nvSpPr>
            <p:cNvPr id="107" name="tx106"/>
            <p:cNvSpPr/>
            <p:nvPr/>
          </p:nvSpPr>
          <p:spPr>
            <a:xfrm rot="2700000">
              <a:off x="5212529" y="3963509"/>
              <a:ext cx="490351" cy="2154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TJP3</a:t>
              </a:r>
            </a:p>
          </p:txBody>
        </p:sp>
        <p:sp>
          <p:nvSpPr>
            <p:cNvPr id="108" name="tx107"/>
            <p:cNvSpPr/>
            <p:nvPr/>
          </p:nvSpPr>
          <p:spPr>
            <a:xfrm rot="2700000">
              <a:off x="5256629" y="3963509"/>
              <a:ext cx="490351" cy="2154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TJP3</a:t>
              </a:r>
            </a:p>
          </p:txBody>
        </p:sp>
        <p:sp>
          <p:nvSpPr>
            <p:cNvPr id="109" name="tx108"/>
            <p:cNvSpPr/>
            <p:nvPr/>
          </p:nvSpPr>
          <p:spPr>
            <a:xfrm rot="2700000">
              <a:off x="5278556" y="3963509"/>
              <a:ext cx="490351" cy="2154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TJP3</a:t>
              </a:r>
            </a:p>
          </p:txBody>
        </p:sp>
        <p:sp>
          <p:nvSpPr>
            <p:cNvPr id="110" name="tx109"/>
            <p:cNvSpPr/>
            <p:nvPr/>
          </p:nvSpPr>
          <p:spPr>
            <a:xfrm rot="2700000">
              <a:off x="5204481" y="4014845"/>
              <a:ext cx="752884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APBA3</a:t>
              </a:r>
            </a:p>
          </p:txBody>
        </p:sp>
        <p:sp>
          <p:nvSpPr>
            <p:cNvPr id="111" name="tx110"/>
            <p:cNvSpPr/>
            <p:nvPr/>
          </p:nvSpPr>
          <p:spPr>
            <a:xfrm rot="2700000">
              <a:off x="5227196" y="4014845"/>
              <a:ext cx="752884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APBA3</a:t>
              </a:r>
            </a:p>
          </p:txBody>
        </p:sp>
        <p:sp>
          <p:nvSpPr>
            <p:cNvPr id="112" name="tx111"/>
            <p:cNvSpPr/>
            <p:nvPr/>
          </p:nvSpPr>
          <p:spPr>
            <a:xfrm rot="2700000">
              <a:off x="5150828" y="4016352"/>
              <a:ext cx="912167" cy="1698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MRPL54</a:t>
              </a:r>
            </a:p>
          </p:txBody>
        </p:sp>
        <p:sp>
          <p:nvSpPr>
            <p:cNvPr id="113" name="tx112"/>
            <p:cNvSpPr/>
            <p:nvPr/>
          </p:nvSpPr>
          <p:spPr>
            <a:xfrm rot="2700000">
              <a:off x="5327547" y="4018752"/>
              <a:ext cx="617264" cy="1696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RAX2</a:t>
              </a:r>
            </a:p>
          </p:txBody>
        </p:sp>
        <p:sp>
          <p:nvSpPr>
            <p:cNvPr id="114" name="tx113"/>
            <p:cNvSpPr/>
            <p:nvPr/>
          </p:nvSpPr>
          <p:spPr>
            <a:xfrm rot="2700000">
              <a:off x="5151933" y="3963509"/>
              <a:ext cx="1096454" cy="2154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JA611290</a:t>
              </a:r>
            </a:p>
          </p:txBody>
        </p:sp>
        <p:sp>
          <p:nvSpPr>
            <p:cNvPr id="115" name="tx114"/>
            <p:cNvSpPr/>
            <p:nvPr/>
          </p:nvSpPr>
          <p:spPr>
            <a:xfrm rot="2700000">
              <a:off x="5361484" y="4020259"/>
              <a:ext cx="643160" cy="1666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MATK</a:t>
              </a:r>
            </a:p>
          </p:txBody>
        </p:sp>
        <p:sp>
          <p:nvSpPr>
            <p:cNvPr id="116" name="tx115"/>
            <p:cNvSpPr/>
            <p:nvPr/>
          </p:nvSpPr>
          <p:spPr>
            <a:xfrm rot="2700000">
              <a:off x="5412328" y="4020259"/>
              <a:ext cx="643160" cy="1666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MATK</a:t>
              </a:r>
            </a:p>
          </p:txBody>
        </p:sp>
        <p:sp>
          <p:nvSpPr>
            <p:cNvPr id="117" name="tx116"/>
            <p:cNvSpPr/>
            <p:nvPr/>
          </p:nvSpPr>
          <p:spPr>
            <a:xfrm rot="2700000">
              <a:off x="5659717" y="4018752"/>
              <a:ext cx="592373" cy="1696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ZFR2</a:t>
              </a:r>
            </a:p>
          </p:txBody>
        </p:sp>
        <p:sp>
          <p:nvSpPr>
            <p:cNvPr id="118" name="tx117"/>
            <p:cNvSpPr/>
            <p:nvPr/>
          </p:nvSpPr>
          <p:spPr>
            <a:xfrm rot="2700000">
              <a:off x="5620642" y="4014845"/>
              <a:ext cx="751656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ATCAY</a:t>
              </a:r>
            </a:p>
          </p:txBody>
        </p:sp>
        <p:sp>
          <p:nvSpPr>
            <p:cNvPr id="119" name="tx118"/>
            <p:cNvSpPr/>
            <p:nvPr/>
          </p:nvSpPr>
          <p:spPr>
            <a:xfrm rot="2700000">
              <a:off x="5715977" y="4014845"/>
              <a:ext cx="751656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ATCAY</a:t>
              </a:r>
            </a:p>
          </p:txBody>
        </p:sp>
        <p:sp>
          <p:nvSpPr>
            <p:cNvPr id="120" name="tx119"/>
            <p:cNvSpPr/>
            <p:nvPr/>
          </p:nvSpPr>
          <p:spPr>
            <a:xfrm rot="2700000">
              <a:off x="5606508" y="4014845"/>
              <a:ext cx="1126591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ITGB1BP3</a:t>
              </a:r>
            </a:p>
          </p:txBody>
        </p:sp>
        <p:sp>
          <p:nvSpPr>
            <p:cNvPr id="121" name="tx120"/>
            <p:cNvSpPr/>
            <p:nvPr/>
          </p:nvSpPr>
          <p:spPr>
            <a:xfrm rot="2700000">
              <a:off x="5607680" y="4014845"/>
              <a:ext cx="1126591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ITGB1BP3</a:t>
              </a:r>
            </a:p>
          </p:txBody>
        </p:sp>
        <p:sp>
          <p:nvSpPr>
            <p:cNvPr id="122" name="tx121"/>
            <p:cNvSpPr/>
            <p:nvPr/>
          </p:nvSpPr>
          <p:spPr>
            <a:xfrm rot="2700000">
              <a:off x="5833724" y="4014845"/>
              <a:ext cx="859817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MIR637</a:t>
              </a:r>
            </a:p>
          </p:txBody>
        </p:sp>
        <p:sp>
          <p:nvSpPr>
            <p:cNvPr id="123" name="tx122"/>
            <p:cNvSpPr/>
            <p:nvPr/>
          </p:nvSpPr>
          <p:spPr>
            <a:xfrm rot="2700000">
              <a:off x="5881911" y="4014845"/>
              <a:ext cx="765609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DAPK3</a:t>
              </a:r>
            </a:p>
          </p:txBody>
        </p:sp>
        <p:sp>
          <p:nvSpPr>
            <p:cNvPr id="124" name="tx123"/>
            <p:cNvSpPr/>
            <p:nvPr/>
          </p:nvSpPr>
          <p:spPr>
            <a:xfrm rot="2700000">
              <a:off x="5908296" y="4014845"/>
              <a:ext cx="765609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DAPK3</a:t>
              </a:r>
            </a:p>
          </p:txBody>
        </p:sp>
        <p:sp>
          <p:nvSpPr>
            <p:cNvPr id="125" name="tx124"/>
            <p:cNvSpPr/>
            <p:nvPr/>
          </p:nvSpPr>
          <p:spPr>
            <a:xfrm rot="2700000">
              <a:off x="5912296" y="4014845"/>
              <a:ext cx="765609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DAPK3</a:t>
              </a:r>
            </a:p>
          </p:txBody>
        </p:sp>
        <p:sp>
          <p:nvSpPr>
            <p:cNvPr id="126" name="tx125"/>
            <p:cNvSpPr/>
            <p:nvPr/>
          </p:nvSpPr>
          <p:spPr>
            <a:xfrm rot="2700000">
              <a:off x="5772290" y="4014845"/>
              <a:ext cx="1121791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SNORD37</a:t>
              </a:r>
            </a:p>
          </p:txBody>
        </p:sp>
        <p:sp>
          <p:nvSpPr>
            <p:cNvPr id="127" name="tx126"/>
            <p:cNvSpPr/>
            <p:nvPr/>
          </p:nvSpPr>
          <p:spPr>
            <a:xfrm rot="2700000">
              <a:off x="6057542" y="4018752"/>
              <a:ext cx="565807" cy="1696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EEF2</a:t>
              </a:r>
            </a:p>
          </p:txBody>
        </p:sp>
        <p:sp>
          <p:nvSpPr>
            <p:cNvPr id="128" name="tx127"/>
            <p:cNvSpPr/>
            <p:nvPr/>
          </p:nvSpPr>
          <p:spPr>
            <a:xfrm rot="2700000">
              <a:off x="6090240" y="4014845"/>
              <a:ext cx="652202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PIAS4</a:t>
              </a:r>
            </a:p>
          </p:txBody>
        </p:sp>
        <p:sp>
          <p:nvSpPr>
            <p:cNvPr id="129" name="tx128"/>
            <p:cNvSpPr/>
            <p:nvPr/>
          </p:nvSpPr>
          <p:spPr>
            <a:xfrm rot="2700000">
              <a:off x="6148884" y="4020259"/>
              <a:ext cx="911721" cy="1666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ZBTB7A</a:t>
              </a:r>
            </a:p>
          </p:txBody>
        </p:sp>
        <p:sp>
          <p:nvSpPr>
            <p:cNvPr id="130" name="tx129"/>
            <p:cNvSpPr/>
            <p:nvPr/>
          </p:nvSpPr>
          <p:spPr>
            <a:xfrm rot="2700000">
              <a:off x="6153273" y="4020259"/>
              <a:ext cx="911721" cy="1666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ZBTB7A</a:t>
              </a:r>
            </a:p>
          </p:txBody>
        </p:sp>
        <p:sp>
          <p:nvSpPr>
            <p:cNvPr id="131" name="tx130"/>
            <p:cNvSpPr/>
            <p:nvPr/>
          </p:nvSpPr>
          <p:spPr>
            <a:xfrm rot="2700000">
              <a:off x="6263174" y="4018752"/>
              <a:ext cx="932259" cy="1696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MAP2K2</a:t>
              </a:r>
            </a:p>
          </p:txBody>
        </p:sp>
        <p:sp>
          <p:nvSpPr>
            <p:cNvPr id="132" name="tx131"/>
            <p:cNvSpPr/>
            <p:nvPr/>
          </p:nvSpPr>
          <p:spPr>
            <a:xfrm rot="2700000">
              <a:off x="6332279" y="4018752"/>
              <a:ext cx="932259" cy="1696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MAP2K2</a:t>
              </a:r>
            </a:p>
          </p:txBody>
        </p:sp>
        <p:sp>
          <p:nvSpPr>
            <p:cNvPr id="133" name="tx132"/>
            <p:cNvSpPr/>
            <p:nvPr/>
          </p:nvSpPr>
          <p:spPr>
            <a:xfrm rot="2700000">
              <a:off x="6379151" y="4014845"/>
              <a:ext cx="1037964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CREB3L3</a:t>
              </a:r>
            </a:p>
          </p:txBody>
        </p:sp>
        <p:sp>
          <p:nvSpPr>
            <p:cNvPr id="134" name="tx133"/>
            <p:cNvSpPr/>
            <p:nvPr/>
          </p:nvSpPr>
          <p:spPr>
            <a:xfrm rot="2700000">
              <a:off x="6665582" y="4014845"/>
              <a:ext cx="656443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SIRT6</a:t>
              </a:r>
            </a:p>
          </p:txBody>
        </p:sp>
        <p:sp>
          <p:nvSpPr>
            <p:cNvPr id="135" name="tx134"/>
            <p:cNvSpPr/>
            <p:nvPr/>
          </p:nvSpPr>
          <p:spPr>
            <a:xfrm rot="2700000">
              <a:off x="6442486" y="4018752"/>
              <a:ext cx="1103039" cy="1696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ANKRD24</a:t>
              </a:r>
            </a:p>
          </p:txBody>
        </p:sp>
        <p:sp>
          <p:nvSpPr>
            <p:cNvPr id="136" name="tx135"/>
            <p:cNvSpPr/>
            <p:nvPr/>
          </p:nvSpPr>
          <p:spPr>
            <a:xfrm rot="2700000">
              <a:off x="6452130" y="4018752"/>
              <a:ext cx="1103039" cy="1696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ANKRD24</a:t>
              </a:r>
            </a:p>
          </p:txBody>
        </p:sp>
        <p:sp>
          <p:nvSpPr>
            <p:cNvPr id="137" name="tx136"/>
            <p:cNvSpPr/>
            <p:nvPr/>
          </p:nvSpPr>
          <p:spPr>
            <a:xfrm rot="2700000">
              <a:off x="6492300" y="4018752"/>
              <a:ext cx="1103039" cy="1696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ANKRD24</a:t>
              </a:r>
            </a:p>
          </p:txBody>
        </p:sp>
        <p:sp>
          <p:nvSpPr>
            <p:cNvPr id="138" name="tx137"/>
            <p:cNvSpPr/>
            <p:nvPr/>
          </p:nvSpPr>
          <p:spPr>
            <a:xfrm rot="2700000">
              <a:off x="6891778" y="4014845"/>
              <a:ext cx="514126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EBI3</a:t>
              </a:r>
            </a:p>
          </p:txBody>
        </p:sp>
        <p:sp>
          <p:nvSpPr>
            <p:cNvPr id="139" name="tx138"/>
            <p:cNvSpPr/>
            <p:nvPr/>
          </p:nvSpPr>
          <p:spPr>
            <a:xfrm rot="2700000">
              <a:off x="6733989" y="4014845"/>
              <a:ext cx="945765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CCDC94</a:t>
              </a:r>
            </a:p>
          </p:txBody>
        </p:sp>
        <p:sp>
          <p:nvSpPr>
            <p:cNvPr id="140" name="tx139"/>
            <p:cNvSpPr/>
            <p:nvPr/>
          </p:nvSpPr>
          <p:spPr>
            <a:xfrm rot="2700000">
              <a:off x="7064348" y="4014845"/>
              <a:ext cx="493030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SHD</a:t>
              </a:r>
            </a:p>
          </p:txBody>
        </p:sp>
        <p:sp>
          <p:nvSpPr>
            <p:cNvPr id="141" name="tx140"/>
            <p:cNvSpPr/>
            <p:nvPr/>
          </p:nvSpPr>
          <p:spPr>
            <a:xfrm rot="2700000">
              <a:off x="6938117" y="4014845"/>
              <a:ext cx="902903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TMIGD2</a:t>
              </a:r>
            </a:p>
          </p:txBody>
        </p:sp>
        <p:sp>
          <p:nvSpPr>
            <p:cNvPr id="142" name="tx141"/>
            <p:cNvSpPr/>
            <p:nvPr/>
          </p:nvSpPr>
          <p:spPr>
            <a:xfrm rot="2700000">
              <a:off x="7097676" y="4014845"/>
              <a:ext cx="598065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FSD1</a:t>
              </a:r>
            </a:p>
          </p:txBody>
        </p:sp>
        <p:sp>
          <p:nvSpPr>
            <p:cNvPr id="143" name="tx142"/>
            <p:cNvSpPr/>
            <p:nvPr/>
          </p:nvSpPr>
          <p:spPr>
            <a:xfrm rot="2700000">
              <a:off x="7120801" y="4014845"/>
              <a:ext cx="598065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FSD1</a:t>
              </a:r>
            </a:p>
          </p:txBody>
        </p:sp>
        <p:sp>
          <p:nvSpPr>
            <p:cNvPr id="144" name="tx143"/>
            <p:cNvSpPr/>
            <p:nvPr/>
          </p:nvSpPr>
          <p:spPr>
            <a:xfrm rot="2700000">
              <a:off x="7147948" y="4014845"/>
              <a:ext cx="724420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STAP2</a:t>
              </a:r>
            </a:p>
          </p:txBody>
        </p:sp>
        <p:sp>
          <p:nvSpPr>
            <p:cNvPr id="145" name="tx144"/>
            <p:cNvSpPr/>
            <p:nvPr/>
          </p:nvSpPr>
          <p:spPr>
            <a:xfrm rot="2700000">
              <a:off x="7160637" y="4014845"/>
              <a:ext cx="724420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STAP2</a:t>
              </a:r>
            </a:p>
          </p:txBody>
        </p:sp>
        <p:sp>
          <p:nvSpPr>
            <p:cNvPr id="146" name="tx145"/>
            <p:cNvSpPr/>
            <p:nvPr/>
          </p:nvSpPr>
          <p:spPr>
            <a:xfrm rot="2700000">
              <a:off x="7181944" y="4020259"/>
              <a:ext cx="682116" cy="1666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MPND</a:t>
              </a:r>
            </a:p>
          </p:txBody>
        </p:sp>
        <p:sp>
          <p:nvSpPr>
            <p:cNvPr id="147" name="tx146"/>
            <p:cNvSpPr/>
            <p:nvPr/>
          </p:nvSpPr>
          <p:spPr>
            <a:xfrm rot="2700000">
              <a:off x="7257487" y="4014845"/>
              <a:ext cx="912390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SH3GL1</a:t>
              </a:r>
            </a:p>
          </p:txBody>
        </p:sp>
        <p:sp>
          <p:nvSpPr>
            <p:cNvPr id="148" name="tx147"/>
            <p:cNvSpPr/>
            <p:nvPr/>
          </p:nvSpPr>
          <p:spPr>
            <a:xfrm rot="2700000">
              <a:off x="7259993" y="4014845"/>
              <a:ext cx="921208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CHAF1A</a:t>
              </a:r>
            </a:p>
          </p:txBody>
        </p:sp>
        <p:sp>
          <p:nvSpPr>
            <p:cNvPr id="149" name="tx148"/>
            <p:cNvSpPr/>
            <p:nvPr/>
          </p:nvSpPr>
          <p:spPr>
            <a:xfrm rot="2700000">
              <a:off x="7361023" y="4014845"/>
              <a:ext cx="1005259" cy="172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MIR4746</a:t>
              </a:r>
            </a:p>
          </p:txBody>
        </p:sp>
        <p:sp>
          <p:nvSpPr>
            <p:cNvPr id="150" name="pl149"/>
            <p:cNvSpPr/>
            <p:nvPr/>
          </p:nvSpPr>
          <p:spPr>
            <a:xfrm>
              <a:off x="1005839" y="4581755"/>
              <a:ext cx="7132319" cy="0"/>
            </a:xfrm>
            <a:custGeom>
              <a:avLst/>
              <a:pathLst>
                <a:path w="7132319" h="0">
                  <a:moveTo>
                    <a:pt x="0" y="0"/>
                  </a:moveTo>
                  <a:lnTo>
                    <a:pt x="7132319" y="0"/>
                  </a:lnTo>
                  <a:lnTo>
                    <a:pt x="713231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51" name="pl150"/>
            <p:cNvSpPr/>
            <p:nvPr/>
          </p:nvSpPr>
          <p:spPr>
            <a:xfrm>
              <a:off x="4572000" y="3694042"/>
              <a:ext cx="0" cy="1517720"/>
            </a:xfrm>
            <a:custGeom>
              <a:avLst/>
              <a:pathLst>
                <a:path w="0" h="1517720">
                  <a:moveTo>
                    <a:pt x="0" y="151772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0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2026-03-10T09:08:12Z</dcterms:modified>
  <cp:category/>
</cp:coreProperties>
</file>